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522" r:id="rId2"/>
    <p:sldId id="555" r:id="rId3"/>
    <p:sldId id="523" r:id="rId4"/>
    <p:sldId id="524" r:id="rId5"/>
    <p:sldId id="551" r:id="rId6"/>
    <p:sldId id="525" r:id="rId7"/>
    <p:sldId id="552" r:id="rId8"/>
    <p:sldId id="553" r:id="rId9"/>
    <p:sldId id="534" r:id="rId10"/>
    <p:sldId id="526" r:id="rId11"/>
    <p:sldId id="527" r:id="rId12"/>
    <p:sldId id="556" r:id="rId13"/>
    <p:sldId id="528" r:id="rId14"/>
    <p:sldId id="544" r:id="rId15"/>
    <p:sldId id="535" r:id="rId16"/>
    <p:sldId id="530" r:id="rId17"/>
    <p:sldId id="531" r:id="rId18"/>
    <p:sldId id="537" r:id="rId19"/>
    <p:sldId id="538" r:id="rId20"/>
    <p:sldId id="547" r:id="rId21"/>
    <p:sldId id="533" r:id="rId22"/>
    <p:sldId id="539" r:id="rId23"/>
    <p:sldId id="548" r:id="rId24"/>
    <p:sldId id="536" r:id="rId25"/>
    <p:sldId id="549" r:id="rId26"/>
    <p:sldId id="540" r:id="rId27"/>
    <p:sldId id="542" r:id="rId28"/>
    <p:sldId id="541" r:id="rId29"/>
    <p:sldId id="543" r:id="rId30"/>
    <p:sldId id="550" r:id="rId31"/>
    <p:sldId id="529" r:id="rId32"/>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49CC"/>
    <a:srgbClr val="D4D9F7"/>
    <a:srgbClr val="7584E5"/>
    <a:srgbClr val="02F276"/>
    <a:srgbClr val="CDD2F8"/>
    <a:srgbClr val="8E9CEF"/>
    <a:srgbClr val="E7EBFF"/>
    <a:srgbClr val="FAFBFF"/>
    <a:srgbClr val="6578F0"/>
    <a:srgbClr val="F2AC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741" autoAdjust="0"/>
    <p:restoredTop sz="94660"/>
  </p:normalViewPr>
  <p:slideViewPr>
    <p:cSldViewPr snapToGrid="0">
      <p:cViewPr varScale="1">
        <p:scale>
          <a:sx n="85" d="100"/>
          <a:sy n="85" d="100"/>
        </p:scale>
        <p:origin x="64" y="6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0FFCFEB0-99C5-4FF0-B840-5A765A79CA71}" type="datetimeFigureOut">
              <a:rPr lang="zh-CN" altLang="en-US" smtClean="0"/>
              <a:t>2025/8/24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C114DAA-6970-4B6B-A5AD-7761E19B061A}"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0FFCFEB0-99C5-4FF0-B840-5A765A79CA71}" type="datetimeFigureOut">
              <a:rPr lang="zh-CN" altLang="en-US" smtClean="0"/>
              <a:t>2025/8/24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C114DAA-6970-4B6B-A5AD-7761E19B061A}" type="slidenum">
              <a:rPr lang="zh-CN" altLang="en-US" smtClean="0"/>
              <a:t>‹#›</a:t>
            </a:fld>
            <a:endParaRPr lang="zh-CN" alt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0FFCFEB0-99C5-4FF0-B840-5A765A79CA71}" type="datetimeFigureOut">
              <a:rPr lang="zh-CN" altLang="en-US" smtClean="0"/>
              <a:t>2025/8/24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C114DAA-6970-4B6B-A5AD-7761E19B061A}"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0FFCFEB0-99C5-4FF0-B840-5A765A79CA71}" type="datetimeFigureOut">
              <a:rPr lang="zh-CN" altLang="en-US" smtClean="0"/>
              <a:t>2025/8/24</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C114DAA-6970-4B6B-A5AD-7761E19B061A}"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0FFCFEB0-99C5-4FF0-B840-5A765A79CA71}" type="datetimeFigureOut">
              <a:rPr lang="zh-CN" altLang="en-US" smtClean="0"/>
              <a:t>2025/8/24</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DC114DAA-6970-4B6B-A5AD-7761E19B061A}"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0FFCFEB0-99C5-4FF0-B840-5A765A79CA71}" type="datetimeFigureOut">
              <a:rPr lang="zh-CN" altLang="en-US" smtClean="0"/>
              <a:t>2025/8/24</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DC114DAA-6970-4B6B-A5AD-7761E19B061A}"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0FFCFEB0-99C5-4FF0-B840-5A765A79CA71}" type="datetimeFigureOut">
              <a:rPr lang="zh-CN" altLang="en-US" smtClean="0"/>
              <a:t>2025/8/24</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DC114DAA-6970-4B6B-A5AD-7761E19B061A}"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0FFCFEB0-99C5-4FF0-B840-5A765A79CA71}" type="datetimeFigureOut">
              <a:rPr lang="zh-CN" altLang="en-US" smtClean="0"/>
              <a:t>2025/8/24</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C114DAA-6970-4B6B-A5AD-7761E19B061A}"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0FFCFEB0-99C5-4FF0-B840-5A765A79CA71}" type="datetimeFigureOut">
              <a:rPr lang="zh-CN" altLang="en-US" smtClean="0"/>
              <a:t>2025/8/24</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C114DAA-6970-4B6B-A5AD-7761E19B061A}"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0FFCFEB0-99C5-4FF0-B840-5A765A79CA71}" type="datetimeFigureOut">
              <a:rPr lang="zh-CN" altLang="en-US" smtClean="0"/>
              <a:t>2025/8/24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C114DAA-6970-4B6B-A5AD-7761E19B061A}"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0FFCFEB0-99C5-4FF0-B840-5A765A79CA71}" type="datetimeFigureOut">
              <a:rPr lang="zh-CN" altLang="en-US" smtClean="0"/>
              <a:t>2025/8/24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C114DAA-6970-4B6B-A5AD-7761E19B061A}"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png"/><Relationship Id="rId10" Type="http://schemas.openxmlformats.org/officeDocument/2006/relationships/image" Target="../media/image17.png"/><Relationship Id="rId4" Type="http://schemas.openxmlformats.org/officeDocument/2006/relationships/image" Target="../media/image12.jpeg"/><Relationship Id="rId9"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2" name="组合 21">
            <a:extLst>
              <a:ext uri="{FF2B5EF4-FFF2-40B4-BE49-F238E27FC236}">
                <a16:creationId xmlns:a16="http://schemas.microsoft.com/office/drawing/2014/main" id="{5956CCDC-FBE2-7A87-12A7-FF0204F7F47E}"/>
              </a:ext>
            </a:extLst>
          </p:cNvPr>
          <p:cNvGrpSpPr/>
          <p:nvPr/>
        </p:nvGrpSpPr>
        <p:grpSpPr>
          <a:xfrm>
            <a:off x="0" y="0"/>
            <a:ext cx="12929262" cy="6858000"/>
            <a:chOff x="0" y="0"/>
            <a:chExt cx="12929262" cy="6858000"/>
          </a:xfrm>
        </p:grpSpPr>
        <p:sp>
          <p:nvSpPr>
            <p:cNvPr id="10" name="矩形: 圆角 9">
              <a:extLst>
                <a:ext uri="{FF2B5EF4-FFF2-40B4-BE49-F238E27FC236}">
                  <a16:creationId xmlns:a16="http://schemas.microsoft.com/office/drawing/2014/main" id="{45F242D0-0345-8573-BF96-0A52B534D32C}"/>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FAB2E6BB-7157-BA8E-A16D-C7AF481F2C67}"/>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矩形: 圆角 12">
              <a:extLst>
                <a:ext uri="{FF2B5EF4-FFF2-40B4-BE49-F238E27FC236}">
                  <a16:creationId xmlns:a16="http://schemas.microsoft.com/office/drawing/2014/main" id="{918BCAEA-2982-AE70-8943-72B5F404EB36}"/>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73A84104-AD14-056D-4006-E1833943AF26}"/>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5252E89D-D61C-A8B0-8787-ECF1A2C9ADE7}"/>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16" name="文本框 15">
              <a:extLst>
                <a:ext uri="{FF2B5EF4-FFF2-40B4-BE49-F238E27FC236}">
                  <a16:creationId xmlns:a16="http://schemas.microsoft.com/office/drawing/2014/main" id="{193AFBBD-76A4-9571-EE4B-A9EC8635D3B8}"/>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17" name="文本框 16">
              <a:extLst>
                <a:ext uri="{FF2B5EF4-FFF2-40B4-BE49-F238E27FC236}">
                  <a16:creationId xmlns:a16="http://schemas.microsoft.com/office/drawing/2014/main" id="{488B82C2-1115-40FF-7AA5-49BA9A7278D8}"/>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18"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DFBE8A16-68E1-CD49-E2CE-F6C38938F281}"/>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19" name="文本框 18">
              <a:extLst>
                <a:ext uri="{FF2B5EF4-FFF2-40B4-BE49-F238E27FC236}">
                  <a16:creationId xmlns:a16="http://schemas.microsoft.com/office/drawing/2014/main" id="{FA6E2CBB-73EF-6BE0-E2F7-2E739EB469AF}"/>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21" name="文本框 20">
              <a:extLst>
                <a:ext uri="{FF2B5EF4-FFF2-40B4-BE49-F238E27FC236}">
                  <a16:creationId xmlns:a16="http://schemas.microsoft.com/office/drawing/2014/main" id="{3811AE2F-99D2-2522-F934-40E94E265F56}"/>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grpSp>
        <p:nvGrpSpPr>
          <p:cNvPr id="181" name="组合 180">
            <a:extLst>
              <a:ext uri="{FF2B5EF4-FFF2-40B4-BE49-F238E27FC236}">
                <a16:creationId xmlns:a16="http://schemas.microsoft.com/office/drawing/2014/main" id="{4DDE9B97-9EF0-830D-1666-BD591960BB9A}"/>
              </a:ext>
            </a:extLst>
          </p:cNvPr>
          <p:cNvGrpSpPr/>
          <p:nvPr/>
        </p:nvGrpSpPr>
        <p:grpSpPr>
          <a:xfrm>
            <a:off x="2718171" y="3138150"/>
            <a:ext cx="5910285" cy="3317156"/>
            <a:chOff x="2100564" y="2615277"/>
            <a:chExt cx="6836185" cy="3836819"/>
          </a:xfrm>
        </p:grpSpPr>
        <p:sp>
          <p:nvSpPr>
            <p:cNvPr id="103" name="箭头: 右 102">
              <a:extLst>
                <a:ext uri="{FF2B5EF4-FFF2-40B4-BE49-F238E27FC236}">
                  <a16:creationId xmlns:a16="http://schemas.microsoft.com/office/drawing/2014/main" id="{102A257F-D8FE-6351-7690-3E2C8E625517}"/>
                </a:ext>
              </a:extLst>
            </p:cNvPr>
            <p:cNvSpPr/>
            <p:nvPr/>
          </p:nvSpPr>
          <p:spPr>
            <a:xfrm>
              <a:off x="2100564" y="3862324"/>
              <a:ext cx="6063354" cy="415637"/>
            </a:xfrm>
            <a:prstGeom prst="rightArrow">
              <a:avLst/>
            </a:prstGeom>
            <a:gradFill>
              <a:gsLst>
                <a:gs pos="0">
                  <a:srgbClr val="8E9CEF"/>
                </a:gs>
                <a:gs pos="82000">
                  <a:srgbClr val="8E9CEF">
                    <a:alpha val="0"/>
                  </a:srgbClr>
                </a:gs>
              </a:gsLst>
              <a:lin ang="10800000" scaled="1"/>
            </a:gradFill>
            <a:ln>
              <a:noFill/>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4" name="组合 103">
              <a:extLst>
                <a:ext uri="{FF2B5EF4-FFF2-40B4-BE49-F238E27FC236}">
                  <a16:creationId xmlns:a16="http://schemas.microsoft.com/office/drawing/2014/main" id="{B3574076-330D-447B-2654-44245E7B3E68}"/>
                </a:ext>
              </a:extLst>
            </p:cNvPr>
            <p:cNvGrpSpPr/>
            <p:nvPr/>
          </p:nvGrpSpPr>
          <p:grpSpPr>
            <a:xfrm>
              <a:off x="2672419" y="2615277"/>
              <a:ext cx="6264330" cy="3836819"/>
              <a:chOff x="2672419" y="2615277"/>
              <a:chExt cx="6264330" cy="3836819"/>
            </a:xfrm>
          </p:grpSpPr>
          <p:grpSp>
            <p:nvGrpSpPr>
              <p:cNvPr id="64" name="组合 63">
                <a:extLst>
                  <a:ext uri="{FF2B5EF4-FFF2-40B4-BE49-F238E27FC236}">
                    <a16:creationId xmlns:a16="http://schemas.microsoft.com/office/drawing/2014/main" id="{1F0337ED-4960-FE2F-603C-419CA7C1F662}"/>
                  </a:ext>
                </a:extLst>
              </p:cNvPr>
              <p:cNvGrpSpPr/>
              <p:nvPr/>
            </p:nvGrpSpPr>
            <p:grpSpPr>
              <a:xfrm>
                <a:off x="2672419" y="2615277"/>
                <a:ext cx="1795182" cy="1175487"/>
                <a:chOff x="1473604" y="2334488"/>
                <a:chExt cx="3652835" cy="2391880"/>
              </a:xfrm>
            </p:grpSpPr>
            <p:grpSp>
              <p:nvGrpSpPr>
                <p:cNvPr id="52" name="组合 51">
                  <a:extLst>
                    <a:ext uri="{FF2B5EF4-FFF2-40B4-BE49-F238E27FC236}">
                      <a16:creationId xmlns:a16="http://schemas.microsoft.com/office/drawing/2014/main" id="{20AC72A1-D0EC-62B2-B670-64DA75EBA4E1}"/>
                    </a:ext>
                  </a:extLst>
                </p:cNvPr>
                <p:cNvGrpSpPr/>
                <p:nvPr/>
              </p:nvGrpSpPr>
              <p:grpSpPr>
                <a:xfrm>
                  <a:off x="1473604" y="2334488"/>
                  <a:ext cx="3652835" cy="2391880"/>
                  <a:chOff x="348040" y="891101"/>
                  <a:chExt cx="3652835" cy="2391880"/>
                </a:xfrm>
              </p:grpSpPr>
              <p:sp>
                <p:nvSpPr>
                  <p:cNvPr id="53" name="Freeform 6">
                    <a:extLst>
                      <a:ext uri="{FF2B5EF4-FFF2-40B4-BE49-F238E27FC236}">
                        <a16:creationId xmlns:a16="http://schemas.microsoft.com/office/drawing/2014/main" id="{D465DA27-7519-436B-B72F-56ECF62B7D11}"/>
                      </a:ext>
                    </a:extLst>
                  </p:cNvPr>
                  <p:cNvSpPr>
                    <a:spLocks/>
                  </p:cNvSpPr>
                  <p:nvPr/>
                </p:nvSpPr>
                <p:spPr bwMode="auto">
                  <a:xfrm>
                    <a:off x="348040" y="891101"/>
                    <a:ext cx="3652835" cy="2116440"/>
                  </a:xfrm>
                  <a:custGeom>
                    <a:avLst/>
                    <a:gdLst>
                      <a:gd name="T0" fmla="*/ 3497 w 3558"/>
                      <a:gd name="T1" fmla="*/ 967 h 2060"/>
                      <a:gd name="T2" fmla="*/ 3498 w 3558"/>
                      <a:gd name="T3" fmla="*/ 1094 h 2060"/>
                      <a:gd name="T4" fmla="*/ 1894 w 3558"/>
                      <a:gd name="T5" fmla="*/ 2025 h 2060"/>
                      <a:gd name="T6" fmla="*/ 1675 w 3558"/>
                      <a:gd name="T7" fmla="*/ 2025 h 2060"/>
                      <a:gd name="T8" fmla="*/ 61 w 3558"/>
                      <a:gd name="T9" fmla="*/ 1094 h 2060"/>
                      <a:gd name="T10" fmla="*/ 61 w 3558"/>
                      <a:gd name="T11" fmla="*/ 967 h 2060"/>
                      <a:gd name="T12" fmla="*/ 1664 w 3558"/>
                      <a:gd name="T13" fmla="*/ 35 h 2060"/>
                      <a:gd name="T14" fmla="*/ 1883 w 3558"/>
                      <a:gd name="T15" fmla="*/ 35 h 2060"/>
                      <a:gd name="T16" fmla="*/ 3497 w 3558"/>
                      <a:gd name="T17" fmla="*/ 967 h 2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58" h="2060">
                        <a:moveTo>
                          <a:pt x="3497" y="967"/>
                        </a:moveTo>
                        <a:cubicBezTo>
                          <a:pt x="3557" y="1002"/>
                          <a:pt x="3558" y="1059"/>
                          <a:pt x="3498" y="1094"/>
                        </a:cubicBezTo>
                        <a:cubicBezTo>
                          <a:pt x="1894" y="2025"/>
                          <a:pt x="1894" y="2025"/>
                          <a:pt x="1894" y="2025"/>
                        </a:cubicBezTo>
                        <a:cubicBezTo>
                          <a:pt x="1834" y="2060"/>
                          <a:pt x="1736" y="2060"/>
                          <a:pt x="1675" y="2025"/>
                        </a:cubicBezTo>
                        <a:cubicBezTo>
                          <a:pt x="61" y="1094"/>
                          <a:pt x="61" y="1094"/>
                          <a:pt x="61" y="1094"/>
                        </a:cubicBezTo>
                        <a:cubicBezTo>
                          <a:pt x="1" y="1059"/>
                          <a:pt x="0" y="1002"/>
                          <a:pt x="61" y="967"/>
                        </a:cubicBezTo>
                        <a:cubicBezTo>
                          <a:pt x="1664" y="35"/>
                          <a:pt x="1664" y="35"/>
                          <a:pt x="1664" y="35"/>
                        </a:cubicBezTo>
                        <a:cubicBezTo>
                          <a:pt x="1724" y="0"/>
                          <a:pt x="1822" y="0"/>
                          <a:pt x="1883" y="35"/>
                        </a:cubicBezTo>
                        <a:lnTo>
                          <a:pt x="3497" y="967"/>
                        </a:lnTo>
                        <a:close/>
                      </a:path>
                    </a:pathLst>
                  </a:custGeom>
                  <a:solidFill>
                    <a:srgbClr val="FCFBFF"/>
                  </a:solidFill>
                  <a:ln w="6350">
                    <a:solidFill>
                      <a:srgbClr val="D4D9F7"/>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54" name="Freeform 5">
                    <a:extLst>
                      <a:ext uri="{FF2B5EF4-FFF2-40B4-BE49-F238E27FC236}">
                        <a16:creationId xmlns:a16="http://schemas.microsoft.com/office/drawing/2014/main" id="{94A5DC39-135D-EC3D-AD3C-D2774979E46E}"/>
                      </a:ext>
                    </a:extLst>
                  </p:cNvPr>
                  <p:cNvSpPr>
                    <a:spLocks/>
                  </p:cNvSpPr>
                  <p:nvPr/>
                </p:nvSpPr>
                <p:spPr bwMode="auto">
                  <a:xfrm>
                    <a:off x="363285" y="2190804"/>
                    <a:ext cx="3622343" cy="1092177"/>
                  </a:xfrm>
                  <a:custGeom>
                    <a:avLst/>
                    <a:gdLst>
                      <a:gd name="T0" fmla="*/ 3483 w 3528"/>
                      <a:gd name="T1" fmla="*/ 64 h 1063"/>
                      <a:gd name="T2" fmla="*/ 1879 w 3528"/>
                      <a:gd name="T3" fmla="*/ 995 h 1063"/>
                      <a:gd name="T4" fmla="*/ 1660 w 3528"/>
                      <a:gd name="T5" fmla="*/ 995 h 1063"/>
                      <a:gd name="T6" fmla="*/ 46 w 3528"/>
                      <a:gd name="T7" fmla="*/ 64 h 1063"/>
                      <a:gd name="T8" fmla="*/ 1 w 3528"/>
                      <a:gd name="T9" fmla="*/ 0 h 1063"/>
                      <a:gd name="T10" fmla="*/ 1 w 3528"/>
                      <a:gd name="T11" fmla="*/ 32 h 1063"/>
                      <a:gd name="T12" fmla="*/ 46 w 3528"/>
                      <a:gd name="T13" fmla="*/ 96 h 1063"/>
                      <a:gd name="T14" fmla="*/ 1660 w 3528"/>
                      <a:gd name="T15" fmla="*/ 1028 h 1063"/>
                      <a:gd name="T16" fmla="*/ 1879 w 3528"/>
                      <a:gd name="T17" fmla="*/ 1028 h 1063"/>
                      <a:gd name="T18" fmla="*/ 3482 w 3528"/>
                      <a:gd name="T19" fmla="*/ 96 h 1063"/>
                      <a:gd name="T20" fmla="*/ 3527 w 3528"/>
                      <a:gd name="T21" fmla="*/ 33 h 1063"/>
                      <a:gd name="T22" fmla="*/ 3528 w 3528"/>
                      <a:gd name="T23" fmla="*/ 1 h 1063"/>
                      <a:gd name="T24" fmla="*/ 3483 w 3528"/>
                      <a:gd name="T25" fmla="*/ 64 h 1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28" h="1063">
                        <a:moveTo>
                          <a:pt x="3483" y="64"/>
                        </a:moveTo>
                        <a:cubicBezTo>
                          <a:pt x="1879" y="995"/>
                          <a:pt x="1879" y="995"/>
                          <a:pt x="1879" y="995"/>
                        </a:cubicBezTo>
                        <a:cubicBezTo>
                          <a:pt x="1819" y="1030"/>
                          <a:pt x="1721" y="1030"/>
                          <a:pt x="1660" y="995"/>
                        </a:cubicBezTo>
                        <a:cubicBezTo>
                          <a:pt x="46" y="64"/>
                          <a:pt x="46" y="64"/>
                          <a:pt x="46" y="64"/>
                        </a:cubicBezTo>
                        <a:cubicBezTo>
                          <a:pt x="16" y="46"/>
                          <a:pt x="1" y="23"/>
                          <a:pt x="1" y="0"/>
                        </a:cubicBezTo>
                        <a:cubicBezTo>
                          <a:pt x="1" y="32"/>
                          <a:pt x="1" y="32"/>
                          <a:pt x="1" y="32"/>
                        </a:cubicBezTo>
                        <a:cubicBezTo>
                          <a:pt x="0" y="55"/>
                          <a:pt x="16" y="79"/>
                          <a:pt x="46" y="96"/>
                        </a:cubicBezTo>
                        <a:cubicBezTo>
                          <a:pt x="1660" y="1028"/>
                          <a:pt x="1660" y="1028"/>
                          <a:pt x="1660" y="1028"/>
                        </a:cubicBezTo>
                        <a:cubicBezTo>
                          <a:pt x="1721" y="1063"/>
                          <a:pt x="1819" y="1063"/>
                          <a:pt x="1879" y="1028"/>
                        </a:cubicBezTo>
                        <a:cubicBezTo>
                          <a:pt x="3482" y="96"/>
                          <a:pt x="3482" y="96"/>
                          <a:pt x="3482" y="96"/>
                        </a:cubicBezTo>
                        <a:cubicBezTo>
                          <a:pt x="3512" y="79"/>
                          <a:pt x="3527" y="56"/>
                          <a:pt x="3527" y="33"/>
                        </a:cubicBezTo>
                        <a:cubicBezTo>
                          <a:pt x="3528" y="1"/>
                          <a:pt x="3528" y="1"/>
                          <a:pt x="3528" y="1"/>
                        </a:cubicBezTo>
                        <a:cubicBezTo>
                          <a:pt x="3527" y="23"/>
                          <a:pt x="3512" y="46"/>
                          <a:pt x="3483" y="64"/>
                        </a:cubicBezTo>
                        <a:close/>
                      </a:path>
                    </a:pathLst>
                  </a:custGeom>
                  <a:solidFill>
                    <a:srgbClr val="6578F0"/>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55" name="组合 54">
                  <a:extLst>
                    <a:ext uri="{FF2B5EF4-FFF2-40B4-BE49-F238E27FC236}">
                      <a16:creationId xmlns:a16="http://schemas.microsoft.com/office/drawing/2014/main" id="{82B687C1-5FEA-C6A1-80AC-794A3730143C}"/>
                    </a:ext>
                  </a:extLst>
                </p:cNvPr>
                <p:cNvGrpSpPr/>
                <p:nvPr/>
              </p:nvGrpSpPr>
              <p:grpSpPr>
                <a:xfrm>
                  <a:off x="2393683" y="2339410"/>
                  <a:ext cx="1813287" cy="1579629"/>
                  <a:chOff x="5288662" y="2278503"/>
                  <a:chExt cx="1813287" cy="1579629"/>
                </a:xfrm>
              </p:grpSpPr>
              <p:sp>
                <p:nvSpPr>
                  <p:cNvPr id="56" name="Freeform 9">
                    <a:extLst>
                      <a:ext uri="{FF2B5EF4-FFF2-40B4-BE49-F238E27FC236}">
                        <a16:creationId xmlns:a16="http://schemas.microsoft.com/office/drawing/2014/main" id="{083A673E-E36D-AAE9-971D-75A77387B8D8}"/>
                      </a:ext>
                    </a:extLst>
                  </p:cNvPr>
                  <p:cNvSpPr>
                    <a:spLocks/>
                  </p:cNvSpPr>
                  <p:nvPr/>
                </p:nvSpPr>
                <p:spPr bwMode="auto">
                  <a:xfrm>
                    <a:off x="5302321" y="3244395"/>
                    <a:ext cx="1785969" cy="613737"/>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flip="none" rotWithShape="1">
                    <a:gsLst>
                      <a:gs pos="0">
                        <a:srgbClr val="E7EBFF"/>
                      </a:gs>
                      <a:gs pos="100000">
                        <a:srgbClr val="6578F0"/>
                      </a:gs>
                    </a:gsLst>
                    <a:lin ang="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p>
                </p:txBody>
              </p:sp>
              <p:sp>
                <p:nvSpPr>
                  <p:cNvPr id="57" name="Freeform 10">
                    <a:extLst>
                      <a:ext uri="{FF2B5EF4-FFF2-40B4-BE49-F238E27FC236}">
                        <a16:creationId xmlns:a16="http://schemas.microsoft.com/office/drawing/2014/main" id="{EE57ABD8-E77E-0FE6-B370-60A0B4726FC2}"/>
                      </a:ext>
                    </a:extLst>
                  </p:cNvPr>
                  <p:cNvSpPr>
                    <a:spLocks/>
                  </p:cNvSpPr>
                  <p:nvPr/>
                </p:nvSpPr>
                <p:spPr bwMode="auto">
                  <a:xfrm>
                    <a:off x="5288662" y="2721932"/>
                    <a:ext cx="1813287" cy="1051427"/>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8" name="组合 57">
                    <a:extLst>
                      <a:ext uri="{FF2B5EF4-FFF2-40B4-BE49-F238E27FC236}">
                        <a16:creationId xmlns:a16="http://schemas.microsoft.com/office/drawing/2014/main" id="{103825E3-3A37-0400-1D04-E030D545DDFF}"/>
                      </a:ext>
                    </a:extLst>
                  </p:cNvPr>
                  <p:cNvGrpSpPr/>
                  <p:nvPr/>
                </p:nvGrpSpPr>
                <p:grpSpPr>
                  <a:xfrm>
                    <a:off x="5288662" y="2510611"/>
                    <a:ext cx="1813287" cy="1136200"/>
                    <a:chOff x="5281984" y="2510611"/>
                    <a:chExt cx="1813287" cy="1136200"/>
                  </a:xfrm>
                </p:grpSpPr>
                <p:sp>
                  <p:nvSpPr>
                    <p:cNvPr id="62" name="Freeform 9">
                      <a:extLst>
                        <a:ext uri="{FF2B5EF4-FFF2-40B4-BE49-F238E27FC236}">
                          <a16:creationId xmlns:a16="http://schemas.microsoft.com/office/drawing/2014/main" id="{D8E8F181-9D00-C0C8-8873-CEABECFA5E37}"/>
                        </a:ext>
                      </a:extLst>
                    </p:cNvPr>
                    <p:cNvSpPr>
                      <a:spLocks/>
                    </p:cNvSpPr>
                    <p:nvPr/>
                  </p:nvSpPr>
                  <p:spPr bwMode="auto">
                    <a:xfrm>
                      <a:off x="5295339" y="3033074"/>
                      <a:ext cx="1785969" cy="613737"/>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flip="none" rotWithShape="1">
                      <a:gsLst>
                        <a:gs pos="0">
                          <a:srgbClr val="E7EBFF"/>
                        </a:gs>
                        <a:gs pos="100000">
                          <a:srgbClr val="6578F0"/>
                        </a:gs>
                      </a:gsLst>
                      <a:lin ang="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10">
                      <a:extLst>
                        <a:ext uri="{FF2B5EF4-FFF2-40B4-BE49-F238E27FC236}">
                          <a16:creationId xmlns:a16="http://schemas.microsoft.com/office/drawing/2014/main" id="{202CFC57-2718-DFEE-3B28-DEDAEEF87B07}"/>
                        </a:ext>
                      </a:extLst>
                    </p:cNvPr>
                    <p:cNvSpPr>
                      <a:spLocks/>
                    </p:cNvSpPr>
                    <p:nvPr/>
                  </p:nvSpPr>
                  <p:spPr bwMode="auto">
                    <a:xfrm>
                      <a:off x="5281984" y="2510611"/>
                      <a:ext cx="1813287" cy="1051427"/>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9" name="组合 58">
                    <a:extLst>
                      <a:ext uri="{FF2B5EF4-FFF2-40B4-BE49-F238E27FC236}">
                        <a16:creationId xmlns:a16="http://schemas.microsoft.com/office/drawing/2014/main" id="{CDE896D1-12C7-3CF6-B419-3A1B6E97DEA5}"/>
                      </a:ext>
                    </a:extLst>
                  </p:cNvPr>
                  <p:cNvGrpSpPr/>
                  <p:nvPr/>
                </p:nvGrpSpPr>
                <p:grpSpPr>
                  <a:xfrm>
                    <a:off x="5288662" y="2278503"/>
                    <a:ext cx="1813287" cy="1136200"/>
                    <a:chOff x="5281984" y="2510611"/>
                    <a:chExt cx="1813287" cy="1136200"/>
                  </a:xfrm>
                </p:grpSpPr>
                <p:sp>
                  <p:nvSpPr>
                    <p:cNvPr id="60" name="Freeform 9">
                      <a:extLst>
                        <a:ext uri="{FF2B5EF4-FFF2-40B4-BE49-F238E27FC236}">
                          <a16:creationId xmlns:a16="http://schemas.microsoft.com/office/drawing/2014/main" id="{97169EA7-B24F-E7A7-3684-FC467AEE4DBF}"/>
                        </a:ext>
                      </a:extLst>
                    </p:cNvPr>
                    <p:cNvSpPr>
                      <a:spLocks/>
                    </p:cNvSpPr>
                    <p:nvPr/>
                  </p:nvSpPr>
                  <p:spPr bwMode="auto">
                    <a:xfrm>
                      <a:off x="5295339" y="3033074"/>
                      <a:ext cx="1785969" cy="613737"/>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flip="none" rotWithShape="1">
                      <a:gsLst>
                        <a:gs pos="0">
                          <a:srgbClr val="E7EBFF"/>
                        </a:gs>
                        <a:gs pos="100000">
                          <a:srgbClr val="6578F0"/>
                        </a:gs>
                      </a:gsLst>
                      <a:lin ang="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p>
                  </p:txBody>
                </p:sp>
                <p:sp>
                  <p:nvSpPr>
                    <p:cNvPr id="61" name="Freeform 10">
                      <a:extLst>
                        <a:ext uri="{FF2B5EF4-FFF2-40B4-BE49-F238E27FC236}">
                          <a16:creationId xmlns:a16="http://schemas.microsoft.com/office/drawing/2014/main" id="{1E11C905-5934-A82F-2D61-86C1EE63C12B}"/>
                        </a:ext>
                      </a:extLst>
                    </p:cNvPr>
                    <p:cNvSpPr>
                      <a:spLocks/>
                    </p:cNvSpPr>
                    <p:nvPr/>
                  </p:nvSpPr>
                  <p:spPr bwMode="auto">
                    <a:xfrm>
                      <a:off x="5281984" y="2510611"/>
                      <a:ext cx="1813287" cy="1051427"/>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78" name="组合 77">
                <a:extLst>
                  <a:ext uri="{FF2B5EF4-FFF2-40B4-BE49-F238E27FC236}">
                    <a16:creationId xmlns:a16="http://schemas.microsoft.com/office/drawing/2014/main" id="{1EB12BC5-801F-6803-BAE5-07BD060CCD6C}"/>
                  </a:ext>
                </a:extLst>
              </p:cNvPr>
              <p:cNvGrpSpPr/>
              <p:nvPr/>
            </p:nvGrpSpPr>
            <p:grpSpPr>
              <a:xfrm>
                <a:off x="5095044" y="3654971"/>
                <a:ext cx="1565066" cy="1324303"/>
                <a:chOff x="6611089" y="2864487"/>
                <a:chExt cx="2193926" cy="1856422"/>
              </a:xfrm>
            </p:grpSpPr>
            <p:grpSp>
              <p:nvGrpSpPr>
                <p:cNvPr id="79" name="组合 78">
                  <a:extLst>
                    <a:ext uri="{FF2B5EF4-FFF2-40B4-BE49-F238E27FC236}">
                      <a16:creationId xmlns:a16="http://schemas.microsoft.com/office/drawing/2014/main" id="{21A0AA19-048F-96F3-88C8-D728EFB7AD11}"/>
                    </a:ext>
                  </a:extLst>
                </p:cNvPr>
                <p:cNvGrpSpPr/>
                <p:nvPr/>
              </p:nvGrpSpPr>
              <p:grpSpPr>
                <a:xfrm>
                  <a:off x="6611089" y="3331847"/>
                  <a:ext cx="2181226" cy="1389062"/>
                  <a:chOff x="6923403" y="1807847"/>
                  <a:chExt cx="2181226" cy="1389062"/>
                </a:xfrm>
              </p:grpSpPr>
              <p:sp>
                <p:nvSpPr>
                  <p:cNvPr id="88" name="Freeform 11">
                    <a:extLst>
                      <a:ext uri="{FF2B5EF4-FFF2-40B4-BE49-F238E27FC236}">
                        <a16:creationId xmlns:a16="http://schemas.microsoft.com/office/drawing/2014/main" id="{19C1559D-973B-BDF9-6B97-C05114637B3B}"/>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9" name="Freeform 12">
                    <a:extLst>
                      <a:ext uri="{FF2B5EF4-FFF2-40B4-BE49-F238E27FC236}">
                        <a16:creationId xmlns:a16="http://schemas.microsoft.com/office/drawing/2014/main" id="{120D2474-3304-005E-87DB-EF194E4E6A44}"/>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Freeform 13">
                    <a:extLst>
                      <a:ext uri="{FF2B5EF4-FFF2-40B4-BE49-F238E27FC236}">
                        <a16:creationId xmlns:a16="http://schemas.microsoft.com/office/drawing/2014/main" id="{FD8ABA34-6E47-3F18-3334-EBEDE881F640}"/>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0" name="组合 79">
                  <a:extLst>
                    <a:ext uri="{FF2B5EF4-FFF2-40B4-BE49-F238E27FC236}">
                      <a16:creationId xmlns:a16="http://schemas.microsoft.com/office/drawing/2014/main" id="{E02BF1A3-A631-CFB5-866B-A9960285C994}"/>
                    </a:ext>
                  </a:extLst>
                </p:cNvPr>
                <p:cNvGrpSpPr/>
                <p:nvPr/>
              </p:nvGrpSpPr>
              <p:grpSpPr>
                <a:xfrm>
                  <a:off x="6617439" y="3098167"/>
                  <a:ext cx="2181226" cy="1389062"/>
                  <a:chOff x="6923403" y="1807847"/>
                  <a:chExt cx="2181226" cy="1389062"/>
                </a:xfrm>
              </p:grpSpPr>
              <p:sp>
                <p:nvSpPr>
                  <p:cNvPr id="85" name="Freeform 11">
                    <a:extLst>
                      <a:ext uri="{FF2B5EF4-FFF2-40B4-BE49-F238E27FC236}">
                        <a16:creationId xmlns:a16="http://schemas.microsoft.com/office/drawing/2014/main" id="{86EA2EAA-F5E7-1175-72D8-76A2F9E2FBAD}"/>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Freeform 12">
                    <a:extLst>
                      <a:ext uri="{FF2B5EF4-FFF2-40B4-BE49-F238E27FC236}">
                        <a16:creationId xmlns:a16="http://schemas.microsoft.com/office/drawing/2014/main" id="{6ACEC7F5-89C7-8E44-F62A-E3C9F7EB65A6}"/>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7" name="Freeform 13">
                    <a:extLst>
                      <a:ext uri="{FF2B5EF4-FFF2-40B4-BE49-F238E27FC236}">
                        <a16:creationId xmlns:a16="http://schemas.microsoft.com/office/drawing/2014/main" id="{B44E8E08-8626-5455-47A1-4D0A9F7D21B6}"/>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1" name="组合 80">
                  <a:extLst>
                    <a:ext uri="{FF2B5EF4-FFF2-40B4-BE49-F238E27FC236}">
                      <a16:creationId xmlns:a16="http://schemas.microsoft.com/office/drawing/2014/main" id="{3621742A-5DB9-0115-C072-5380EDBF30A5}"/>
                    </a:ext>
                  </a:extLst>
                </p:cNvPr>
                <p:cNvGrpSpPr/>
                <p:nvPr/>
              </p:nvGrpSpPr>
              <p:grpSpPr>
                <a:xfrm>
                  <a:off x="6623789" y="2864487"/>
                  <a:ext cx="2181226" cy="1389062"/>
                  <a:chOff x="6923403" y="1807847"/>
                  <a:chExt cx="2181226" cy="1389062"/>
                </a:xfrm>
              </p:grpSpPr>
              <p:sp>
                <p:nvSpPr>
                  <p:cNvPr id="82" name="Freeform 11">
                    <a:extLst>
                      <a:ext uri="{FF2B5EF4-FFF2-40B4-BE49-F238E27FC236}">
                        <a16:creationId xmlns:a16="http://schemas.microsoft.com/office/drawing/2014/main" id="{C092229F-95F8-DC15-7FA8-2ECFEBC1F2D4}"/>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3" name="Freeform 12">
                    <a:extLst>
                      <a:ext uri="{FF2B5EF4-FFF2-40B4-BE49-F238E27FC236}">
                        <a16:creationId xmlns:a16="http://schemas.microsoft.com/office/drawing/2014/main" id="{E15470A8-B74F-F0BD-3048-9D96E1B6329F}"/>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4" name="Freeform 13">
                    <a:extLst>
                      <a:ext uri="{FF2B5EF4-FFF2-40B4-BE49-F238E27FC236}">
                        <a16:creationId xmlns:a16="http://schemas.microsoft.com/office/drawing/2014/main" id="{34D99095-D53A-8725-F330-4B2B0D7B659B}"/>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91" name="组合 90">
                <a:extLst>
                  <a:ext uri="{FF2B5EF4-FFF2-40B4-BE49-F238E27FC236}">
                    <a16:creationId xmlns:a16="http://schemas.microsoft.com/office/drawing/2014/main" id="{9C3EBDB9-F14C-0727-39BD-7FA52D6756FB}"/>
                  </a:ext>
                </a:extLst>
              </p:cNvPr>
              <p:cNvGrpSpPr/>
              <p:nvPr/>
            </p:nvGrpSpPr>
            <p:grpSpPr>
              <a:xfrm>
                <a:off x="6863887" y="4971915"/>
                <a:ext cx="2072862" cy="1480181"/>
                <a:chOff x="4778117" y="1400487"/>
                <a:chExt cx="815793" cy="582538"/>
              </a:xfrm>
            </p:grpSpPr>
            <p:sp>
              <p:nvSpPr>
                <p:cNvPr id="92" name="菱形 91">
                  <a:extLst>
                    <a:ext uri="{FF2B5EF4-FFF2-40B4-BE49-F238E27FC236}">
                      <a16:creationId xmlns:a16="http://schemas.microsoft.com/office/drawing/2014/main" id="{1CDE1190-D609-A98B-6C8B-73DF4EF91768}"/>
                    </a:ext>
                  </a:extLst>
                </p:cNvPr>
                <p:cNvSpPr/>
                <p:nvPr/>
              </p:nvSpPr>
              <p:spPr>
                <a:xfrm>
                  <a:off x="4778117" y="1530463"/>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93" name="组合 92">
                  <a:extLst>
                    <a:ext uri="{FF2B5EF4-FFF2-40B4-BE49-F238E27FC236}">
                      <a16:creationId xmlns:a16="http://schemas.microsoft.com/office/drawing/2014/main" id="{D38D8287-B4C7-C1A6-76A5-B66524AC23DB}"/>
                    </a:ext>
                  </a:extLst>
                </p:cNvPr>
                <p:cNvGrpSpPr/>
                <p:nvPr/>
              </p:nvGrpSpPr>
              <p:grpSpPr>
                <a:xfrm>
                  <a:off x="4876554" y="1400487"/>
                  <a:ext cx="620945" cy="495547"/>
                  <a:chOff x="2883576" y="2528237"/>
                  <a:chExt cx="620945" cy="495547"/>
                </a:xfrm>
              </p:grpSpPr>
              <p:grpSp>
                <p:nvGrpSpPr>
                  <p:cNvPr id="94" name="组合 93">
                    <a:extLst>
                      <a:ext uri="{FF2B5EF4-FFF2-40B4-BE49-F238E27FC236}">
                        <a16:creationId xmlns:a16="http://schemas.microsoft.com/office/drawing/2014/main" id="{C8371FD7-A521-BE5E-397E-DD770AF356F7}"/>
                      </a:ext>
                    </a:extLst>
                  </p:cNvPr>
                  <p:cNvGrpSpPr/>
                  <p:nvPr/>
                </p:nvGrpSpPr>
                <p:grpSpPr>
                  <a:xfrm>
                    <a:off x="2883576" y="2621661"/>
                    <a:ext cx="620945" cy="402123"/>
                    <a:chOff x="6512018" y="615964"/>
                    <a:chExt cx="1370013" cy="930275"/>
                  </a:xfrm>
                </p:grpSpPr>
                <p:sp>
                  <p:nvSpPr>
                    <p:cNvPr id="99" name="Freeform 14">
                      <a:extLst>
                        <a:ext uri="{FF2B5EF4-FFF2-40B4-BE49-F238E27FC236}">
                          <a16:creationId xmlns:a16="http://schemas.microsoft.com/office/drawing/2014/main" id="{C2DB3529-5ED7-122B-5FF8-2CE8D7E01103}"/>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100" name="Freeform 15">
                      <a:extLst>
                        <a:ext uri="{FF2B5EF4-FFF2-40B4-BE49-F238E27FC236}">
                          <a16:creationId xmlns:a16="http://schemas.microsoft.com/office/drawing/2014/main" id="{8A13EE19-0CD8-3688-4AE4-DB455805D865}"/>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101" name="Freeform 16">
                      <a:extLst>
                        <a:ext uri="{FF2B5EF4-FFF2-40B4-BE49-F238E27FC236}">
                          <a16:creationId xmlns:a16="http://schemas.microsoft.com/office/drawing/2014/main" id="{7729FA47-9C87-45F9-32BA-BB5E66E8BC45}"/>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95" name="组合 94">
                    <a:extLst>
                      <a:ext uri="{FF2B5EF4-FFF2-40B4-BE49-F238E27FC236}">
                        <a16:creationId xmlns:a16="http://schemas.microsoft.com/office/drawing/2014/main" id="{1EE6AD9D-0965-A331-0C8E-8F716E570ABB}"/>
                      </a:ext>
                    </a:extLst>
                  </p:cNvPr>
                  <p:cNvGrpSpPr/>
                  <p:nvPr/>
                </p:nvGrpSpPr>
                <p:grpSpPr>
                  <a:xfrm>
                    <a:off x="2883576" y="2528237"/>
                    <a:ext cx="620945" cy="402123"/>
                    <a:chOff x="6512018" y="615964"/>
                    <a:chExt cx="1370013" cy="930275"/>
                  </a:xfrm>
                </p:grpSpPr>
                <p:sp>
                  <p:nvSpPr>
                    <p:cNvPr id="96" name="Freeform 14">
                      <a:extLst>
                        <a:ext uri="{FF2B5EF4-FFF2-40B4-BE49-F238E27FC236}">
                          <a16:creationId xmlns:a16="http://schemas.microsoft.com/office/drawing/2014/main" id="{F99FC26C-1CBF-A474-C9C5-15F5CE94BBD2}"/>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97" name="Freeform 15">
                      <a:extLst>
                        <a:ext uri="{FF2B5EF4-FFF2-40B4-BE49-F238E27FC236}">
                          <a16:creationId xmlns:a16="http://schemas.microsoft.com/office/drawing/2014/main" id="{4F7800E6-1B85-14AF-59BD-DEC5BBD5A312}"/>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98" name="Freeform 16">
                      <a:extLst>
                        <a:ext uri="{FF2B5EF4-FFF2-40B4-BE49-F238E27FC236}">
                          <a16:creationId xmlns:a16="http://schemas.microsoft.com/office/drawing/2014/main" id="{D090EDFF-0C8F-6C5C-63AF-EEC32DB2DBB5}"/>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grpSp>
      </p:grpSp>
      <p:grpSp>
        <p:nvGrpSpPr>
          <p:cNvPr id="182" name="组合 181">
            <a:extLst>
              <a:ext uri="{FF2B5EF4-FFF2-40B4-BE49-F238E27FC236}">
                <a16:creationId xmlns:a16="http://schemas.microsoft.com/office/drawing/2014/main" id="{31C36BAF-8CA9-D2E8-7C11-AF581A84DC75}"/>
              </a:ext>
            </a:extLst>
          </p:cNvPr>
          <p:cNvGrpSpPr/>
          <p:nvPr/>
        </p:nvGrpSpPr>
        <p:grpSpPr>
          <a:xfrm>
            <a:off x="4313521" y="2126852"/>
            <a:ext cx="5910285" cy="3317156"/>
            <a:chOff x="2100564" y="2615277"/>
            <a:chExt cx="6836185" cy="3836819"/>
          </a:xfrm>
        </p:grpSpPr>
        <p:sp>
          <p:nvSpPr>
            <p:cNvPr id="183" name="箭头: 右 182">
              <a:extLst>
                <a:ext uri="{FF2B5EF4-FFF2-40B4-BE49-F238E27FC236}">
                  <a16:creationId xmlns:a16="http://schemas.microsoft.com/office/drawing/2014/main" id="{9D8D01E1-E372-E331-8F55-76A4F46A5B43}"/>
                </a:ext>
              </a:extLst>
            </p:cNvPr>
            <p:cNvSpPr/>
            <p:nvPr/>
          </p:nvSpPr>
          <p:spPr>
            <a:xfrm>
              <a:off x="2100564" y="3862324"/>
              <a:ext cx="6063354" cy="415637"/>
            </a:xfrm>
            <a:prstGeom prst="rightArrow">
              <a:avLst/>
            </a:prstGeom>
            <a:gradFill>
              <a:gsLst>
                <a:gs pos="0">
                  <a:srgbClr val="8E9CEF"/>
                </a:gs>
                <a:gs pos="82000">
                  <a:srgbClr val="8E9CEF">
                    <a:alpha val="0"/>
                  </a:srgbClr>
                </a:gs>
              </a:gsLst>
              <a:lin ang="10800000" scaled="1"/>
            </a:gradFill>
            <a:ln>
              <a:noFill/>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4" name="组合 183">
              <a:extLst>
                <a:ext uri="{FF2B5EF4-FFF2-40B4-BE49-F238E27FC236}">
                  <a16:creationId xmlns:a16="http://schemas.microsoft.com/office/drawing/2014/main" id="{D835B45A-7125-B9B7-BE4E-33D6636CC1FF}"/>
                </a:ext>
              </a:extLst>
            </p:cNvPr>
            <p:cNvGrpSpPr/>
            <p:nvPr/>
          </p:nvGrpSpPr>
          <p:grpSpPr>
            <a:xfrm>
              <a:off x="2672419" y="2615277"/>
              <a:ext cx="6264330" cy="3836819"/>
              <a:chOff x="2672419" y="2615277"/>
              <a:chExt cx="6264330" cy="3836819"/>
            </a:xfrm>
          </p:grpSpPr>
          <p:grpSp>
            <p:nvGrpSpPr>
              <p:cNvPr id="185" name="组合 184">
                <a:extLst>
                  <a:ext uri="{FF2B5EF4-FFF2-40B4-BE49-F238E27FC236}">
                    <a16:creationId xmlns:a16="http://schemas.microsoft.com/office/drawing/2014/main" id="{5ABE8852-7827-F4C4-7EC0-E8E05C0BED03}"/>
                  </a:ext>
                </a:extLst>
              </p:cNvPr>
              <p:cNvGrpSpPr/>
              <p:nvPr/>
            </p:nvGrpSpPr>
            <p:grpSpPr>
              <a:xfrm>
                <a:off x="2672419" y="2615277"/>
                <a:ext cx="1795182" cy="1175487"/>
                <a:chOff x="1473604" y="2334488"/>
                <a:chExt cx="3652835" cy="2391880"/>
              </a:xfrm>
            </p:grpSpPr>
            <p:grpSp>
              <p:nvGrpSpPr>
                <p:cNvPr id="210" name="组合 209">
                  <a:extLst>
                    <a:ext uri="{FF2B5EF4-FFF2-40B4-BE49-F238E27FC236}">
                      <a16:creationId xmlns:a16="http://schemas.microsoft.com/office/drawing/2014/main" id="{AEA829D5-5C82-F5F0-7E59-B0865D728F8F}"/>
                    </a:ext>
                  </a:extLst>
                </p:cNvPr>
                <p:cNvGrpSpPr/>
                <p:nvPr/>
              </p:nvGrpSpPr>
              <p:grpSpPr>
                <a:xfrm>
                  <a:off x="1473604" y="2334488"/>
                  <a:ext cx="3652835" cy="2391880"/>
                  <a:chOff x="348040" y="891101"/>
                  <a:chExt cx="3652835" cy="2391880"/>
                </a:xfrm>
              </p:grpSpPr>
              <p:sp>
                <p:nvSpPr>
                  <p:cNvPr id="220" name="Freeform 6">
                    <a:extLst>
                      <a:ext uri="{FF2B5EF4-FFF2-40B4-BE49-F238E27FC236}">
                        <a16:creationId xmlns:a16="http://schemas.microsoft.com/office/drawing/2014/main" id="{093413C0-6AE8-4CAD-5724-B1531F8283EE}"/>
                      </a:ext>
                    </a:extLst>
                  </p:cNvPr>
                  <p:cNvSpPr>
                    <a:spLocks/>
                  </p:cNvSpPr>
                  <p:nvPr/>
                </p:nvSpPr>
                <p:spPr bwMode="auto">
                  <a:xfrm>
                    <a:off x="348040" y="891101"/>
                    <a:ext cx="3652835" cy="2116440"/>
                  </a:xfrm>
                  <a:custGeom>
                    <a:avLst/>
                    <a:gdLst>
                      <a:gd name="T0" fmla="*/ 3497 w 3558"/>
                      <a:gd name="T1" fmla="*/ 967 h 2060"/>
                      <a:gd name="T2" fmla="*/ 3498 w 3558"/>
                      <a:gd name="T3" fmla="*/ 1094 h 2060"/>
                      <a:gd name="T4" fmla="*/ 1894 w 3558"/>
                      <a:gd name="T5" fmla="*/ 2025 h 2060"/>
                      <a:gd name="T6" fmla="*/ 1675 w 3558"/>
                      <a:gd name="T7" fmla="*/ 2025 h 2060"/>
                      <a:gd name="T8" fmla="*/ 61 w 3558"/>
                      <a:gd name="T9" fmla="*/ 1094 h 2060"/>
                      <a:gd name="T10" fmla="*/ 61 w 3558"/>
                      <a:gd name="T11" fmla="*/ 967 h 2060"/>
                      <a:gd name="T12" fmla="*/ 1664 w 3558"/>
                      <a:gd name="T13" fmla="*/ 35 h 2060"/>
                      <a:gd name="T14" fmla="*/ 1883 w 3558"/>
                      <a:gd name="T15" fmla="*/ 35 h 2060"/>
                      <a:gd name="T16" fmla="*/ 3497 w 3558"/>
                      <a:gd name="T17" fmla="*/ 967 h 2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58" h="2060">
                        <a:moveTo>
                          <a:pt x="3497" y="967"/>
                        </a:moveTo>
                        <a:cubicBezTo>
                          <a:pt x="3557" y="1002"/>
                          <a:pt x="3558" y="1059"/>
                          <a:pt x="3498" y="1094"/>
                        </a:cubicBezTo>
                        <a:cubicBezTo>
                          <a:pt x="1894" y="2025"/>
                          <a:pt x="1894" y="2025"/>
                          <a:pt x="1894" y="2025"/>
                        </a:cubicBezTo>
                        <a:cubicBezTo>
                          <a:pt x="1834" y="2060"/>
                          <a:pt x="1736" y="2060"/>
                          <a:pt x="1675" y="2025"/>
                        </a:cubicBezTo>
                        <a:cubicBezTo>
                          <a:pt x="61" y="1094"/>
                          <a:pt x="61" y="1094"/>
                          <a:pt x="61" y="1094"/>
                        </a:cubicBezTo>
                        <a:cubicBezTo>
                          <a:pt x="1" y="1059"/>
                          <a:pt x="0" y="1002"/>
                          <a:pt x="61" y="967"/>
                        </a:cubicBezTo>
                        <a:cubicBezTo>
                          <a:pt x="1664" y="35"/>
                          <a:pt x="1664" y="35"/>
                          <a:pt x="1664" y="35"/>
                        </a:cubicBezTo>
                        <a:cubicBezTo>
                          <a:pt x="1724" y="0"/>
                          <a:pt x="1822" y="0"/>
                          <a:pt x="1883" y="35"/>
                        </a:cubicBezTo>
                        <a:lnTo>
                          <a:pt x="3497" y="967"/>
                        </a:lnTo>
                        <a:close/>
                      </a:path>
                    </a:pathLst>
                  </a:custGeom>
                  <a:solidFill>
                    <a:srgbClr val="FCFBFF"/>
                  </a:solidFill>
                  <a:ln w="6350">
                    <a:solidFill>
                      <a:srgbClr val="D4D9F7"/>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21" name="Freeform 5">
                    <a:extLst>
                      <a:ext uri="{FF2B5EF4-FFF2-40B4-BE49-F238E27FC236}">
                        <a16:creationId xmlns:a16="http://schemas.microsoft.com/office/drawing/2014/main" id="{2E56EE73-920F-DA7E-BE3F-67DF03584A6F}"/>
                      </a:ext>
                    </a:extLst>
                  </p:cNvPr>
                  <p:cNvSpPr>
                    <a:spLocks/>
                  </p:cNvSpPr>
                  <p:nvPr/>
                </p:nvSpPr>
                <p:spPr bwMode="auto">
                  <a:xfrm>
                    <a:off x="363285" y="2190804"/>
                    <a:ext cx="3622343" cy="1092177"/>
                  </a:xfrm>
                  <a:custGeom>
                    <a:avLst/>
                    <a:gdLst>
                      <a:gd name="T0" fmla="*/ 3483 w 3528"/>
                      <a:gd name="T1" fmla="*/ 64 h 1063"/>
                      <a:gd name="T2" fmla="*/ 1879 w 3528"/>
                      <a:gd name="T3" fmla="*/ 995 h 1063"/>
                      <a:gd name="T4" fmla="*/ 1660 w 3528"/>
                      <a:gd name="T5" fmla="*/ 995 h 1063"/>
                      <a:gd name="T6" fmla="*/ 46 w 3528"/>
                      <a:gd name="T7" fmla="*/ 64 h 1063"/>
                      <a:gd name="T8" fmla="*/ 1 w 3528"/>
                      <a:gd name="T9" fmla="*/ 0 h 1063"/>
                      <a:gd name="T10" fmla="*/ 1 w 3528"/>
                      <a:gd name="T11" fmla="*/ 32 h 1063"/>
                      <a:gd name="T12" fmla="*/ 46 w 3528"/>
                      <a:gd name="T13" fmla="*/ 96 h 1063"/>
                      <a:gd name="T14" fmla="*/ 1660 w 3528"/>
                      <a:gd name="T15" fmla="*/ 1028 h 1063"/>
                      <a:gd name="T16" fmla="*/ 1879 w 3528"/>
                      <a:gd name="T17" fmla="*/ 1028 h 1063"/>
                      <a:gd name="T18" fmla="*/ 3482 w 3528"/>
                      <a:gd name="T19" fmla="*/ 96 h 1063"/>
                      <a:gd name="T20" fmla="*/ 3527 w 3528"/>
                      <a:gd name="T21" fmla="*/ 33 h 1063"/>
                      <a:gd name="T22" fmla="*/ 3528 w 3528"/>
                      <a:gd name="T23" fmla="*/ 1 h 1063"/>
                      <a:gd name="T24" fmla="*/ 3483 w 3528"/>
                      <a:gd name="T25" fmla="*/ 64 h 1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28" h="1063">
                        <a:moveTo>
                          <a:pt x="3483" y="64"/>
                        </a:moveTo>
                        <a:cubicBezTo>
                          <a:pt x="1879" y="995"/>
                          <a:pt x="1879" y="995"/>
                          <a:pt x="1879" y="995"/>
                        </a:cubicBezTo>
                        <a:cubicBezTo>
                          <a:pt x="1819" y="1030"/>
                          <a:pt x="1721" y="1030"/>
                          <a:pt x="1660" y="995"/>
                        </a:cubicBezTo>
                        <a:cubicBezTo>
                          <a:pt x="46" y="64"/>
                          <a:pt x="46" y="64"/>
                          <a:pt x="46" y="64"/>
                        </a:cubicBezTo>
                        <a:cubicBezTo>
                          <a:pt x="16" y="46"/>
                          <a:pt x="1" y="23"/>
                          <a:pt x="1" y="0"/>
                        </a:cubicBezTo>
                        <a:cubicBezTo>
                          <a:pt x="1" y="32"/>
                          <a:pt x="1" y="32"/>
                          <a:pt x="1" y="32"/>
                        </a:cubicBezTo>
                        <a:cubicBezTo>
                          <a:pt x="0" y="55"/>
                          <a:pt x="16" y="79"/>
                          <a:pt x="46" y="96"/>
                        </a:cubicBezTo>
                        <a:cubicBezTo>
                          <a:pt x="1660" y="1028"/>
                          <a:pt x="1660" y="1028"/>
                          <a:pt x="1660" y="1028"/>
                        </a:cubicBezTo>
                        <a:cubicBezTo>
                          <a:pt x="1721" y="1063"/>
                          <a:pt x="1819" y="1063"/>
                          <a:pt x="1879" y="1028"/>
                        </a:cubicBezTo>
                        <a:cubicBezTo>
                          <a:pt x="3482" y="96"/>
                          <a:pt x="3482" y="96"/>
                          <a:pt x="3482" y="96"/>
                        </a:cubicBezTo>
                        <a:cubicBezTo>
                          <a:pt x="3512" y="79"/>
                          <a:pt x="3527" y="56"/>
                          <a:pt x="3527" y="33"/>
                        </a:cubicBezTo>
                        <a:cubicBezTo>
                          <a:pt x="3528" y="1"/>
                          <a:pt x="3528" y="1"/>
                          <a:pt x="3528" y="1"/>
                        </a:cubicBezTo>
                        <a:cubicBezTo>
                          <a:pt x="3527" y="23"/>
                          <a:pt x="3512" y="46"/>
                          <a:pt x="3483" y="64"/>
                        </a:cubicBezTo>
                        <a:close/>
                      </a:path>
                    </a:pathLst>
                  </a:custGeom>
                  <a:solidFill>
                    <a:srgbClr val="6578F0"/>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11" name="组合 210">
                  <a:extLst>
                    <a:ext uri="{FF2B5EF4-FFF2-40B4-BE49-F238E27FC236}">
                      <a16:creationId xmlns:a16="http://schemas.microsoft.com/office/drawing/2014/main" id="{860CBF1C-7231-158C-080D-E614321751DA}"/>
                    </a:ext>
                  </a:extLst>
                </p:cNvPr>
                <p:cNvGrpSpPr/>
                <p:nvPr/>
              </p:nvGrpSpPr>
              <p:grpSpPr>
                <a:xfrm>
                  <a:off x="2393683" y="2339410"/>
                  <a:ext cx="1813287" cy="1579629"/>
                  <a:chOff x="5288662" y="2278503"/>
                  <a:chExt cx="1813287" cy="1579629"/>
                </a:xfrm>
              </p:grpSpPr>
              <p:sp>
                <p:nvSpPr>
                  <p:cNvPr id="212" name="Freeform 9">
                    <a:extLst>
                      <a:ext uri="{FF2B5EF4-FFF2-40B4-BE49-F238E27FC236}">
                        <a16:creationId xmlns:a16="http://schemas.microsoft.com/office/drawing/2014/main" id="{1A72BB1E-9F1B-AB2C-0AF3-9DDC8A77A25C}"/>
                      </a:ext>
                    </a:extLst>
                  </p:cNvPr>
                  <p:cNvSpPr>
                    <a:spLocks/>
                  </p:cNvSpPr>
                  <p:nvPr/>
                </p:nvSpPr>
                <p:spPr bwMode="auto">
                  <a:xfrm>
                    <a:off x="5302321" y="3244395"/>
                    <a:ext cx="1785969" cy="613737"/>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flip="none" rotWithShape="1">
                    <a:gsLst>
                      <a:gs pos="0">
                        <a:srgbClr val="E7EBFF"/>
                      </a:gs>
                      <a:gs pos="100000">
                        <a:srgbClr val="6578F0"/>
                      </a:gs>
                    </a:gsLst>
                    <a:lin ang="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p>
                </p:txBody>
              </p:sp>
              <p:sp>
                <p:nvSpPr>
                  <p:cNvPr id="213" name="Freeform 10">
                    <a:extLst>
                      <a:ext uri="{FF2B5EF4-FFF2-40B4-BE49-F238E27FC236}">
                        <a16:creationId xmlns:a16="http://schemas.microsoft.com/office/drawing/2014/main" id="{B7A065C2-1E34-02DF-0463-266C7E804119}"/>
                      </a:ext>
                    </a:extLst>
                  </p:cNvPr>
                  <p:cNvSpPr>
                    <a:spLocks/>
                  </p:cNvSpPr>
                  <p:nvPr/>
                </p:nvSpPr>
                <p:spPr bwMode="auto">
                  <a:xfrm>
                    <a:off x="5288662" y="2721932"/>
                    <a:ext cx="1813287" cy="1051427"/>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14" name="组合 213">
                    <a:extLst>
                      <a:ext uri="{FF2B5EF4-FFF2-40B4-BE49-F238E27FC236}">
                        <a16:creationId xmlns:a16="http://schemas.microsoft.com/office/drawing/2014/main" id="{27812F99-C1B9-BD61-2AFD-3C90EDDA2698}"/>
                      </a:ext>
                    </a:extLst>
                  </p:cNvPr>
                  <p:cNvGrpSpPr/>
                  <p:nvPr/>
                </p:nvGrpSpPr>
                <p:grpSpPr>
                  <a:xfrm>
                    <a:off x="5288662" y="2510611"/>
                    <a:ext cx="1813287" cy="1136200"/>
                    <a:chOff x="5281984" y="2510611"/>
                    <a:chExt cx="1813287" cy="1136200"/>
                  </a:xfrm>
                </p:grpSpPr>
                <p:sp>
                  <p:nvSpPr>
                    <p:cNvPr id="218" name="Freeform 9">
                      <a:extLst>
                        <a:ext uri="{FF2B5EF4-FFF2-40B4-BE49-F238E27FC236}">
                          <a16:creationId xmlns:a16="http://schemas.microsoft.com/office/drawing/2014/main" id="{EF05012F-C616-63EB-1F6D-B215A594AF06}"/>
                        </a:ext>
                      </a:extLst>
                    </p:cNvPr>
                    <p:cNvSpPr>
                      <a:spLocks/>
                    </p:cNvSpPr>
                    <p:nvPr/>
                  </p:nvSpPr>
                  <p:spPr bwMode="auto">
                    <a:xfrm>
                      <a:off x="5295339" y="3033074"/>
                      <a:ext cx="1785969" cy="613737"/>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flip="none" rotWithShape="1">
                      <a:gsLst>
                        <a:gs pos="0">
                          <a:srgbClr val="E7EBFF"/>
                        </a:gs>
                        <a:gs pos="100000">
                          <a:srgbClr val="6578F0"/>
                        </a:gs>
                      </a:gsLst>
                      <a:lin ang="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9" name="Freeform 10">
                      <a:extLst>
                        <a:ext uri="{FF2B5EF4-FFF2-40B4-BE49-F238E27FC236}">
                          <a16:creationId xmlns:a16="http://schemas.microsoft.com/office/drawing/2014/main" id="{E02EE5F2-5214-498E-F6F8-100A5C3A5DD7}"/>
                        </a:ext>
                      </a:extLst>
                    </p:cNvPr>
                    <p:cNvSpPr>
                      <a:spLocks/>
                    </p:cNvSpPr>
                    <p:nvPr/>
                  </p:nvSpPr>
                  <p:spPr bwMode="auto">
                    <a:xfrm>
                      <a:off x="5281984" y="2510611"/>
                      <a:ext cx="1813287" cy="1051427"/>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15" name="组合 214">
                    <a:extLst>
                      <a:ext uri="{FF2B5EF4-FFF2-40B4-BE49-F238E27FC236}">
                        <a16:creationId xmlns:a16="http://schemas.microsoft.com/office/drawing/2014/main" id="{67557002-4290-7550-8EF0-2C201BA4B177}"/>
                      </a:ext>
                    </a:extLst>
                  </p:cNvPr>
                  <p:cNvGrpSpPr/>
                  <p:nvPr/>
                </p:nvGrpSpPr>
                <p:grpSpPr>
                  <a:xfrm>
                    <a:off x="5288662" y="2278503"/>
                    <a:ext cx="1813287" cy="1136200"/>
                    <a:chOff x="5281984" y="2510611"/>
                    <a:chExt cx="1813287" cy="1136200"/>
                  </a:xfrm>
                </p:grpSpPr>
                <p:sp>
                  <p:nvSpPr>
                    <p:cNvPr id="216" name="Freeform 9">
                      <a:extLst>
                        <a:ext uri="{FF2B5EF4-FFF2-40B4-BE49-F238E27FC236}">
                          <a16:creationId xmlns:a16="http://schemas.microsoft.com/office/drawing/2014/main" id="{ED103746-A3E1-D9D8-BD69-8B2C81C5E91D}"/>
                        </a:ext>
                      </a:extLst>
                    </p:cNvPr>
                    <p:cNvSpPr>
                      <a:spLocks/>
                    </p:cNvSpPr>
                    <p:nvPr/>
                  </p:nvSpPr>
                  <p:spPr bwMode="auto">
                    <a:xfrm>
                      <a:off x="5295339" y="3033074"/>
                      <a:ext cx="1785969" cy="613737"/>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flip="none" rotWithShape="1">
                      <a:gsLst>
                        <a:gs pos="0">
                          <a:srgbClr val="E7EBFF"/>
                        </a:gs>
                        <a:gs pos="100000">
                          <a:srgbClr val="6578F0"/>
                        </a:gs>
                      </a:gsLst>
                      <a:lin ang="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p>
                  </p:txBody>
                </p:sp>
                <p:sp>
                  <p:nvSpPr>
                    <p:cNvPr id="217" name="Freeform 10">
                      <a:extLst>
                        <a:ext uri="{FF2B5EF4-FFF2-40B4-BE49-F238E27FC236}">
                          <a16:creationId xmlns:a16="http://schemas.microsoft.com/office/drawing/2014/main" id="{02200EF5-7329-6D7E-381F-7481AA99D5B4}"/>
                        </a:ext>
                      </a:extLst>
                    </p:cNvPr>
                    <p:cNvSpPr>
                      <a:spLocks/>
                    </p:cNvSpPr>
                    <p:nvPr/>
                  </p:nvSpPr>
                  <p:spPr bwMode="auto">
                    <a:xfrm>
                      <a:off x="5281984" y="2510611"/>
                      <a:ext cx="1813287" cy="1051427"/>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186" name="组合 185">
                <a:extLst>
                  <a:ext uri="{FF2B5EF4-FFF2-40B4-BE49-F238E27FC236}">
                    <a16:creationId xmlns:a16="http://schemas.microsoft.com/office/drawing/2014/main" id="{76D4E441-E429-430C-3420-6963AE08E29E}"/>
                  </a:ext>
                </a:extLst>
              </p:cNvPr>
              <p:cNvGrpSpPr/>
              <p:nvPr/>
            </p:nvGrpSpPr>
            <p:grpSpPr>
              <a:xfrm>
                <a:off x="5095044" y="3654971"/>
                <a:ext cx="1565066" cy="1324303"/>
                <a:chOff x="6611089" y="2864487"/>
                <a:chExt cx="2193926" cy="1856422"/>
              </a:xfrm>
            </p:grpSpPr>
            <p:grpSp>
              <p:nvGrpSpPr>
                <p:cNvPr id="198" name="组合 197">
                  <a:extLst>
                    <a:ext uri="{FF2B5EF4-FFF2-40B4-BE49-F238E27FC236}">
                      <a16:creationId xmlns:a16="http://schemas.microsoft.com/office/drawing/2014/main" id="{A40F3075-2D1E-BE47-0F44-DB7A69FB146A}"/>
                    </a:ext>
                  </a:extLst>
                </p:cNvPr>
                <p:cNvGrpSpPr/>
                <p:nvPr/>
              </p:nvGrpSpPr>
              <p:grpSpPr>
                <a:xfrm>
                  <a:off x="6611089" y="3331847"/>
                  <a:ext cx="2181226" cy="1389062"/>
                  <a:chOff x="6923403" y="1807847"/>
                  <a:chExt cx="2181226" cy="1389062"/>
                </a:xfrm>
              </p:grpSpPr>
              <p:sp>
                <p:nvSpPr>
                  <p:cNvPr id="207" name="Freeform 11">
                    <a:extLst>
                      <a:ext uri="{FF2B5EF4-FFF2-40B4-BE49-F238E27FC236}">
                        <a16:creationId xmlns:a16="http://schemas.microsoft.com/office/drawing/2014/main" id="{02E5456C-298C-EE85-DB0F-03FFC54BAAAC}"/>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8" name="Freeform 12">
                    <a:extLst>
                      <a:ext uri="{FF2B5EF4-FFF2-40B4-BE49-F238E27FC236}">
                        <a16:creationId xmlns:a16="http://schemas.microsoft.com/office/drawing/2014/main" id="{33EAB797-9B65-BC51-4C13-C0A02F6243E9}"/>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9" name="Freeform 13">
                    <a:extLst>
                      <a:ext uri="{FF2B5EF4-FFF2-40B4-BE49-F238E27FC236}">
                        <a16:creationId xmlns:a16="http://schemas.microsoft.com/office/drawing/2014/main" id="{BFA517B0-48F7-685B-661E-1B509E7F0335}"/>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99" name="组合 198">
                  <a:extLst>
                    <a:ext uri="{FF2B5EF4-FFF2-40B4-BE49-F238E27FC236}">
                      <a16:creationId xmlns:a16="http://schemas.microsoft.com/office/drawing/2014/main" id="{C70B95DF-7E26-430F-FF0A-08820474E38B}"/>
                    </a:ext>
                  </a:extLst>
                </p:cNvPr>
                <p:cNvGrpSpPr/>
                <p:nvPr/>
              </p:nvGrpSpPr>
              <p:grpSpPr>
                <a:xfrm>
                  <a:off x="6617439" y="3098167"/>
                  <a:ext cx="2181226" cy="1389062"/>
                  <a:chOff x="6923403" y="1807847"/>
                  <a:chExt cx="2181226" cy="1389062"/>
                </a:xfrm>
              </p:grpSpPr>
              <p:sp>
                <p:nvSpPr>
                  <p:cNvPr id="204" name="Freeform 11">
                    <a:extLst>
                      <a:ext uri="{FF2B5EF4-FFF2-40B4-BE49-F238E27FC236}">
                        <a16:creationId xmlns:a16="http://schemas.microsoft.com/office/drawing/2014/main" id="{DB3A9212-CAB2-D2D4-CBB4-62A0255379CA}"/>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5" name="Freeform 12">
                    <a:extLst>
                      <a:ext uri="{FF2B5EF4-FFF2-40B4-BE49-F238E27FC236}">
                        <a16:creationId xmlns:a16="http://schemas.microsoft.com/office/drawing/2014/main" id="{F454DF9D-9CD0-1C3B-9708-E257A277C425}"/>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6" name="Freeform 13">
                    <a:extLst>
                      <a:ext uri="{FF2B5EF4-FFF2-40B4-BE49-F238E27FC236}">
                        <a16:creationId xmlns:a16="http://schemas.microsoft.com/office/drawing/2014/main" id="{E01C4614-B7EF-0FF4-4434-D84BD48AD598}"/>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00" name="组合 199">
                  <a:extLst>
                    <a:ext uri="{FF2B5EF4-FFF2-40B4-BE49-F238E27FC236}">
                      <a16:creationId xmlns:a16="http://schemas.microsoft.com/office/drawing/2014/main" id="{B419834E-AF1D-7F87-37EC-452DF89BCE30}"/>
                    </a:ext>
                  </a:extLst>
                </p:cNvPr>
                <p:cNvGrpSpPr/>
                <p:nvPr/>
              </p:nvGrpSpPr>
              <p:grpSpPr>
                <a:xfrm>
                  <a:off x="6623789" y="2864487"/>
                  <a:ext cx="2181226" cy="1389062"/>
                  <a:chOff x="6923403" y="1807847"/>
                  <a:chExt cx="2181226" cy="1389062"/>
                </a:xfrm>
              </p:grpSpPr>
              <p:sp>
                <p:nvSpPr>
                  <p:cNvPr id="201" name="Freeform 11">
                    <a:extLst>
                      <a:ext uri="{FF2B5EF4-FFF2-40B4-BE49-F238E27FC236}">
                        <a16:creationId xmlns:a16="http://schemas.microsoft.com/office/drawing/2014/main" id="{F764F0AE-9A6C-82B6-23C4-49D2219CB90F}"/>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2" name="Freeform 12">
                    <a:extLst>
                      <a:ext uri="{FF2B5EF4-FFF2-40B4-BE49-F238E27FC236}">
                        <a16:creationId xmlns:a16="http://schemas.microsoft.com/office/drawing/2014/main" id="{3E9581BF-40A5-C7BA-9C01-FE86A34E4A81}"/>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3" name="Freeform 13">
                    <a:extLst>
                      <a:ext uri="{FF2B5EF4-FFF2-40B4-BE49-F238E27FC236}">
                        <a16:creationId xmlns:a16="http://schemas.microsoft.com/office/drawing/2014/main" id="{6F595924-2998-DACD-9A1C-9C90B1E07E31}"/>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87" name="组合 186">
                <a:extLst>
                  <a:ext uri="{FF2B5EF4-FFF2-40B4-BE49-F238E27FC236}">
                    <a16:creationId xmlns:a16="http://schemas.microsoft.com/office/drawing/2014/main" id="{41EAA4F6-F9F0-0E5A-2B22-C63A0AA17535}"/>
                  </a:ext>
                </a:extLst>
              </p:cNvPr>
              <p:cNvGrpSpPr/>
              <p:nvPr/>
            </p:nvGrpSpPr>
            <p:grpSpPr>
              <a:xfrm>
                <a:off x="6863887" y="4971915"/>
                <a:ext cx="2072862" cy="1480181"/>
                <a:chOff x="4778117" y="1400487"/>
                <a:chExt cx="815793" cy="582538"/>
              </a:xfrm>
            </p:grpSpPr>
            <p:sp>
              <p:nvSpPr>
                <p:cNvPr id="188" name="菱形 187">
                  <a:extLst>
                    <a:ext uri="{FF2B5EF4-FFF2-40B4-BE49-F238E27FC236}">
                      <a16:creationId xmlns:a16="http://schemas.microsoft.com/office/drawing/2014/main" id="{FC547025-DFAE-29EF-0FE5-8D21FD539775}"/>
                    </a:ext>
                  </a:extLst>
                </p:cNvPr>
                <p:cNvSpPr/>
                <p:nvPr/>
              </p:nvSpPr>
              <p:spPr>
                <a:xfrm>
                  <a:off x="4778117" y="1530463"/>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189" name="组合 188">
                  <a:extLst>
                    <a:ext uri="{FF2B5EF4-FFF2-40B4-BE49-F238E27FC236}">
                      <a16:creationId xmlns:a16="http://schemas.microsoft.com/office/drawing/2014/main" id="{CC9E4CBF-050B-28F8-89C5-149E19D255AA}"/>
                    </a:ext>
                  </a:extLst>
                </p:cNvPr>
                <p:cNvGrpSpPr/>
                <p:nvPr/>
              </p:nvGrpSpPr>
              <p:grpSpPr>
                <a:xfrm>
                  <a:off x="4876554" y="1400487"/>
                  <a:ext cx="620945" cy="495547"/>
                  <a:chOff x="2883576" y="2528237"/>
                  <a:chExt cx="620945" cy="495547"/>
                </a:xfrm>
              </p:grpSpPr>
              <p:grpSp>
                <p:nvGrpSpPr>
                  <p:cNvPr id="190" name="组合 189">
                    <a:extLst>
                      <a:ext uri="{FF2B5EF4-FFF2-40B4-BE49-F238E27FC236}">
                        <a16:creationId xmlns:a16="http://schemas.microsoft.com/office/drawing/2014/main" id="{ED079237-B00A-3124-AE66-9046B78AA5E0}"/>
                      </a:ext>
                    </a:extLst>
                  </p:cNvPr>
                  <p:cNvGrpSpPr/>
                  <p:nvPr/>
                </p:nvGrpSpPr>
                <p:grpSpPr>
                  <a:xfrm>
                    <a:off x="2883576" y="2621661"/>
                    <a:ext cx="620945" cy="402123"/>
                    <a:chOff x="6512018" y="615964"/>
                    <a:chExt cx="1370013" cy="930275"/>
                  </a:xfrm>
                </p:grpSpPr>
                <p:sp>
                  <p:nvSpPr>
                    <p:cNvPr id="195" name="Freeform 14">
                      <a:extLst>
                        <a:ext uri="{FF2B5EF4-FFF2-40B4-BE49-F238E27FC236}">
                          <a16:creationId xmlns:a16="http://schemas.microsoft.com/office/drawing/2014/main" id="{61631C00-E080-9B0C-66D1-828D89A57AD9}"/>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196" name="Freeform 15">
                      <a:extLst>
                        <a:ext uri="{FF2B5EF4-FFF2-40B4-BE49-F238E27FC236}">
                          <a16:creationId xmlns:a16="http://schemas.microsoft.com/office/drawing/2014/main" id="{F96FA2EF-25D2-CE94-B4AD-06E449EE2E63}"/>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197" name="Freeform 16">
                      <a:extLst>
                        <a:ext uri="{FF2B5EF4-FFF2-40B4-BE49-F238E27FC236}">
                          <a16:creationId xmlns:a16="http://schemas.microsoft.com/office/drawing/2014/main" id="{9F019387-EDE7-3617-F3BF-75D2559BCE37}"/>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191" name="组合 190">
                    <a:extLst>
                      <a:ext uri="{FF2B5EF4-FFF2-40B4-BE49-F238E27FC236}">
                        <a16:creationId xmlns:a16="http://schemas.microsoft.com/office/drawing/2014/main" id="{8EF1757E-CF23-F7FF-0407-D784D3897258}"/>
                      </a:ext>
                    </a:extLst>
                  </p:cNvPr>
                  <p:cNvGrpSpPr/>
                  <p:nvPr/>
                </p:nvGrpSpPr>
                <p:grpSpPr>
                  <a:xfrm>
                    <a:off x="2883576" y="2528237"/>
                    <a:ext cx="620945" cy="402123"/>
                    <a:chOff x="6512018" y="615964"/>
                    <a:chExt cx="1370013" cy="930275"/>
                  </a:xfrm>
                </p:grpSpPr>
                <p:sp>
                  <p:nvSpPr>
                    <p:cNvPr id="192" name="Freeform 14">
                      <a:extLst>
                        <a:ext uri="{FF2B5EF4-FFF2-40B4-BE49-F238E27FC236}">
                          <a16:creationId xmlns:a16="http://schemas.microsoft.com/office/drawing/2014/main" id="{4D0D79EF-CC4A-8064-E230-1DA4A4452D08}"/>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193" name="Freeform 15">
                      <a:extLst>
                        <a:ext uri="{FF2B5EF4-FFF2-40B4-BE49-F238E27FC236}">
                          <a16:creationId xmlns:a16="http://schemas.microsoft.com/office/drawing/2014/main" id="{E8C14D30-4021-2225-DF22-42CF110C6A91}"/>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194" name="Freeform 16">
                      <a:extLst>
                        <a:ext uri="{FF2B5EF4-FFF2-40B4-BE49-F238E27FC236}">
                          <a16:creationId xmlns:a16="http://schemas.microsoft.com/office/drawing/2014/main" id="{504BA242-D571-45D6-664B-F6F53C7EF344}"/>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grpSp>
      </p:grpSp>
      <p:grpSp>
        <p:nvGrpSpPr>
          <p:cNvPr id="222" name="组合 221">
            <a:extLst>
              <a:ext uri="{FF2B5EF4-FFF2-40B4-BE49-F238E27FC236}">
                <a16:creationId xmlns:a16="http://schemas.microsoft.com/office/drawing/2014/main" id="{951E556B-10FB-DF45-C8CF-98FA3B6C2E62}"/>
              </a:ext>
            </a:extLst>
          </p:cNvPr>
          <p:cNvGrpSpPr/>
          <p:nvPr/>
        </p:nvGrpSpPr>
        <p:grpSpPr>
          <a:xfrm>
            <a:off x="5908871" y="1115554"/>
            <a:ext cx="5910285" cy="3317156"/>
            <a:chOff x="2100564" y="2615277"/>
            <a:chExt cx="6836185" cy="3836819"/>
          </a:xfrm>
        </p:grpSpPr>
        <p:sp>
          <p:nvSpPr>
            <p:cNvPr id="223" name="箭头: 右 222">
              <a:extLst>
                <a:ext uri="{FF2B5EF4-FFF2-40B4-BE49-F238E27FC236}">
                  <a16:creationId xmlns:a16="http://schemas.microsoft.com/office/drawing/2014/main" id="{BF6E293A-42F1-8CB3-43C3-EDA13DD16283}"/>
                </a:ext>
              </a:extLst>
            </p:cNvPr>
            <p:cNvSpPr/>
            <p:nvPr/>
          </p:nvSpPr>
          <p:spPr>
            <a:xfrm>
              <a:off x="2100564" y="3862324"/>
              <a:ext cx="6063354" cy="415637"/>
            </a:xfrm>
            <a:prstGeom prst="rightArrow">
              <a:avLst/>
            </a:prstGeom>
            <a:gradFill>
              <a:gsLst>
                <a:gs pos="0">
                  <a:srgbClr val="8E9CEF"/>
                </a:gs>
                <a:gs pos="82000">
                  <a:srgbClr val="8E9CEF">
                    <a:alpha val="0"/>
                  </a:srgbClr>
                </a:gs>
              </a:gsLst>
              <a:lin ang="10800000" scaled="1"/>
            </a:gradFill>
            <a:ln>
              <a:noFill/>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4" name="组合 223">
              <a:extLst>
                <a:ext uri="{FF2B5EF4-FFF2-40B4-BE49-F238E27FC236}">
                  <a16:creationId xmlns:a16="http://schemas.microsoft.com/office/drawing/2014/main" id="{032D7704-0DFE-63AC-8655-79A0833AD97A}"/>
                </a:ext>
              </a:extLst>
            </p:cNvPr>
            <p:cNvGrpSpPr/>
            <p:nvPr/>
          </p:nvGrpSpPr>
          <p:grpSpPr>
            <a:xfrm>
              <a:off x="2672419" y="2615277"/>
              <a:ext cx="6264330" cy="3836819"/>
              <a:chOff x="2672419" y="2615277"/>
              <a:chExt cx="6264330" cy="3836819"/>
            </a:xfrm>
          </p:grpSpPr>
          <p:grpSp>
            <p:nvGrpSpPr>
              <p:cNvPr id="225" name="组合 224">
                <a:extLst>
                  <a:ext uri="{FF2B5EF4-FFF2-40B4-BE49-F238E27FC236}">
                    <a16:creationId xmlns:a16="http://schemas.microsoft.com/office/drawing/2014/main" id="{C799529A-C4F3-4ADD-BE7A-3956FA9F2E44}"/>
                  </a:ext>
                </a:extLst>
              </p:cNvPr>
              <p:cNvGrpSpPr/>
              <p:nvPr/>
            </p:nvGrpSpPr>
            <p:grpSpPr>
              <a:xfrm>
                <a:off x="2672419" y="2615277"/>
                <a:ext cx="1795182" cy="1175487"/>
                <a:chOff x="1473604" y="2334488"/>
                <a:chExt cx="3652835" cy="2391880"/>
              </a:xfrm>
            </p:grpSpPr>
            <p:grpSp>
              <p:nvGrpSpPr>
                <p:cNvPr id="250" name="组合 249">
                  <a:extLst>
                    <a:ext uri="{FF2B5EF4-FFF2-40B4-BE49-F238E27FC236}">
                      <a16:creationId xmlns:a16="http://schemas.microsoft.com/office/drawing/2014/main" id="{5F2D9E16-7C61-44CF-0455-8919B1A9F287}"/>
                    </a:ext>
                  </a:extLst>
                </p:cNvPr>
                <p:cNvGrpSpPr/>
                <p:nvPr/>
              </p:nvGrpSpPr>
              <p:grpSpPr>
                <a:xfrm>
                  <a:off x="1473604" y="2334488"/>
                  <a:ext cx="3652835" cy="2391880"/>
                  <a:chOff x="348040" y="891101"/>
                  <a:chExt cx="3652835" cy="2391880"/>
                </a:xfrm>
              </p:grpSpPr>
              <p:sp>
                <p:nvSpPr>
                  <p:cNvPr id="260" name="Freeform 6">
                    <a:extLst>
                      <a:ext uri="{FF2B5EF4-FFF2-40B4-BE49-F238E27FC236}">
                        <a16:creationId xmlns:a16="http://schemas.microsoft.com/office/drawing/2014/main" id="{62DF9042-1575-D94B-C140-D3291EBBF903}"/>
                      </a:ext>
                    </a:extLst>
                  </p:cNvPr>
                  <p:cNvSpPr>
                    <a:spLocks/>
                  </p:cNvSpPr>
                  <p:nvPr/>
                </p:nvSpPr>
                <p:spPr bwMode="auto">
                  <a:xfrm>
                    <a:off x="348040" y="891101"/>
                    <a:ext cx="3652835" cy="2116440"/>
                  </a:xfrm>
                  <a:custGeom>
                    <a:avLst/>
                    <a:gdLst>
                      <a:gd name="T0" fmla="*/ 3497 w 3558"/>
                      <a:gd name="T1" fmla="*/ 967 h 2060"/>
                      <a:gd name="T2" fmla="*/ 3498 w 3558"/>
                      <a:gd name="T3" fmla="*/ 1094 h 2060"/>
                      <a:gd name="T4" fmla="*/ 1894 w 3558"/>
                      <a:gd name="T5" fmla="*/ 2025 h 2060"/>
                      <a:gd name="T6" fmla="*/ 1675 w 3558"/>
                      <a:gd name="T7" fmla="*/ 2025 h 2060"/>
                      <a:gd name="T8" fmla="*/ 61 w 3558"/>
                      <a:gd name="T9" fmla="*/ 1094 h 2060"/>
                      <a:gd name="T10" fmla="*/ 61 w 3558"/>
                      <a:gd name="T11" fmla="*/ 967 h 2060"/>
                      <a:gd name="T12" fmla="*/ 1664 w 3558"/>
                      <a:gd name="T13" fmla="*/ 35 h 2060"/>
                      <a:gd name="T14" fmla="*/ 1883 w 3558"/>
                      <a:gd name="T15" fmla="*/ 35 h 2060"/>
                      <a:gd name="T16" fmla="*/ 3497 w 3558"/>
                      <a:gd name="T17" fmla="*/ 967 h 2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58" h="2060">
                        <a:moveTo>
                          <a:pt x="3497" y="967"/>
                        </a:moveTo>
                        <a:cubicBezTo>
                          <a:pt x="3557" y="1002"/>
                          <a:pt x="3558" y="1059"/>
                          <a:pt x="3498" y="1094"/>
                        </a:cubicBezTo>
                        <a:cubicBezTo>
                          <a:pt x="1894" y="2025"/>
                          <a:pt x="1894" y="2025"/>
                          <a:pt x="1894" y="2025"/>
                        </a:cubicBezTo>
                        <a:cubicBezTo>
                          <a:pt x="1834" y="2060"/>
                          <a:pt x="1736" y="2060"/>
                          <a:pt x="1675" y="2025"/>
                        </a:cubicBezTo>
                        <a:cubicBezTo>
                          <a:pt x="61" y="1094"/>
                          <a:pt x="61" y="1094"/>
                          <a:pt x="61" y="1094"/>
                        </a:cubicBezTo>
                        <a:cubicBezTo>
                          <a:pt x="1" y="1059"/>
                          <a:pt x="0" y="1002"/>
                          <a:pt x="61" y="967"/>
                        </a:cubicBezTo>
                        <a:cubicBezTo>
                          <a:pt x="1664" y="35"/>
                          <a:pt x="1664" y="35"/>
                          <a:pt x="1664" y="35"/>
                        </a:cubicBezTo>
                        <a:cubicBezTo>
                          <a:pt x="1724" y="0"/>
                          <a:pt x="1822" y="0"/>
                          <a:pt x="1883" y="35"/>
                        </a:cubicBezTo>
                        <a:lnTo>
                          <a:pt x="3497" y="967"/>
                        </a:lnTo>
                        <a:close/>
                      </a:path>
                    </a:pathLst>
                  </a:custGeom>
                  <a:solidFill>
                    <a:srgbClr val="FCFBFF"/>
                  </a:solidFill>
                  <a:ln w="6350">
                    <a:solidFill>
                      <a:srgbClr val="D4D9F7"/>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61" name="Freeform 5">
                    <a:extLst>
                      <a:ext uri="{FF2B5EF4-FFF2-40B4-BE49-F238E27FC236}">
                        <a16:creationId xmlns:a16="http://schemas.microsoft.com/office/drawing/2014/main" id="{3B8CCF13-2DA0-1068-026A-E3B5090B7F95}"/>
                      </a:ext>
                    </a:extLst>
                  </p:cNvPr>
                  <p:cNvSpPr>
                    <a:spLocks/>
                  </p:cNvSpPr>
                  <p:nvPr/>
                </p:nvSpPr>
                <p:spPr bwMode="auto">
                  <a:xfrm>
                    <a:off x="363285" y="2190804"/>
                    <a:ext cx="3622343" cy="1092177"/>
                  </a:xfrm>
                  <a:custGeom>
                    <a:avLst/>
                    <a:gdLst>
                      <a:gd name="T0" fmla="*/ 3483 w 3528"/>
                      <a:gd name="T1" fmla="*/ 64 h 1063"/>
                      <a:gd name="T2" fmla="*/ 1879 w 3528"/>
                      <a:gd name="T3" fmla="*/ 995 h 1063"/>
                      <a:gd name="T4" fmla="*/ 1660 w 3528"/>
                      <a:gd name="T5" fmla="*/ 995 h 1063"/>
                      <a:gd name="T6" fmla="*/ 46 w 3528"/>
                      <a:gd name="T7" fmla="*/ 64 h 1063"/>
                      <a:gd name="T8" fmla="*/ 1 w 3528"/>
                      <a:gd name="T9" fmla="*/ 0 h 1063"/>
                      <a:gd name="T10" fmla="*/ 1 w 3528"/>
                      <a:gd name="T11" fmla="*/ 32 h 1063"/>
                      <a:gd name="T12" fmla="*/ 46 w 3528"/>
                      <a:gd name="T13" fmla="*/ 96 h 1063"/>
                      <a:gd name="T14" fmla="*/ 1660 w 3528"/>
                      <a:gd name="T15" fmla="*/ 1028 h 1063"/>
                      <a:gd name="T16" fmla="*/ 1879 w 3528"/>
                      <a:gd name="T17" fmla="*/ 1028 h 1063"/>
                      <a:gd name="T18" fmla="*/ 3482 w 3528"/>
                      <a:gd name="T19" fmla="*/ 96 h 1063"/>
                      <a:gd name="T20" fmla="*/ 3527 w 3528"/>
                      <a:gd name="T21" fmla="*/ 33 h 1063"/>
                      <a:gd name="T22" fmla="*/ 3528 w 3528"/>
                      <a:gd name="T23" fmla="*/ 1 h 1063"/>
                      <a:gd name="T24" fmla="*/ 3483 w 3528"/>
                      <a:gd name="T25" fmla="*/ 64 h 1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28" h="1063">
                        <a:moveTo>
                          <a:pt x="3483" y="64"/>
                        </a:moveTo>
                        <a:cubicBezTo>
                          <a:pt x="1879" y="995"/>
                          <a:pt x="1879" y="995"/>
                          <a:pt x="1879" y="995"/>
                        </a:cubicBezTo>
                        <a:cubicBezTo>
                          <a:pt x="1819" y="1030"/>
                          <a:pt x="1721" y="1030"/>
                          <a:pt x="1660" y="995"/>
                        </a:cubicBezTo>
                        <a:cubicBezTo>
                          <a:pt x="46" y="64"/>
                          <a:pt x="46" y="64"/>
                          <a:pt x="46" y="64"/>
                        </a:cubicBezTo>
                        <a:cubicBezTo>
                          <a:pt x="16" y="46"/>
                          <a:pt x="1" y="23"/>
                          <a:pt x="1" y="0"/>
                        </a:cubicBezTo>
                        <a:cubicBezTo>
                          <a:pt x="1" y="32"/>
                          <a:pt x="1" y="32"/>
                          <a:pt x="1" y="32"/>
                        </a:cubicBezTo>
                        <a:cubicBezTo>
                          <a:pt x="0" y="55"/>
                          <a:pt x="16" y="79"/>
                          <a:pt x="46" y="96"/>
                        </a:cubicBezTo>
                        <a:cubicBezTo>
                          <a:pt x="1660" y="1028"/>
                          <a:pt x="1660" y="1028"/>
                          <a:pt x="1660" y="1028"/>
                        </a:cubicBezTo>
                        <a:cubicBezTo>
                          <a:pt x="1721" y="1063"/>
                          <a:pt x="1819" y="1063"/>
                          <a:pt x="1879" y="1028"/>
                        </a:cubicBezTo>
                        <a:cubicBezTo>
                          <a:pt x="3482" y="96"/>
                          <a:pt x="3482" y="96"/>
                          <a:pt x="3482" y="96"/>
                        </a:cubicBezTo>
                        <a:cubicBezTo>
                          <a:pt x="3512" y="79"/>
                          <a:pt x="3527" y="56"/>
                          <a:pt x="3527" y="33"/>
                        </a:cubicBezTo>
                        <a:cubicBezTo>
                          <a:pt x="3528" y="1"/>
                          <a:pt x="3528" y="1"/>
                          <a:pt x="3528" y="1"/>
                        </a:cubicBezTo>
                        <a:cubicBezTo>
                          <a:pt x="3527" y="23"/>
                          <a:pt x="3512" y="46"/>
                          <a:pt x="3483" y="64"/>
                        </a:cubicBezTo>
                        <a:close/>
                      </a:path>
                    </a:pathLst>
                  </a:custGeom>
                  <a:solidFill>
                    <a:srgbClr val="6578F0"/>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51" name="组合 250">
                  <a:extLst>
                    <a:ext uri="{FF2B5EF4-FFF2-40B4-BE49-F238E27FC236}">
                      <a16:creationId xmlns:a16="http://schemas.microsoft.com/office/drawing/2014/main" id="{FE4C4CA2-3506-75DB-4426-66E1A889C861}"/>
                    </a:ext>
                  </a:extLst>
                </p:cNvPr>
                <p:cNvGrpSpPr/>
                <p:nvPr/>
              </p:nvGrpSpPr>
              <p:grpSpPr>
                <a:xfrm>
                  <a:off x="2393683" y="2339410"/>
                  <a:ext cx="1813287" cy="1579629"/>
                  <a:chOff x="5288662" y="2278503"/>
                  <a:chExt cx="1813287" cy="1579629"/>
                </a:xfrm>
              </p:grpSpPr>
              <p:sp>
                <p:nvSpPr>
                  <p:cNvPr id="252" name="Freeform 9">
                    <a:extLst>
                      <a:ext uri="{FF2B5EF4-FFF2-40B4-BE49-F238E27FC236}">
                        <a16:creationId xmlns:a16="http://schemas.microsoft.com/office/drawing/2014/main" id="{E2A940FA-144D-7A62-9845-58C34F86B1E9}"/>
                      </a:ext>
                    </a:extLst>
                  </p:cNvPr>
                  <p:cNvSpPr>
                    <a:spLocks/>
                  </p:cNvSpPr>
                  <p:nvPr/>
                </p:nvSpPr>
                <p:spPr bwMode="auto">
                  <a:xfrm>
                    <a:off x="5302321" y="3244395"/>
                    <a:ext cx="1785969" cy="613737"/>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flip="none" rotWithShape="1">
                    <a:gsLst>
                      <a:gs pos="0">
                        <a:srgbClr val="E7EBFF"/>
                      </a:gs>
                      <a:gs pos="100000">
                        <a:srgbClr val="6578F0"/>
                      </a:gs>
                    </a:gsLst>
                    <a:lin ang="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p>
                </p:txBody>
              </p:sp>
              <p:sp>
                <p:nvSpPr>
                  <p:cNvPr id="253" name="Freeform 10">
                    <a:extLst>
                      <a:ext uri="{FF2B5EF4-FFF2-40B4-BE49-F238E27FC236}">
                        <a16:creationId xmlns:a16="http://schemas.microsoft.com/office/drawing/2014/main" id="{62895A7F-9C18-7DCA-9D66-7C46BED17209}"/>
                      </a:ext>
                    </a:extLst>
                  </p:cNvPr>
                  <p:cNvSpPr>
                    <a:spLocks/>
                  </p:cNvSpPr>
                  <p:nvPr/>
                </p:nvSpPr>
                <p:spPr bwMode="auto">
                  <a:xfrm>
                    <a:off x="5288662" y="2721932"/>
                    <a:ext cx="1813287" cy="1051427"/>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54" name="组合 253">
                    <a:extLst>
                      <a:ext uri="{FF2B5EF4-FFF2-40B4-BE49-F238E27FC236}">
                        <a16:creationId xmlns:a16="http://schemas.microsoft.com/office/drawing/2014/main" id="{A83905DF-B9F1-6AEB-C6BC-B0BDE6F74DAC}"/>
                      </a:ext>
                    </a:extLst>
                  </p:cNvPr>
                  <p:cNvGrpSpPr/>
                  <p:nvPr/>
                </p:nvGrpSpPr>
                <p:grpSpPr>
                  <a:xfrm>
                    <a:off x="5288662" y="2510611"/>
                    <a:ext cx="1813287" cy="1136200"/>
                    <a:chOff x="5281984" y="2510611"/>
                    <a:chExt cx="1813287" cy="1136200"/>
                  </a:xfrm>
                </p:grpSpPr>
                <p:sp>
                  <p:nvSpPr>
                    <p:cNvPr id="258" name="Freeform 9">
                      <a:extLst>
                        <a:ext uri="{FF2B5EF4-FFF2-40B4-BE49-F238E27FC236}">
                          <a16:creationId xmlns:a16="http://schemas.microsoft.com/office/drawing/2014/main" id="{25317FAF-A992-9B04-8617-DE18A34B407D}"/>
                        </a:ext>
                      </a:extLst>
                    </p:cNvPr>
                    <p:cNvSpPr>
                      <a:spLocks/>
                    </p:cNvSpPr>
                    <p:nvPr/>
                  </p:nvSpPr>
                  <p:spPr bwMode="auto">
                    <a:xfrm>
                      <a:off x="5295339" y="3033074"/>
                      <a:ext cx="1785969" cy="613737"/>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flip="none" rotWithShape="1">
                      <a:gsLst>
                        <a:gs pos="0">
                          <a:srgbClr val="E7EBFF"/>
                        </a:gs>
                        <a:gs pos="100000">
                          <a:srgbClr val="6578F0"/>
                        </a:gs>
                      </a:gsLst>
                      <a:lin ang="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9" name="Freeform 10">
                      <a:extLst>
                        <a:ext uri="{FF2B5EF4-FFF2-40B4-BE49-F238E27FC236}">
                          <a16:creationId xmlns:a16="http://schemas.microsoft.com/office/drawing/2014/main" id="{5014EFA0-D5D9-61F9-A867-BAE1C65CA01F}"/>
                        </a:ext>
                      </a:extLst>
                    </p:cNvPr>
                    <p:cNvSpPr>
                      <a:spLocks/>
                    </p:cNvSpPr>
                    <p:nvPr/>
                  </p:nvSpPr>
                  <p:spPr bwMode="auto">
                    <a:xfrm>
                      <a:off x="5281984" y="2510611"/>
                      <a:ext cx="1813287" cy="1051427"/>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55" name="组合 254">
                    <a:extLst>
                      <a:ext uri="{FF2B5EF4-FFF2-40B4-BE49-F238E27FC236}">
                        <a16:creationId xmlns:a16="http://schemas.microsoft.com/office/drawing/2014/main" id="{FB2DB376-1BB1-E16E-B797-02D43DD2BED8}"/>
                      </a:ext>
                    </a:extLst>
                  </p:cNvPr>
                  <p:cNvGrpSpPr/>
                  <p:nvPr/>
                </p:nvGrpSpPr>
                <p:grpSpPr>
                  <a:xfrm>
                    <a:off x="5288662" y="2278503"/>
                    <a:ext cx="1813287" cy="1136200"/>
                    <a:chOff x="5281984" y="2510611"/>
                    <a:chExt cx="1813287" cy="1136200"/>
                  </a:xfrm>
                </p:grpSpPr>
                <p:sp>
                  <p:nvSpPr>
                    <p:cNvPr id="256" name="Freeform 9">
                      <a:extLst>
                        <a:ext uri="{FF2B5EF4-FFF2-40B4-BE49-F238E27FC236}">
                          <a16:creationId xmlns:a16="http://schemas.microsoft.com/office/drawing/2014/main" id="{35BC27B3-C340-567F-0113-7749C8530277}"/>
                        </a:ext>
                      </a:extLst>
                    </p:cNvPr>
                    <p:cNvSpPr>
                      <a:spLocks/>
                    </p:cNvSpPr>
                    <p:nvPr/>
                  </p:nvSpPr>
                  <p:spPr bwMode="auto">
                    <a:xfrm>
                      <a:off x="5295339" y="3033074"/>
                      <a:ext cx="1785969" cy="613737"/>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flip="none" rotWithShape="1">
                      <a:gsLst>
                        <a:gs pos="0">
                          <a:srgbClr val="E7EBFF"/>
                        </a:gs>
                        <a:gs pos="100000">
                          <a:srgbClr val="6578F0"/>
                        </a:gs>
                      </a:gsLst>
                      <a:lin ang="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p>
                  </p:txBody>
                </p:sp>
                <p:sp>
                  <p:nvSpPr>
                    <p:cNvPr id="257" name="Freeform 10">
                      <a:extLst>
                        <a:ext uri="{FF2B5EF4-FFF2-40B4-BE49-F238E27FC236}">
                          <a16:creationId xmlns:a16="http://schemas.microsoft.com/office/drawing/2014/main" id="{4707CDCF-BBCE-9785-D8CC-5C7EA64FA394}"/>
                        </a:ext>
                      </a:extLst>
                    </p:cNvPr>
                    <p:cNvSpPr>
                      <a:spLocks/>
                    </p:cNvSpPr>
                    <p:nvPr/>
                  </p:nvSpPr>
                  <p:spPr bwMode="auto">
                    <a:xfrm>
                      <a:off x="5281984" y="2510611"/>
                      <a:ext cx="1813287" cy="1051427"/>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226" name="组合 225">
                <a:extLst>
                  <a:ext uri="{FF2B5EF4-FFF2-40B4-BE49-F238E27FC236}">
                    <a16:creationId xmlns:a16="http://schemas.microsoft.com/office/drawing/2014/main" id="{6648F1FE-A7DE-F056-DFBB-10554E349F8D}"/>
                  </a:ext>
                </a:extLst>
              </p:cNvPr>
              <p:cNvGrpSpPr/>
              <p:nvPr/>
            </p:nvGrpSpPr>
            <p:grpSpPr>
              <a:xfrm>
                <a:off x="5095044" y="3654971"/>
                <a:ext cx="1565066" cy="1324303"/>
                <a:chOff x="6611089" y="2864487"/>
                <a:chExt cx="2193926" cy="1856422"/>
              </a:xfrm>
            </p:grpSpPr>
            <p:grpSp>
              <p:nvGrpSpPr>
                <p:cNvPr id="238" name="组合 237">
                  <a:extLst>
                    <a:ext uri="{FF2B5EF4-FFF2-40B4-BE49-F238E27FC236}">
                      <a16:creationId xmlns:a16="http://schemas.microsoft.com/office/drawing/2014/main" id="{79416589-10E7-7101-8D7A-307F98A07867}"/>
                    </a:ext>
                  </a:extLst>
                </p:cNvPr>
                <p:cNvGrpSpPr/>
                <p:nvPr/>
              </p:nvGrpSpPr>
              <p:grpSpPr>
                <a:xfrm>
                  <a:off x="6611089" y="3331847"/>
                  <a:ext cx="2181226" cy="1389062"/>
                  <a:chOff x="6923403" y="1807847"/>
                  <a:chExt cx="2181226" cy="1389062"/>
                </a:xfrm>
              </p:grpSpPr>
              <p:sp>
                <p:nvSpPr>
                  <p:cNvPr id="247" name="Freeform 11">
                    <a:extLst>
                      <a:ext uri="{FF2B5EF4-FFF2-40B4-BE49-F238E27FC236}">
                        <a16:creationId xmlns:a16="http://schemas.microsoft.com/office/drawing/2014/main" id="{9D69873A-DF4C-8924-7830-B3FC536974A8}"/>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8" name="Freeform 12">
                    <a:extLst>
                      <a:ext uri="{FF2B5EF4-FFF2-40B4-BE49-F238E27FC236}">
                        <a16:creationId xmlns:a16="http://schemas.microsoft.com/office/drawing/2014/main" id="{ED2C45BD-1C0B-D6A1-4613-9BD9A8575D03}"/>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9" name="Freeform 13">
                    <a:extLst>
                      <a:ext uri="{FF2B5EF4-FFF2-40B4-BE49-F238E27FC236}">
                        <a16:creationId xmlns:a16="http://schemas.microsoft.com/office/drawing/2014/main" id="{FEA8C577-B653-ED97-FBD3-55A82CDB8079}"/>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39" name="组合 238">
                  <a:extLst>
                    <a:ext uri="{FF2B5EF4-FFF2-40B4-BE49-F238E27FC236}">
                      <a16:creationId xmlns:a16="http://schemas.microsoft.com/office/drawing/2014/main" id="{6A7F09CE-271C-A1E6-2B95-9FF75424BD21}"/>
                    </a:ext>
                  </a:extLst>
                </p:cNvPr>
                <p:cNvGrpSpPr/>
                <p:nvPr/>
              </p:nvGrpSpPr>
              <p:grpSpPr>
                <a:xfrm>
                  <a:off x="6617439" y="3098167"/>
                  <a:ext cx="2181226" cy="1389062"/>
                  <a:chOff x="6923403" y="1807847"/>
                  <a:chExt cx="2181226" cy="1389062"/>
                </a:xfrm>
              </p:grpSpPr>
              <p:sp>
                <p:nvSpPr>
                  <p:cNvPr id="244" name="Freeform 11">
                    <a:extLst>
                      <a:ext uri="{FF2B5EF4-FFF2-40B4-BE49-F238E27FC236}">
                        <a16:creationId xmlns:a16="http://schemas.microsoft.com/office/drawing/2014/main" id="{82E98EC1-65E5-208E-986F-3749888CD86F}"/>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5" name="Freeform 12">
                    <a:extLst>
                      <a:ext uri="{FF2B5EF4-FFF2-40B4-BE49-F238E27FC236}">
                        <a16:creationId xmlns:a16="http://schemas.microsoft.com/office/drawing/2014/main" id="{3F2B0193-7795-C0B9-CFAE-9C9154DD490E}"/>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6" name="Freeform 13">
                    <a:extLst>
                      <a:ext uri="{FF2B5EF4-FFF2-40B4-BE49-F238E27FC236}">
                        <a16:creationId xmlns:a16="http://schemas.microsoft.com/office/drawing/2014/main" id="{BFF7553B-C46C-3AD0-364C-118BE47E7FC1}"/>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40" name="组合 239">
                  <a:extLst>
                    <a:ext uri="{FF2B5EF4-FFF2-40B4-BE49-F238E27FC236}">
                      <a16:creationId xmlns:a16="http://schemas.microsoft.com/office/drawing/2014/main" id="{173270F7-5588-7C05-946B-AC714B2C155C}"/>
                    </a:ext>
                  </a:extLst>
                </p:cNvPr>
                <p:cNvGrpSpPr/>
                <p:nvPr/>
              </p:nvGrpSpPr>
              <p:grpSpPr>
                <a:xfrm>
                  <a:off x="6623789" y="2864487"/>
                  <a:ext cx="2181226" cy="1389062"/>
                  <a:chOff x="6923403" y="1807847"/>
                  <a:chExt cx="2181226" cy="1389062"/>
                </a:xfrm>
              </p:grpSpPr>
              <p:sp>
                <p:nvSpPr>
                  <p:cNvPr id="241" name="Freeform 11">
                    <a:extLst>
                      <a:ext uri="{FF2B5EF4-FFF2-40B4-BE49-F238E27FC236}">
                        <a16:creationId xmlns:a16="http://schemas.microsoft.com/office/drawing/2014/main" id="{B5E1D645-E127-53D3-15A5-532473A4596C}"/>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2" name="Freeform 12">
                    <a:extLst>
                      <a:ext uri="{FF2B5EF4-FFF2-40B4-BE49-F238E27FC236}">
                        <a16:creationId xmlns:a16="http://schemas.microsoft.com/office/drawing/2014/main" id="{A6FF98D6-E9F6-936B-AF54-2C620AF6DC50}"/>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3" name="Freeform 13">
                    <a:extLst>
                      <a:ext uri="{FF2B5EF4-FFF2-40B4-BE49-F238E27FC236}">
                        <a16:creationId xmlns:a16="http://schemas.microsoft.com/office/drawing/2014/main" id="{7CD184A1-3C32-8582-C60D-8EDEA09417E0}"/>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27" name="组合 226">
                <a:extLst>
                  <a:ext uri="{FF2B5EF4-FFF2-40B4-BE49-F238E27FC236}">
                    <a16:creationId xmlns:a16="http://schemas.microsoft.com/office/drawing/2014/main" id="{80AB827B-560A-F595-8DE3-3006B8597B8B}"/>
                  </a:ext>
                </a:extLst>
              </p:cNvPr>
              <p:cNvGrpSpPr/>
              <p:nvPr/>
            </p:nvGrpSpPr>
            <p:grpSpPr>
              <a:xfrm>
                <a:off x="6863887" y="4971915"/>
                <a:ext cx="2072862" cy="1480181"/>
                <a:chOff x="4778117" y="1400487"/>
                <a:chExt cx="815793" cy="582538"/>
              </a:xfrm>
            </p:grpSpPr>
            <p:sp>
              <p:nvSpPr>
                <p:cNvPr id="228" name="菱形 227">
                  <a:extLst>
                    <a:ext uri="{FF2B5EF4-FFF2-40B4-BE49-F238E27FC236}">
                      <a16:creationId xmlns:a16="http://schemas.microsoft.com/office/drawing/2014/main" id="{4DE5AC8E-E5C3-4828-AF0A-3F65CE09A70A}"/>
                    </a:ext>
                  </a:extLst>
                </p:cNvPr>
                <p:cNvSpPr/>
                <p:nvPr/>
              </p:nvSpPr>
              <p:spPr>
                <a:xfrm>
                  <a:off x="4778117" y="1530463"/>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229" name="组合 228">
                  <a:extLst>
                    <a:ext uri="{FF2B5EF4-FFF2-40B4-BE49-F238E27FC236}">
                      <a16:creationId xmlns:a16="http://schemas.microsoft.com/office/drawing/2014/main" id="{1A5F78C5-632D-9F15-575A-E8D709331619}"/>
                    </a:ext>
                  </a:extLst>
                </p:cNvPr>
                <p:cNvGrpSpPr/>
                <p:nvPr/>
              </p:nvGrpSpPr>
              <p:grpSpPr>
                <a:xfrm>
                  <a:off x="4876554" y="1400487"/>
                  <a:ext cx="620945" cy="495547"/>
                  <a:chOff x="2883576" y="2528237"/>
                  <a:chExt cx="620945" cy="495547"/>
                </a:xfrm>
              </p:grpSpPr>
              <p:grpSp>
                <p:nvGrpSpPr>
                  <p:cNvPr id="230" name="组合 229">
                    <a:extLst>
                      <a:ext uri="{FF2B5EF4-FFF2-40B4-BE49-F238E27FC236}">
                        <a16:creationId xmlns:a16="http://schemas.microsoft.com/office/drawing/2014/main" id="{F70BCCA6-5546-562B-2E1D-AEF0D2A59B6A}"/>
                      </a:ext>
                    </a:extLst>
                  </p:cNvPr>
                  <p:cNvGrpSpPr/>
                  <p:nvPr/>
                </p:nvGrpSpPr>
                <p:grpSpPr>
                  <a:xfrm>
                    <a:off x="2883576" y="2621661"/>
                    <a:ext cx="620945" cy="402123"/>
                    <a:chOff x="6512018" y="615964"/>
                    <a:chExt cx="1370013" cy="930275"/>
                  </a:xfrm>
                </p:grpSpPr>
                <p:sp>
                  <p:nvSpPr>
                    <p:cNvPr id="235" name="Freeform 14">
                      <a:extLst>
                        <a:ext uri="{FF2B5EF4-FFF2-40B4-BE49-F238E27FC236}">
                          <a16:creationId xmlns:a16="http://schemas.microsoft.com/office/drawing/2014/main" id="{7F53349A-826A-FED5-7667-283034BDB8FF}"/>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36" name="Freeform 15">
                      <a:extLst>
                        <a:ext uri="{FF2B5EF4-FFF2-40B4-BE49-F238E27FC236}">
                          <a16:creationId xmlns:a16="http://schemas.microsoft.com/office/drawing/2014/main" id="{4057B894-8125-A497-7CB8-B2C53FCF931C}"/>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37" name="Freeform 16">
                      <a:extLst>
                        <a:ext uri="{FF2B5EF4-FFF2-40B4-BE49-F238E27FC236}">
                          <a16:creationId xmlns:a16="http://schemas.microsoft.com/office/drawing/2014/main" id="{CEF174C5-F4CC-72F9-38D1-65D7F4B55A37}"/>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231" name="组合 230">
                    <a:extLst>
                      <a:ext uri="{FF2B5EF4-FFF2-40B4-BE49-F238E27FC236}">
                        <a16:creationId xmlns:a16="http://schemas.microsoft.com/office/drawing/2014/main" id="{E6AD4D54-29C6-EA44-3201-DF02E85B0CFB}"/>
                      </a:ext>
                    </a:extLst>
                  </p:cNvPr>
                  <p:cNvGrpSpPr/>
                  <p:nvPr/>
                </p:nvGrpSpPr>
                <p:grpSpPr>
                  <a:xfrm>
                    <a:off x="2883576" y="2528237"/>
                    <a:ext cx="620945" cy="402123"/>
                    <a:chOff x="6512018" y="615964"/>
                    <a:chExt cx="1370013" cy="930275"/>
                  </a:xfrm>
                </p:grpSpPr>
                <p:sp>
                  <p:nvSpPr>
                    <p:cNvPr id="232" name="Freeform 14">
                      <a:extLst>
                        <a:ext uri="{FF2B5EF4-FFF2-40B4-BE49-F238E27FC236}">
                          <a16:creationId xmlns:a16="http://schemas.microsoft.com/office/drawing/2014/main" id="{72A47EE4-40CE-D31B-27E5-7FA403044876}"/>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33" name="Freeform 15">
                      <a:extLst>
                        <a:ext uri="{FF2B5EF4-FFF2-40B4-BE49-F238E27FC236}">
                          <a16:creationId xmlns:a16="http://schemas.microsoft.com/office/drawing/2014/main" id="{E04E88F9-55AB-8944-DEFB-B494254087E3}"/>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34" name="Freeform 16">
                      <a:extLst>
                        <a:ext uri="{FF2B5EF4-FFF2-40B4-BE49-F238E27FC236}">
                          <a16:creationId xmlns:a16="http://schemas.microsoft.com/office/drawing/2014/main" id="{7ADCBF7F-BD45-648A-6054-9DEDD14726DA}"/>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grpSp>
      </p:grpSp>
      <p:sp>
        <p:nvSpPr>
          <p:cNvPr id="262" name="箭头: 右 261">
            <a:extLst>
              <a:ext uri="{FF2B5EF4-FFF2-40B4-BE49-F238E27FC236}">
                <a16:creationId xmlns:a16="http://schemas.microsoft.com/office/drawing/2014/main" id="{1A7D91CB-E93A-CB2B-884B-E3FAB742002D}"/>
              </a:ext>
            </a:extLst>
          </p:cNvPr>
          <p:cNvSpPr/>
          <p:nvPr/>
        </p:nvSpPr>
        <p:spPr>
          <a:xfrm rot="10800000">
            <a:off x="8112089" y="2963714"/>
            <a:ext cx="789575" cy="341283"/>
          </a:xfrm>
          <a:prstGeom prst="rightArrow">
            <a:avLst/>
          </a:prstGeom>
          <a:gradFill>
            <a:gsLst>
              <a:gs pos="0">
                <a:srgbClr val="8E9CEF"/>
              </a:gs>
              <a:gs pos="82000">
                <a:srgbClr val="8E9CEF">
                  <a:alpha val="0"/>
                </a:srgbClr>
              </a:gs>
            </a:gsLst>
            <a:lin ang="10800000" scaled="1"/>
          </a:gradFill>
          <a:ln>
            <a:noFill/>
          </a:ln>
          <a:effectLst/>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3" name="箭头: 右 262">
            <a:extLst>
              <a:ext uri="{FF2B5EF4-FFF2-40B4-BE49-F238E27FC236}">
                <a16:creationId xmlns:a16="http://schemas.microsoft.com/office/drawing/2014/main" id="{87350B73-AE1D-C885-3C8F-51C6AD302003}"/>
              </a:ext>
            </a:extLst>
          </p:cNvPr>
          <p:cNvSpPr/>
          <p:nvPr/>
        </p:nvSpPr>
        <p:spPr>
          <a:xfrm rot="10800000">
            <a:off x="6465772" y="3906216"/>
            <a:ext cx="789575" cy="341283"/>
          </a:xfrm>
          <a:prstGeom prst="rightArrow">
            <a:avLst/>
          </a:prstGeom>
          <a:gradFill>
            <a:gsLst>
              <a:gs pos="0">
                <a:srgbClr val="8E9CEF"/>
              </a:gs>
              <a:gs pos="82000">
                <a:srgbClr val="8E9CEF">
                  <a:alpha val="0"/>
                </a:srgbClr>
              </a:gs>
            </a:gsLst>
            <a:lin ang="10800000" scaled="1"/>
          </a:gradFill>
          <a:ln>
            <a:noFill/>
          </a:ln>
          <a:effectLst/>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4" name="箭头: 右 263">
            <a:extLst>
              <a:ext uri="{FF2B5EF4-FFF2-40B4-BE49-F238E27FC236}">
                <a16:creationId xmlns:a16="http://schemas.microsoft.com/office/drawing/2014/main" id="{27BD8055-09E7-D00C-1C45-28AEF0805EA5}"/>
              </a:ext>
            </a:extLst>
          </p:cNvPr>
          <p:cNvSpPr/>
          <p:nvPr/>
        </p:nvSpPr>
        <p:spPr>
          <a:xfrm rot="10800000">
            <a:off x="6105325" y="1943320"/>
            <a:ext cx="789575" cy="341283"/>
          </a:xfrm>
          <a:prstGeom prst="rightArrow">
            <a:avLst/>
          </a:prstGeom>
          <a:gradFill>
            <a:gsLst>
              <a:gs pos="0">
                <a:srgbClr val="8E9CEF"/>
              </a:gs>
              <a:gs pos="82000">
                <a:srgbClr val="8E9CEF">
                  <a:alpha val="0"/>
                </a:srgbClr>
              </a:gs>
            </a:gsLst>
            <a:lin ang="10800000" scaled="1"/>
          </a:gradFill>
          <a:ln>
            <a:noFill/>
          </a:ln>
          <a:effectLst/>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5" name="箭头: 右 264">
            <a:extLst>
              <a:ext uri="{FF2B5EF4-FFF2-40B4-BE49-F238E27FC236}">
                <a16:creationId xmlns:a16="http://schemas.microsoft.com/office/drawing/2014/main" id="{3303D971-A3B9-0743-EB3A-482A00E6F626}"/>
              </a:ext>
            </a:extLst>
          </p:cNvPr>
          <p:cNvSpPr/>
          <p:nvPr/>
        </p:nvSpPr>
        <p:spPr>
          <a:xfrm rot="10800000">
            <a:off x="4430830" y="2959332"/>
            <a:ext cx="789575" cy="341283"/>
          </a:xfrm>
          <a:prstGeom prst="rightArrow">
            <a:avLst/>
          </a:prstGeom>
          <a:gradFill>
            <a:gsLst>
              <a:gs pos="0">
                <a:srgbClr val="8E9CEF"/>
              </a:gs>
              <a:gs pos="82000">
                <a:srgbClr val="8E9CEF">
                  <a:alpha val="0"/>
                </a:srgbClr>
              </a:gs>
            </a:gsLst>
            <a:lin ang="10800000" scaled="1"/>
          </a:gradFill>
          <a:ln>
            <a:noFill/>
          </a:ln>
          <a:effectLst/>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6" name="箭头: 右 265">
            <a:extLst>
              <a:ext uri="{FF2B5EF4-FFF2-40B4-BE49-F238E27FC236}">
                <a16:creationId xmlns:a16="http://schemas.microsoft.com/office/drawing/2014/main" id="{A5281695-2E62-0457-0029-3A508BACB51F}"/>
              </a:ext>
            </a:extLst>
          </p:cNvPr>
          <p:cNvSpPr/>
          <p:nvPr/>
        </p:nvSpPr>
        <p:spPr>
          <a:xfrm rot="10800000">
            <a:off x="9843033" y="4129988"/>
            <a:ext cx="789575" cy="341283"/>
          </a:xfrm>
          <a:prstGeom prst="rightArrow">
            <a:avLst/>
          </a:prstGeom>
          <a:gradFill>
            <a:gsLst>
              <a:gs pos="0">
                <a:srgbClr val="8E9CEF"/>
              </a:gs>
              <a:gs pos="82000">
                <a:srgbClr val="8E9CEF">
                  <a:alpha val="0"/>
                </a:srgbClr>
              </a:gs>
            </a:gsLst>
            <a:lin ang="10800000" scaled="1"/>
          </a:gradFill>
          <a:ln>
            <a:noFill/>
          </a:ln>
          <a:effectLst/>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7" name="箭头: 右 266">
            <a:extLst>
              <a:ext uri="{FF2B5EF4-FFF2-40B4-BE49-F238E27FC236}">
                <a16:creationId xmlns:a16="http://schemas.microsoft.com/office/drawing/2014/main" id="{068DB7B3-5374-0BE6-AFF8-D7E751478E3C}"/>
              </a:ext>
            </a:extLst>
          </p:cNvPr>
          <p:cNvSpPr/>
          <p:nvPr/>
        </p:nvSpPr>
        <p:spPr>
          <a:xfrm rot="10800000">
            <a:off x="8196716" y="5072490"/>
            <a:ext cx="789575" cy="341283"/>
          </a:xfrm>
          <a:prstGeom prst="rightArrow">
            <a:avLst/>
          </a:prstGeom>
          <a:gradFill>
            <a:gsLst>
              <a:gs pos="0">
                <a:srgbClr val="8E9CEF"/>
              </a:gs>
              <a:gs pos="82000">
                <a:srgbClr val="8E9CEF">
                  <a:alpha val="0"/>
                </a:srgbClr>
              </a:gs>
            </a:gsLst>
            <a:lin ang="10800000" scaled="1"/>
          </a:gradFill>
          <a:ln>
            <a:noFill/>
          </a:ln>
          <a:effectLst/>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2" name="组合 271">
            <a:extLst>
              <a:ext uri="{FF2B5EF4-FFF2-40B4-BE49-F238E27FC236}">
                <a16:creationId xmlns:a16="http://schemas.microsoft.com/office/drawing/2014/main" id="{EAB765B8-02B4-737E-CA32-C6029D716DB7}"/>
              </a:ext>
            </a:extLst>
          </p:cNvPr>
          <p:cNvGrpSpPr/>
          <p:nvPr/>
        </p:nvGrpSpPr>
        <p:grpSpPr>
          <a:xfrm>
            <a:off x="8918014" y="1825558"/>
            <a:ext cx="536112" cy="726071"/>
            <a:chOff x="6508648" y="1988005"/>
            <a:chExt cx="338216" cy="458055"/>
          </a:xfrm>
        </p:grpSpPr>
        <p:grpSp>
          <p:nvGrpSpPr>
            <p:cNvPr id="268" name="组合 267">
              <a:extLst>
                <a:ext uri="{FF2B5EF4-FFF2-40B4-BE49-F238E27FC236}">
                  <a16:creationId xmlns:a16="http://schemas.microsoft.com/office/drawing/2014/main" id="{A8F95FCF-2E88-BC8F-F959-74F6E928C6CD}"/>
                </a:ext>
              </a:extLst>
            </p:cNvPr>
            <p:cNvGrpSpPr/>
            <p:nvPr/>
          </p:nvGrpSpPr>
          <p:grpSpPr>
            <a:xfrm>
              <a:off x="6508648" y="1988005"/>
              <a:ext cx="338216" cy="458055"/>
              <a:chOff x="5015665" y="3704732"/>
              <a:chExt cx="2016126" cy="2730500"/>
            </a:xfrm>
          </p:grpSpPr>
          <p:sp>
            <p:nvSpPr>
              <p:cNvPr id="269" name="Freeform 35">
                <a:extLst>
                  <a:ext uri="{FF2B5EF4-FFF2-40B4-BE49-F238E27FC236}">
                    <a16:creationId xmlns:a16="http://schemas.microsoft.com/office/drawing/2014/main" id="{D6E398B2-25F2-4CE8-B169-4183D76B617C}"/>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70" name="Freeform 36">
                <a:extLst>
                  <a:ext uri="{FF2B5EF4-FFF2-40B4-BE49-F238E27FC236}">
                    <a16:creationId xmlns:a16="http://schemas.microsoft.com/office/drawing/2014/main" id="{BFD4DB1E-C8E6-61E8-9EDE-5C33DC5C7B6B}"/>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p>
                <a:endParaRPr lang="zh-CN" altLang="en-US" sz="2000">
                  <a:latin typeface="HarmonyOS Sans SC Medium" panose="00000600000000000000" pitchFamily="2" charset="-122"/>
                  <a:ea typeface="HarmonyOS Sans SC Medium" panose="00000600000000000000" pitchFamily="2" charset="-122"/>
                </a:endParaRPr>
              </a:p>
            </p:txBody>
          </p:sp>
        </p:grpSp>
        <p:sp>
          <p:nvSpPr>
            <p:cNvPr id="271" name="Freeform 40">
              <a:extLst>
                <a:ext uri="{FF2B5EF4-FFF2-40B4-BE49-F238E27FC236}">
                  <a16:creationId xmlns:a16="http://schemas.microsoft.com/office/drawing/2014/main" id="{788CFD16-E7D5-77E6-EEBB-B7924A96ACC7}"/>
                </a:ext>
              </a:extLst>
            </p:cNvPr>
            <p:cNvSpPr>
              <a:spLocks/>
            </p:cNvSpPr>
            <p:nvPr/>
          </p:nvSpPr>
          <p:spPr bwMode="auto">
            <a:xfrm>
              <a:off x="6595356" y="2132810"/>
              <a:ext cx="124005" cy="164871"/>
            </a:xfrm>
            <a:custGeom>
              <a:avLst/>
              <a:gdLst>
                <a:gd name="T0" fmla="*/ 24 w 37"/>
                <a:gd name="T1" fmla="*/ 6 h 49"/>
                <a:gd name="T2" fmla="*/ 25 w 37"/>
                <a:gd name="T3" fmla="*/ 8 h 49"/>
                <a:gd name="T4" fmla="*/ 26 w 37"/>
                <a:gd name="T5" fmla="*/ 14 h 49"/>
                <a:gd name="T6" fmla="*/ 31 w 37"/>
                <a:gd name="T7" fmla="*/ 15 h 49"/>
                <a:gd name="T8" fmla="*/ 31 w 37"/>
                <a:gd name="T9" fmla="*/ 15 h 49"/>
                <a:gd name="T10" fmla="*/ 32 w 37"/>
                <a:gd name="T11" fmla="*/ 16 h 49"/>
                <a:gd name="T12" fmla="*/ 33 w 37"/>
                <a:gd name="T13" fmla="*/ 19 h 49"/>
                <a:gd name="T14" fmla="*/ 31 w 37"/>
                <a:gd name="T15" fmla="*/ 23 h 49"/>
                <a:gd name="T16" fmla="*/ 36 w 37"/>
                <a:gd name="T17" fmla="*/ 27 h 49"/>
                <a:gd name="T18" fmla="*/ 37 w 37"/>
                <a:gd name="T19" fmla="*/ 29 h 49"/>
                <a:gd name="T20" fmla="*/ 37 w 37"/>
                <a:gd name="T21" fmla="*/ 31 h 49"/>
                <a:gd name="T22" fmla="*/ 33 w 37"/>
                <a:gd name="T23" fmla="*/ 32 h 49"/>
                <a:gd name="T24" fmla="*/ 37 w 37"/>
                <a:gd name="T25" fmla="*/ 38 h 49"/>
                <a:gd name="T26" fmla="*/ 37 w 37"/>
                <a:gd name="T27" fmla="*/ 41 h 49"/>
                <a:gd name="T28" fmla="*/ 36 w 37"/>
                <a:gd name="T29" fmla="*/ 41 h 49"/>
                <a:gd name="T30" fmla="*/ 31 w 37"/>
                <a:gd name="T31" fmla="*/ 40 h 49"/>
                <a:gd name="T32" fmla="*/ 33 w 37"/>
                <a:gd name="T33" fmla="*/ 46 h 49"/>
                <a:gd name="T34" fmla="*/ 32 w 37"/>
                <a:gd name="T35" fmla="*/ 47 h 49"/>
                <a:gd name="T36" fmla="*/ 31 w 37"/>
                <a:gd name="T37" fmla="*/ 47 h 49"/>
                <a:gd name="T38" fmla="*/ 26 w 37"/>
                <a:gd name="T39" fmla="*/ 43 h 49"/>
                <a:gd name="T40" fmla="*/ 24 w 37"/>
                <a:gd name="T41" fmla="*/ 47 h 49"/>
                <a:gd name="T42" fmla="*/ 24 w 37"/>
                <a:gd name="T43" fmla="*/ 49 h 49"/>
                <a:gd name="T44" fmla="*/ 23 w 37"/>
                <a:gd name="T45" fmla="*/ 48 h 49"/>
                <a:gd name="T46" fmla="*/ 22 w 37"/>
                <a:gd name="T47" fmla="*/ 47 h 49"/>
                <a:gd name="T48" fmla="*/ 18 w 37"/>
                <a:gd name="T49" fmla="*/ 41 h 49"/>
                <a:gd name="T50" fmla="*/ 15 w 37"/>
                <a:gd name="T51" fmla="*/ 43 h 49"/>
                <a:gd name="T52" fmla="*/ 14 w 37"/>
                <a:gd name="T53" fmla="*/ 43 h 49"/>
                <a:gd name="T54" fmla="*/ 12 w 37"/>
                <a:gd name="T55" fmla="*/ 40 h 49"/>
                <a:gd name="T56" fmla="*/ 11 w 37"/>
                <a:gd name="T57" fmla="*/ 34 h 49"/>
                <a:gd name="T58" fmla="*/ 7 w 37"/>
                <a:gd name="T59" fmla="*/ 33 h 49"/>
                <a:gd name="T60" fmla="*/ 5 w 37"/>
                <a:gd name="T61" fmla="*/ 31 h 49"/>
                <a:gd name="T62" fmla="*/ 5 w 37"/>
                <a:gd name="T63" fmla="*/ 30 h 49"/>
                <a:gd name="T64" fmla="*/ 5 w 37"/>
                <a:gd name="T65" fmla="*/ 25 h 49"/>
                <a:gd name="T66" fmla="*/ 1 w 37"/>
                <a:gd name="T67" fmla="*/ 21 h 49"/>
                <a:gd name="T68" fmla="*/ 0 w 37"/>
                <a:gd name="T69" fmla="*/ 19 h 49"/>
                <a:gd name="T70" fmla="*/ 1 w 37"/>
                <a:gd name="T71" fmla="*/ 17 h 49"/>
                <a:gd name="T72" fmla="*/ 4 w 37"/>
                <a:gd name="T73" fmla="*/ 15 h 49"/>
                <a:gd name="T74" fmla="*/ 1 w 37"/>
                <a:gd name="T75" fmla="*/ 10 h 49"/>
                <a:gd name="T76" fmla="*/ 0 w 37"/>
                <a:gd name="T77" fmla="*/ 8 h 49"/>
                <a:gd name="T78" fmla="*/ 2 w 37"/>
                <a:gd name="T79" fmla="*/ 7 h 49"/>
                <a:gd name="T80" fmla="*/ 6 w 37"/>
                <a:gd name="T81" fmla="*/ 8 h 49"/>
                <a:gd name="T82" fmla="*/ 5 w 37"/>
                <a:gd name="T83" fmla="*/ 3 h 49"/>
                <a:gd name="T84" fmla="*/ 5 w 37"/>
                <a:gd name="T85" fmla="*/ 0 h 49"/>
                <a:gd name="T86" fmla="*/ 6 w 37"/>
                <a:gd name="T87" fmla="*/ 1 h 49"/>
                <a:gd name="T88" fmla="*/ 7 w 37"/>
                <a:gd name="T89" fmla="*/ 1 h 49"/>
                <a:gd name="T90" fmla="*/ 11 w 37"/>
                <a:gd name="T91" fmla="*/ 5 h 49"/>
                <a:gd name="T92" fmla="*/ 12 w 37"/>
                <a:gd name="T93" fmla="*/ 1 h 49"/>
                <a:gd name="T94" fmla="*/ 14 w 37"/>
                <a:gd name="T95" fmla="*/ 0 h 49"/>
                <a:gd name="T96" fmla="*/ 15 w 37"/>
                <a:gd name="T97" fmla="*/ 2 h 49"/>
                <a:gd name="T98" fmla="*/ 18 w 37"/>
                <a:gd name="T99" fmla="*/ 7 h 49"/>
                <a:gd name="T100" fmla="*/ 22 w 37"/>
                <a:gd name="T101" fmla="*/ 5 h 49"/>
                <a:gd name="T102" fmla="*/ 24 w 37"/>
                <a:gd name="T103" fmla="*/ 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7" h="49">
                  <a:moveTo>
                    <a:pt x="24" y="6"/>
                  </a:moveTo>
                  <a:cubicBezTo>
                    <a:pt x="24" y="6"/>
                    <a:pt x="25" y="7"/>
                    <a:pt x="25" y="8"/>
                  </a:cubicBezTo>
                  <a:cubicBezTo>
                    <a:pt x="26" y="14"/>
                    <a:pt x="26" y="14"/>
                    <a:pt x="26" y="14"/>
                  </a:cubicBezTo>
                  <a:cubicBezTo>
                    <a:pt x="31" y="15"/>
                    <a:pt x="31" y="15"/>
                    <a:pt x="31" y="15"/>
                  </a:cubicBezTo>
                  <a:cubicBezTo>
                    <a:pt x="31" y="15"/>
                    <a:pt x="31" y="15"/>
                    <a:pt x="31" y="15"/>
                  </a:cubicBezTo>
                  <a:cubicBezTo>
                    <a:pt x="32" y="15"/>
                    <a:pt x="32" y="16"/>
                    <a:pt x="32" y="16"/>
                  </a:cubicBezTo>
                  <a:cubicBezTo>
                    <a:pt x="33" y="17"/>
                    <a:pt x="33" y="18"/>
                    <a:pt x="33" y="19"/>
                  </a:cubicBezTo>
                  <a:cubicBezTo>
                    <a:pt x="31" y="23"/>
                    <a:pt x="31" y="23"/>
                    <a:pt x="31" y="23"/>
                  </a:cubicBezTo>
                  <a:cubicBezTo>
                    <a:pt x="36" y="27"/>
                    <a:pt x="36" y="27"/>
                    <a:pt x="36" y="27"/>
                  </a:cubicBezTo>
                  <a:cubicBezTo>
                    <a:pt x="37" y="27"/>
                    <a:pt x="37" y="28"/>
                    <a:pt x="37" y="29"/>
                  </a:cubicBezTo>
                  <a:cubicBezTo>
                    <a:pt x="37" y="30"/>
                    <a:pt x="37" y="30"/>
                    <a:pt x="37" y="31"/>
                  </a:cubicBezTo>
                  <a:cubicBezTo>
                    <a:pt x="33" y="32"/>
                    <a:pt x="33" y="32"/>
                    <a:pt x="33" y="32"/>
                  </a:cubicBezTo>
                  <a:cubicBezTo>
                    <a:pt x="37" y="38"/>
                    <a:pt x="37" y="38"/>
                    <a:pt x="37" y="38"/>
                  </a:cubicBezTo>
                  <a:cubicBezTo>
                    <a:pt x="37" y="39"/>
                    <a:pt x="37" y="40"/>
                    <a:pt x="37" y="41"/>
                  </a:cubicBezTo>
                  <a:cubicBezTo>
                    <a:pt x="37" y="41"/>
                    <a:pt x="37" y="41"/>
                    <a:pt x="36" y="41"/>
                  </a:cubicBezTo>
                  <a:cubicBezTo>
                    <a:pt x="31" y="40"/>
                    <a:pt x="31" y="40"/>
                    <a:pt x="31" y="40"/>
                  </a:cubicBezTo>
                  <a:cubicBezTo>
                    <a:pt x="33" y="46"/>
                    <a:pt x="33" y="46"/>
                    <a:pt x="33" y="46"/>
                  </a:cubicBezTo>
                  <a:cubicBezTo>
                    <a:pt x="33" y="47"/>
                    <a:pt x="33" y="47"/>
                    <a:pt x="32" y="47"/>
                  </a:cubicBezTo>
                  <a:cubicBezTo>
                    <a:pt x="32" y="48"/>
                    <a:pt x="31" y="47"/>
                    <a:pt x="31" y="47"/>
                  </a:cubicBezTo>
                  <a:cubicBezTo>
                    <a:pt x="26" y="43"/>
                    <a:pt x="26" y="43"/>
                    <a:pt x="26" y="43"/>
                  </a:cubicBezTo>
                  <a:cubicBezTo>
                    <a:pt x="24" y="47"/>
                    <a:pt x="24" y="47"/>
                    <a:pt x="24" y="47"/>
                  </a:cubicBezTo>
                  <a:cubicBezTo>
                    <a:pt x="24" y="48"/>
                    <a:pt x="24" y="48"/>
                    <a:pt x="24" y="49"/>
                  </a:cubicBezTo>
                  <a:cubicBezTo>
                    <a:pt x="23" y="48"/>
                    <a:pt x="23" y="48"/>
                    <a:pt x="23" y="48"/>
                  </a:cubicBezTo>
                  <a:cubicBezTo>
                    <a:pt x="22" y="48"/>
                    <a:pt x="22" y="47"/>
                    <a:pt x="22" y="47"/>
                  </a:cubicBezTo>
                  <a:cubicBezTo>
                    <a:pt x="18" y="41"/>
                    <a:pt x="18" y="41"/>
                    <a:pt x="18" y="41"/>
                  </a:cubicBezTo>
                  <a:cubicBezTo>
                    <a:pt x="15" y="43"/>
                    <a:pt x="15" y="43"/>
                    <a:pt x="15" y="43"/>
                  </a:cubicBezTo>
                  <a:cubicBezTo>
                    <a:pt x="15" y="44"/>
                    <a:pt x="14" y="43"/>
                    <a:pt x="14" y="43"/>
                  </a:cubicBezTo>
                  <a:cubicBezTo>
                    <a:pt x="13" y="42"/>
                    <a:pt x="12" y="41"/>
                    <a:pt x="12" y="40"/>
                  </a:cubicBezTo>
                  <a:cubicBezTo>
                    <a:pt x="11" y="34"/>
                    <a:pt x="11" y="34"/>
                    <a:pt x="11" y="34"/>
                  </a:cubicBezTo>
                  <a:cubicBezTo>
                    <a:pt x="7" y="33"/>
                    <a:pt x="7" y="33"/>
                    <a:pt x="7" y="33"/>
                  </a:cubicBezTo>
                  <a:cubicBezTo>
                    <a:pt x="6" y="33"/>
                    <a:pt x="5" y="33"/>
                    <a:pt x="5" y="31"/>
                  </a:cubicBezTo>
                  <a:cubicBezTo>
                    <a:pt x="5" y="31"/>
                    <a:pt x="4" y="30"/>
                    <a:pt x="5" y="30"/>
                  </a:cubicBezTo>
                  <a:cubicBezTo>
                    <a:pt x="5" y="25"/>
                    <a:pt x="5" y="25"/>
                    <a:pt x="5" y="25"/>
                  </a:cubicBezTo>
                  <a:cubicBezTo>
                    <a:pt x="1" y="21"/>
                    <a:pt x="1" y="21"/>
                    <a:pt x="1" y="21"/>
                  </a:cubicBezTo>
                  <a:cubicBezTo>
                    <a:pt x="1" y="21"/>
                    <a:pt x="0" y="20"/>
                    <a:pt x="0" y="19"/>
                  </a:cubicBezTo>
                  <a:cubicBezTo>
                    <a:pt x="0" y="19"/>
                    <a:pt x="0" y="18"/>
                    <a:pt x="1" y="17"/>
                  </a:cubicBezTo>
                  <a:cubicBezTo>
                    <a:pt x="4" y="15"/>
                    <a:pt x="4" y="15"/>
                    <a:pt x="4" y="15"/>
                  </a:cubicBezTo>
                  <a:cubicBezTo>
                    <a:pt x="1" y="10"/>
                    <a:pt x="1" y="10"/>
                    <a:pt x="1" y="10"/>
                  </a:cubicBezTo>
                  <a:cubicBezTo>
                    <a:pt x="0" y="9"/>
                    <a:pt x="0" y="8"/>
                    <a:pt x="0" y="8"/>
                  </a:cubicBezTo>
                  <a:cubicBezTo>
                    <a:pt x="0" y="7"/>
                    <a:pt x="1" y="7"/>
                    <a:pt x="2" y="7"/>
                  </a:cubicBezTo>
                  <a:cubicBezTo>
                    <a:pt x="6" y="8"/>
                    <a:pt x="6" y="8"/>
                    <a:pt x="6" y="8"/>
                  </a:cubicBezTo>
                  <a:cubicBezTo>
                    <a:pt x="5" y="3"/>
                    <a:pt x="5" y="3"/>
                    <a:pt x="5" y="3"/>
                  </a:cubicBezTo>
                  <a:cubicBezTo>
                    <a:pt x="4" y="2"/>
                    <a:pt x="5" y="1"/>
                    <a:pt x="5" y="0"/>
                  </a:cubicBezTo>
                  <a:cubicBezTo>
                    <a:pt x="5" y="1"/>
                    <a:pt x="6" y="1"/>
                    <a:pt x="6" y="1"/>
                  </a:cubicBezTo>
                  <a:cubicBezTo>
                    <a:pt x="6" y="1"/>
                    <a:pt x="7" y="1"/>
                    <a:pt x="7" y="1"/>
                  </a:cubicBezTo>
                  <a:cubicBezTo>
                    <a:pt x="11" y="5"/>
                    <a:pt x="11" y="5"/>
                    <a:pt x="11" y="5"/>
                  </a:cubicBezTo>
                  <a:cubicBezTo>
                    <a:pt x="12" y="1"/>
                    <a:pt x="12" y="1"/>
                    <a:pt x="12" y="1"/>
                  </a:cubicBezTo>
                  <a:cubicBezTo>
                    <a:pt x="12" y="0"/>
                    <a:pt x="13" y="0"/>
                    <a:pt x="14" y="0"/>
                  </a:cubicBezTo>
                  <a:cubicBezTo>
                    <a:pt x="14" y="0"/>
                    <a:pt x="15" y="1"/>
                    <a:pt x="15" y="2"/>
                  </a:cubicBezTo>
                  <a:cubicBezTo>
                    <a:pt x="18" y="7"/>
                    <a:pt x="18" y="7"/>
                    <a:pt x="18" y="7"/>
                  </a:cubicBezTo>
                  <a:cubicBezTo>
                    <a:pt x="22" y="5"/>
                    <a:pt x="22" y="5"/>
                    <a:pt x="22" y="5"/>
                  </a:cubicBezTo>
                  <a:cubicBezTo>
                    <a:pt x="23" y="5"/>
                    <a:pt x="23" y="5"/>
                    <a:pt x="24" y="6"/>
                  </a:cubicBezTo>
                  <a:close/>
                </a:path>
              </a:pathLst>
            </a:custGeom>
            <a:solidFill>
              <a:srgbClr val="0EF081"/>
            </a:soli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273" name="组合 272">
            <a:extLst>
              <a:ext uri="{FF2B5EF4-FFF2-40B4-BE49-F238E27FC236}">
                <a16:creationId xmlns:a16="http://schemas.microsoft.com/office/drawing/2014/main" id="{0D49A07F-7803-8F01-42C4-AECE4FB7597E}"/>
              </a:ext>
            </a:extLst>
          </p:cNvPr>
          <p:cNvGrpSpPr/>
          <p:nvPr/>
        </p:nvGrpSpPr>
        <p:grpSpPr>
          <a:xfrm>
            <a:off x="7392647" y="2833453"/>
            <a:ext cx="536112" cy="726071"/>
            <a:chOff x="6508648" y="1988005"/>
            <a:chExt cx="338216" cy="458055"/>
          </a:xfrm>
        </p:grpSpPr>
        <p:grpSp>
          <p:nvGrpSpPr>
            <p:cNvPr id="274" name="组合 273">
              <a:extLst>
                <a:ext uri="{FF2B5EF4-FFF2-40B4-BE49-F238E27FC236}">
                  <a16:creationId xmlns:a16="http://schemas.microsoft.com/office/drawing/2014/main" id="{31663E33-557F-B456-FFE8-A910FECD10FB}"/>
                </a:ext>
              </a:extLst>
            </p:cNvPr>
            <p:cNvGrpSpPr/>
            <p:nvPr/>
          </p:nvGrpSpPr>
          <p:grpSpPr>
            <a:xfrm>
              <a:off x="6508648" y="1988005"/>
              <a:ext cx="338216" cy="458055"/>
              <a:chOff x="5015665" y="3704732"/>
              <a:chExt cx="2016126" cy="2730500"/>
            </a:xfrm>
          </p:grpSpPr>
          <p:sp>
            <p:nvSpPr>
              <p:cNvPr id="276" name="Freeform 35">
                <a:extLst>
                  <a:ext uri="{FF2B5EF4-FFF2-40B4-BE49-F238E27FC236}">
                    <a16:creationId xmlns:a16="http://schemas.microsoft.com/office/drawing/2014/main" id="{4A1A6F34-4E18-AD46-BEBA-581BCEC145FF}"/>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77" name="Freeform 36">
                <a:extLst>
                  <a:ext uri="{FF2B5EF4-FFF2-40B4-BE49-F238E27FC236}">
                    <a16:creationId xmlns:a16="http://schemas.microsoft.com/office/drawing/2014/main" id="{C1783A18-3800-ED41-202A-268E93BF2D35}"/>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p>
                <a:endParaRPr lang="zh-CN" altLang="en-US" sz="2000">
                  <a:latin typeface="HarmonyOS Sans SC Medium" panose="00000600000000000000" pitchFamily="2" charset="-122"/>
                  <a:ea typeface="HarmonyOS Sans SC Medium" panose="00000600000000000000" pitchFamily="2" charset="-122"/>
                </a:endParaRPr>
              </a:p>
            </p:txBody>
          </p:sp>
        </p:grpSp>
        <p:sp>
          <p:nvSpPr>
            <p:cNvPr id="275" name="Freeform 40">
              <a:extLst>
                <a:ext uri="{FF2B5EF4-FFF2-40B4-BE49-F238E27FC236}">
                  <a16:creationId xmlns:a16="http://schemas.microsoft.com/office/drawing/2014/main" id="{EF899C47-50E2-BE64-3CEF-E9188279A669}"/>
                </a:ext>
              </a:extLst>
            </p:cNvPr>
            <p:cNvSpPr>
              <a:spLocks/>
            </p:cNvSpPr>
            <p:nvPr/>
          </p:nvSpPr>
          <p:spPr bwMode="auto">
            <a:xfrm>
              <a:off x="6595356" y="2132810"/>
              <a:ext cx="124005" cy="164871"/>
            </a:xfrm>
            <a:custGeom>
              <a:avLst/>
              <a:gdLst>
                <a:gd name="T0" fmla="*/ 24 w 37"/>
                <a:gd name="T1" fmla="*/ 6 h 49"/>
                <a:gd name="T2" fmla="*/ 25 w 37"/>
                <a:gd name="T3" fmla="*/ 8 h 49"/>
                <a:gd name="T4" fmla="*/ 26 w 37"/>
                <a:gd name="T5" fmla="*/ 14 h 49"/>
                <a:gd name="T6" fmla="*/ 31 w 37"/>
                <a:gd name="T7" fmla="*/ 15 h 49"/>
                <a:gd name="T8" fmla="*/ 31 w 37"/>
                <a:gd name="T9" fmla="*/ 15 h 49"/>
                <a:gd name="T10" fmla="*/ 32 w 37"/>
                <a:gd name="T11" fmla="*/ 16 h 49"/>
                <a:gd name="T12" fmla="*/ 33 w 37"/>
                <a:gd name="T13" fmla="*/ 19 h 49"/>
                <a:gd name="T14" fmla="*/ 31 w 37"/>
                <a:gd name="T15" fmla="*/ 23 h 49"/>
                <a:gd name="T16" fmla="*/ 36 w 37"/>
                <a:gd name="T17" fmla="*/ 27 h 49"/>
                <a:gd name="T18" fmla="*/ 37 w 37"/>
                <a:gd name="T19" fmla="*/ 29 h 49"/>
                <a:gd name="T20" fmla="*/ 37 w 37"/>
                <a:gd name="T21" fmla="*/ 31 h 49"/>
                <a:gd name="T22" fmla="*/ 33 w 37"/>
                <a:gd name="T23" fmla="*/ 32 h 49"/>
                <a:gd name="T24" fmla="*/ 37 w 37"/>
                <a:gd name="T25" fmla="*/ 38 h 49"/>
                <a:gd name="T26" fmla="*/ 37 w 37"/>
                <a:gd name="T27" fmla="*/ 41 h 49"/>
                <a:gd name="T28" fmla="*/ 36 w 37"/>
                <a:gd name="T29" fmla="*/ 41 h 49"/>
                <a:gd name="T30" fmla="*/ 31 w 37"/>
                <a:gd name="T31" fmla="*/ 40 h 49"/>
                <a:gd name="T32" fmla="*/ 33 w 37"/>
                <a:gd name="T33" fmla="*/ 46 h 49"/>
                <a:gd name="T34" fmla="*/ 32 w 37"/>
                <a:gd name="T35" fmla="*/ 47 h 49"/>
                <a:gd name="T36" fmla="*/ 31 w 37"/>
                <a:gd name="T37" fmla="*/ 47 h 49"/>
                <a:gd name="T38" fmla="*/ 26 w 37"/>
                <a:gd name="T39" fmla="*/ 43 h 49"/>
                <a:gd name="T40" fmla="*/ 24 w 37"/>
                <a:gd name="T41" fmla="*/ 47 h 49"/>
                <a:gd name="T42" fmla="*/ 24 w 37"/>
                <a:gd name="T43" fmla="*/ 49 h 49"/>
                <a:gd name="T44" fmla="*/ 23 w 37"/>
                <a:gd name="T45" fmla="*/ 48 h 49"/>
                <a:gd name="T46" fmla="*/ 22 w 37"/>
                <a:gd name="T47" fmla="*/ 47 h 49"/>
                <a:gd name="T48" fmla="*/ 18 w 37"/>
                <a:gd name="T49" fmla="*/ 41 h 49"/>
                <a:gd name="T50" fmla="*/ 15 w 37"/>
                <a:gd name="T51" fmla="*/ 43 h 49"/>
                <a:gd name="T52" fmla="*/ 14 w 37"/>
                <a:gd name="T53" fmla="*/ 43 h 49"/>
                <a:gd name="T54" fmla="*/ 12 w 37"/>
                <a:gd name="T55" fmla="*/ 40 h 49"/>
                <a:gd name="T56" fmla="*/ 11 w 37"/>
                <a:gd name="T57" fmla="*/ 34 h 49"/>
                <a:gd name="T58" fmla="*/ 7 w 37"/>
                <a:gd name="T59" fmla="*/ 33 h 49"/>
                <a:gd name="T60" fmla="*/ 5 w 37"/>
                <a:gd name="T61" fmla="*/ 31 h 49"/>
                <a:gd name="T62" fmla="*/ 5 w 37"/>
                <a:gd name="T63" fmla="*/ 30 h 49"/>
                <a:gd name="T64" fmla="*/ 5 w 37"/>
                <a:gd name="T65" fmla="*/ 25 h 49"/>
                <a:gd name="T66" fmla="*/ 1 w 37"/>
                <a:gd name="T67" fmla="*/ 21 h 49"/>
                <a:gd name="T68" fmla="*/ 0 w 37"/>
                <a:gd name="T69" fmla="*/ 19 h 49"/>
                <a:gd name="T70" fmla="*/ 1 w 37"/>
                <a:gd name="T71" fmla="*/ 17 h 49"/>
                <a:gd name="T72" fmla="*/ 4 w 37"/>
                <a:gd name="T73" fmla="*/ 15 h 49"/>
                <a:gd name="T74" fmla="*/ 1 w 37"/>
                <a:gd name="T75" fmla="*/ 10 h 49"/>
                <a:gd name="T76" fmla="*/ 0 w 37"/>
                <a:gd name="T77" fmla="*/ 8 h 49"/>
                <a:gd name="T78" fmla="*/ 2 w 37"/>
                <a:gd name="T79" fmla="*/ 7 h 49"/>
                <a:gd name="T80" fmla="*/ 6 w 37"/>
                <a:gd name="T81" fmla="*/ 8 h 49"/>
                <a:gd name="T82" fmla="*/ 5 w 37"/>
                <a:gd name="T83" fmla="*/ 3 h 49"/>
                <a:gd name="T84" fmla="*/ 5 w 37"/>
                <a:gd name="T85" fmla="*/ 0 h 49"/>
                <a:gd name="T86" fmla="*/ 6 w 37"/>
                <a:gd name="T87" fmla="*/ 1 h 49"/>
                <a:gd name="T88" fmla="*/ 7 w 37"/>
                <a:gd name="T89" fmla="*/ 1 h 49"/>
                <a:gd name="T90" fmla="*/ 11 w 37"/>
                <a:gd name="T91" fmla="*/ 5 h 49"/>
                <a:gd name="T92" fmla="*/ 12 w 37"/>
                <a:gd name="T93" fmla="*/ 1 h 49"/>
                <a:gd name="T94" fmla="*/ 14 w 37"/>
                <a:gd name="T95" fmla="*/ 0 h 49"/>
                <a:gd name="T96" fmla="*/ 15 w 37"/>
                <a:gd name="T97" fmla="*/ 2 h 49"/>
                <a:gd name="T98" fmla="*/ 18 w 37"/>
                <a:gd name="T99" fmla="*/ 7 h 49"/>
                <a:gd name="T100" fmla="*/ 22 w 37"/>
                <a:gd name="T101" fmla="*/ 5 h 49"/>
                <a:gd name="T102" fmla="*/ 24 w 37"/>
                <a:gd name="T103" fmla="*/ 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7" h="49">
                  <a:moveTo>
                    <a:pt x="24" y="6"/>
                  </a:moveTo>
                  <a:cubicBezTo>
                    <a:pt x="24" y="6"/>
                    <a:pt x="25" y="7"/>
                    <a:pt x="25" y="8"/>
                  </a:cubicBezTo>
                  <a:cubicBezTo>
                    <a:pt x="26" y="14"/>
                    <a:pt x="26" y="14"/>
                    <a:pt x="26" y="14"/>
                  </a:cubicBezTo>
                  <a:cubicBezTo>
                    <a:pt x="31" y="15"/>
                    <a:pt x="31" y="15"/>
                    <a:pt x="31" y="15"/>
                  </a:cubicBezTo>
                  <a:cubicBezTo>
                    <a:pt x="31" y="15"/>
                    <a:pt x="31" y="15"/>
                    <a:pt x="31" y="15"/>
                  </a:cubicBezTo>
                  <a:cubicBezTo>
                    <a:pt x="32" y="15"/>
                    <a:pt x="32" y="16"/>
                    <a:pt x="32" y="16"/>
                  </a:cubicBezTo>
                  <a:cubicBezTo>
                    <a:pt x="33" y="17"/>
                    <a:pt x="33" y="18"/>
                    <a:pt x="33" y="19"/>
                  </a:cubicBezTo>
                  <a:cubicBezTo>
                    <a:pt x="31" y="23"/>
                    <a:pt x="31" y="23"/>
                    <a:pt x="31" y="23"/>
                  </a:cubicBezTo>
                  <a:cubicBezTo>
                    <a:pt x="36" y="27"/>
                    <a:pt x="36" y="27"/>
                    <a:pt x="36" y="27"/>
                  </a:cubicBezTo>
                  <a:cubicBezTo>
                    <a:pt x="37" y="27"/>
                    <a:pt x="37" y="28"/>
                    <a:pt x="37" y="29"/>
                  </a:cubicBezTo>
                  <a:cubicBezTo>
                    <a:pt x="37" y="30"/>
                    <a:pt x="37" y="30"/>
                    <a:pt x="37" y="31"/>
                  </a:cubicBezTo>
                  <a:cubicBezTo>
                    <a:pt x="33" y="32"/>
                    <a:pt x="33" y="32"/>
                    <a:pt x="33" y="32"/>
                  </a:cubicBezTo>
                  <a:cubicBezTo>
                    <a:pt x="37" y="38"/>
                    <a:pt x="37" y="38"/>
                    <a:pt x="37" y="38"/>
                  </a:cubicBezTo>
                  <a:cubicBezTo>
                    <a:pt x="37" y="39"/>
                    <a:pt x="37" y="40"/>
                    <a:pt x="37" y="41"/>
                  </a:cubicBezTo>
                  <a:cubicBezTo>
                    <a:pt x="37" y="41"/>
                    <a:pt x="37" y="41"/>
                    <a:pt x="36" y="41"/>
                  </a:cubicBezTo>
                  <a:cubicBezTo>
                    <a:pt x="31" y="40"/>
                    <a:pt x="31" y="40"/>
                    <a:pt x="31" y="40"/>
                  </a:cubicBezTo>
                  <a:cubicBezTo>
                    <a:pt x="33" y="46"/>
                    <a:pt x="33" y="46"/>
                    <a:pt x="33" y="46"/>
                  </a:cubicBezTo>
                  <a:cubicBezTo>
                    <a:pt x="33" y="47"/>
                    <a:pt x="33" y="47"/>
                    <a:pt x="32" y="47"/>
                  </a:cubicBezTo>
                  <a:cubicBezTo>
                    <a:pt x="32" y="48"/>
                    <a:pt x="31" y="47"/>
                    <a:pt x="31" y="47"/>
                  </a:cubicBezTo>
                  <a:cubicBezTo>
                    <a:pt x="26" y="43"/>
                    <a:pt x="26" y="43"/>
                    <a:pt x="26" y="43"/>
                  </a:cubicBezTo>
                  <a:cubicBezTo>
                    <a:pt x="24" y="47"/>
                    <a:pt x="24" y="47"/>
                    <a:pt x="24" y="47"/>
                  </a:cubicBezTo>
                  <a:cubicBezTo>
                    <a:pt x="24" y="48"/>
                    <a:pt x="24" y="48"/>
                    <a:pt x="24" y="49"/>
                  </a:cubicBezTo>
                  <a:cubicBezTo>
                    <a:pt x="23" y="48"/>
                    <a:pt x="23" y="48"/>
                    <a:pt x="23" y="48"/>
                  </a:cubicBezTo>
                  <a:cubicBezTo>
                    <a:pt x="22" y="48"/>
                    <a:pt x="22" y="47"/>
                    <a:pt x="22" y="47"/>
                  </a:cubicBezTo>
                  <a:cubicBezTo>
                    <a:pt x="18" y="41"/>
                    <a:pt x="18" y="41"/>
                    <a:pt x="18" y="41"/>
                  </a:cubicBezTo>
                  <a:cubicBezTo>
                    <a:pt x="15" y="43"/>
                    <a:pt x="15" y="43"/>
                    <a:pt x="15" y="43"/>
                  </a:cubicBezTo>
                  <a:cubicBezTo>
                    <a:pt x="15" y="44"/>
                    <a:pt x="14" y="43"/>
                    <a:pt x="14" y="43"/>
                  </a:cubicBezTo>
                  <a:cubicBezTo>
                    <a:pt x="13" y="42"/>
                    <a:pt x="12" y="41"/>
                    <a:pt x="12" y="40"/>
                  </a:cubicBezTo>
                  <a:cubicBezTo>
                    <a:pt x="11" y="34"/>
                    <a:pt x="11" y="34"/>
                    <a:pt x="11" y="34"/>
                  </a:cubicBezTo>
                  <a:cubicBezTo>
                    <a:pt x="7" y="33"/>
                    <a:pt x="7" y="33"/>
                    <a:pt x="7" y="33"/>
                  </a:cubicBezTo>
                  <a:cubicBezTo>
                    <a:pt x="6" y="33"/>
                    <a:pt x="5" y="33"/>
                    <a:pt x="5" y="31"/>
                  </a:cubicBezTo>
                  <a:cubicBezTo>
                    <a:pt x="5" y="31"/>
                    <a:pt x="4" y="30"/>
                    <a:pt x="5" y="30"/>
                  </a:cubicBezTo>
                  <a:cubicBezTo>
                    <a:pt x="5" y="25"/>
                    <a:pt x="5" y="25"/>
                    <a:pt x="5" y="25"/>
                  </a:cubicBezTo>
                  <a:cubicBezTo>
                    <a:pt x="1" y="21"/>
                    <a:pt x="1" y="21"/>
                    <a:pt x="1" y="21"/>
                  </a:cubicBezTo>
                  <a:cubicBezTo>
                    <a:pt x="1" y="21"/>
                    <a:pt x="0" y="20"/>
                    <a:pt x="0" y="19"/>
                  </a:cubicBezTo>
                  <a:cubicBezTo>
                    <a:pt x="0" y="19"/>
                    <a:pt x="0" y="18"/>
                    <a:pt x="1" y="17"/>
                  </a:cubicBezTo>
                  <a:cubicBezTo>
                    <a:pt x="4" y="15"/>
                    <a:pt x="4" y="15"/>
                    <a:pt x="4" y="15"/>
                  </a:cubicBezTo>
                  <a:cubicBezTo>
                    <a:pt x="1" y="10"/>
                    <a:pt x="1" y="10"/>
                    <a:pt x="1" y="10"/>
                  </a:cubicBezTo>
                  <a:cubicBezTo>
                    <a:pt x="0" y="9"/>
                    <a:pt x="0" y="8"/>
                    <a:pt x="0" y="8"/>
                  </a:cubicBezTo>
                  <a:cubicBezTo>
                    <a:pt x="0" y="7"/>
                    <a:pt x="1" y="7"/>
                    <a:pt x="2" y="7"/>
                  </a:cubicBezTo>
                  <a:cubicBezTo>
                    <a:pt x="6" y="8"/>
                    <a:pt x="6" y="8"/>
                    <a:pt x="6" y="8"/>
                  </a:cubicBezTo>
                  <a:cubicBezTo>
                    <a:pt x="5" y="3"/>
                    <a:pt x="5" y="3"/>
                    <a:pt x="5" y="3"/>
                  </a:cubicBezTo>
                  <a:cubicBezTo>
                    <a:pt x="4" y="2"/>
                    <a:pt x="5" y="1"/>
                    <a:pt x="5" y="0"/>
                  </a:cubicBezTo>
                  <a:cubicBezTo>
                    <a:pt x="5" y="1"/>
                    <a:pt x="6" y="1"/>
                    <a:pt x="6" y="1"/>
                  </a:cubicBezTo>
                  <a:cubicBezTo>
                    <a:pt x="6" y="1"/>
                    <a:pt x="7" y="1"/>
                    <a:pt x="7" y="1"/>
                  </a:cubicBezTo>
                  <a:cubicBezTo>
                    <a:pt x="11" y="5"/>
                    <a:pt x="11" y="5"/>
                    <a:pt x="11" y="5"/>
                  </a:cubicBezTo>
                  <a:cubicBezTo>
                    <a:pt x="12" y="1"/>
                    <a:pt x="12" y="1"/>
                    <a:pt x="12" y="1"/>
                  </a:cubicBezTo>
                  <a:cubicBezTo>
                    <a:pt x="12" y="0"/>
                    <a:pt x="13" y="0"/>
                    <a:pt x="14" y="0"/>
                  </a:cubicBezTo>
                  <a:cubicBezTo>
                    <a:pt x="14" y="0"/>
                    <a:pt x="15" y="1"/>
                    <a:pt x="15" y="2"/>
                  </a:cubicBezTo>
                  <a:cubicBezTo>
                    <a:pt x="18" y="7"/>
                    <a:pt x="18" y="7"/>
                    <a:pt x="18" y="7"/>
                  </a:cubicBezTo>
                  <a:cubicBezTo>
                    <a:pt x="22" y="5"/>
                    <a:pt x="22" y="5"/>
                    <a:pt x="22" y="5"/>
                  </a:cubicBezTo>
                  <a:cubicBezTo>
                    <a:pt x="23" y="5"/>
                    <a:pt x="23" y="5"/>
                    <a:pt x="24" y="6"/>
                  </a:cubicBezTo>
                  <a:close/>
                </a:path>
              </a:pathLst>
            </a:custGeom>
            <a:solidFill>
              <a:srgbClr val="0EF081"/>
            </a:soli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278" name="组合 277">
            <a:extLst>
              <a:ext uri="{FF2B5EF4-FFF2-40B4-BE49-F238E27FC236}">
                <a16:creationId xmlns:a16="http://schemas.microsoft.com/office/drawing/2014/main" id="{9D3D453F-7464-75CB-E0B3-AA7342D8BEDF}"/>
              </a:ext>
            </a:extLst>
          </p:cNvPr>
          <p:cNvGrpSpPr/>
          <p:nvPr/>
        </p:nvGrpSpPr>
        <p:grpSpPr>
          <a:xfrm>
            <a:off x="5742728" y="3852770"/>
            <a:ext cx="536112" cy="726071"/>
            <a:chOff x="6508648" y="1988005"/>
            <a:chExt cx="338216" cy="458055"/>
          </a:xfrm>
        </p:grpSpPr>
        <p:grpSp>
          <p:nvGrpSpPr>
            <p:cNvPr id="279" name="组合 278">
              <a:extLst>
                <a:ext uri="{FF2B5EF4-FFF2-40B4-BE49-F238E27FC236}">
                  <a16:creationId xmlns:a16="http://schemas.microsoft.com/office/drawing/2014/main" id="{0E6F414C-8FB5-8644-BB40-469ADB0C9F6C}"/>
                </a:ext>
              </a:extLst>
            </p:cNvPr>
            <p:cNvGrpSpPr/>
            <p:nvPr/>
          </p:nvGrpSpPr>
          <p:grpSpPr>
            <a:xfrm>
              <a:off x="6508648" y="1988005"/>
              <a:ext cx="338216" cy="458055"/>
              <a:chOff x="5015665" y="3704732"/>
              <a:chExt cx="2016126" cy="2730500"/>
            </a:xfrm>
          </p:grpSpPr>
          <p:sp>
            <p:nvSpPr>
              <p:cNvPr id="281" name="Freeform 35">
                <a:extLst>
                  <a:ext uri="{FF2B5EF4-FFF2-40B4-BE49-F238E27FC236}">
                    <a16:creationId xmlns:a16="http://schemas.microsoft.com/office/drawing/2014/main" id="{AC6FD742-D189-39A9-68D1-46626E0F4BAF}"/>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82" name="Freeform 36">
                <a:extLst>
                  <a:ext uri="{FF2B5EF4-FFF2-40B4-BE49-F238E27FC236}">
                    <a16:creationId xmlns:a16="http://schemas.microsoft.com/office/drawing/2014/main" id="{333DDD1E-2833-EB7E-31B3-CE5D062B31C4}"/>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p>
                <a:endParaRPr lang="zh-CN" altLang="en-US" sz="2000">
                  <a:latin typeface="HarmonyOS Sans SC Medium" panose="00000600000000000000" pitchFamily="2" charset="-122"/>
                  <a:ea typeface="HarmonyOS Sans SC Medium" panose="00000600000000000000" pitchFamily="2" charset="-122"/>
                </a:endParaRPr>
              </a:p>
            </p:txBody>
          </p:sp>
        </p:grpSp>
        <p:sp>
          <p:nvSpPr>
            <p:cNvPr id="280" name="Freeform 40">
              <a:extLst>
                <a:ext uri="{FF2B5EF4-FFF2-40B4-BE49-F238E27FC236}">
                  <a16:creationId xmlns:a16="http://schemas.microsoft.com/office/drawing/2014/main" id="{BF2A8F1F-B3CD-AC31-7902-C742062FF4C7}"/>
                </a:ext>
              </a:extLst>
            </p:cNvPr>
            <p:cNvSpPr>
              <a:spLocks/>
            </p:cNvSpPr>
            <p:nvPr/>
          </p:nvSpPr>
          <p:spPr bwMode="auto">
            <a:xfrm>
              <a:off x="6595356" y="2132810"/>
              <a:ext cx="124005" cy="164871"/>
            </a:xfrm>
            <a:custGeom>
              <a:avLst/>
              <a:gdLst>
                <a:gd name="T0" fmla="*/ 24 w 37"/>
                <a:gd name="T1" fmla="*/ 6 h 49"/>
                <a:gd name="T2" fmla="*/ 25 w 37"/>
                <a:gd name="T3" fmla="*/ 8 h 49"/>
                <a:gd name="T4" fmla="*/ 26 w 37"/>
                <a:gd name="T5" fmla="*/ 14 h 49"/>
                <a:gd name="T6" fmla="*/ 31 w 37"/>
                <a:gd name="T7" fmla="*/ 15 h 49"/>
                <a:gd name="T8" fmla="*/ 31 w 37"/>
                <a:gd name="T9" fmla="*/ 15 h 49"/>
                <a:gd name="T10" fmla="*/ 32 w 37"/>
                <a:gd name="T11" fmla="*/ 16 h 49"/>
                <a:gd name="T12" fmla="*/ 33 w 37"/>
                <a:gd name="T13" fmla="*/ 19 h 49"/>
                <a:gd name="T14" fmla="*/ 31 w 37"/>
                <a:gd name="T15" fmla="*/ 23 h 49"/>
                <a:gd name="T16" fmla="*/ 36 w 37"/>
                <a:gd name="T17" fmla="*/ 27 h 49"/>
                <a:gd name="T18" fmla="*/ 37 w 37"/>
                <a:gd name="T19" fmla="*/ 29 h 49"/>
                <a:gd name="T20" fmla="*/ 37 w 37"/>
                <a:gd name="T21" fmla="*/ 31 h 49"/>
                <a:gd name="T22" fmla="*/ 33 w 37"/>
                <a:gd name="T23" fmla="*/ 32 h 49"/>
                <a:gd name="T24" fmla="*/ 37 w 37"/>
                <a:gd name="T25" fmla="*/ 38 h 49"/>
                <a:gd name="T26" fmla="*/ 37 w 37"/>
                <a:gd name="T27" fmla="*/ 41 h 49"/>
                <a:gd name="T28" fmla="*/ 36 w 37"/>
                <a:gd name="T29" fmla="*/ 41 h 49"/>
                <a:gd name="T30" fmla="*/ 31 w 37"/>
                <a:gd name="T31" fmla="*/ 40 h 49"/>
                <a:gd name="T32" fmla="*/ 33 w 37"/>
                <a:gd name="T33" fmla="*/ 46 h 49"/>
                <a:gd name="T34" fmla="*/ 32 w 37"/>
                <a:gd name="T35" fmla="*/ 47 h 49"/>
                <a:gd name="T36" fmla="*/ 31 w 37"/>
                <a:gd name="T37" fmla="*/ 47 h 49"/>
                <a:gd name="T38" fmla="*/ 26 w 37"/>
                <a:gd name="T39" fmla="*/ 43 h 49"/>
                <a:gd name="T40" fmla="*/ 24 w 37"/>
                <a:gd name="T41" fmla="*/ 47 h 49"/>
                <a:gd name="T42" fmla="*/ 24 w 37"/>
                <a:gd name="T43" fmla="*/ 49 h 49"/>
                <a:gd name="T44" fmla="*/ 23 w 37"/>
                <a:gd name="T45" fmla="*/ 48 h 49"/>
                <a:gd name="T46" fmla="*/ 22 w 37"/>
                <a:gd name="T47" fmla="*/ 47 h 49"/>
                <a:gd name="T48" fmla="*/ 18 w 37"/>
                <a:gd name="T49" fmla="*/ 41 h 49"/>
                <a:gd name="T50" fmla="*/ 15 w 37"/>
                <a:gd name="T51" fmla="*/ 43 h 49"/>
                <a:gd name="T52" fmla="*/ 14 w 37"/>
                <a:gd name="T53" fmla="*/ 43 h 49"/>
                <a:gd name="T54" fmla="*/ 12 w 37"/>
                <a:gd name="T55" fmla="*/ 40 h 49"/>
                <a:gd name="T56" fmla="*/ 11 w 37"/>
                <a:gd name="T57" fmla="*/ 34 h 49"/>
                <a:gd name="T58" fmla="*/ 7 w 37"/>
                <a:gd name="T59" fmla="*/ 33 h 49"/>
                <a:gd name="T60" fmla="*/ 5 w 37"/>
                <a:gd name="T61" fmla="*/ 31 h 49"/>
                <a:gd name="T62" fmla="*/ 5 w 37"/>
                <a:gd name="T63" fmla="*/ 30 h 49"/>
                <a:gd name="T64" fmla="*/ 5 w 37"/>
                <a:gd name="T65" fmla="*/ 25 h 49"/>
                <a:gd name="T66" fmla="*/ 1 w 37"/>
                <a:gd name="T67" fmla="*/ 21 h 49"/>
                <a:gd name="T68" fmla="*/ 0 w 37"/>
                <a:gd name="T69" fmla="*/ 19 h 49"/>
                <a:gd name="T70" fmla="*/ 1 w 37"/>
                <a:gd name="T71" fmla="*/ 17 h 49"/>
                <a:gd name="T72" fmla="*/ 4 w 37"/>
                <a:gd name="T73" fmla="*/ 15 h 49"/>
                <a:gd name="T74" fmla="*/ 1 w 37"/>
                <a:gd name="T75" fmla="*/ 10 h 49"/>
                <a:gd name="T76" fmla="*/ 0 w 37"/>
                <a:gd name="T77" fmla="*/ 8 h 49"/>
                <a:gd name="T78" fmla="*/ 2 w 37"/>
                <a:gd name="T79" fmla="*/ 7 h 49"/>
                <a:gd name="T80" fmla="*/ 6 w 37"/>
                <a:gd name="T81" fmla="*/ 8 h 49"/>
                <a:gd name="T82" fmla="*/ 5 w 37"/>
                <a:gd name="T83" fmla="*/ 3 h 49"/>
                <a:gd name="T84" fmla="*/ 5 w 37"/>
                <a:gd name="T85" fmla="*/ 0 h 49"/>
                <a:gd name="T86" fmla="*/ 6 w 37"/>
                <a:gd name="T87" fmla="*/ 1 h 49"/>
                <a:gd name="T88" fmla="*/ 7 w 37"/>
                <a:gd name="T89" fmla="*/ 1 h 49"/>
                <a:gd name="T90" fmla="*/ 11 w 37"/>
                <a:gd name="T91" fmla="*/ 5 h 49"/>
                <a:gd name="T92" fmla="*/ 12 w 37"/>
                <a:gd name="T93" fmla="*/ 1 h 49"/>
                <a:gd name="T94" fmla="*/ 14 w 37"/>
                <a:gd name="T95" fmla="*/ 0 h 49"/>
                <a:gd name="T96" fmla="*/ 15 w 37"/>
                <a:gd name="T97" fmla="*/ 2 h 49"/>
                <a:gd name="T98" fmla="*/ 18 w 37"/>
                <a:gd name="T99" fmla="*/ 7 h 49"/>
                <a:gd name="T100" fmla="*/ 22 w 37"/>
                <a:gd name="T101" fmla="*/ 5 h 49"/>
                <a:gd name="T102" fmla="*/ 24 w 37"/>
                <a:gd name="T103" fmla="*/ 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7" h="49">
                  <a:moveTo>
                    <a:pt x="24" y="6"/>
                  </a:moveTo>
                  <a:cubicBezTo>
                    <a:pt x="24" y="6"/>
                    <a:pt x="25" y="7"/>
                    <a:pt x="25" y="8"/>
                  </a:cubicBezTo>
                  <a:cubicBezTo>
                    <a:pt x="26" y="14"/>
                    <a:pt x="26" y="14"/>
                    <a:pt x="26" y="14"/>
                  </a:cubicBezTo>
                  <a:cubicBezTo>
                    <a:pt x="31" y="15"/>
                    <a:pt x="31" y="15"/>
                    <a:pt x="31" y="15"/>
                  </a:cubicBezTo>
                  <a:cubicBezTo>
                    <a:pt x="31" y="15"/>
                    <a:pt x="31" y="15"/>
                    <a:pt x="31" y="15"/>
                  </a:cubicBezTo>
                  <a:cubicBezTo>
                    <a:pt x="32" y="15"/>
                    <a:pt x="32" y="16"/>
                    <a:pt x="32" y="16"/>
                  </a:cubicBezTo>
                  <a:cubicBezTo>
                    <a:pt x="33" y="17"/>
                    <a:pt x="33" y="18"/>
                    <a:pt x="33" y="19"/>
                  </a:cubicBezTo>
                  <a:cubicBezTo>
                    <a:pt x="31" y="23"/>
                    <a:pt x="31" y="23"/>
                    <a:pt x="31" y="23"/>
                  </a:cubicBezTo>
                  <a:cubicBezTo>
                    <a:pt x="36" y="27"/>
                    <a:pt x="36" y="27"/>
                    <a:pt x="36" y="27"/>
                  </a:cubicBezTo>
                  <a:cubicBezTo>
                    <a:pt x="37" y="27"/>
                    <a:pt x="37" y="28"/>
                    <a:pt x="37" y="29"/>
                  </a:cubicBezTo>
                  <a:cubicBezTo>
                    <a:pt x="37" y="30"/>
                    <a:pt x="37" y="30"/>
                    <a:pt x="37" y="31"/>
                  </a:cubicBezTo>
                  <a:cubicBezTo>
                    <a:pt x="33" y="32"/>
                    <a:pt x="33" y="32"/>
                    <a:pt x="33" y="32"/>
                  </a:cubicBezTo>
                  <a:cubicBezTo>
                    <a:pt x="37" y="38"/>
                    <a:pt x="37" y="38"/>
                    <a:pt x="37" y="38"/>
                  </a:cubicBezTo>
                  <a:cubicBezTo>
                    <a:pt x="37" y="39"/>
                    <a:pt x="37" y="40"/>
                    <a:pt x="37" y="41"/>
                  </a:cubicBezTo>
                  <a:cubicBezTo>
                    <a:pt x="37" y="41"/>
                    <a:pt x="37" y="41"/>
                    <a:pt x="36" y="41"/>
                  </a:cubicBezTo>
                  <a:cubicBezTo>
                    <a:pt x="31" y="40"/>
                    <a:pt x="31" y="40"/>
                    <a:pt x="31" y="40"/>
                  </a:cubicBezTo>
                  <a:cubicBezTo>
                    <a:pt x="33" y="46"/>
                    <a:pt x="33" y="46"/>
                    <a:pt x="33" y="46"/>
                  </a:cubicBezTo>
                  <a:cubicBezTo>
                    <a:pt x="33" y="47"/>
                    <a:pt x="33" y="47"/>
                    <a:pt x="32" y="47"/>
                  </a:cubicBezTo>
                  <a:cubicBezTo>
                    <a:pt x="32" y="48"/>
                    <a:pt x="31" y="47"/>
                    <a:pt x="31" y="47"/>
                  </a:cubicBezTo>
                  <a:cubicBezTo>
                    <a:pt x="26" y="43"/>
                    <a:pt x="26" y="43"/>
                    <a:pt x="26" y="43"/>
                  </a:cubicBezTo>
                  <a:cubicBezTo>
                    <a:pt x="24" y="47"/>
                    <a:pt x="24" y="47"/>
                    <a:pt x="24" y="47"/>
                  </a:cubicBezTo>
                  <a:cubicBezTo>
                    <a:pt x="24" y="48"/>
                    <a:pt x="24" y="48"/>
                    <a:pt x="24" y="49"/>
                  </a:cubicBezTo>
                  <a:cubicBezTo>
                    <a:pt x="23" y="48"/>
                    <a:pt x="23" y="48"/>
                    <a:pt x="23" y="48"/>
                  </a:cubicBezTo>
                  <a:cubicBezTo>
                    <a:pt x="22" y="48"/>
                    <a:pt x="22" y="47"/>
                    <a:pt x="22" y="47"/>
                  </a:cubicBezTo>
                  <a:cubicBezTo>
                    <a:pt x="18" y="41"/>
                    <a:pt x="18" y="41"/>
                    <a:pt x="18" y="41"/>
                  </a:cubicBezTo>
                  <a:cubicBezTo>
                    <a:pt x="15" y="43"/>
                    <a:pt x="15" y="43"/>
                    <a:pt x="15" y="43"/>
                  </a:cubicBezTo>
                  <a:cubicBezTo>
                    <a:pt x="15" y="44"/>
                    <a:pt x="14" y="43"/>
                    <a:pt x="14" y="43"/>
                  </a:cubicBezTo>
                  <a:cubicBezTo>
                    <a:pt x="13" y="42"/>
                    <a:pt x="12" y="41"/>
                    <a:pt x="12" y="40"/>
                  </a:cubicBezTo>
                  <a:cubicBezTo>
                    <a:pt x="11" y="34"/>
                    <a:pt x="11" y="34"/>
                    <a:pt x="11" y="34"/>
                  </a:cubicBezTo>
                  <a:cubicBezTo>
                    <a:pt x="7" y="33"/>
                    <a:pt x="7" y="33"/>
                    <a:pt x="7" y="33"/>
                  </a:cubicBezTo>
                  <a:cubicBezTo>
                    <a:pt x="6" y="33"/>
                    <a:pt x="5" y="33"/>
                    <a:pt x="5" y="31"/>
                  </a:cubicBezTo>
                  <a:cubicBezTo>
                    <a:pt x="5" y="31"/>
                    <a:pt x="4" y="30"/>
                    <a:pt x="5" y="30"/>
                  </a:cubicBezTo>
                  <a:cubicBezTo>
                    <a:pt x="5" y="25"/>
                    <a:pt x="5" y="25"/>
                    <a:pt x="5" y="25"/>
                  </a:cubicBezTo>
                  <a:cubicBezTo>
                    <a:pt x="1" y="21"/>
                    <a:pt x="1" y="21"/>
                    <a:pt x="1" y="21"/>
                  </a:cubicBezTo>
                  <a:cubicBezTo>
                    <a:pt x="1" y="21"/>
                    <a:pt x="0" y="20"/>
                    <a:pt x="0" y="19"/>
                  </a:cubicBezTo>
                  <a:cubicBezTo>
                    <a:pt x="0" y="19"/>
                    <a:pt x="0" y="18"/>
                    <a:pt x="1" y="17"/>
                  </a:cubicBezTo>
                  <a:cubicBezTo>
                    <a:pt x="4" y="15"/>
                    <a:pt x="4" y="15"/>
                    <a:pt x="4" y="15"/>
                  </a:cubicBezTo>
                  <a:cubicBezTo>
                    <a:pt x="1" y="10"/>
                    <a:pt x="1" y="10"/>
                    <a:pt x="1" y="10"/>
                  </a:cubicBezTo>
                  <a:cubicBezTo>
                    <a:pt x="0" y="9"/>
                    <a:pt x="0" y="8"/>
                    <a:pt x="0" y="8"/>
                  </a:cubicBezTo>
                  <a:cubicBezTo>
                    <a:pt x="0" y="7"/>
                    <a:pt x="1" y="7"/>
                    <a:pt x="2" y="7"/>
                  </a:cubicBezTo>
                  <a:cubicBezTo>
                    <a:pt x="6" y="8"/>
                    <a:pt x="6" y="8"/>
                    <a:pt x="6" y="8"/>
                  </a:cubicBezTo>
                  <a:cubicBezTo>
                    <a:pt x="5" y="3"/>
                    <a:pt x="5" y="3"/>
                    <a:pt x="5" y="3"/>
                  </a:cubicBezTo>
                  <a:cubicBezTo>
                    <a:pt x="4" y="2"/>
                    <a:pt x="5" y="1"/>
                    <a:pt x="5" y="0"/>
                  </a:cubicBezTo>
                  <a:cubicBezTo>
                    <a:pt x="5" y="1"/>
                    <a:pt x="6" y="1"/>
                    <a:pt x="6" y="1"/>
                  </a:cubicBezTo>
                  <a:cubicBezTo>
                    <a:pt x="6" y="1"/>
                    <a:pt x="7" y="1"/>
                    <a:pt x="7" y="1"/>
                  </a:cubicBezTo>
                  <a:cubicBezTo>
                    <a:pt x="11" y="5"/>
                    <a:pt x="11" y="5"/>
                    <a:pt x="11" y="5"/>
                  </a:cubicBezTo>
                  <a:cubicBezTo>
                    <a:pt x="12" y="1"/>
                    <a:pt x="12" y="1"/>
                    <a:pt x="12" y="1"/>
                  </a:cubicBezTo>
                  <a:cubicBezTo>
                    <a:pt x="12" y="0"/>
                    <a:pt x="13" y="0"/>
                    <a:pt x="14" y="0"/>
                  </a:cubicBezTo>
                  <a:cubicBezTo>
                    <a:pt x="14" y="0"/>
                    <a:pt x="15" y="1"/>
                    <a:pt x="15" y="2"/>
                  </a:cubicBezTo>
                  <a:cubicBezTo>
                    <a:pt x="18" y="7"/>
                    <a:pt x="18" y="7"/>
                    <a:pt x="18" y="7"/>
                  </a:cubicBezTo>
                  <a:cubicBezTo>
                    <a:pt x="22" y="5"/>
                    <a:pt x="22" y="5"/>
                    <a:pt x="22" y="5"/>
                  </a:cubicBezTo>
                  <a:cubicBezTo>
                    <a:pt x="23" y="5"/>
                    <a:pt x="23" y="5"/>
                    <a:pt x="24" y="6"/>
                  </a:cubicBezTo>
                  <a:close/>
                </a:path>
              </a:pathLst>
            </a:custGeom>
            <a:solidFill>
              <a:srgbClr val="0EF081"/>
            </a:soli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284" name="组合 283">
            <a:extLst>
              <a:ext uri="{FF2B5EF4-FFF2-40B4-BE49-F238E27FC236}">
                <a16:creationId xmlns:a16="http://schemas.microsoft.com/office/drawing/2014/main" id="{75059DA9-F9F2-DFB2-6DDD-90B4BC92A0D1}"/>
              </a:ext>
            </a:extLst>
          </p:cNvPr>
          <p:cNvGrpSpPr/>
          <p:nvPr/>
        </p:nvGrpSpPr>
        <p:grpSpPr>
          <a:xfrm>
            <a:off x="10697436" y="2950935"/>
            <a:ext cx="536112" cy="726071"/>
            <a:chOff x="5015665" y="3704732"/>
            <a:chExt cx="2016126" cy="2730500"/>
          </a:xfrm>
        </p:grpSpPr>
        <p:sp>
          <p:nvSpPr>
            <p:cNvPr id="286" name="Freeform 35">
              <a:extLst>
                <a:ext uri="{FF2B5EF4-FFF2-40B4-BE49-F238E27FC236}">
                  <a16:creationId xmlns:a16="http://schemas.microsoft.com/office/drawing/2014/main" id="{8052D40F-6EF6-E0A9-EBF4-5BA502AF3162}"/>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87" name="Freeform 36">
              <a:extLst>
                <a:ext uri="{FF2B5EF4-FFF2-40B4-BE49-F238E27FC236}">
                  <a16:creationId xmlns:a16="http://schemas.microsoft.com/office/drawing/2014/main" id="{2CC03E0B-F75E-CB86-DE1B-B87E10EC89B5}"/>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289" name="组合 288">
            <a:extLst>
              <a:ext uri="{FF2B5EF4-FFF2-40B4-BE49-F238E27FC236}">
                <a16:creationId xmlns:a16="http://schemas.microsoft.com/office/drawing/2014/main" id="{6D07D1D7-1964-2E5B-D632-00C0379A2CA9}"/>
              </a:ext>
            </a:extLst>
          </p:cNvPr>
          <p:cNvGrpSpPr/>
          <p:nvPr/>
        </p:nvGrpSpPr>
        <p:grpSpPr>
          <a:xfrm>
            <a:off x="9104162" y="3967132"/>
            <a:ext cx="536112" cy="726071"/>
            <a:chOff x="5015665" y="3704732"/>
            <a:chExt cx="2016126" cy="2730500"/>
          </a:xfrm>
        </p:grpSpPr>
        <p:sp>
          <p:nvSpPr>
            <p:cNvPr id="291" name="Freeform 35">
              <a:extLst>
                <a:ext uri="{FF2B5EF4-FFF2-40B4-BE49-F238E27FC236}">
                  <a16:creationId xmlns:a16="http://schemas.microsoft.com/office/drawing/2014/main" id="{52E5FA74-6EE4-E871-2912-51BEBFCD9D5D}"/>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92" name="Freeform 36">
              <a:extLst>
                <a:ext uri="{FF2B5EF4-FFF2-40B4-BE49-F238E27FC236}">
                  <a16:creationId xmlns:a16="http://schemas.microsoft.com/office/drawing/2014/main" id="{E4E920F7-5A32-683B-730E-33DC93924741}"/>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294" name="组合 293">
            <a:extLst>
              <a:ext uri="{FF2B5EF4-FFF2-40B4-BE49-F238E27FC236}">
                <a16:creationId xmlns:a16="http://schemas.microsoft.com/office/drawing/2014/main" id="{BFA8124D-5EA9-28D3-24DF-F4625EDE4E24}"/>
              </a:ext>
            </a:extLst>
          </p:cNvPr>
          <p:cNvGrpSpPr/>
          <p:nvPr/>
        </p:nvGrpSpPr>
        <p:grpSpPr>
          <a:xfrm>
            <a:off x="7510888" y="4983329"/>
            <a:ext cx="536112" cy="726071"/>
            <a:chOff x="5015665" y="3704732"/>
            <a:chExt cx="2016126" cy="2730500"/>
          </a:xfrm>
        </p:grpSpPr>
        <p:sp>
          <p:nvSpPr>
            <p:cNvPr id="296" name="Freeform 35">
              <a:extLst>
                <a:ext uri="{FF2B5EF4-FFF2-40B4-BE49-F238E27FC236}">
                  <a16:creationId xmlns:a16="http://schemas.microsoft.com/office/drawing/2014/main" id="{2B2608D4-976B-4F1A-88D0-1014A8819B37}"/>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97" name="Freeform 36">
              <a:extLst>
                <a:ext uri="{FF2B5EF4-FFF2-40B4-BE49-F238E27FC236}">
                  <a16:creationId xmlns:a16="http://schemas.microsoft.com/office/drawing/2014/main" id="{0264105B-BAE9-29BF-D5B7-DF5CEED2B4F9}"/>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p>
              <a:endParaRPr lang="zh-CN" altLang="en-US" sz="2000">
                <a:latin typeface="HarmonyOS Sans SC Medium" panose="00000600000000000000" pitchFamily="2" charset="-122"/>
                <a:ea typeface="HarmonyOS Sans SC Medium" panose="00000600000000000000" pitchFamily="2" charset="-122"/>
              </a:endParaRPr>
            </a:p>
          </p:txBody>
        </p:sp>
      </p:grpSp>
      <p:sp>
        <p:nvSpPr>
          <p:cNvPr id="298" name="图形 406"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F302C80C-B96D-0389-B082-84CD789E91C4}"/>
              </a:ext>
            </a:extLst>
          </p:cNvPr>
          <p:cNvSpPr/>
          <p:nvPr/>
        </p:nvSpPr>
        <p:spPr>
          <a:xfrm>
            <a:off x="10783030" y="3163184"/>
            <a:ext cx="296102" cy="296102"/>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61925 h 190500"/>
              <a:gd name="connsiteX6" fmla="*/ 85725 w 190500"/>
              <a:gd name="connsiteY6" fmla="*/ 161925 h 190500"/>
              <a:gd name="connsiteX7" fmla="*/ 85725 w 190500"/>
              <a:gd name="connsiteY7" fmla="*/ 142875 h 190500"/>
              <a:gd name="connsiteX8" fmla="*/ 104775 w 190500"/>
              <a:gd name="connsiteY8" fmla="*/ 142875 h 190500"/>
              <a:gd name="connsiteX9" fmla="*/ 104775 w 190500"/>
              <a:gd name="connsiteY9" fmla="*/ 161925 h 190500"/>
              <a:gd name="connsiteX10" fmla="*/ 124492 w 190500"/>
              <a:gd name="connsiteY10" fmla="*/ 88106 h 190500"/>
              <a:gd name="connsiteX11" fmla="*/ 115919 w 190500"/>
              <a:gd name="connsiteY11" fmla="*/ 96869 h 190500"/>
              <a:gd name="connsiteX12" fmla="*/ 104775 w 190500"/>
              <a:gd name="connsiteY12" fmla="*/ 123825 h 190500"/>
              <a:gd name="connsiteX13" fmla="*/ 85725 w 190500"/>
              <a:gd name="connsiteY13" fmla="*/ 123825 h 190500"/>
              <a:gd name="connsiteX14" fmla="*/ 85725 w 190500"/>
              <a:gd name="connsiteY14" fmla="*/ 119063 h 190500"/>
              <a:gd name="connsiteX15" fmla="*/ 96869 w 190500"/>
              <a:gd name="connsiteY15" fmla="*/ 92107 h 190500"/>
              <a:gd name="connsiteX16" fmla="*/ 108680 w 190500"/>
              <a:gd name="connsiteY16" fmla="*/ 80105 h 190500"/>
              <a:gd name="connsiteX17" fmla="*/ 114300 w 190500"/>
              <a:gd name="connsiteY17" fmla="*/ 66675 h 190500"/>
              <a:gd name="connsiteX18" fmla="*/ 95250 w 190500"/>
              <a:gd name="connsiteY18" fmla="*/ 47625 h 190500"/>
              <a:gd name="connsiteX19" fmla="*/ 76200 w 190500"/>
              <a:gd name="connsiteY19" fmla="*/ 66675 h 190500"/>
              <a:gd name="connsiteX20" fmla="*/ 57150 w 190500"/>
              <a:gd name="connsiteY20" fmla="*/ 66675 h 190500"/>
              <a:gd name="connsiteX21" fmla="*/ 95250 w 190500"/>
              <a:gd name="connsiteY21" fmla="*/ 28575 h 190500"/>
              <a:gd name="connsiteX22" fmla="*/ 133350 w 190500"/>
              <a:gd name="connsiteY22" fmla="*/ 66675 h 190500"/>
              <a:gd name="connsiteX23" fmla="*/ 124492 w 190500"/>
              <a:gd name="connsiteY23" fmla="*/ 88106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61925"/>
                </a:moveTo>
                <a:lnTo>
                  <a:pt x="85725" y="161925"/>
                </a:lnTo>
                <a:lnTo>
                  <a:pt x="85725" y="142875"/>
                </a:lnTo>
                <a:lnTo>
                  <a:pt x="104775" y="142875"/>
                </a:lnTo>
                <a:lnTo>
                  <a:pt x="104775" y="161925"/>
                </a:lnTo>
                <a:close/>
                <a:moveTo>
                  <a:pt x="124492" y="88106"/>
                </a:moveTo>
                <a:lnTo>
                  <a:pt x="115919" y="96869"/>
                </a:lnTo>
                <a:cubicBezTo>
                  <a:pt x="109061" y="103823"/>
                  <a:pt x="104775" y="109538"/>
                  <a:pt x="104775" y="123825"/>
                </a:cubicBezTo>
                <a:lnTo>
                  <a:pt x="85725" y="123825"/>
                </a:lnTo>
                <a:lnTo>
                  <a:pt x="85725" y="119063"/>
                </a:lnTo>
                <a:cubicBezTo>
                  <a:pt x="85725" y="108585"/>
                  <a:pt x="90011" y="99060"/>
                  <a:pt x="96869" y="92107"/>
                </a:cubicBezTo>
                <a:lnTo>
                  <a:pt x="108680" y="80105"/>
                </a:lnTo>
                <a:cubicBezTo>
                  <a:pt x="112205" y="76676"/>
                  <a:pt x="114300" y="71914"/>
                  <a:pt x="114300" y="66675"/>
                </a:cubicBezTo>
                <a:cubicBezTo>
                  <a:pt x="114300" y="56198"/>
                  <a:pt x="105728" y="47625"/>
                  <a:pt x="95250" y="47625"/>
                </a:cubicBezTo>
                <a:cubicBezTo>
                  <a:pt x="84773" y="47625"/>
                  <a:pt x="76200" y="56198"/>
                  <a:pt x="76200" y="66675"/>
                </a:cubicBezTo>
                <a:lnTo>
                  <a:pt x="57150" y="66675"/>
                </a:lnTo>
                <a:cubicBezTo>
                  <a:pt x="57150" y="45625"/>
                  <a:pt x="74200" y="28575"/>
                  <a:pt x="95250" y="28575"/>
                </a:cubicBezTo>
                <a:cubicBezTo>
                  <a:pt x="116300" y="28575"/>
                  <a:pt x="133350" y="45625"/>
                  <a:pt x="133350" y="66675"/>
                </a:cubicBezTo>
                <a:cubicBezTo>
                  <a:pt x="133350" y="75057"/>
                  <a:pt x="129921" y="82677"/>
                  <a:pt x="124492" y="88106"/>
                </a:cubicBezTo>
                <a:close/>
              </a:path>
            </a:pathLst>
          </a:custGeom>
          <a:solidFill>
            <a:srgbClr val="0EF081"/>
          </a:solidFill>
          <a:ln>
            <a:noFill/>
          </a:ln>
          <a:scene3d>
            <a:camera prst="isometricLeftDown"/>
            <a:lightRig rig="threePt" dir="t"/>
          </a:scene3d>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99" name="图形 438"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B93B8202-EE33-BE65-1E85-336CFDC62599}"/>
              </a:ext>
            </a:extLst>
          </p:cNvPr>
          <p:cNvSpPr/>
          <p:nvPr/>
        </p:nvSpPr>
        <p:spPr>
          <a:xfrm>
            <a:off x="9178237" y="4158493"/>
            <a:ext cx="296102" cy="296102"/>
          </a:xfrm>
          <a:custGeom>
            <a:avLst/>
            <a:gdLst>
              <a:gd name="connsiteX0" fmla="*/ 66675 w 190500"/>
              <a:gd name="connsiteY0" fmla="*/ 92869 h 190500"/>
              <a:gd name="connsiteX1" fmla="*/ 54769 w 190500"/>
              <a:gd name="connsiteY1" fmla="*/ 104775 h 190500"/>
              <a:gd name="connsiteX2" fmla="*/ 66675 w 190500"/>
              <a:gd name="connsiteY2" fmla="*/ 116681 h 190500"/>
              <a:gd name="connsiteX3" fmla="*/ 78581 w 190500"/>
              <a:gd name="connsiteY3" fmla="*/ 104775 h 190500"/>
              <a:gd name="connsiteX4" fmla="*/ 66675 w 190500"/>
              <a:gd name="connsiteY4" fmla="*/ 92869 h 190500"/>
              <a:gd name="connsiteX5" fmla="*/ 123825 w 190500"/>
              <a:gd name="connsiteY5" fmla="*/ 92869 h 190500"/>
              <a:gd name="connsiteX6" fmla="*/ 111919 w 190500"/>
              <a:gd name="connsiteY6" fmla="*/ 104775 h 190500"/>
              <a:gd name="connsiteX7" fmla="*/ 123825 w 190500"/>
              <a:gd name="connsiteY7" fmla="*/ 116681 h 190500"/>
              <a:gd name="connsiteX8" fmla="*/ 135731 w 190500"/>
              <a:gd name="connsiteY8" fmla="*/ 104775 h 190500"/>
              <a:gd name="connsiteX9" fmla="*/ 123825 w 190500"/>
              <a:gd name="connsiteY9" fmla="*/ 92869 h 190500"/>
              <a:gd name="connsiteX10" fmla="*/ 95250 w 190500"/>
              <a:gd name="connsiteY10" fmla="*/ 0 h 190500"/>
              <a:gd name="connsiteX11" fmla="*/ 0 w 190500"/>
              <a:gd name="connsiteY11" fmla="*/ 95250 h 190500"/>
              <a:gd name="connsiteX12" fmla="*/ 95250 w 190500"/>
              <a:gd name="connsiteY12" fmla="*/ 190500 h 190500"/>
              <a:gd name="connsiteX13" fmla="*/ 190500 w 190500"/>
              <a:gd name="connsiteY13" fmla="*/ 95250 h 190500"/>
              <a:gd name="connsiteX14" fmla="*/ 95250 w 190500"/>
              <a:gd name="connsiteY14" fmla="*/ 0 h 190500"/>
              <a:gd name="connsiteX15" fmla="*/ 95250 w 190500"/>
              <a:gd name="connsiteY15" fmla="*/ 171450 h 190500"/>
              <a:gd name="connsiteX16" fmla="*/ 19050 w 190500"/>
              <a:gd name="connsiteY16" fmla="*/ 95250 h 190500"/>
              <a:gd name="connsiteX17" fmla="*/ 19526 w 190500"/>
              <a:gd name="connsiteY17" fmla="*/ 87059 h 190500"/>
              <a:gd name="connsiteX18" fmla="*/ 69152 w 190500"/>
              <a:gd name="connsiteY18" fmla="*/ 35909 h 190500"/>
              <a:gd name="connsiteX19" fmla="*/ 146876 w 190500"/>
              <a:gd name="connsiteY19" fmla="*/ 76200 h 190500"/>
              <a:gd name="connsiteX20" fmla="*/ 168307 w 190500"/>
              <a:gd name="connsiteY20" fmla="*/ 73724 h 190500"/>
              <a:gd name="connsiteX21" fmla="*/ 171450 w 190500"/>
              <a:gd name="connsiteY21" fmla="*/ 95250 h 190500"/>
              <a:gd name="connsiteX22" fmla="*/ 95250 w 190500"/>
              <a:gd name="connsiteY22" fmla="*/ 1714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0500" h="190500">
                <a:moveTo>
                  <a:pt x="66675" y="92869"/>
                </a:moveTo>
                <a:cubicBezTo>
                  <a:pt x="60103" y="92869"/>
                  <a:pt x="54769" y="98203"/>
                  <a:pt x="54769" y="104775"/>
                </a:cubicBezTo>
                <a:cubicBezTo>
                  <a:pt x="54769" y="111347"/>
                  <a:pt x="60103" y="116681"/>
                  <a:pt x="66675" y="116681"/>
                </a:cubicBezTo>
                <a:cubicBezTo>
                  <a:pt x="73247" y="116681"/>
                  <a:pt x="78581" y="111347"/>
                  <a:pt x="78581" y="104775"/>
                </a:cubicBezTo>
                <a:cubicBezTo>
                  <a:pt x="78581" y="98203"/>
                  <a:pt x="73247" y="92869"/>
                  <a:pt x="66675" y="92869"/>
                </a:cubicBezTo>
                <a:close/>
                <a:moveTo>
                  <a:pt x="123825" y="92869"/>
                </a:moveTo>
                <a:cubicBezTo>
                  <a:pt x="117253" y="92869"/>
                  <a:pt x="111919" y="98203"/>
                  <a:pt x="111919" y="104775"/>
                </a:cubicBezTo>
                <a:cubicBezTo>
                  <a:pt x="111919" y="111347"/>
                  <a:pt x="117253" y="116681"/>
                  <a:pt x="123825" y="116681"/>
                </a:cubicBezTo>
                <a:cubicBezTo>
                  <a:pt x="130397" y="116681"/>
                  <a:pt x="135731" y="111347"/>
                  <a:pt x="135731" y="104775"/>
                </a:cubicBezTo>
                <a:cubicBezTo>
                  <a:pt x="135731" y="98203"/>
                  <a:pt x="130397" y="92869"/>
                  <a:pt x="123825" y="92869"/>
                </a:cubicBezTo>
                <a:close/>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95250" y="171450"/>
                </a:moveTo>
                <a:cubicBezTo>
                  <a:pt x="53245" y="171450"/>
                  <a:pt x="19050" y="137255"/>
                  <a:pt x="19050" y="95250"/>
                </a:cubicBezTo>
                <a:cubicBezTo>
                  <a:pt x="19050" y="92488"/>
                  <a:pt x="19241" y="89726"/>
                  <a:pt x="19526" y="87059"/>
                </a:cubicBezTo>
                <a:cubicBezTo>
                  <a:pt x="42005" y="77057"/>
                  <a:pt x="59817" y="58674"/>
                  <a:pt x="69152" y="35909"/>
                </a:cubicBezTo>
                <a:cubicBezTo>
                  <a:pt x="86392" y="60293"/>
                  <a:pt x="114776" y="76200"/>
                  <a:pt x="146876" y="76200"/>
                </a:cubicBezTo>
                <a:cubicBezTo>
                  <a:pt x="154305" y="76200"/>
                  <a:pt x="161449" y="75343"/>
                  <a:pt x="168307" y="73724"/>
                </a:cubicBezTo>
                <a:cubicBezTo>
                  <a:pt x="170307" y="80486"/>
                  <a:pt x="171450" y="87725"/>
                  <a:pt x="171450" y="95250"/>
                </a:cubicBezTo>
                <a:cubicBezTo>
                  <a:pt x="171450" y="137255"/>
                  <a:pt x="137255" y="171450"/>
                  <a:pt x="95250" y="171450"/>
                </a:cubicBezTo>
                <a:close/>
              </a:path>
            </a:pathLst>
          </a:custGeom>
          <a:solidFill>
            <a:srgbClr val="0EF081"/>
          </a:solidFill>
          <a:ln>
            <a:noFill/>
          </a:ln>
          <a:scene3d>
            <a:camera prst="isometricLeftDown"/>
            <a:lightRig rig="threePt" dir="t"/>
          </a:scene3d>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00"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BC027476-FBA5-14D0-B2CB-8858B5880742}"/>
              </a:ext>
            </a:extLst>
          </p:cNvPr>
          <p:cNvSpPr/>
          <p:nvPr/>
        </p:nvSpPr>
        <p:spPr>
          <a:xfrm>
            <a:off x="7573250" y="5195358"/>
            <a:ext cx="296102" cy="296102"/>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0EF081"/>
          </a:solidFill>
          <a:ln>
            <a:noFill/>
          </a:ln>
          <a:scene3d>
            <a:camera prst="isometricLeftDown"/>
            <a:lightRig rig="threePt" dir="t"/>
          </a:scene3d>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13" name="Freeform 71">
            <a:extLst>
              <a:ext uri="{FF2B5EF4-FFF2-40B4-BE49-F238E27FC236}">
                <a16:creationId xmlns:a16="http://schemas.microsoft.com/office/drawing/2014/main" id="{DFFB30BF-FE64-8A9B-01B2-0514A61363CF}"/>
              </a:ext>
            </a:extLst>
          </p:cNvPr>
          <p:cNvSpPr>
            <a:spLocks noEditPoints="1"/>
          </p:cNvSpPr>
          <p:nvPr/>
        </p:nvSpPr>
        <p:spPr bwMode="auto">
          <a:xfrm>
            <a:off x="5448285" y="2211176"/>
            <a:ext cx="263887" cy="247265"/>
          </a:xfrm>
          <a:custGeom>
            <a:avLst/>
            <a:gdLst/>
            <a:ahLst/>
            <a:cxnLst>
              <a:cxn ang="0">
                <a:pos x="65" y="22"/>
              </a:cxn>
              <a:cxn ang="0">
                <a:pos x="26" y="45"/>
              </a:cxn>
              <a:cxn ang="0">
                <a:pos x="0" y="26"/>
              </a:cxn>
              <a:cxn ang="0">
                <a:pos x="39" y="0"/>
              </a:cxn>
              <a:cxn ang="0">
                <a:pos x="65" y="22"/>
              </a:cxn>
              <a:cxn ang="0">
                <a:pos x="65" y="69"/>
              </a:cxn>
              <a:cxn ang="0">
                <a:pos x="39" y="91"/>
              </a:cxn>
              <a:cxn ang="0">
                <a:pos x="0" y="67"/>
              </a:cxn>
              <a:cxn ang="0">
                <a:pos x="26" y="45"/>
              </a:cxn>
              <a:cxn ang="0">
                <a:pos x="65" y="69"/>
              </a:cxn>
              <a:cxn ang="0">
                <a:pos x="101" y="97"/>
              </a:cxn>
              <a:cxn ang="0">
                <a:pos x="65" y="119"/>
              </a:cxn>
              <a:cxn ang="0">
                <a:pos x="65" y="119"/>
              </a:cxn>
              <a:cxn ang="0">
                <a:pos x="65" y="119"/>
              </a:cxn>
              <a:cxn ang="0">
                <a:pos x="65" y="119"/>
              </a:cxn>
              <a:cxn ang="0">
                <a:pos x="65" y="119"/>
              </a:cxn>
              <a:cxn ang="0">
                <a:pos x="26" y="97"/>
              </a:cxn>
              <a:cxn ang="0">
                <a:pos x="26" y="89"/>
              </a:cxn>
              <a:cxn ang="0">
                <a:pos x="39" y="95"/>
              </a:cxn>
              <a:cxn ang="0">
                <a:pos x="65" y="74"/>
              </a:cxn>
              <a:cxn ang="0">
                <a:pos x="65" y="74"/>
              </a:cxn>
              <a:cxn ang="0">
                <a:pos x="65" y="74"/>
              </a:cxn>
              <a:cxn ang="0">
                <a:pos x="65" y="74"/>
              </a:cxn>
              <a:cxn ang="0">
                <a:pos x="65" y="74"/>
              </a:cxn>
              <a:cxn ang="0">
                <a:pos x="91" y="95"/>
              </a:cxn>
              <a:cxn ang="0">
                <a:pos x="101" y="89"/>
              </a:cxn>
              <a:cxn ang="0">
                <a:pos x="101" y="97"/>
              </a:cxn>
              <a:cxn ang="0">
                <a:pos x="127" y="26"/>
              </a:cxn>
              <a:cxn ang="0">
                <a:pos x="101" y="45"/>
              </a:cxn>
              <a:cxn ang="0">
                <a:pos x="65" y="22"/>
              </a:cxn>
              <a:cxn ang="0">
                <a:pos x="91" y="0"/>
              </a:cxn>
              <a:cxn ang="0">
                <a:pos x="127" y="26"/>
              </a:cxn>
              <a:cxn ang="0">
                <a:pos x="127" y="67"/>
              </a:cxn>
              <a:cxn ang="0">
                <a:pos x="91" y="91"/>
              </a:cxn>
              <a:cxn ang="0">
                <a:pos x="65" y="69"/>
              </a:cxn>
              <a:cxn ang="0">
                <a:pos x="101" y="45"/>
              </a:cxn>
              <a:cxn ang="0">
                <a:pos x="127" y="67"/>
              </a:cxn>
            </a:cxnLst>
            <a:rect l="0" t="0" r="r" b="b"/>
            <a:pathLst>
              <a:path w="127" h="119">
                <a:moveTo>
                  <a:pt x="65" y="22"/>
                </a:moveTo>
                <a:lnTo>
                  <a:pt x="26" y="45"/>
                </a:lnTo>
                <a:lnTo>
                  <a:pt x="0" y="26"/>
                </a:lnTo>
                <a:lnTo>
                  <a:pt x="39" y="0"/>
                </a:lnTo>
                <a:lnTo>
                  <a:pt x="65" y="22"/>
                </a:lnTo>
                <a:close/>
                <a:moveTo>
                  <a:pt x="65" y="69"/>
                </a:moveTo>
                <a:lnTo>
                  <a:pt x="39" y="91"/>
                </a:lnTo>
                <a:lnTo>
                  <a:pt x="0" y="67"/>
                </a:lnTo>
                <a:lnTo>
                  <a:pt x="26" y="45"/>
                </a:lnTo>
                <a:lnTo>
                  <a:pt x="65" y="69"/>
                </a:lnTo>
                <a:close/>
                <a:moveTo>
                  <a:pt x="101" y="97"/>
                </a:moveTo>
                <a:lnTo>
                  <a:pt x="65" y="119"/>
                </a:lnTo>
                <a:lnTo>
                  <a:pt x="65" y="119"/>
                </a:lnTo>
                <a:lnTo>
                  <a:pt x="65" y="119"/>
                </a:lnTo>
                <a:lnTo>
                  <a:pt x="65" y="119"/>
                </a:lnTo>
                <a:lnTo>
                  <a:pt x="65" y="119"/>
                </a:lnTo>
                <a:lnTo>
                  <a:pt x="26" y="97"/>
                </a:lnTo>
                <a:lnTo>
                  <a:pt x="26" y="89"/>
                </a:lnTo>
                <a:lnTo>
                  <a:pt x="39" y="95"/>
                </a:lnTo>
                <a:lnTo>
                  <a:pt x="65" y="74"/>
                </a:lnTo>
                <a:lnTo>
                  <a:pt x="65" y="74"/>
                </a:lnTo>
                <a:lnTo>
                  <a:pt x="65" y="74"/>
                </a:lnTo>
                <a:lnTo>
                  <a:pt x="65" y="74"/>
                </a:lnTo>
                <a:lnTo>
                  <a:pt x="65" y="74"/>
                </a:lnTo>
                <a:lnTo>
                  <a:pt x="91" y="95"/>
                </a:lnTo>
                <a:lnTo>
                  <a:pt x="101" y="89"/>
                </a:lnTo>
                <a:lnTo>
                  <a:pt x="101" y="97"/>
                </a:lnTo>
                <a:close/>
                <a:moveTo>
                  <a:pt x="127" y="26"/>
                </a:moveTo>
                <a:lnTo>
                  <a:pt x="101" y="45"/>
                </a:lnTo>
                <a:lnTo>
                  <a:pt x="65" y="22"/>
                </a:lnTo>
                <a:lnTo>
                  <a:pt x="91" y="0"/>
                </a:lnTo>
                <a:lnTo>
                  <a:pt x="127" y="26"/>
                </a:lnTo>
                <a:close/>
                <a:moveTo>
                  <a:pt x="127" y="67"/>
                </a:moveTo>
                <a:lnTo>
                  <a:pt x="91" y="91"/>
                </a:lnTo>
                <a:lnTo>
                  <a:pt x="65" y="69"/>
                </a:lnTo>
                <a:lnTo>
                  <a:pt x="101" y="45"/>
                </a:lnTo>
                <a:lnTo>
                  <a:pt x="127" y="67"/>
                </a:lnTo>
                <a:close/>
              </a:path>
            </a:pathLst>
          </a:custGeom>
          <a:gradFill flip="none" rotWithShape="1">
            <a:gsLst>
              <a:gs pos="0">
                <a:srgbClr val="D4D9F7"/>
              </a:gs>
              <a:gs pos="100000">
                <a:schemeClr val="bg1"/>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HarmonyOS Sans SC Medium" panose="00000600000000000000" pitchFamily="2" charset="-122"/>
              <a:ea typeface="HarmonyOS Sans SC Medium" panose="00000600000000000000" pitchFamily="2" charset="-122"/>
            </a:endParaRPr>
          </a:p>
        </p:txBody>
      </p:sp>
      <p:sp>
        <p:nvSpPr>
          <p:cNvPr id="314" name="Freeform 56">
            <a:extLst>
              <a:ext uri="{FF2B5EF4-FFF2-40B4-BE49-F238E27FC236}">
                <a16:creationId xmlns:a16="http://schemas.microsoft.com/office/drawing/2014/main" id="{B32F4BC4-C2E6-87EC-DDD0-3574ED4269B3}"/>
              </a:ext>
            </a:extLst>
          </p:cNvPr>
          <p:cNvSpPr>
            <a:spLocks noEditPoints="1"/>
          </p:cNvSpPr>
          <p:nvPr/>
        </p:nvSpPr>
        <p:spPr bwMode="auto">
          <a:xfrm>
            <a:off x="3839469" y="3181207"/>
            <a:ext cx="288822" cy="288822"/>
          </a:xfrm>
          <a:custGeom>
            <a:avLst/>
            <a:gdLst/>
            <a:ahLst/>
            <a:cxnLst>
              <a:cxn ang="0">
                <a:pos x="64" y="42"/>
              </a:cxn>
              <a:cxn ang="0">
                <a:pos x="63" y="44"/>
              </a:cxn>
              <a:cxn ang="0">
                <a:pos x="33" y="64"/>
              </a:cxn>
              <a:cxn ang="0">
                <a:pos x="32" y="64"/>
              </a:cxn>
              <a:cxn ang="0">
                <a:pos x="30" y="64"/>
              </a:cxn>
              <a:cxn ang="0">
                <a:pos x="1" y="44"/>
              </a:cxn>
              <a:cxn ang="0">
                <a:pos x="0" y="42"/>
              </a:cxn>
              <a:cxn ang="0">
                <a:pos x="0" y="23"/>
              </a:cxn>
              <a:cxn ang="0">
                <a:pos x="1" y="20"/>
              </a:cxn>
              <a:cxn ang="0">
                <a:pos x="30" y="1"/>
              </a:cxn>
              <a:cxn ang="0">
                <a:pos x="32" y="0"/>
              </a:cxn>
              <a:cxn ang="0">
                <a:pos x="33" y="1"/>
              </a:cxn>
              <a:cxn ang="0">
                <a:pos x="63" y="20"/>
              </a:cxn>
              <a:cxn ang="0">
                <a:pos x="64" y="23"/>
              </a:cxn>
              <a:cxn ang="0">
                <a:pos x="64" y="42"/>
              </a:cxn>
              <a:cxn ang="0">
                <a:pos x="12" y="32"/>
              </a:cxn>
              <a:cxn ang="0">
                <a:pos x="5" y="28"/>
              </a:cxn>
              <a:cxn ang="0">
                <a:pos x="5" y="37"/>
              </a:cxn>
              <a:cxn ang="0">
                <a:pos x="12" y="32"/>
              </a:cxn>
              <a:cxn ang="0">
                <a:pos x="29" y="21"/>
              </a:cxn>
              <a:cxn ang="0">
                <a:pos x="29" y="8"/>
              </a:cxn>
              <a:cxn ang="0">
                <a:pos x="7" y="23"/>
              </a:cxn>
              <a:cxn ang="0">
                <a:pos x="17" y="29"/>
              </a:cxn>
              <a:cxn ang="0">
                <a:pos x="29" y="21"/>
              </a:cxn>
              <a:cxn ang="0">
                <a:pos x="29" y="56"/>
              </a:cxn>
              <a:cxn ang="0">
                <a:pos x="29" y="44"/>
              </a:cxn>
              <a:cxn ang="0">
                <a:pos x="17" y="36"/>
              </a:cxn>
              <a:cxn ang="0">
                <a:pos x="7" y="42"/>
              </a:cxn>
              <a:cxn ang="0">
                <a:pos x="29" y="56"/>
              </a:cxn>
              <a:cxn ang="0">
                <a:pos x="41" y="32"/>
              </a:cxn>
              <a:cxn ang="0">
                <a:pos x="32" y="26"/>
              </a:cxn>
              <a:cxn ang="0">
                <a:pos x="22" y="32"/>
              </a:cxn>
              <a:cxn ang="0">
                <a:pos x="32" y="39"/>
              </a:cxn>
              <a:cxn ang="0">
                <a:pos x="41" y="32"/>
              </a:cxn>
              <a:cxn ang="0">
                <a:pos x="56" y="23"/>
              </a:cxn>
              <a:cxn ang="0">
                <a:pos x="35" y="8"/>
              </a:cxn>
              <a:cxn ang="0">
                <a:pos x="35" y="21"/>
              </a:cxn>
              <a:cxn ang="0">
                <a:pos x="46" y="29"/>
              </a:cxn>
              <a:cxn ang="0">
                <a:pos x="56" y="23"/>
              </a:cxn>
              <a:cxn ang="0">
                <a:pos x="56" y="42"/>
              </a:cxn>
              <a:cxn ang="0">
                <a:pos x="46" y="36"/>
              </a:cxn>
              <a:cxn ang="0">
                <a:pos x="35" y="44"/>
              </a:cxn>
              <a:cxn ang="0">
                <a:pos x="35" y="56"/>
              </a:cxn>
              <a:cxn ang="0">
                <a:pos x="56" y="42"/>
              </a:cxn>
              <a:cxn ang="0">
                <a:pos x="58" y="37"/>
              </a:cxn>
              <a:cxn ang="0">
                <a:pos x="58" y="28"/>
              </a:cxn>
              <a:cxn ang="0">
                <a:pos x="51" y="32"/>
              </a:cxn>
              <a:cxn ang="0">
                <a:pos x="58" y="37"/>
              </a:cxn>
            </a:cxnLst>
            <a:rect l="0" t="0" r="r" b="b"/>
            <a:pathLst>
              <a:path w="64" h="64">
                <a:moveTo>
                  <a:pt x="64" y="42"/>
                </a:moveTo>
                <a:cubicBezTo>
                  <a:pt x="64" y="43"/>
                  <a:pt x="63" y="44"/>
                  <a:pt x="63" y="44"/>
                </a:cubicBezTo>
                <a:cubicBezTo>
                  <a:pt x="33" y="64"/>
                  <a:pt x="33" y="64"/>
                  <a:pt x="33" y="64"/>
                </a:cubicBezTo>
                <a:cubicBezTo>
                  <a:pt x="33" y="64"/>
                  <a:pt x="32" y="64"/>
                  <a:pt x="32" y="64"/>
                </a:cubicBezTo>
                <a:cubicBezTo>
                  <a:pt x="31" y="64"/>
                  <a:pt x="31" y="64"/>
                  <a:pt x="30" y="64"/>
                </a:cubicBezTo>
                <a:cubicBezTo>
                  <a:pt x="1" y="44"/>
                  <a:pt x="1" y="44"/>
                  <a:pt x="1" y="44"/>
                </a:cubicBezTo>
                <a:cubicBezTo>
                  <a:pt x="0" y="44"/>
                  <a:pt x="0" y="43"/>
                  <a:pt x="0" y="42"/>
                </a:cubicBezTo>
                <a:cubicBezTo>
                  <a:pt x="0" y="23"/>
                  <a:pt x="0" y="23"/>
                  <a:pt x="0" y="23"/>
                </a:cubicBezTo>
                <a:cubicBezTo>
                  <a:pt x="0" y="22"/>
                  <a:pt x="0" y="21"/>
                  <a:pt x="1" y="20"/>
                </a:cubicBezTo>
                <a:cubicBezTo>
                  <a:pt x="30" y="1"/>
                  <a:pt x="30" y="1"/>
                  <a:pt x="30" y="1"/>
                </a:cubicBezTo>
                <a:cubicBezTo>
                  <a:pt x="31" y="1"/>
                  <a:pt x="31" y="0"/>
                  <a:pt x="32" y="0"/>
                </a:cubicBezTo>
                <a:cubicBezTo>
                  <a:pt x="32" y="0"/>
                  <a:pt x="33" y="1"/>
                  <a:pt x="33" y="1"/>
                </a:cubicBezTo>
                <a:cubicBezTo>
                  <a:pt x="63" y="20"/>
                  <a:pt x="63" y="20"/>
                  <a:pt x="63" y="20"/>
                </a:cubicBezTo>
                <a:cubicBezTo>
                  <a:pt x="63" y="21"/>
                  <a:pt x="64" y="22"/>
                  <a:pt x="64" y="23"/>
                </a:cubicBezTo>
                <a:lnTo>
                  <a:pt x="64" y="42"/>
                </a:lnTo>
                <a:close/>
                <a:moveTo>
                  <a:pt x="12" y="32"/>
                </a:moveTo>
                <a:cubicBezTo>
                  <a:pt x="5" y="28"/>
                  <a:pt x="5" y="28"/>
                  <a:pt x="5" y="28"/>
                </a:cubicBezTo>
                <a:cubicBezTo>
                  <a:pt x="5" y="37"/>
                  <a:pt x="5" y="37"/>
                  <a:pt x="5" y="37"/>
                </a:cubicBezTo>
                <a:lnTo>
                  <a:pt x="12" y="32"/>
                </a:lnTo>
                <a:close/>
                <a:moveTo>
                  <a:pt x="29" y="21"/>
                </a:moveTo>
                <a:cubicBezTo>
                  <a:pt x="29" y="8"/>
                  <a:pt x="29" y="8"/>
                  <a:pt x="29" y="8"/>
                </a:cubicBezTo>
                <a:cubicBezTo>
                  <a:pt x="7" y="23"/>
                  <a:pt x="7" y="23"/>
                  <a:pt x="7" y="23"/>
                </a:cubicBezTo>
                <a:cubicBezTo>
                  <a:pt x="17" y="29"/>
                  <a:pt x="17" y="29"/>
                  <a:pt x="17" y="29"/>
                </a:cubicBezTo>
                <a:lnTo>
                  <a:pt x="29" y="21"/>
                </a:lnTo>
                <a:close/>
                <a:moveTo>
                  <a:pt x="29" y="56"/>
                </a:moveTo>
                <a:cubicBezTo>
                  <a:pt x="29" y="44"/>
                  <a:pt x="29" y="44"/>
                  <a:pt x="29" y="44"/>
                </a:cubicBezTo>
                <a:cubicBezTo>
                  <a:pt x="17" y="36"/>
                  <a:pt x="17" y="36"/>
                  <a:pt x="17" y="36"/>
                </a:cubicBezTo>
                <a:cubicBezTo>
                  <a:pt x="7" y="42"/>
                  <a:pt x="7" y="42"/>
                  <a:pt x="7" y="42"/>
                </a:cubicBezTo>
                <a:lnTo>
                  <a:pt x="29" y="56"/>
                </a:lnTo>
                <a:close/>
                <a:moveTo>
                  <a:pt x="41" y="32"/>
                </a:moveTo>
                <a:cubicBezTo>
                  <a:pt x="32" y="26"/>
                  <a:pt x="32" y="26"/>
                  <a:pt x="32" y="26"/>
                </a:cubicBezTo>
                <a:cubicBezTo>
                  <a:pt x="22" y="32"/>
                  <a:pt x="22" y="32"/>
                  <a:pt x="22" y="32"/>
                </a:cubicBezTo>
                <a:cubicBezTo>
                  <a:pt x="32" y="39"/>
                  <a:pt x="32" y="39"/>
                  <a:pt x="32" y="39"/>
                </a:cubicBezTo>
                <a:lnTo>
                  <a:pt x="41" y="32"/>
                </a:lnTo>
                <a:close/>
                <a:moveTo>
                  <a:pt x="56" y="23"/>
                </a:moveTo>
                <a:cubicBezTo>
                  <a:pt x="35" y="8"/>
                  <a:pt x="35" y="8"/>
                  <a:pt x="35" y="8"/>
                </a:cubicBezTo>
                <a:cubicBezTo>
                  <a:pt x="35" y="21"/>
                  <a:pt x="35" y="21"/>
                  <a:pt x="35" y="21"/>
                </a:cubicBezTo>
                <a:cubicBezTo>
                  <a:pt x="46" y="29"/>
                  <a:pt x="46" y="29"/>
                  <a:pt x="46" y="29"/>
                </a:cubicBezTo>
                <a:lnTo>
                  <a:pt x="56" y="23"/>
                </a:lnTo>
                <a:close/>
                <a:moveTo>
                  <a:pt x="56" y="42"/>
                </a:moveTo>
                <a:cubicBezTo>
                  <a:pt x="46" y="36"/>
                  <a:pt x="46" y="36"/>
                  <a:pt x="46" y="36"/>
                </a:cubicBezTo>
                <a:cubicBezTo>
                  <a:pt x="35" y="44"/>
                  <a:pt x="35" y="44"/>
                  <a:pt x="35" y="44"/>
                </a:cubicBezTo>
                <a:cubicBezTo>
                  <a:pt x="35" y="56"/>
                  <a:pt x="35" y="56"/>
                  <a:pt x="35" y="56"/>
                </a:cubicBezTo>
                <a:lnTo>
                  <a:pt x="56" y="42"/>
                </a:lnTo>
                <a:close/>
                <a:moveTo>
                  <a:pt x="58" y="37"/>
                </a:moveTo>
                <a:cubicBezTo>
                  <a:pt x="58" y="28"/>
                  <a:pt x="58" y="28"/>
                  <a:pt x="58" y="28"/>
                </a:cubicBezTo>
                <a:cubicBezTo>
                  <a:pt x="51" y="32"/>
                  <a:pt x="51" y="32"/>
                  <a:pt x="51" y="32"/>
                </a:cubicBezTo>
                <a:lnTo>
                  <a:pt x="58" y="37"/>
                </a:lnTo>
                <a:close/>
              </a:path>
            </a:pathLst>
          </a:custGeom>
          <a:gradFill flip="none" rotWithShape="1">
            <a:gsLst>
              <a:gs pos="0">
                <a:srgbClr val="D4D9F7"/>
              </a:gs>
              <a:gs pos="100000">
                <a:schemeClr val="bg1"/>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HarmonyOS Sans SC Medium" panose="00000600000000000000" pitchFamily="2" charset="-122"/>
              <a:ea typeface="HarmonyOS Sans SC Medium" panose="00000600000000000000" pitchFamily="2" charset="-122"/>
            </a:endParaRPr>
          </a:p>
        </p:txBody>
      </p:sp>
      <p:sp>
        <p:nvSpPr>
          <p:cNvPr id="315" name="Freeform 45">
            <a:extLst>
              <a:ext uri="{FF2B5EF4-FFF2-40B4-BE49-F238E27FC236}">
                <a16:creationId xmlns:a16="http://schemas.microsoft.com/office/drawing/2014/main" id="{175252EB-27CE-A93D-8EE2-9A8588BEE0D3}"/>
              </a:ext>
            </a:extLst>
          </p:cNvPr>
          <p:cNvSpPr>
            <a:spLocks noEditPoints="1"/>
          </p:cNvSpPr>
          <p:nvPr/>
        </p:nvSpPr>
        <p:spPr bwMode="auto">
          <a:xfrm>
            <a:off x="7059055" y="1209767"/>
            <a:ext cx="247265" cy="247265"/>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gradFill flip="none" rotWithShape="1">
            <a:gsLst>
              <a:gs pos="0">
                <a:srgbClr val="D4D9F7"/>
              </a:gs>
              <a:gs pos="100000">
                <a:schemeClr val="bg1"/>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HarmonyOS Sans SC Medium" panose="00000600000000000000" pitchFamily="2" charset="-122"/>
              <a:ea typeface="HarmonyOS Sans SC Medium" panose="00000600000000000000" pitchFamily="2" charset="-122"/>
            </a:endParaRPr>
          </a:p>
        </p:txBody>
      </p:sp>
      <p:sp>
        <p:nvSpPr>
          <p:cNvPr id="316" name="文本框 315">
            <a:extLst>
              <a:ext uri="{FF2B5EF4-FFF2-40B4-BE49-F238E27FC236}">
                <a16:creationId xmlns:a16="http://schemas.microsoft.com/office/drawing/2014/main" id="{088A61E5-2247-6473-76E5-6704616B25DD}"/>
              </a:ext>
            </a:extLst>
          </p:cNvPr>
          <p:cNvSpPr txBox="1"/>
          <p:nvPr/>
        </p:nvSpPr>
        <p:spPr>
          <a:xfrm>
            <a:off x="6084173" y="3188405"/>
            <a:ext cx="697627" cy="246221"/>
          </a:xfrm>
          <a:prstGeom prst="rect">
            <a:avLst/>
          </a:prstGeom>
          <a:noFill/>
          <a:scene3d>
            <a:camera prst="isometricBottom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317" name="文本框 316">
            <a:extLst>
              <a:ext uri="{FF2B5EF4-FFF2-40B4-BE49-F238E27FC236}">
                <a16:creationId xmlns:a16="http://schemas.microsoft.com/office/drawing/2014/main" id="{15AE9509-04BF-0A82-940F-EF8C4FA4AC1A}"/>
              </a:ext>
            </a:extLst>
          </p:cNvPr>
          <p:cNvSpPr txBox="1"/>
          <p:nvPr/>
        </p:nvSpPr>
        <p:spPr>
          <a:xfrm>
            <a:off x="4507200" y="4203611"/>
            <a:ext cx="697627" cy="246221"/>
          </a:xfrm>
          <a:prstGeom prst="rect">
            <a:avLst/>
          </a:prstGeom>
          <a:noFill/>
          <a:scene3d>
            <a:camera prst="isometricBottom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318" name="文本框 317">
            <a:extLst>
              <a:ext uri="{FF2B5EF4-FFF2-40B4-BE49-F238E27FC236}">
                <a16:creationId xmlns:a16="http://schemas.microsoft.com/office/drawing/2014/main" id="{899D703B-B5A3-58BE-1131-F3B7CD17160F}"/>
              </a:ext>
            </a:extLst>
          </p:cNvPr>
          <p:cNvSpPr txBox="1"/>
          <p:nvPr/>
        </p:nvSpPr>
        <p:spPr>
          <a:xfrm>
            <a:off x="7727631" y="2184726"/>
            <a:ext cx="697627" cy="246221"/>
          </a:xfrm>
          <a:prstGeom prst="rect">
            <a:avLst/>
          </a:prstGeom>
          <a:noFill/>
          <a:scene3d>
            <a:camera prst="isometricBottom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319" name="文本框 318">
            <a:extLst>
              <a:ext uri="{FF2B5EF4-FFF2-40B4-BE49-F238E27FC236}">
                <a16:creationId xmlns:a16="http://schemas.microsoft.com/office/drawing/2014/main" id="{07F5E7E6-0A2B-8A8F-3ECE-F56B847037A4}"/>
              </a:ext>
            </a:extLst>
          </p:cNvPr>
          <p:cNvSpPr txBox="1"/>
          <p:nvPr/>
        </p:nvSpPr>
        <p:spPr>
          <a:xfrm>
            <a:off x="7815040" y="4172155"/>
            <a:ext cx="697627" cy="246221"/>
          </a:xfrm>
          <a:prstGeom prst="rect">
            <a:avLst/>
          </a:prstGeom>
          <a:noFill/>
          <a:scene3d>
            <a:camera prst="isometricBottom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320" name="文本框 319">
            <a:extLst>
              <a:ext uri="{FF2B5EF4-FFF2-40B4-BE49-F238E27FC236}">
                <a16:creationId xmlns:a16="http://schemas.microsoft.com/office/drawing/2014/main" id="{84E9A744-44F3-7B80-71A3-16FA4CDB2AEB}"/>
              </a:ext>
            </a:extLst>
          </p:cNvPr>
          <p:cNvSpPr txBox="1"/>
          <p:nvPr/>
        </p:nvSpPr>
        <p:spPr>
          <a:xfrm>
            <a:off x="6238067" y="5187361"/>
            <a:ext cx="697627" cy="246221"/>
          </a:xfrm>
          <a:prstGeom prst="rect">
            <a:avLst/>
          </a:prstGeom>
          <a:noFill/>
          <a:scene3d>
            <a:camera prst="isometricBottom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321" name="文本框 320">
            <a:extLst>
              <a:ext uri="{FF2B5EF4-FFF2-40B4-BE49-F238E27FC236}">
                <a16:creationId xmlns:a16="http://schemas.microsoft.com/office/drawing/2014/main" id="{DAE0E420-0312-9FB0-6155-803432C487EC}"/>
              </a:ext>
            </a:extLst>
          </p:cNvPr>
          <p:cNvSpPr txBox="1"/>
          <p:nvPr/>
        </p:nvSpPr>
        <p:spPr>
          <a:xfrm>
            <a:off x="9458498" y="3168476"/>
            <a:ext cx="697627" cy="246221"/>
          </a:xfrm>
          <a:prstGeom prst="rect">
            <a:avLst/>
          </a:prstGeom>
          <a:noFill/>
          <a:scene3d>
            <a:camera prst="isometricBottom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322" name="文本框 321">
            <a:extLst>
              <a:ext uri="{FF2B5EF4-FFF2-40B4-BE49-F238E27FC236}">
                <a16:creationId xmlns:a16="http://schemas.microsoft.com/office/drawing/2014/main" id="{85A45EB5-4293-AD17-EE34-A6D843EC3C83}"/>
              </a:ext>
            </a:extLst>
          </p:cNvPr>
          <p:cNvSpPr txBox="1"/>
          <p:nvPr/>
        </p:nvSpPr>
        <p:spPr>
          <a:xfrm>
            <a:off x="565325" y="1483049"/>
            <a:ext cx="3733714" cy="707886"/>
          </a:xfrm>
          <a:prstGeom prst="rect">
            <a:avLst/>
          </a:prstGeom>
          <a:noFill/>
        </p:spPr>
        <p:txBody>
          <a:bodyPr wrap="none" rtlCol="0">
            <a:spAutoFit/>
          </a:bodyPr>
          <a:lstStyle/>
          <a:p>
            <a:r>
              <a:rPr lang="en-US" altLang="zh-CN" sz="40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rPr>
              <a:t>YOUR BRAND</a:t>
            </a:r>
            <a:endParaRPr lang="zh-CN" altLang="en-US" sz="40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endParaRPr>
          </a:p>
        </p:txBody>
      </p:sp>
      <p:sp>
        <p:nvSpPr>
          <p:cNvPr id="323" name="文本框 322">
            <a:extLst>
              <a:ext uri="{FF2B5EF4-FFF2-40B4-BE49-F238E27FC236}">
                <a16:creationId xmlns:a16="http://schemas.microsoft.com/office/drawing/2014/main" id="{9FD07BED-9F67-33B7-6EB3-6F1F4396E968}"/>
              </a:ext>
            </a:extLst>
          </p:cNvPr>
          <p:cNvSpPr txBox="1"/>
          <p:nvPr/>
        </p:nvSpPr>
        <p:spPr>
          <a:xfrm>
            <a:off x="565325" y="1297650"/>
            <a:ext cx="1484702" cy="369332"/>
          </a:xfrm>
          <a:prstGeom prst="rect">
            <a:avLst/>
          </a:prstGeom>
          <a:noFill/>
        </p:spPr>
        <p:txBody>
          <a:bodyPr wrap="none" rtlCol="0">
            <a:spAutoFit/>
          </a:bodyPr>
          <a:lstStyle/>
          <a:p>
            <a:r>
              <a:rPr lang="en-US" altLang="zh-CN" dirty="0">
                <a:solidFill>
                  <a:srgbClr val="02F276"/>
                </a:solidFill>
                <a:latin typeface="HarmonyOS Sans SC Black" panose="00000A00000000000000" pitchFamily="2" charset="-122"/>
                <a:ea typeface="HarmonyOS Sans SC Black" panose="00000A00000000000000" pitchFamily="2" charset="-122"/>
              </a:rPr>
              <a:t>TEXT TITLE</a:t>
            </a:r>
            <a:endParaRPr lang="zh-CN" altLang="en-US" dirty="0">
              <a:solidFill>
                <a:srgbClr val="02F276"/>
              </a:solidFill>
              <a:latin typeface="HarmonyOS Sans SC Black" panose="00000A00000000000000" pitchFamily="2" charset="-122"/>
              <a:ea typeface="HarmonyOS Sans SC Black" panose="00000A00000000000000" pitchFamily="2" charset="-122"/>
            </a:endParaRPr>
          </a:p>
        </p:txBody>
      </p:sp>
      <p:sp>
        <p:nvSpPr>
          <p:cNvPr id="324" name="文本框 323">
            <a:extLst>
              <a:ext uri="{FF2B5EF4-FFF2-40B4-BE49-F238E27FC236}">
                <a16:creationId xmlns:a16="http://schemas.microsoft.com/office/drawing/2014/main" id="{B568148F-A7D0-E48C-8D74-345B0D411621}"/>
              </a:ext>
            </a:extLst>
          </p:cNvPr>
          <p:cNvSpPr txBox="1"/>
          <p:nvPr/>
        </p:nvSpPr>
        <p:spPr>
          <a:xfrm>
            <a:off x="565325" y="2768818"/>
            <a:ext cx="3489741" cy="369332"/>
          </a:xfrm>
          <a:prstGeom prst="rect">
            <a:avLst/>
          </a:prstGeom>
          <a:noFill/>
        </p:spPr>
        <p:txBody>
          <a:bodyPr wrap="square" rtlCol="0">
            <a:spAutoFit/>
          </a:bodyPr>
          <a:lstStyle/>
          <a:p>
            <a:r>
              <a:rPr lang="zh-CN" altLang="en-US" dirty="0">
                <a:solidFill>
                  <a:srgbClr val="3749CC"/>
                </a:solidFill>
                <a:latin typeface="HarmonyOS Sans SC Black" panose="00000A00000000000000" pitchFamily="2" charset="-122"/>
                <a:ea typeface="HarmonyOS Sans SC Black" panose="00000A00000000000000" pitchFamily="2" charset="-122"/>
              </a:rPr>
              <a:t>颜色形状可自由编辑</a:t>
            </a:r>
          </a:p>
        </p:txBody>
      </p:sp>
      <p:sp>
        <p:nvSpPr>
          <p:cNvPr id="325" name="文本框 324">
            <a:extLst>
              <a:ext uri="{FF2B5EF4-FFF2-40B4-BE49-F238E27FC236}">
                <a16:creationId xmlns:a16="http://schemas.microsoft.com/office/drawing/2014/main" id="{26B53004-4C29-25B7-110F-165D7D8B0886}"/>
              </a:ext>
            </a:extLst>
          </p:cNvPr>
          <p:cNvSpPr txBox="1"/>
          <p:nvPr/>
        </p:nvSpPr>
        <p:spPr>
          <a:xfrm>
            <a:off x="565325" y="2043786"/>
            <a:ext cx="4298768" cy="584775"/>
          </a:xfrm>
          <a:prstGeom prst="rect">
            <a:avLst/>
          </a:prstGeom>
          <a:noFill/>
        </p:spPr>
        <p:txBody>
          <a:bodyPr wrap="square" rtlCol="0">
            <a:spAutoFit/>
          </a:bodyPr>
          <a:lstStyle/>
          <a:p>
            <a:r>
              <a:rPr lang="zh-CN" altLang="en-US" sz="32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rPr>
              <a:t>图标文字均可替换修改</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箭头: 右 111">
            <a:extLst>
              <a:ext uri="{FF2B5EF4-FFF2-40B4-BE49-F238E27FC236}">
                <a16:creationId xmlns:a16="http://schemas.microsoft.com/office/drawing/2014/main" id="{7096704C-6C31-8455-14AC-596F609515E3}"/>
              </a:ext>
            </a:extLst>
          </p:cNvPr>
          <p:cNvSpPr/>
          <p:nvPr/>
        </p:nvSpPr>
        <p:spPr>
          <a:xfrm rot="10800000">
            <a:off x="3071450" y="2392433"/>
            <a:ext cx="3407893" cy="415637"/>
          </a:xfrm>
          <a:prstGeom prst="rightArrow">
            <a:avLst/>
          </a:prstGeom>
          <a:gradFill>
            <a:gsLst>
              <a:gs pos="0">
                <a:srgbClr val="8E9CEF"/>
              </a:gs>
              <a:gs pos="82000">
                <a:srgbClr val="8E9CEF">
                  <a:alpha val="0"/>
                </a:srgbClr>
              </a:gs>
            </a:gsLst>
            <a:lin ang="10800000" scaled="1"/>
          </a:gradFill>
          <a:ln>
            <a:noFill/>
          </a:ln>
          <a:effectLst/>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箭头: 右 110">
            <a:extLst>
              <a:ext uri="{FF2B5EF4-FFF2-40B4-BE49-F238E27FC236}">
                <a16:creationId xmlns:a16="http://schemas.microsoft.com/office/drawing/2014/main" id="{E3C18938-2C10-7889-B31F-9D003A101F30}"/>
              </a:ext>
            </a:extLst>
          </p:cNvPr>
          <p:cNvSpPr/>
          <p:nvPr/>
        </p:nvSpPr>
        <p:spPr>
          <a:xfrm rot="10800000">
            <a:off x="3061355" y="3885806"/>
            <a:ext cx="3407893" cy="415637"/>
          </a:xfrm>
          <a:prstGeom prst="rightArrow">
            <a:avLst/>
          </a:prstGeom>
          <a:gradFill>
            <a:gsLst>
              <a:gs pos="0">
                <a:srgbClr val="8E9CEF"/>
              </a:gs>
              <a:gs pos="82000">
                <a:srgbClr val="8E9CEF">
                  <a:alpha val="0"/>
                </a:srgbClr>
              </a:gs>
            </a:gsLst>
            <a:lin ang="10800000" scaled="1"/>
          </a:gradFill>
          <a:ln>
            <a:noFill/>
          </a:ln>
          <a:effectLst/>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箭头: 右 109">
            <a:extLst>
              <a:ext uri="{FF2B5EF4-FFF2-40B4-BE49-F238E27FC236}">
                <a16:creationId xmlns:a16="http://schemas.microsoft.com/office/drawing/2014/main" id="{28099C76-CF18-8C83-2CEA-5D74C110E46A}"/>
              </a:ext>
            </a:extLst>
          </p:cNvPr>
          <p:cNvSpPr/>
          <p:nvPr/>
        </p:nvSpPr>
        <p:spPr>
          <a:xfrm>
            <a:off x="5392416" y="3813221"/>
            <a:ext cx="3732701" cy="415637"/>
          </a:xfrm>
          <a:prstGeom prst="rightArrow">
            <a:avLst/>
          </a:prstGeom>
          <a:gradFill>
            <a:gsLst>
              <a:gs pos="0">
                <a:srgbClr val="8E9CEF"/>
              </a:gs>
              <a:gs pos="82000">
                <a:srgbClr val="8E9CEF">
                  <a:alpha val="0"/>
                </a:srgbClr>
              </a:gs>
            </a:gsLst>
            <a:lin ang="10800000" scaled="1"/>
          </a:gradFill>
          <a:ln>
            <a:noFill/>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箭头: 右 108">
            <a:extLst>
              <a:ext uri="{FF2B5EF4-FFF2-40B4-BE49-F238E27FC236}">
                <a16:creationId xmlns:a16="http://schemas.microsoft.com/office/drawing/2014/main" id="{C3C92884-1392-B64B-C77E-C34A1BDC4FFC}"/>
              </a:ext>
            </a:extLst>
          </p:cNvPr>
          <p:cNvSpPr/>
          <p:nvPr/>
        </p:nvSpPr>
        <p:spPr>
          <a:xfrm>
            <a:off x="5742066" y="2354186"/>
            <a:ext cx="3407893" cy="415637"/>
          </a:xfrm>
          <a:prstGeom prst="rightArrow">
            <a:avLst/>
          </a:prstGeom>
          <a:gradFill>
            <a:gsLst>
              <a:gs pos="0">
                <a:srgbClr val="8E9CEF"/>
              </a:gs>
              <a:gs pos="82000">
                <a:srgbClr val="8E9CEF">
                  <a:alpha val="0"/>
                </a:srgbClr>
              </a:gs>
            </a:gsLst>
            <a:lin ang="10800000" scaled="1"/>
          </a:gra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298845F0-B3BC-0A54-70B2-B2C90AC7B922}"/>
              </a:ext>
            </a:extLst>
          </p:cNvPr>
          <p:cNvGrpSpPr/>
          <p:nvPr/>
        </p:nvGrpSpPr>
        <p:grpSpPr>
          <a:xfrm>
            <a:off x="4999652" y="2537339"/>
            <a:ext cx="2304760" cy="1509159"/>
            <a:chOff x="348040" y="891101"/>
            <a:chExt cx="3652835" cy="2391880"/>
          </a:xfrm>
        </p:grpSpPr>
        <p:sp>
          <p:nvSpPr>
            <p:cNvPr id="5" name="Freeform 6">
              <a:extLst>
                <a:ext uri="{FF2B5EF4-FFF2-40B4-BE49-F238E27FC236}">
                  <a16:creationId xmlns:a16="http://schemas.microsoft.com/office/drawing/2014/main" id="{F07FDD3A-29D8-48DF-56F8-56083C622529}"/>
                </a:ext>
              </a:extLst>
            </p:cNvPr>
            <p:cNvSpPr>
              <a:spLocks/>
            </p:cNvSpPr>
            <p:nvPr/>
          </p:nvSpPr>
          <p:spPr bwMode="auto">
            <a:xfrm>
              <a:off x="348040" y="891101"/>
              <a:ext cx="3652835" cy="2116440"/>
            </a:xfrm>
            <a:custGeom>
              <a:avLst/>
              <a:gdLst>
                <a:gd name="T0" fmla="*/ 3497 w 3558"/>
                <a:gd name="T1" fmla="*/ 967 h 2060"/>
                <a:gd name="T2" fmla="*/ 3498 w 3558"/>
                <a:gd name="T3" fmla="*/ 1094 h 2060"/>
                <a:gd name="T4" fmla="*/ 1894 w 3558"/>
                <a:gd name="T5" fmla="*/ 2025 h 2060"/>
                <a:gd name="T6" fmla="*/ 1675 w 3558"/>
                <a:gd name="T7" fmla="*/ 2025 h 2060"/>
                <a:gd name="T8" fmla="*/ 61 w 3558"/>
                <a:gd name="T9" fmla="*/ 1094 h 2060"/>
                <a:gd name="T10" fmla="*/ 61 w 3558"/>
                <a:gd name="T11" fmla="*/ 967 h 2060"/>
                <a:gd name="T12" fmla="*/ 1664 w 3558"/>
                <a:gd name="T13" fmla="*/ 35 h 2060"/>
                <a:gd name="T14" fmla="*/ 1883 w 3558"/>
                <a:gd name="T15" fmla="*/ 35 h 2060"/>
                <a:gd name="T16" fmla="*/ 3497 w 3558"/>
                <a:gd name="T17" fmla="*/ 967 h 2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58" h="2060">
                  <a:moveTo>
                    <a:pt x="3497" y="967"/>
                  </a:moveTo>
                  <a:cubicBezTo>
                    <a:pt x="3557" y="1002"/>
                    <a:pt x="3558" y="1059"/>
                    <a:pt x="3498" y="1094"/>
                  </a:cubicBezTo>
                  <a:cubicBezTo>
                    <a:pt x="1894" y="2025"/>
                    <a:pt x="1894" y="2025"/>
                    <a:pt x="1894" y="2025"/>
                  </a:cubicBezTo>
                  <a:cubicBezTo>
                    <a:pt x="1834" y="2060"/>
                    <a:pt x="1736" y="2060"/>
                    <a:pt x="1675" y="2025"/>
                  </a:cubicBezTo>
                  <a:cubicBezTo>
                    <a:pt x="61" y="1094"/>
                    <a:pt x="61" y="1094"/>
                    <a:pt x="61" y="1094"/>
                  </a:cubicBezTo>
                  <a:cubicBezTo>
                    <a:pt x="1" y="1059"/>
                    <a:pt x="0" y="1002"/>
                    <a:pt x="61" y="967"/>
                  </a:cubicBezTo>
                  <a:cubicBezTo>
                    <a:pt x="1664" y="35"/>
                    <a:pt x="1664" y="35"/>
                    <a:pt x="1664" y="35"/>
                  </a:cubicBezTo>
                  <a:cubicBezTo>
                    <a:pt x="1724" y="0"/>
                    <a:pt x="1822" y="0"/>
                    <a:pt x="1883" y="35"/>
                  </a:cubicBezTo>
                  <a:lnTo>
                    <a:pt x="3497" y="967"/>
                  </a:lnTo>
                  <a:close/>
                </a:path>
              </a:pathLst>
            </a:custGeom>
            <a:solidFill>
              <a:srgbClr val="FCFBFF"/>
            </a:solidFill>
            <a:ln w="6350">
              <a:solidFill>
                <a:srgbClr val="D4D9F7"/>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 name="Freeform 5">
              <a:extLst>
                <a:ext uri="{FF2B5EF4-FFF2-40B4-BE49-F238E27FC236}">
                  <a16:creationId xmlns:a16="http://schemas.microsoft.com/office/drawing/2014/main" id="{B046B34E-15A7-D465-51A4-25F830278B38}"/>
                </a:ext>
              </a:extLst>
            </p:cNvPr>
            <p:cNvSpPr>
              <a:spLocks/>
            </p:cNvSpPr>
            <p:nvPr/>
          </p:nvSpPr>
          <p:spPr bwMode="auto">
            <a:xfrm>
              <a:off x="363285" y="2190804"/>
              <a:ext cx="3622343" cy="1092177"/>
            </a:xfrm>
            <a:custGeom>
              <a:avLst/>
              <a:gdLst>
                <a:gd name="T0" fmla="*/ 3483 w 3528"/>
                <a:gd name="T1" fmla="*/ 64 h 1063"/>
                <a:gd name="T2" fmla="*/ 1879 w 3528"/>
                <a:gd name="T3" fmla="*/ 995 h 1063"/>
                <a:gd name="T4" fmla="*/ 1660 w 3528"/>
                <a:gd name="T5" fmla="*/ 995 h 1063"/>
                <a:gd name="T6" fmla="*/ 46 w 3528"/>
                <a:gd name="T7" fmla="*/ 64 h 1063"/>
                <a:gd name="T8" fmla="*/ 1 w 3528"/>
                <a:gd name="T9" fmla="*/ 0 h 1063"/>
                <a:gd name="T10" fmla="*/ 1 w 3528"/>
                <a:gd name="T11" fmla="*/ 32 h 1063"/>
                <a:gd name="T12" fmla="*/ 46 w 3528"/>
                <a:gd name="T13" fmla="*/ 96 h 1063"/>
                <a:gd name="T14" fmla="*/ 1660 w 3528"/>
                <a:gd name="T15" fmla="*/ 1028 h 1063"/>
                <a:gd name="T16" fmla="*/ 1879 w 3528"/>
                <a:gd name="T17" fmla="*/ 1028 h 1063"/>
                <a:gd name="T18" fmla="*/ 3482 w 3528"/>
                <a:gd name="T19" fmla="*/ 96 h 1063"/>
                <a:gd name="T20" fmla="*/ 3527 w 3528"/>
                <a:gd name="T21" fmla="*/ 33 h 1063"/>
                <a:gd name="T22" fmla="*/ 3528 w 3528"/>
                <a:gd name="T23" fmla="*/ 1 h 1063"/>
                <a:gd name="T24" fmla="*/ 3483 w 3528"/>
                <a:gd name="T25" fmla="*/ 64 h 1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28" h="1063">
                  <a:moveTo>
                    <a:pt x="3483" y="64"/>
                  </a:moveTo>
                  <a:cubicBezTo>
                    <a:pt x="1879" y="995"/>
                    <a:pt x="1879" y="995"/>
                    <a:pt x="1879" y="995"/>
                  </a:cubicBezTo>
                  <a:cubicBezTo>
                    <a:pt x="1819" y="1030"/>
                    <a:pt x="1721" y="1030"/>
                    <a:pt x="1660" y="995"/>
                  </a:cubicBezTo>
                  <a:cubicBezTo>
                    <a:pt x="46" y="64"/>
                    <a:pt x="46" y="64"/>
                    <a:pt x="46" y="64"/>
                  </a:cubicBezTo>
                  <a:cubicBezTo>
                    <a:pt x="16" y="46"/>
                    <a:pt x="1" y="23"/>
                    <a:pt x="1" y="0"/>
                  </a:cubicBezTo>
                  <a:cubicBezTo>
                    <a:pt x="1" y="32"/>
                    <a:pt x="1" y="32"/>
                    <a:pt x="1" y="32"/>
                  </a:cubicBezTo>
                  <a:cubicBezTo>
                    <a:pt x="0" y="55"/>
                    <a:pt x="16" y="79"/>
                    <a:pt x="46" y="96"/>
                  </a:cubicBezTo>
                  <a:cubicBezTo>
                    <a:pt x="1660" y="1028"/>
                    <a:pt x="1660" y="1028"/>
                    <a:pt x="1660" y="1028"/>
                  </a:cubicBezTo>
                  <a:cubicBezTo>
                    <a:pt x="1721" y="1063"/>
                    <a:pt x="1819" y="1063"/>
                    <a:pt x="1879" y="1028"/>
                  </a:cubicBezTo>
                  <a:cubicBezTo>
                    <a:pt x="3482" y="96"/>
                    <a:pt x="3482" y="96"/>
                    <a:pt x="3482" y="96"/>
                  </a:cubicBezTo>
                  <a:cubicBezTo>
                    <a:pt x="3512" y="79"/>
                    <a:pt x="3527" y="56"/>
                    <a:pt x="3527" y="33"/>
                  </a:cubicBezTo>
                  <a:cubicBezTo>
                    <a:pt x="3528" y="1"/>
                    <a:pt x="3528" y="1"/>
                    <a:pt x="3528" y="1"/>
                  </a:cubicBezTo>
                  <a:cubicBezTo>
                    <a:pt x="3527" y="23"/>
                    <a:pt x="3512" y="46"/>
                    <a:pt x="3483" y="64"/>
                  </a:cubicBezTo>
                  <a:close/>
                </a:path>
              </a:pathLst>
            </a:custGeom>
            <a:solidFill>
              <a:srgbClr val="6578F0"/>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05" name="组合 104">
            <a:extLst>
              <a:ext uri="{FF2B5EF4-FFF2-40B4-BE49-F238E27FC236}">
                <a16:creationId xmlns:a16="http://schemas.microsoft.com/office/drawing/2014/main" id="{B1FF067F-74E2-E57B-186D-DA607F97D4B1}"/>
              </a:ext>
            </a:extLst>
          </p:cNvPr>
          <p:cNvGrpSpPr/>
          <p:nvPr/>
        </p:nvGrpSpPr>
        <p:grpSpPr>
          <a:xfrm>
            <a:off x="6950236" y="1976442"/>
            <a:ext cx="1268250" cy="2630953"/>
            <a:chOff x="6819709" y="2620754"/>
            <a:chExt cx="1268250" cy="2630953"/>
          </a:xfrm>
        </p:grpSpPr>
        <p:grpSp>
          <p:nvGrpSpPr>
            <p:cNvPr id="17" name="组合 16">
              <a:extLst>
                <a:ext uri="{FF2B5EF4-FFF2-40B4-BE49-F238E27FC236}">
                  <a16:creationId xmlns:a16="http://schemas.microsoft.com/office/drawing/2014/main" id="{46BE7FAE-8D6B-E17B-B86B-3C0A61B6F99A}"/>
                </a:ext>
              </a:extLst>
            </p:cNvPr>
            <p:cNvGrpSpPr/>
            <p:nvPr/>
          </p:nvGrpSpPr>
          <p:grpSpPr>
            <a:xfrm>
              <a:off x="6819709" y="2620754"/>
              <a:ext cx="1268250" cy="905627"/>
              <a:chOff x="4778117" y="1400487"/>
              <a:chExt cx="815793" cy="582538"/>
            </a:xfrm>
          </p:grpSpPr>
          <p:sp>
            <p:nvSpPr>
              <p:cNvPr id="18" name="菱形 17">
                <a:extLst>
                  <a:ext uri="{FF2B5EF4-FFF2-40B4-BE49-F238E27FC236}">
                    <a16:creationId xmlns:a16="http://schemas.microsoft.com/office/drawing/2014/main" id="{5E4011BB-5A12-E52E-DFD7-766C25160F31}"/>
                  </a:ext>
                </a:extLst>
              </p:cNvPr>
              <p:cNvSpPr/>
              <p:nvPr/>
            </p:nvSpPr>
            <p:spPr>
              <a:xfrm>
                <a:off x="4778117" y="1530463"/>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19" name="组合 18">
                <a:extLst>
                  <a:ext uri="{FF2B5EF4-FFF2-40B4-BE49-F238E27FC236}">
                    <a16:creationId xmlns:a16="http://schemas.microsoft.com/office/drawing/2014/main" id="{9B64C4BD-08FE-C16A-EFC4-94A3BC90F8FC}"/>
                  </a:ext>
                </a:extLst>
              </p:cNvPr>
              <p:cNvGrpSpPr/>
              <p:nvPr/>
            </p:nvGrpSpPr>
            <p:grpSpPr>
              <a:xfrm>
                <a:off x="4876554" y="1400487"/>
                <a:ext cx="620945" cy="495547"/>
                <a:chOff x="2883576" y="2528237"/>
                <a:chExt cx="620945" cy="495547"/>
              </a:xfrm>
            </p:grpSpPr>
            <p:grpSp>
              <p:nvGrpSpPr>
                <p:cNvPr id="20" name="组合 19">
                  <a:extLst>
                    <a:ext uri="{FF2B5EF4-FFF2-40B4-BE49-F238E27FC236}">
                      <a16:creationId xmlns:a16="http://schemas.microsoft.com/office/drawing/2014/main" id="{85D983C3-965A-6C5D-AE16-5E8ED7669B38}"/>
                    </a:ext>
                  </a:extLst>
                </p:cNvPr>
                <p:cNvGrpSpPr/>
                <p:nvPr/>
              </p:nvGrpSpPr>
              <p:grpSpPr>
                <a:xfrm>
                  <a:off x="2883576" y="2621661"/>
                  <a:ext cx="620945" cy="402123"/>
                  <a:chOff x="6512018" y="615964"/>
                  <a:chExt cx="1370013" cy="930275"/>
                </a:xfrm>
              </p:grpSpPr>
              <p:sp>
                <p:nvSpPr>
                  <p:cNvPr id="25" name="Freeform 14">
                    <a:extLst>
                      <a:ext uri="{FF2B5EF4-FFF2-40B4-BE49-F238E27FC236}">
                        <a16:creationId xmlns:a16="http://schemas.microsoft.com/office/drawing/2014/main" id="{FFE4250C-2EFC-62E1-D286-0F90F914062D}"/>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6" name="Freeform 15">
                    <a:extLst>
                      <a:ext uri="{FF2B5EF4-FFF2-40B4-BE49-F238E27FC236}">
                        <a16:creationId xmlns:a16="http://schemas.microsoft.com/office/drawing/2014/main" id="{0928770C-6D4A-F1AA-FCD7-4DDA6D5A9703}"/>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7" name="Freeform 16">
                    <a:extLst>
                      <a:ext uri="{FF2B5EF4-FFF2-40B4-BE49-F238E27FC236}">
                        <a16:creationId xmlns:a16="http://schemas.microsoft.com/office/drawing/2014/main" id="{4A6A85E4-04E4-CD7D-DC8D-BECE7E391811}"/>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21" name="组合 20">
                  <a:extLst>
                    <a:ext uri="{FF2B5EF4-FFF2-40B4-BE49-F238E27FC236}">
                      <a16:creationId xmlns:a16="http://schemas.microsoft.com/office/drawing/2014/main" id="{8732B6FA-8E06-439A-B1C8-332A4218DA1B}"/>
                    </a:ext>
                  </a:extLst>
                </p:cNvPr>
                <p:cNvGrpSpPr/>
                <p:nvPr/>
              </p:nvGrpSpPr>
              <p:grpSpPr>
                <a:xfrm>
                  <a:off x="2883576" y="2528237"/>
                  <a:ext cx="620945" cy="402123"/>
                  <a:chOff x="6512018" y="615964"/>
                  <a:chExt cx="1370013" cy="930275"/>
                </a:xfrm>
              </p:grpSpPr>
              <p:sp>
                <p:nvSpPr>
                  <p:cNvPr id="22" name="Freeform 14">
                    <a:extLst>
                      <a:ext uri="{FF2B5EF4-FFF2-40B4-BE49-F238E27FC236}">
                        <a16:creationId xmlns:a16="http://schemas.microsoft.com/office/drawing/2014/main" id="{8835893A-ED8D-304C-3BF6-B0E92DDE96AC}"/>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3" name="Freeform 15">
                    <a:extLst>
                      <a:ext uri="{FF2B5EF4-FFF2-40B4-BE49-F238E27FC236}">
                        <a16:creationId xmlns:a16="http://schemas.microsoft.com/office/drawing/2014/main" id="{D07C4F30-93DF-A3EE-889E-4C358A63B894}"/>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4" name="Freeform 16">
                    <a:extLst>
                      <a:ext uri="{FF2B5EF4-FFF2-40B4-BE49-F238E27FC236}">
                        <a16:creationId xmlns:a16="http://schemas.microsoft.com/office/drawing/2014/main" id="{1F8EA946-6136-3D3F-3345-BF10DF3E52B4}"/>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grpSp>
          <p:nvGrpSpPr>
            <p:cNvPr id="61" name="组合 60">
              <a:extLst>
                <a:ext uri="{FF2B5EF4-FFF2-40B4-BE49-F238E27FC236}">
                  <a16:creationId xmlns:a16="http://schemas.microsoft.com/office/drawing/2014/main" id="{2800C0A3-0683-0C9D-CF27-1033308BD94C}"/>
                </a:ext>
              </a:extLst>
            </p:cNvPr>
            <p:cNvGrpSpPr/>
            <p:nvPr/>
          </p:nvGrpSpPr>
          <p:grpSpPr>
            <a:xfrm>
              <a:off x="6819709" y="4346080"/>
              <a:ext cx="1268250" cy="905627"/>
              <a:chOff x="4778117" y="1400487"/>
              <a:chExt cx="815793" cy="582538"/>
            </a:xfrm>
          </p:grpSpPr>
          <p:sp>
            <p:nvSpPr>
              <p:cNvPr id="62" name="菱形 61">
                <a:extLst>
                  <a:ext uri="{FF2B5EF4-FFF2-40B4-BE49-F238E27FC236}">
                    <a16:creationId xmlns:a16="http://schemas.microsoft.com/office/drawing/2014/main" id="{9F6CC38E-E2DA-252E-97F4-6C3208953B0D}"/>
                  </a:ext>
                </a:extLst>
              </p:cNvPr>
              <p:cNvSpPr/>
              <p:nvPr/>
            </p:nvSpPr>
            <p:spPr>
              <a:xfrm>
                <a:off x="4778117" y="1530463"/>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63" name="组合 62">
                <a:extLst>
                  <a:ext uri="{FF2B5EF4-FFF2-40B4-BE49-F238E27FC236}">
                    <a16:creationId xmlns:a16="http://schemas.microsoft.com/office/drawing/2014/main" id="{A67F558C-CC51-CE1F-0EA2-99717CAAB6D0}"/>
                  </a:ext>
                </a:extLst>
              </p:cNvPr>
              <p:cNvGrpSpPr/>
              <p:nvPr/>
            </p:nvGrpSpPr>
            <p:grpSpPr>
              <a:xfrm>
                <a:off x="4876554" y="1400487"/>
                <a:ext cx="620945" cy="495547"/>
                <a:chOff x="2883576" y="2528237"/>
                <a:chExt cx="620945" cy="495547"/>
              </a:xfrm>
            </p:grpSpPr>
            <p:grpSp>
              <p:nvGrpSpPr>
                <p:cNvPr id="64" name="组合 63">
                  <a:extLst>
                    <a:ext uri="{FF2B5EF4-FFF2-40B4-BE49-F238E27FC236}">
                      <a16:creationId xmlns:a16="http://schemas.microsoft.com/office/drawing/2014/main" id="{6E22A3E1-3761-B846-F533-3104388AE98A}"/>
                    </a:ext>
                  </a:extLst>
                </p:cNvPr>
                <p:cNvGrpSpPr/>
                <p:nvPr/>
              </p:nvGrpSpPr>
              <p:grpSpPr>
                <a:xfrm>
                  <a:off x="2883576" y="2621661"/>
                  <a:ext cx="620945" cy="402123"/>
                  <a:chOff x="6512018" y="615964"/>
                  <a:chExt cx="1370013" cy="930275"/>
                </a:xfrm>
              </p:grpSpPr>
              <p:sp>
                <p:nvSpPr>
                  <p:cNvPr id="69" name="Freeform 14">
                    <a:extLst>
                      <a:ext uri="{FF2B5EF4-FFF2-40B4-BE49-F238E27FC236}">
                        <a16:creationId xmlns:a16="http://schemas.microsoft.com/office/drawing/2014/main" id="{4F424801-D639-8C22-93CF-81A40591CFC7}"/>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70" name="Freeform 15">
                    <a:extLst>
                      <a:ext uri="{FF2B5EF4-FFF2-40B4-BE49-F238E27FC236}">
                        <a16:creationId xmlns:a16="http://schemas.microsoft.com/office/drawing/2014/main" id="{71224A98-6DA4-1BA4-762E-8DF9926A7E63}"/>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71" name="Freeform 16">
                    <a:extLst>
                      <a:ext uri="{FF2B5EF4-FFF2-40B4-BE49-F238E27FC236}">
                        <a16:creationId xmlns:a16="http://schemas.microsoft.com/office/drawing/2014/main" id="{A6722199-9DD9-94E7-3E17-356B70DE8AFC}"/>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65" name="组合 64">
                  <a:extLst>
                    <a:ext uri="{FF2B5EF4-FFF2-40B4-BE49-F238E27FC236}">
                      <a16:creationId xmlns:a16="http://schemas.microsoft.com/office/drawing/2014/main" id="{F930346E-3895-558A-A574-DD11C5829536}"/>
                    </a:ext>
                  </a:extLst>
                </p:cNvPr>
                <p:cNvGrpSpPr/>
                <p:nvPr/>
              </p:nvGrpSpPr>
              <p:grpSpPr>
                <a:xfrm>
                  <a:off x="2883576" y="2528237"/>
                  <a:ext cx="620945" cy="402123"/>
                  <a:chOff x="6512018" y="615964"/>
                  <a:chExt cx="1370013" cy="930275"/>
                </a:xfrm>
              </p:grpSpPr>
              <p:sp>
                <p:nvSpPr>
                  <p:cNvPr id="66" name="Freeform 14">
                    <a:extLst>
                      <a:ext uri="{FF2B5EF4-FFF2-40B4-BE49-F238E27FC236}">
                        <a16:creationId xmlns:a16="http://schemas.microsoft.com/office/drawing/2014/main" id="{ECCB3C71-36A5-E7AF-734D-204351B2D6BC}"/>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67" name="Freeform 15">
                    <a:extLst>
                      <a:ext uri="{FF2B5EF4-FFF2-40B4-BE49-F238E27FC236}">
                        <a16:creationId xmlns:a16="http://schemas.microsoft.com/office/drawing/2014/main" id="{560E2AF5-B567-404C-5A86-C9AFDA20DC7F}"/>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68" name="Freeform 16">
                    <a:extLst>
                      <a:ext uri="{FF2B5EF4-FFF2-40B4-BE49-F238E27FC236}">
                        <a16:creationId xmlns:a16="http://schemas.microsoft.com/office/drawing/2014/main" id="{96CE1E2B-B232-4D35-211E-A30F10483342}"/>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grpSp>
      <p:grpSp>
        <p:nvGrpSpPr>
          <p:cNvPr id="106" name="组合 105">
            <a:extLst>
              <a:ext uri="{FF2B5EF4-FFF2-40B4-BE49-F238E27FC236}">
                <a16:creationId xmlns:a16="http://schemas.microsoft.com/office/drawing/2014/main" id="{0D931F0E-7CD9-C6F2-8259-AC2A6A3AA200}"/>
              </a:ext>
            </a:extLst>
          </p:cNvPr>
          <p:cNvGrpSpPr/>
          <p:nvPr/>
        </p:nvGrpSpPr>
        <p:grpSpPr>
          <a:xfrm>
            <a:off x="3884434" y="1976442"/>
            <a:ext cx="1268250" cy="2630953"/>
            <a:chOff x="3753907" y="2620754"/>
            <a:chExt cx="1268250" cy="2630953"/>
          </a:xfrm>
        </p:grpSpPr>
        <p:grpSp>
          <p:nvGrpSpPr>
            <p:cNvPr id="50" name="组合 49">
              <a:extLst>
                <a:ext uri="{FF2B5EF4-FFF2-40B4-BE49-F238E27FC236}">
                  <a16:creationId xmlns:a16="http://schemas.microsoft.com/office/drawing/2014/main" id="{9F83519B-F2C2-2CF2-CE90-75ED7D9B1AFF}"/>
                </a:ext>
              </a:extLst>
            </p:cNvPr>
            <p:cNvGrpSpPr/>
            <p:nvPr/>
          </p:nvGrpSpPr>
          <p:grpSpPr>
            <a:xfrm>
              <a:off x="3753907" y="4346080"/>
              <a:ext cx="1268250" cy="905627"/>
              <a:chOff x="4778117" y="1400487"/>
              <a:chExt cx="815793" cy="582538"/>
            </a:xfrm>
          </p:grpSpPr>
          <p:sp>
            <p:nvSpPr>
              <p:cNvPr id="51" name="菱形 50">
                <a:extLst>
                  <a:ext uri="{FF2B5EF4-FFF2-40B4-BE49-F238E27FC236}">
                    <a16:creationId xmlns:a16="http://schemas.microsoft.com/office/drawing/2014/main" id="{26B678F8-FE99-D137-4C8E-39B4393D545E}"/>
                  </a:ext>
                </a:extLst>
              </p:cNvPr>
              <p:cNvSpPr/>
              <p:nvPr/>
            </p:nvSpPr>
            <p:spPr>
              <a:xfrm>
                <a:off x="4778117" y="1530463"/>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52" name="组合 51">
                <a:extLst>
                  <a:ext uri="{FF2B5EF4-FFF2-40B4-BE49-F238E27FC236}">
                    <a16:creationId xmlns:a16="http://schemas.microsoft.com/office/drawing/2014/main" id="{C8A32933-695F-C428-F0EE-EF0E6CC25808}"/>
                  </a:ext>
                </a:extLst>
              </p:cNvPr>
              <p:cNvGrpSpPr/>
              <p:nvPr/>
            </p:nvGrpSpPr>
            <p:grpSpPr>
              <a:xfrm>
                <a:off x="4876554" y="1400487"/>
                <a:ext cx="620945" cy="495547"/>
                <a:chOff x="2883576" y="2528237"/>
                <a:chExt cx="620945" cy="495547"/>
              </a:xfrm>
            </p:grpSpPr>
            <p:grpSp>
              <p:nvGrpSpPr>
                <p:cNvPr id="53" name="组合 52">
                  <a:extLst>
                    <a:ext uri="{FF2B5EF4-FFF2-40B4-BE49-F238E27FC236}">
                      <a16:creationId xmlns:a16="http://schemas.microsoft.com/office/drawing/2014/main" id="{2B5DCC56-8A37-7189-58B1-CCC375712C5E}"/>
                    </a:ext>
                  </a:extLst>
                </p:cNvPr>
                <p:cNvGrpSpPr/>
                <p:nvPr/>
              </p:nvGrpSpPr>
              <p:grpSpPr>
                <a:xfrm>
                  <a:off x="2883576" y="2621661"/>
                  <a:ext cx="620945" cy="402123"/>
                  <a:chOff x="6512018" y="615964"/>
                  <a:chExt cx="1370013" cy="930275"/>
                </a:xfrm>
              </p:grpSpPr>
              <p:sp>
                <p:nvSpPr>
                  <p:cNvPr id="58" name="Freeform 14">
                    <a:extLst>
                      <a:ext uri="{FF2B5EF4-FFF2-40B4-BE49-F238E27FC236}">
                        <a16:creationId xmlns:a16="http://schemas.microsoft.com/office/drawing/2014/main" id="{752960AD-B88E-3981-B3EF-63D4C94D3FE5}"/>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59" name="Freeform 15">
                    <a:extLst>
                      <a:ext uri="{FF2B5EF4-FFF2-40B4-BE49-F238E27FC236}">
                        <a16:creationId xmlns:a16="http://schemas.microsoft.com/office/drawing/2014/main" id="{EBBF9AFE-809F-7EBC-AC67-C1A3647AE08D}"/>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60" name="Freeform 16">
                    <a:extLst>
                      <a:ext uri="{FF2B5EF4-FFF2-40B4-BE49-F238E27FC236}">
                        <a16:creationId xmlns:a16="http://schemas.microsoft.com/office/drawing/2014/main" id="{893CF030-A09C-7CCD-A013-F2C952204527}"/>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54" name="组合 53">
                  <a:extLst>
                    <a:ext uri="{FF2B5EF4-FFF2-40B4-BE49-F238E27FC236}">
                      <a16:creationId xmlns:a16="http://schemas.microsoft.com/office/drawing/2014/main" id="{266A82EC-687A-99D9-3933-9423267E4499}"/>
                    </a:ext>
                  </a:extLst>
                </p:cNvPr>
                <p:cNvGrpSpPr/>
                <p:nvPr/>
              </p:nvGrpSpPr>
              <p:grpSpPr>
                <a:xfrm>
                  <a:off x="2883576" y="2528237"/>
                  <a:ext cx="620945" cy="402123"/>
                  <a:chOff x="6512018" y="615964"/>
                  <a:chExt cx="1370013" cy="930275"/>
                </a:xfrm>
              </p:grpSpPr>
              <p:sp>
                <p:nvSpPr>
                  <p:cNvPr id="55" name="Freeform 14">
                    <a:extLst>
                      <a:ext uri="{FF2B5EF4-FFF2-40B4-BE49-F238E27FC236}">
                        <a16:creationId xmlns:a16="http://schemas.microsoft.com/office/drawing/2014/main" id="{0E139061-FE33-0F71-7310-0A380D5E2F21}"/>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56" name="Freeform 15">
                    <a:extLst>
                      <a:ext uri="{FF2B5EF4-FFF2-40B4-BE49-F238E27FC236}">
                        <a16:creationId xmlns:a16="http://schemas.microsoft.com/office/drawing/2014/main" id="{D0C9D02F-2BB0-D749-DD17-84D8B55607DC}"/>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57" name="Freeform 16">
                    <a:extLst>
                      <a:ext uri="{FF2B5EF4-FFF2-40B4-BE49-F238E27FC236}">
                        <a16:creationId xmlns:a16="http://schemas.microsoft.com/office/drawing/2014/main" id="{E844AA9A-8534-8B90-EEC6-6A8A15786F1B}"/>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grpSp>
          <p:nvGrpSpPr>
            <p:cNvPr id="72" name="组合 71">
              <a:extLst>
                <a:ext uri="{FF2B5EF4-FFF2-40B4-BE49-F238E27FC236}">
                  <a16:creationId xmlns:a16="http://schemas.microsoft.com/office/drawing/2014/main" id="{70C5429D-9BAA-0C0A-BAB8-7F0B96E61D1D}"/>
                </a:ext>
              </a:extLst>
            </p:cNvPr>
            <p:cNvGrpSpPr/>
            <p:nvPr/>
          </p:nvGrpSpPr>
          <p:grpSpPr>
            <a:xfrm>
              <a:off x="3753907" y="2620754"/>
              <a:ext cx="1268250" cy="905627"/>
              <a:chOff x="4778117" y="1400487"/>
              <a:chExt cx="815793" cy="582538"/>
            </a:xfrm>
          </p:grpSpPr>
          <p:sp>
            <p:nvSpPr>
              <p:cNvPr id="73" name="菱形 72">
                <a:extLst>
                  <a:ext uri="{FF2B5EF4-FFF2-40B4-BE49-F238E27FC236}">
                    <a16:creationId xmlns:a16="http://schemas.microsoft.com/office/drawing/2014/main" id="{1443E744-B02A-CD97-A655-038A749D3D1F}"/>
                  </a:ext>
                </a:extLst>
              </p:cNvPr>
              <p:cNvSpPr/>
              <p:nvPr/>
            </p:nvSpPr>
            <p:spPr>
              <a:xfrm>
                <a:off x="4778117" y="1530463"/>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74" name="组合 73">
                <a:extLst>
                  <a:ext uri="{FF2B5EF4-FFF2-40B4-BE49-F238E27FC236}">
                    <a16:creationId xmlns:a16="http://schemas.microsoft.com/office/drawing/2014/main" id="{0465ABE1-81F4-7A48-8049-4B4DA10C81E8}"/>
                  </a:ext>
                </a:extLst>
              </p:cNvPr>
              <p:cNvGrpSpPr/>
              <p:nvPr/>
            </p:nvGrpSpPr>
            <p:grpSpPr>
              <a:xfrm>
                <a:off x="4876554" y="1400487"/>
                <a:ext cx="620945" cy="495547"/>
                <a:chOff x="2883576" y="2528237"/>
                <a:chExt cx="620945" cy="495547"/>
              </a:xfrm>
            </p:grpSpPr>
            <p:grpSp>
              <p:nvGrpSpPr>
                <p:cNvPr id="75" name="组合 74">
                  <a:extLst>
                    <a:ext uri="{FF2B5EF4-FFF2-40B4-BE49-F238E27FC236}">
                      <a16:creationId xmlns:a16="http://schemas.microsoft.com/office/drawing/2014/main" id="{2367ACDC-831C-9017-AB3D-3C4C0865465D}"/>
                    </a:ext>
                  </a:extLst>
                </p:cNvPr>
                <p:cNvGrpSpPr/>
                <p:nvPr/>
              </p:nvGrpSpPr>
              <p:grpSpPr>
                <a:xfrm>
                  <a:off x="2883576" y="2621661"/>
                  <a:ext cx="620945" cy="402123"/>
                  <a:chOff x="6512018" y="615964"/>
                  <a:chExt cx="1370013" cy="930275"/>
                </a:xfrm>
              </p:grpSpPr>
              <p:sp>
                <p:nvSpPr>
                  <p:cNvPr id="80" name="Freeform 14">
                    <a:extLst>
                      <a:ext uri="{FF2B5EF4-FFF2-40B4-BE49-F238E27FC236}">
                        <a16:creationId xmlns:a16="http://schemas.microsoft.com/office/drawing/2014/main" id="{967B3E93-EDDD-C902-CA1B-008FDCC4BBE1}"/>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81" name="Freeform 15">
                    <a:extLst>
                      <a:ext uri="{FF2B5EF4-FFF2-40B4-BE49-F238E27FC236}">
                        <a16:creationId xmlns:a16="http://schemas.microsoft.com/office/drawing/2014/main" id="{D1A6A0DA-9B95-E8BA-9499-ECA1419CDFA1}"/>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82" name="Freeform 16">
                    <a:extLst>
                      <a:ext uri="{FF2B5EF4-FFF2-40B4-BE49-F238E27FC236}">
                        <a16:creationId xmlns:a16="http://schemas.microsoft.com/office/drawing/2014/main" id="{F8E9866B-E7BE-35A6-F493-DBF62A82F8DC}"/>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76" name="组合 75">
                  <a:extLst>
                    <a:ext uri="{FF2B5EF4-FFF2-40B4-BE49-F238E27FC236}">
                      <a16:creationId xmlns:a16="http://schemas.microsoft.com/office/drawing/2014/main" id="{1244E5E3-3DD2-AFDC-0823-AAA168CFCF53}"/>
                    </a:ext>
                  </a:extLst>
                </p:cNvPr>
                <p:cNvGrpSpPr/>
                <p:nvPr/>
              </p:nvGrpSpPr>
              <p:grpSpPr>
                <a:xfrm>
                  <a:off x="2883576" y="2528237"/>
                  <a:ext cx="620945" cy="402123"/>
                  <a:chOff x="6512018" y="615964"/>
                  <a:chExt cx="1370013" cy="930275"/>
                </a:xfrm>
              </p:grpSpPr>
              <p:sp>
                <p:nvSpPr>
                  <p:cNvPr id="77" name="Freeform 14">
                    <a:extLst>
                      <a:ext uri="{FF2B5EF4-FFF2-40B4-BE49-F238E27FC236}">
                        <a16:creationId xmlns:a16="http://schemas.microsoft.com/office/drawing/2014/main" id="{91D80A86-EB44-93C3-0248-3ACFB83BC6E5}"/>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78" name="Freeform 15">
                    <a:extLst>
                      <a:ext uri="{FF2B5EF4-FFF2-40B4-BE49-F238E27FC236}">
                        <a16:creationId xmlns:a16="http://schemas.microsoft.com/office/drawing/2014/main" id="{588E7A51-0ECC-2CA6-242D-00AA0DB8A813}"/>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79" name="Freeform 16">
                    <a:extLst>
                      <a:ext uri="{FF2B5EF4-FFF2-40B4-BE49-F238E27FC236}">
                        <a16:creationId xmlns:a16="http://schemas.microsoft.com/office/drawing/2014/main" id="{C8589AD0-AA5E-2E43-9DAD-83123866027A}"/>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grpSp>
      <p:grpSp>
        <p:nvGrpSpPr>
          <p:cNvPr id="108" name="组合 107">
            <a:extLst>
              <a:ext uri="{FF2B5EF4-FFF2-40B4-BE49-F238E27FC236}">
                <a16:creationId xmlns:a16="http://schemas.microsoft.com/office/drawing/2014/main" id="{90B1E367-1670-5AC4-3A11-CEBFDCF94B66}"/>
              </a:ext>
            </a:extLst>
          </p:cNvPr>
          <p:cNvGrpSpPr/>
          <p:nvPr/>
        </p:nvGrpSpPr>
        <p:grpSpPr>
          <a:xfrm>
            <a:off x="8394198" y="1134496"/>
            <a:ext cx="1268250" cy="4314845"/>
            <a:chOff x="8263671" y="1883704"/>
            <a:chExt cx="1268250" cy="4314845"/>
          </a:xfrm>
        </p:grpSpPr>
        <p:grpSp>
          <p:nvGrpSpPr>
            <p:cNvPr id="28" name="组合 27">
              <a:extLst>
                <a:ext uri="{FF2B5EF4-FFF2-40B4-BE49-F238E27FC236}">
                  <a16:creationId xmlns:a16="http://schemas.microsoft.com/office/drawing/2014/main" id="{4AF28C47-ECA0-7946-CACB-2C89E77DB2C3}"/>
                </a:ext>
              </a:extLst>
            </p:cNvPr>
            <p:cNvGrpSpPr/>
            <p:nvPr/>
          </p:nvGrpSpPr>
          <p:grpSpPr>
            <a:xfrm>
              <a:off x="8263671" y="1883704"/>
              <a:ext cx="1268250" cy="905627"/>
              <a:chOff x="4778117" y="1400487"/>
              <a:chExt cx="815793" cy="582538"/>
            </a:xfrm>
          </p:grpSpPr>
          <p:sp>
            <p:nvSpPr>
              <p:cNvPr id="29" name="菱形 28">
                <a:extLst>
                  <a:ext uri="{FF2B5EF4-FFF2-40B4-BE49-F238E27FC236}">
                    <a16:creationId xmlns:a16="http://schemas.microsoft.com/office/drawing/2014/main" id="{4B0ABB92-0DE0-AB92-B215-231CCE82D8BC}"/>
                  </a:ext>
                </a:extLst>
              </p:cNvPr>
              <p:cNvSpPr/>
              <p:nvPr/>
            </p:nvSpPr>
            <p:spPr>
              <a:xfrm>
                <a:off x="4778117" y="1530463"/>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30" name="组合 29">
                <a:extLst>
                  <a:ext uri="{FF2B5EF4-FFF2-40B4-BE49-F238E27FC236}">
                    <a16:creationId xmlns:a16="http://schemas.microsoft.com/office/drawing/2014/main" id="{B9F9A076-371B-D319-6D28-19E0AEFAB5D7}"/>
                  </a:ext>
                </a:extLst>
              </p:cNvPr>
              <p:cNvGrpSpPr/>
              <p:nvPr/>
            </p:nvGrpSpPr>
            <p:grpSpPr>
              <a:xfrm>
                <a:off x="4876554" y="1400487"/>
                <a:ext cx="620945" cy="495547"/>
                <a:chOff x="2883576" y="2528237"/>
                <a:chExt cx="620945" cy="495547"/>
              </a:xfrm>
            </p:grpSpPr>
            <p:grpSp>
              <p:nvGrpSpPr>
                <p:cNvPr id="31" name="组合 30">
                  <a:extLst>
                    <a:ext uri="{FF2B5EF4-FFF2-40B4-BE49-F238E27FC236}">
                      <a16:creationId xmlns:a16="http://schemas.microsoft.com/office/drawing/2014/main" id="{0790BC4C-EF74-2E53-8E08-1D515F9D7FD9}"/>
                    </a:ext>
                  </a:extLst>
                </p:cNvPr>
                <p:cNvGrpSpPr/>
                <p:nvPr/>
              </p:nvGrpSpPr>
              <p:grpSpPr>
                <a:xfrm>
                  <a:off x="2883576" y="2621661"/>
                  <a:ext cx="620945" cy="402123"/>
                  <a:chOff x="6512018" y="615964"/>
                  <a:chExt cx="1370013" cy="930275"/>
                </a:xfrm>
              </p:grpSpPr>
              <p:sp>
                <p:nvSpPr>
                  <p:cNvPr id="36" name="Freeform 14">
                    <a:extLst>
                      <a:ext uri="{FF2B5EF4-FFF2-40B4-BE49-F238E27FC236}">
                        <a16:creationId xmlns:a16="http://schemas.microsoft.com/office/drawing/2014/main" id="{7A606134-DC6F-247F-9DBA-75DFB6EFE44E}"/>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7" name="Freeform 15">
                    <a:extLst>
                      <a:ext uri="{FF2B5EF4-FFF2-40B4-BE49-F238E27FC236}">
                        <a16:creationId xmlns:a16="http://schemas.microsoft.com/office/drawing/2014/main" id="{C6880730-3D1A-3816-9D8A-516BD32ED1D6}"/>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8" name="Freeform 16">
                    <a:extLst>
                      <a:ext uri="{FF2B5EF4-FFF2-40B4-BE49-F238E27FC236}">
                        <a16:creationId xmlns:a16="http://schemas.microsoft.com/office/drawing/2014/main" id="{E4E69372-4044-93A6-A4E5-A0A115471A97}"/>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32" name="组合 31">
                  <a:extLst>
                    <a:ext uri="{FF2B5EF4-FFF2-40B4-BE49-F238E27FC236}">
                      <a16:creationId xmlns:a16="http://schemas.microsoft.com/office/drawing/2014/main" id="{582BA7C9-FABC-0DE6-457A-A370819B30AA}"/>
                    </a:ext>
                  </a:extLst>
                </p:cNvPr>
                <p:cNvGrpSpPr/>
                <p:nvPr/>
              </p:nvGrpSpPr>
              <p:grpSpPr>
                <a:xfrm>
                  <a:off x="2883576" y="2528237"/>
                  <a:ext cx="620945" cy="402123"/>
                  <a:chOff x="6512018" y="615964"/>
                  <a:chExt cx="1370013" cy="930275"/>
                </a:xfrm>
              </p:grpSpPr>
              <p:sp>
                <p:nvSpPr>
                  <p:cNvPr id="33" name="Freeform 14">
                    <a:extLst>
                      <a:ext uri="{FF2B5EF4-FFF2-40B4-BE49-F238E27FC236}">
                        <a16:creationId xmlns:a16="http://schemas.microsoft.com/office/drawing/2014/main" id="{4E95CEE4-579F-418C-C9DF-57DDF956565D}"/>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4" name="Freeform 15">
                    <a:extLst>
                      <a:ext uri="{FF2B5EF4-FFF2-40B4-BE49-F238E27FC236}">
                        <a16:creationId xmlns:a16="http://schemas.microsoft.com/office/drawing/2014/main" id="{37727443-0446-4951-BC6E-CA0A4A2A199F}"/>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5" name="Freeform 16">
                    <a:extLst>
                      <a:ext uri="{FF2B5EF4-FFF2-40B4-BE49-F238E27FC236}">
                        <a16:creationId xmlns:a16="http://schemas.microsoft.com/office/drawing/2014/main" id="{DF60D208-49FF-C6B8-8005-85F2B70A55EF}"/>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grpSp>
          <p:nvGrpSpPr>
            <p:cNvPr id="83" name="组合 82">
              <a:extLst>
                <a:ext uri="{FF2B5EF4-FFF2-40B4-BE49-F238E27FC236}">
                  <a16:creationId xmlns:a16="http://schemas.microsoft.com/office/drawing/2014/main" id="{AFD1AD65-15D2-B2DF-B3D7-1CEC2F56294D}"/>
                </a:ext>
              </a:extLst>
            </p:cNvPr>
            <p:cNvGrpSpPr/>
            <p:nvPr/>
          </p:nvGrpSpPr>
          <p:grpSpPr>
            <a:xfrm>
              <a:off x="8263671" y="5292922"/>
              <a:ext cx="1268250" cy="905627"/>
              <a:chOff x="4778117" y="1400487"/>
              <a:chExt cx="815793" cy="582538"/>
            </a:xfrm>
          </p:grpSpPr>
          <p:sp>
            <p:nvSpPr>
              <p:cNvPr id="84" name="菱形 83">
                <a:extLst>
                  <a:ext uri="{FF2B5EF4-FFF2-40B4-BE49-F238E27FC236}">
                    <a16:creationId xmlns:a16="http://schemas.microsoft.com/office/drawing/2014/main" id="{0AADFBEB-257C-50DB-011D-0585DE434EFF}"/>
                  </a:ext>
                </a:extLst>
              </p:cNvPr>
              <p:cNvSpPr/>
              <p:nvPr/>
            </p:nvSpPr>
            <p:spPr>
              <a:xfrm>
                <a:off x="4778117" y="1530463"/>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85" name="组合 84">
                <a:extLst>
                  <a:ext uri="{FF2B5EF4-FFF2-40B4-BE49-F238E27FC236}">
                    <a16:creationId xmlns:a16="http://schemas.microsoft.com/office/drawing/2014/main" id="{148D831E-0D73-D609-0B57-FD6A8BC78FFF}"/>
                  </a:ext>
                </a:extLst>
              </p:cNvPr>
              <p:cNvGrpSpPr/>
              <p:nvPr/>
            </p:nvGrpSpPr>
            <p:grpSpPr>
              <a:xfrm>
                <a:off x="4876554" y="1400487"/>
                <a:ext cx="620945" cy="495547"/>
                <a:chOff x="2883576" y="2528237"/>
                <a:chExt cx="620945" cy="495547"/>
              </a:xfrm>
            </p:grpSpPr>
            <p:grpSp>
              <p:nvGrpSpPr>
                <p:cNvPr id="86" name="组合 85">
                  <a:extLst>
                    <a:ext uri="{FF2B5EF4-FFF2-40B4-BE49-F238E27FC236}">
                      <a16:creationId xmlns:a16="http://schemas.microsoft.com/office/drawing/2014/main" id="{00220501-5F12-C644-0243-FA66AFA850A4}"/>
                    </a:ext>
                  </a:extLst>
                </p:cNvPr>
                <p:cNvGrpSpPr/>
                <p:nvPr/>
              </p:nvGrpSpPr>
              <p:grpSpPr>
                <a:xfrm>
                  <a:off x="2883576" y="2621661"/>
                  <a:ext cx="620945" cy="402123"/>
                  <a:chOff x="6512018" y="615964"/>
                  <a:chExt cx="1370013" cy="930275"/>
                </a:xfrm>
              </p:grpSpPr>
              <p:sp>
                <p:nvSpPr>
                  <p:cNvPr id="91" name="Freeform 14">
                    <a:extLst>
                      <a:ext uri="{FF2B5EF4-FFF2-40B4-BE49-F238E27FC236}">
                        <a16:creationId xmlns:a16="http://schemas.microsoft.com/office/drawing/2014/main" id="{A3FFCD56-3E10-CCFC-5F94-DD42E7F2B1A1}"/>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92" name="Freeform 15">
                    <a:extLst>
                      <a:ext uri="{FF2B5EF4-FFF2-40B4-BE49-F238E27FC236}">
                        <a16:creationId xmlns:a16="http://schemas.microsoft.com/office/drawing/2014/main" id="{51BE5E26-535E-2DCE-0412-CE55F88508A2}"/>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93" name="Freeform 16">
                    <a:extLst>
                      <a:ext uri="{FF2B5EF4-FFF2-40B4-BE49-F238E27FC236}">
                        <a16:creationId xmlns:a16="http://schemas.microsoft.com/office/drawing/2014/main" id="{C8275BC1-DAD6-7F76-34F5-3CA4B89082C2}"/>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87" name="组合 86">
                  <a:extLst>
                    <a:ext uri="{FF2B5EF4-FFF2-40B4-BE49-F238E27FC236}">
                      <a16:creationId xmlns:a16="http://schemas.microsoft.com/office/drawing/2014/main" id="{9324B238-4B8D-AD3C-C64E-50B95AF0D418}"/>
                    </a:ext>
                  </a:extLst>
                </p:cNvPr>
                <p:cNvGrpSpPr/>
                <p:nvPr/>
              </p:nvGrpSpPr>
              <p:grpSpPr>
                <a:xfrm>
                  <a:off x="2883576" y="2528237"/>
                  <a:ext cx="620945" cy="402123"/>
                  <a:chOff x="6512018" y="615964"/>
                  <a:chExt cx="1370013" cy="930275"/>
                </a:xfrm>
              </p:grpSpPr>
              <p:sp>
                <p:nvSpPr>
                  <p:cNvPr id="88" name="Freeform 14">
                    <a:extLst>
                      <a:ext uri="{FF2B5EF4-FFF2-40B4-BE49-F238E27FC236}">
                        <a16:creationId xmlns:a16="http://schemas.microsoft.com/office/drawing/2014/main" id="{64720EA6-91E5-5E62-4708-70F2DB9E405E}"/>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89" name="Freeform 15">
                    <a:extLst>
                      <a:ext uri="{FF2B5EF4-FFF2-40B4-BE49-F238E27FC236}">
                        <a16:creationId xmlns:a16="http://schemas.microsoft.com/office/drawing/2014/main" id="{54560F28-AF7B-5413-D3C7-F648E57B0A0D}"/>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90" name="Freeform 16">
                    <a:extLst>
                      <a:ext uri="{FF2B5EF4-FFF2-40B4-BE49-F238E27FC236}">
                        <a16:creationId xmlns:a16="http://schemas.microsoft.com/office/drawing/2014/main" id="{33496D26-7C76-867F-BB13-2A632808D7F2}"/>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grpSp>
      <p:grpSp>
        <p:nvGrpSpPr>
          <p:cNvPr id="107" name="组合 106">
            <a:extLst>
              <a:ext uri="{FF2B5EF4-FFF2-40B4-BE49-F238E27FC236}">
                <a16:creationId xmlns:a16="http://schemas.microsoft.com/office/drawing/2014/main" id="{4BDEFFF3-B993-7227-BD8E-35E26098AA3C}"/>
              </a:ext>
            </a:extLst>
          </p:cNvPr>
          <p:cNvGrpSpPr/>
          <p:nvPr/>
        </p:nvGrpSpPr>
        <p:grpSpPr>
          <a:xfrm>
            <a:off x="2526371" y="1134496"/>
            <a:ext cx="1268250" cy="4314845"/>
            <a:chOff x="2395844" y="1883704"/>
            <a:chExt cx="1268250" cy="4314845"/>
          </a:xfrm>
        </p:grpSpPr>
        <p:grpSp>
          <p:nvGrpSpPr>
            <p:cNvPr id="39" name="组合 38">
              <a:extLst>
                <a:ext uri="{FF2B5EF4-FFF2-40B4-BE49-F238E27FC236}">
                  <a16:creationId xmlns:a16="http://schemas.microsoft.com/office/drawing/2014/main" id="{6A627C7F-07D2-585C-D0BE-6438A2CA9A44}"/>
                </a:ext>
              </a:extLst>
            </p:cNvPr>
            <p:cNvGrpSpPr/>
            <p:nvPr/>
          </p:nvGrpSpPr>
          <p:grpSpPr>
            <a:xfrm>
              <a:off x="2395844" y="5292922"/>
              <a:ext cx="1268250" cy="905627"/>
              <a:chOff x="4778117" y="1400487"/>
              <a:chExt cx="815793" cy="582538"/>
            </a:xfrm>
          </p:grpSpPr>
          <p:sp>
            <p:nvSpPr>
              <p:cNvPr id="40" name="菱形 39">
                <a:extLst>
                  <a:ext uri="{FF2B5EF4-FFF2-40B4-BE49-F238E27FC236}">
                    <a16:creationId xmlns:a16="http://schemas.microsoft.com/office/drawing/2014/main" id="{8049C50D-64C8-A627-AD62-C9FD8CE384BF}"/>
                  </a:ext>
                </a:extLst>
              </p:cNvPr>
              <p:cNvSpPr/>
              <p:nvPr/>
            </p:nvSpPr>
            <p:spPr>
              <a:xfrm>
                <a:off x="4778117" y="1530463"/>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41" name="组合 40">
                <a:extLst>
                  <a:ext uri="{FF2B5EF4-FFF2-40B4-BE49-F238E27FC236}">
                    <a16:creationId xmlns:a16="http://schemas.microsoft.com/office/drawing/2014/main" id="{1EE8DF1C-878F-F54A-3BCF-78A7582F8FB9}"/>
                  </a:ext>
                </a:extLst>
              </p:cNvPr>
              <p:cNvGrpSpPr/>
              <p:nvPr/>
            </p:nvGrpSpPr>
            <p:grpSpPr>
              <a:xfrm>
                <a:off x="4876554" y="1400487"/>
                <a:ext cx="620945" cy="495547"/>
                <a:chOff x="2883576" y="2528237"/>
                <a:chExt cx="620945" cy="495547"/>
              </a:xfrm>
            </p:grpSpPr>
            <p:grpSp>
              <p:nvGrpSpPr>
                <p:cNvPr id="42" name="组合 41">
                  <a:extLst>
                    <a:ext uri="{FF2B5EF4-FFF2-40B4-BE49-F238E27FC236}">
                      <a16:creationId xmlns:a16="http://schemas.microsoft.com/office/drawing/2014/main" id="{AF3B285E-8F0C-0193-6560-BA2153541BBA}"/>
                    </a:ext>
                  </a:extLst>
                </p:cNvPr>
                <p:cNvGrpSpPr/>
                <p:nvPr/>
              </p:nvGrpSpPr>
              <p:grpSpPr>
                <a:xfrm>
                  <a:off x="2883576" y="2621661"/>
                  <a:ext cx="620945" cy="402123"/>
                  <a:chOff x="6512018" y="615964"/>
                  <a:chExt cx="1370013" cy="930275"/>
                </a:xfrm>
              </p:grpSpPr>
              <p:sp>
                <p:nvSpPr>
                  <p:cNvPr id="47" name="Freeform 14">
                    <a:extLst>
                      <a:ext uri="{FF2B5EF4-FFF2-40B4-BE49-F238E27FC236}">
                        <a16:creationId xmlns:a16="http://schemas.microsoft.com/office/drawing/2014/main" id="{8936DB5C-CBBA-790E-DD13-9AA2C5A23291}"/>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48" name="Freeform 15">
                    <a:extLst>
                      <a:ext uri="{FF2B5EF4-FFF2-40B4-BE49-F238E27FC236}">
                        <a16:creationId xmlns:a16="http://schemas.microsoft.com/office/drawing/2014/main" id="{877DC845-5B6C-F2A7-FCA7-C523C89E0A01}"/>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49" name="Freeform 16">
                    <a:extLst>
                      <a:ext uri="{FF2B5EF4-FFF2-40B4-BE49-F238E27FC236}">
                        <a16:creationId xmlns:a16="http://schemas.microsoft.com/office/drawing/2014/main" id="{6EA501F4-CB50-DF80-100B-068F965794E1}"/>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43" name="组合 42">
                  <a:extLst>
                    <a:ext uri="{FF2B5EF4-FFF2-40B4-BE49-F238E27FC236}">
                      <a16:creationId xmlns:a16="http://schemas.microsoft.com/office/drawing/2014/main" id="{555B02E5-EBD4-0019-8C42-DB9CB70B3EDA}"/>
                    </a:ext>
                  </a:extLst>
                </p:cNvPr>
                <p:cNvGrpSpPr/>
                <p:nvPr/>
              </p:nvGrpSpPr>
              <p:grpSpPr>
                <a:xfrm>
                  <a:off x="2883576" y="2528237"/>
                  <a:ext cx="620945" cy="402123"/>
                  <a:chOff x="6512018" y="615964"/>
                  <a:chExt cx="1370013" cy="930275"/>
                </a:xfrm>
              </p:grpSpPr>
              <p:sp>
                <p:nvSpPr>
                  <p:cNvPr id="44" name="Freeform 14">
                    <a:extLst>
                      <a:ext uri="{FF2B5EF4-FFF2-40B4-BE49-F238E27FC236}">
                        <a16:creationId xmlns:a16="http://schemas.microsoft.com/office/drawing/2014/main" id="{D87D70EB-0D55-0445-C907-27B875B53B21}"/>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45" name="Freeform 15">
                    <a:extLst>
                      <a:ext uri="{FF2B5EF4-FFF2-40B4-BE49-F238E27FC236}">
                        <a16:creationId xmlns:a16="http://schemas.microsoft.com/office/drawing/2014/main" id="{6DF9042E-A37B-2C23-C0D8-CE9B0DF5E620}"/>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46" name="Freeform 16">
                    <a:extLst>
                      <a:ext uri="{FF2B5EF4-FFF2-40B4-BE49-F238E27FC236}">
                        <a16:creationId xmlns:a16="http://schemas.microsoft.com/office/drawing/2014/main" id="{B3DAF3D9-EC75-A45D-A130-A31EA7448CD2}"/>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grpSp>
          <p:nvGrpSpPr>
            <p:cNvPr id="94" name="组合 93">
              <a:extLst>
                <a:ext uri="{FF2B5EF4-FFF2-40B4-BE49-F238E27FC236}">
                  <a16:creationId xmlns:a16="http://schemas.microsoft.com/office/drawing/2014/main" id="{EB08F8C9-A1FF-4D97-3EBD-0D064D18BD2F}"/>
                </a:ext>
              </a:extLst>
            </p:cNvPr>
            <p:cNvGrpSpPr/>
            <p:nvPr/>
          </p:nvGrpSpPr>
          <p:grpSpPr>
            <a:xfrm>
              <a:off x="2395844" y="1883704"/>
              <a:ext cx="1268250" cy="905627"/>
              <a:chOff x="4778117" y="1400487"/>
              <a:chExt cx="815793" cy="582538"/>
            </a:xfrm>
          </p:grpSpPr>
          <p:sp>
            <p:nvSpPr>
              <p:cNvPr id="95" name="菱形 94">
                <a:extLst>
                  <a:ext uri="{FF2B5EF4-FFF2-40B4-BE49-F238E27FC236}">
                    <a16:creationId xmlns:a16="http://schemas.microsoft.com/office/drawing/2014/main" id="{DD151338-1CF4-E6AC-B290-2FB924ADBB5D}"/>
                  </a:ext>
                </a:extLst>
              </p:cNvPr>
              <p:cNvSpPr/>
              <p:nvPr/>
            </p:nvSpPr>
            <p:spPr>
              <a:xfrm>
                <a:off x="4778117" y="1530463"/>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96" name="组合 95">
                <a:extLst>
                  <a:ext uri="{FF2B5EF4-FFF2-40B4-BE49-F238E27FC236}">
                    <a16:creationId xmlns:a16="http://schemas.microsoft.com/office/drawing/2014/main" id="{6C2EEEF9-D09B-1286-A3B8-ACE06D5BA427}"/>
                  </a:ext>
                </a:extLst>
              </p:cNvPr>
              <p:cNvGrpSpPr/>
              <p:nvPr/>
            </p:nvGrpSpPr>
            <p:grpSpPr>
              <a:xfrm>
                <a:off x="4876554" y="1400487"/>
                <a:ext cx="620945" cy="495547"/>
                <a:chOff x="2883576" y="2528237"/>
                <a:chExt cx="620945" cy="495547"/>
              </a:xfrm>
            </p:grpSpPr>
            <p:grpSp>
              <p:nvGrpSpPr>
                <p:cNvPr id="97" name="组合 96">
                  <a:extLst>
                    <a:ext uri="{FF2B5EF4-FFF2-40B4-BE49-F238E27FC236}">
                      <a16:creationId xmlns:a16="http://schemas.microsoft.com/office/drawing/2014/main" id="{82B7C164-D672-5879-0E09-9670529BBE2D}"/>
                    </a:ext>
                  </a:extLst>
                </p:cNvPr>
                <p:cNvGrpSpPr/>
                <p:nvPr/>
              </p:nvGrpSpPr>
              <p:grpSpPr>
                <a:xfrm>
                  <a:off x="2883576" y="2621661"/>
                  <a:ext cx="620945" cy="402123"/>
                  <a:chOff x="6512018" y="615964"/>
                  <a:chExt cx="1370013" cy="930275"/>
                </a:xfrm>
              </p:grpSpPr>
              <p:sp>
                <p:nvSpPr>
                  <p:cNvPr id="102" name="Freeform 14">
                    <a:extLst>
                      <a:ext uri="{FF2B5EF4-FFF2-40B4-BE49-F238E27FC236}">
                        <a16:creationId xmlns:a16="http://schemas.microsoft.com/office/drawing/2014/main" id="{D16638E8-59B5-6FDD-61ED-FA3A0B1A1340}"/>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103" name="Freeform 15">
                    <a:extLst>
                      <a:ext uri="{FF2B5EF4-FFF2-40B4-BE49-F238E27FC236}">
                        <a16:creationId xmlns:a16="http://schemas.microsoft.com/office/drawing/2014/main" id="{1276959A-D6D5-7A05-0DB5-D1D4AFDBBDB6}"/>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104" name="Freeform 16">
                    <a:extLst>
                      <a:ext uri="{FF2B5EF4-FFF2-40B4-BE49-F238E27FC236}">
                        <a16:creationId xmlns:a16="http://schemas.microsoft.com/office/drawing/2014/main" id="{083D8C14-4ACA-B48F-6FB2-822BA8D4F21A}"/>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98" name="组合 97">
                  <a:extLst>
                    <a:ext uri="{FF2B5EF4-FFF2-40B4-BE49-F238E27FC236}">
                      <a16:creationId xmlns:a16="http://schemas.microsoft.com/office/drawing/2014/main" id="{3607A7FA-4C8A-76B2-4776-FA4A9A8421F4}"/>
                    </a:ext>
                  </a:extLst>
                </p:cNvPr>
                <p:cNvGrpSpPr/>
                <p:nvPr/>
              </p:nvGrpSpPr>
              <p:grpSpPr>
                <a:xfrm>
                  <a:off x="2883576" y="2528237"/>
                  <a:ext cx="620945" cy="402123"/>
                  <a:chOff x="6512018" y="615964"/>
                  <a:chExt cx="1370013" cy="930275"/>
                </a:xfrm>
              </p:grpSpPr>
              <p:sp>
                <p:nvSpPr>
                  <p:cNvPr id="99" name="Freeform 14">
                    <a:extLst>
                      <a:ext uri="{FF2B5EF4-FFF2-40B4-BE49-F238E27FC236}">
                        <a16:creationId xmlns:a16="http://schemas.microsoft.com/office/drawing/2014/main" id="{F16E32EC-1DE7-35AE-B6DB-003FFD28F44C}"/>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100" name="Freeform 15">
                    <a:extLst>
                      <a:ext uri="{FF2B5EF4-FFF2-40B4-BE49-F238E27FC236}">
                        <a16:creationId xmlns:a16="http://schemas.microsoft.com/office/drawing/2014/main" id="{0769472B-3D97-2CC5-294F-3A11A3A991AA}"/>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101" name="Freeform 16">
                    <a:extLst>
                      <a:ext uri="{FF2B5EF4-FFF2-40B4-BE49-F238E27FC236}">
                        <a16:creationId xmlns:a16="http://schemas.microsoft.com/office/drawing/2014/main" id="{12EE2560-459B-2E1D-4287-BE69E017D9EA}"/>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grpSp>
      <p:sp>
        <p:nvSpPr>
          <p:cNvPr id="113" name="梯形 112">
            <a:extLst>
              <a:ext uri="{FF2B5EF4-FFF2-40B4-BE49-F238E27FC236}">
                <a16:creationId xmlns:a16="http://schemas.microsoft.com/office/drawing/2014/main" id="{AD93A541-D75C-38EB-A39F-BC704E6CC548}"/>
              </a:ext>
            </a:extLst>
          </p:cNvPr>
          <p:cNvSpPr/>
          <p:nvPr/>
        </p:nvSpPr>
        <p:spPr>
          <a:xfrm rot="10800000">
            <a:off x="5283602" y="1678546"/>
            <a:ext cx="1735906" cy="1198747"/>
          </a:xfrm>
          <a:prstGeom prst="trapezoid">
            <a:avLst>
              <a:gd name="adj" fmla="val 27080"/>
            </a:avLst>
          </a:prstGeom>
          <a:gradFill flip="none" rotWithShape="1">
            <a:gsLst>
              <a:gs pos="0">
                <a:srgbClr val="8E9CEF">
                  <a:alpha val="55000"/>
                </a:srgbClr>
              </a:gs>
              <a:gs pos="82000">
                <a:srgbClr val="8E9CEF">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933590B1-541D-92F6-51EA-EC423A262590}"/>
              </a:ext>
            </a:extLst>
          </p:cNvPr>
          <p:cNvGrpSpPr/>
          <p:nvPr/>
        </p:nvGrpSpPr>
        <p:grpSpPr>
          <a:xfrm>
            <a:off x="5580177" y="2540713"/>
            <a:ext cx="1144095" cy="996668"/>
            <a:chOff x="5288662" y="2278503"/>
            <a:chExt cx="1813287" cy="1579629"/>
          </a:xfrm>
        </p:grpSpPr>
        <p:sp>
          <p:nvSpPr>
            <p:cNvPr id="8" name="Freeform 9">
              <a:extLst>
                <a:ext uri="{FF2B5EF4-FFF2-40B4-BE49-F238E27FC236}">
                  <a16:creationId xmlns:a16="http://schemas.microsoft.com/office/drawing/2014/main" id="{4F610DCA-F606-937E-D1B7-A70E9444A4EE}"/>
                </a:ext>
              </a:extLst>
            </p:cNvPr>
            <p:cNvSpPr>
              <a:spLocks/>
            </p:cNvSpPr>
            <p:nvPr/>
          </p:nvSpPr>
          <p:spPr bwMode="auto">
            <a:xfrm>
              <a:off x="5302321" y="3244395"/>
              <a:ext cx="1785969" cy="613737"/>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flip="none" rotWithShape="1">
              <a:gsLst>
                <a:gs pos="0">
                  <a:srgbClr val="E7EBFF"/>
                </a:gs>
                <a:gs pos="100000">
                  <a:srgbClr val="6578F0"/>
                </a:gs>
              </a:gsLst>
              <a:lin ang="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p>
          </p:txBody>
        </p:sp>
        <p:sp>
          <p:nvSpPr>
            <p:cNvPr id="9" name="Freeform 10">
              <a:extLst>
                <a:ext uri="{FF2B5EF4-FFF2-40B4-BE49-F238E27FC236}">
                  <a16:creationId xmlns:a16="http://schemas.microsoft.com/office/drawing/2014/main" id="{97FF7474-5987-0140-32AB-F0F169DE2523}"/>
                </a:ext>
              </a:extLst>
            </p:cNvPr>
            <p:cNvSpPr>
              <a:spLocks/>
            </p:cNvSpPr>
            <p:nvPr/>
          </p:nvSpPr>
          <p:spPr bwMode="auto">
            <a:xfrm>
              <a:off x="5288662" y="2721932"/>
              <a:ext cx="1813287" cy="1051427"/>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10" name="组合 9">
              <a:extLst>
                <a:ext uri="{FF2B5EF4-FFF2-40B4-BE49-F238E27FC236}">
                  <a16:creationId xmlns:a16="http://schemas.microsoft.com/office/drawing/2014/main" id="{5F4D119E-B8C0-3041-ACDB-F10134B5BB78}"/>
                </a:ext>
              </a:extLst>
            </p:cNvPr>
            <p:cNvGrpSpPr/>
            <p:nvPr/>
          </p:nvGrpSpPr>
          <p:grpSpPr>
            <a:xfrm>
              <a:off x="5288662" y="2510611"/>
              <a:ext cx="1813287" cy="1136200"/>
              <a:chOff x="5281984" y="2510611"/>
              <a:chExt cx="1813287" cy="1136200"/>
            </a:xfrm>
          </p:grpSpPr>
          <p:sp>
            <p:nvSpPr>
              <p:cNvPr id="14" name="Freeform 9">
                <a:extLst>
                  <a:ext uri="{FF2B5EF4-FFF2-40B4-BE49-F238E27FC236}">
                    <a16:creationId xmlns:a16="http://schemas.microsoft.com/office/drawing/2014/main" id="{B882E286-E332-6B84-6907-47775840A66B}"/>
                  </a:ext>
                </a:extLst>
              </p:cNvPr>
              <p:cNvSpPr>
                <a:spLocks/>
              </p:cNvSpPr>
              <p:nvPr/>
            </p:nvSpPr>
            <p:spPr bwMode="auto">
              <a:xfrm>
                <a:off x="5295339" y="3033074"/>
                <a:ext cx="1785969" cy="613737"/>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flip="none" rotWithShape="1">
                <a:gsLst>
                  <a:gs pos="0">
                    <a:srgbClr val="E7EBFF"/>
                  </a:gs>
                  <a:gs pos="100000">
                    <a:srgbClr val="6578F0"/>
                  </a:gs>
                </a:gsLst>
                <a:lin ang="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Freeform 10">
                <a:extLst>
                  <a:ext uri="{FF2B5EF4-FFF2-40B4-BE49-F238E27FC236}">
                    <a16:creationId xmlns:a16="http://schemas.microsoft.com/office/drawing/2014/main" id="{E14F370C-036B-7C1C-62BE-2D534A98C230}"/>
                  </a:ext>
                </a:extLst>
              </p:cNvPr>
              <p:cNvSpPr>
                <a:spLocks/>
              </p:cNvSpPr>
              <p:nvPr/>
            </p:nvSpPr>
            <p:spPr bwMode="auto">
              <a:xfrm>
                <a:off x="5281984" y="2510611"/>
                <a:ext cx="1813287" cy="1051427"/>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1" name="组合 10">
              <a:extLst>
                <a:ext uri="{FF2B5EF4-FFF2-40B4-BE49-F238E27FC236}">
                  <a16:creationId xmlns:a16="http://schemas.microsoft.com/office/drawing/2014/main" id="{26C78DD5-3461-5B9C-A838-4D77340D4CBF}"/>
                </a:ext>
              </a:extLst>
            </p:cNvPr>
            <p:cNvGrpSpPr/>
            <p:nvPr/>
          </p:nvGrpSpPr>
          <p:grpSpPr>
            <a:xfrm>
              <a:off x="5288662" y="2278503"/>
              <a:ext cx="1813287" cy="1136200"/>
              <a:chOff x="5281984" y="2510611"/>
              <a:chExt cx="1813287" cy="1136200"/>
            </a:xfrm>
          </p:grpSpPr>
          <p:sp>
            <p:nvSpPr>
              <p:cNvPr id="12" name="Freeform 9">
                <a:extLst>
                  <a:ext uri="{FF2B5EF4-FFF2-40B4-BE49-F238E27FC236}">
                    <a16:creationId xmlns:a16="http://schemas.microsoft.com/office/drawing/2014/main" id="{0132921D-6016-2042-7533-FBE126B2693C}"/>
                  </a:ext>
                </a:extLst>
              </p:cNvPr>
              <p:cNvSpPr>
                <a:spLocks/>
              </p:cNvSpPr>
              <p:nvPr/>
            </p:nvSpPr>
            <p:spPr bwMode="auto">
              <a:xfrm>
                <a:off x="5295339" y="3033074"/>
                <a:ext cx="1785969" cy="613737"/>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flip="none" rotWithShape="1">
                <a:gsLst>
                  <a:gs pos="0">
                    <a:srgbClr val="E7EBFF"/>
                  </a:gs>
                  <a:gs pos="100000">
                    <a:srgbClr val="6578F0"/>
                  </a:gs>
                </a:gsLst>
                <a:lin ang="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p>
            </p:txBody>
          </p:sp>
          <p:sp>
            <p:nvSpPr>
              <p:cNvPr id="13" name="Freeform 10">
                <a:extLst>
                  <a:ext uri="{FF2B5EF4-FFF2-40B4-BE49-F238E27FC236}">
                    <a16:creationId xmlns:a16="http://schemas.microsoft.com/office/drawing/2014/main" id="{79CA4424-C100-EB1F-49EC-948EEEE6B261}"/>
                  </a:ext>
                </a:extLst>
              </p:cNvPr>
              <p:cNvSpPr>
                <a:spLocks/>
              </p:cNvSpPr>
              <p:nvPr/>
            </p:nvSpPr>
            <p:spPr bwMode="auto">
              <a:xfrm>
                <a:off x="5281984" y="2510611"/>
                <a:ext cx="1813287" cy="1051427"/>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14"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69A02CC0-49AE-AEE7-BE69-0C8BFE845537}"/>
              </a:ext>
            </a:extLst>
          </p:cNvPr>
          <p:cNvSpPr/>
          <p:nvPr/>
        </p:nvSpPr>
        <p:spPr>
          <a:xfrm>
            <a:off x="5946743" y="2363214"/>
            <a:ext cx="409623" cy="500651"/>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LeftDown"/>
            <a:lightRig rig="threePt" dir="t"/>
          </a:scene3d>
          <a:sp3d extrusionH="38100" prstMaterial="flat">
            <a:extrusionClr>
              <a:srgbClr val="00B050"/>
            </a:extrusionClr>
          </a:sp3d>
        </p:spPr>
        <p:txBody>
          <a:bodyPr rtlCol="0" anchor="ctr"/>
          <a:lstStyle/>
          <a:p>
            <a:endParaRPr lang="zh-CN" altLang="en-US"/>
          </a:p>
        </p:txBody>
      </p:sp>
      <p:sp>
        <p:nvSpPr>
          <p:cNvPr id="115" name="文本框 114">
            <a:extLst>
              <a:ext uri="{FF2B5EF4-FFF2-40B4-BE49-F238E27FC236}">
                <a16:creationId xmlns:a16="http://schemas.microsoft.com/office/drawing/2014/main" id="{DFED7302-D12B-BA97-52DA-174A7B566BC9}"/>
              </a:ext>
            </a:extLst>
          </p:cNvPr>
          <p:cNvSpPr txBox="1"/>
          <p:nvPr/>
        </p:nvSpPr>
        <p:spPr>
          <a:xfrm>
            <a:off x="5094686" y="3336554"/>
            <a:ext cx="1261884" cy="307777"/>
          </a:xfrm>
          <a:prstGeom prst="rect">
            <a:avLst/>
          </a:prstGeom>
          <a:noFill/>
          <a:scene3d>
            <a:camera prst="isometricBottomDown"/>
            <a:lightRig rig="threePt" dir="t"/>
          </a:scene3d>
        </p:spPr>
        <p:txBody>
          <a:bodyPr wrap="none" rtlCol="0">
            <a:spAutoFit/>
          </a:bodyPr>
          <a:lstStyle/>
          <a:p>
            <a:pPr algn="ctr"/>
            <a:r>
              <a:rPr lang="zh-CN" altLang="en-US" sz="1400" dirty="0">
                <a:solidFill>
                  <a:srgbClr val="3749CC"/>
                </a:solidFill>
                <a:latin typeface="HarmonyOS Sans SC Medium" panose="00000600000000000000" pitchFamily="2" charset="-122"/>
                <a:ea typeface="HarmonyOS Sans SC Medium" panose="00000600000000000000" pitchFamily="2" charset="-122"/>
              </a:rPr>
              <a:t>智能批改系统</a:t>
            </a:r>
          </a:p>
        </p:txBody>
      </p:sp>
      <p:sp>
        <p:nvSpPr>
          <p:cNvPr id="116" name="Freeform 71">
            <a:extLst>
              <a:ext uri="{FF2B5EF4-FFF2-40B4-BE49-F238E27FC236}">
                <a16:creationId xmlns:a16="http://schemas.microsoft.com/office/drawing/2014/main" id="{8E67A410-B68B-C758-ECA0-8694613196D3}"/>
              </a:ext>
            </a:extLst>
          </p:cNvPr>
          <p:cNvSpPr>
            <a:spLocks noEditPoints="1"/>
          </p:cNvSpPr>
          <p:nvPr/>
        </p:nvSpPr>
        <p:spPr bwMode="auto">
          <a:xfrm>
            <a:off x="3020343" y="1171087"/>
            <a:ext cx="291536" cy="273172"/>
          </a:xfrm>
          <a:custGeom>
            <a:avLst/>
            <a:gdLst/>
            <a:ahLst/>
            <a:cxnLst>
              <a:cxn ang="0">
                <a:pos x="65" y="22"/>
              </a:cxn>
              <a:cxn ang="0">
                <a:pos x="26" y="45"/>
              </a:cxn>
              <a:cxn ang="0">
                <a:pos x="0" y="26"/>
              </a:cxn>
              <a:cxn ang="0">
                <a:pos x="39" y="0"/>
              </a:cxn>
              <a:cxn ang="0">
                <a:pos x="65" y="22"/>
              </a:cxn>
              <a:cxn ang="0">
                <a:pos x="65" y="69"/>
              </a:cxn>
              <a:cxn ang="0">
                <a:pos x="39" y="91"/>
              </a:cxn>
              <a:cxn ang="0">
                <a:pos x="0" y="67"/>
              </a:cxn>
              <a:cxn ang="0">
                <a:pos x="26" y="45"/>
              </a:cxn>
              <a:cxn ang="0">
                <a:pos x="65" y="69"/>
              </a:cxn>
              <a:cxn ang="0">
                <a:pos x="101" y="97"/>
              </a:cxn>
              <a:cxn ang="0">
                <a:pos x="65" y="119"/>
              </a:cxn>
              <a:cxn ang="0">
                <a:pos x="65" y="119"/>
              </a:cxn>
              <a:cxn ang="0">
                <a:pos x="65" y="119"/>
              </a:cxn>
              <a:cxn ang="0">
                <a:pos x="65" y="119"/>
              </a:cxn>
              <a:cxn ang="0">
                <a:pos x="65" y="119"/>
              </a:cxn>
              <a:cxn ang="0">
                <a:pos x="26" y="97"/>
              </a:cxn>
              <a:cxn ang="0">
                <a:pos x="26" y="89"/>
              </a:cxn>
              <a:cxn ang="0">
                <a:pos x="39" y="95"/>
              </a:cxn>
              <a:cxn ang="0">
                <a:pos x="65" y="74"/>
              </a:cxn>
              <a:cxn ang="0">
                <a:pos x="65" y="74"/>
              </a:cxn>
              <a:cxn ang="0">
                <a:pos x="65" y="74"/>
              </a:cxn>
              <a:cxn ang="0">
                <a:pos x="65" y="74"/>
              </a:cxn>
              <a:cxn ang="0">
                <a:pos x="65" y="74"/>
              </a:cxn>
              <a:cxn ang="0">
                <a:pos x="91" y="95"/>
              </a:cxn>
              <a:cxn ang="0">
                <a:pos x="101" y="89"/>
              </a:cxn>
              <a:cxn ang="0">
                <a:pos x="101" y="97"/>
              </a:cxn>
              <a:cxn ang="0">
                <a:pos x="127" y="26"/>
              </a:cxn>
              <a:cxn ang="0">
                <a:pos x="101" y="45"/>
              </a:cxn>
              <a:cxn ang="0">
                <a:pos x="65" y="22"/>
              </a:cxn>
              <a:cxn ang="0">
                <a:pos x="91" y="0"/>
              </a:cxn>
              <a:cxn ang="0">
                <a:pos x="127" y="26"/>
              </a:cxn>
              <a:cxn ang="0">
                <a:pos x="127" y="67"/>
              </a:cxn>
              <a:cxn ang="0">
                <a:pos x="91" y="91"/>
              </a:cxn>
              <a:cxn ang="0">
                <a:pos x="65" y="69"/>
              </a:cxn>
              <a:cxn ang="0">
                <a:pos x="101" y="45"/>
              </a:cxn>
              <a:cxn ang="0">
                <a:pos x="127" y="67"/>
              </a:cxn>
            </a:cxnLst>
            <a:rect l="0" t="0" r="r" b="b"/>
            <a:pathLst>
              <a:path w="127" h="119">
                <a:moveTo>
                  <a:pt x="65" y="22"/>
                </a:moveTo>
                <a:lnTo>
                  <a:pt x="26" y="45"/>
                </a:lnTo>
                <a:lnTo>
                  <a:pt x="0" y="26"/>
                </a:lnTo>
                <a:lnTo>
                  <a:pt x="39" y="0"/>
                </a:lnTo>
                <a:lnTo>
                  <a:pt x="65" y="22"/>
                </a:lnTo>
                <a:close/>
                <a:moveTo>
                  <a:pt x="65" y="69"/>
                </a:moveTo>
                <a:lnTo>
                  <a:pt x="39" y="91"/>
                </a:lnTo>
                <a:lnTo>
                  <a:pt x="0" y="67"/>
                </a:lnTo>
                <a:lnTo>
                  <a:pt x="26" y="45"/>
                </a:lnTo>
                <a:lnTo>
                  <a:pt x="65" y="69"/>
                </a:lnTo>
                <a:close/>
                <a:moveTo>
                  <a:pt x="101" y="97"/>
                </a:moveTo>
                <a:lnTo>
                  <a:pt x="65" y="119"/>
                </a:lnTo>
                <a:lnTo>
                  <a:pt x="65" y="119"/>
                </a:lnTo>
                <a:lnTo>
                  <a:pt x="65" y="119"/>
                </a:lnTo>
                <a:lnTo>
                  <a:pt x="65" y="119"/>
                </a:lnTo>
                <a:lnTo>
                  <a:pt x="65" y="119"/>
                </a:lnTo>
                <a:lnTo>
                  <a:pt x="26" y="97"/>
                </a:lnTo>
                <a:lnTo>
                  <a:pt x="26" y="89"/>
                </a:lnTo>
                <a:lnTo>
                  <a:pt x="39" y="95"/>
                </a:lnTo>
                <a:lnTo>
                  <a:pt x="65" y="74"/>
                </a:lnTo>
                <a:lnTo>
                  <a:pt x="65" y="74"/>
                </a:lnTo>
                <a:lnTo>
                  <a:pt x="65" y="74"/>
                </a:lnTo>
                <a:lnTo>
                  <a:pt x="65" y="74"/>
                </a:lnTo>
                <a:lnTo>
                  <a:pt x="65" y="74"/>
                </a:lnTo>
                <a:lnTo>
                  <a:pt x="91" y="95"/>
                </a:lnTo>
                <a:lnTo>
                  <a:pt x="101" y="89"/>
                </a:lnTo>
                <a:lnTo>
                  <a:pt x="101" y="97"/>
                </a:lnTo>
                <a:close/>
                <a:moveTo>
                  <a:pt x="127" y="26"/>
                </a:moveTo>
                <a:lnTo>
                  <a:pt x="101" y="45"/>
                </a:lnTo>
                <a:lnTo>
                  <a:pt x="65" y="22"/>
                </a:lnTo>
                <a:lnTo>
                  <a:pt x="91" y="0"/>
                </a:lnTo>
                <a:lnTo>
                  <a:pt x="127" y="26"/>
                </a:lnTo>
                <a:close/>
                <a:moveTo>
                  <a:pt x="127" y="67"/>
                </a:moveTo>
                <a:lnTo>
                  <a:pt x="91" y="91"/>
                </a:lnTo>
                <a:lnTo>
                  <a:pt x="65" y="69"/>
                </a:lnTo>
                <a:lnTo>
                  <a:pt x="101" y="45"/>
                </a:lnTo>
                <a:lnTo>
                  <a:pt x="127" y="67"/>
                </a:ln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HarmonyOS Sans SC Medium" panose="00000600000000000000" pitchFamily="2" charset="-122"/>
              <a:ea typeface="HarmonyOS Sans SC Medium" panose="00000600000000000000" pitchFamily="2" charset="-122"/>
            </a:endParaRPr>
          </a:p>
        </p:txBody>
      </p:sp>
      <p:sp>
        <p:nvSpPr>
          <p:cNvPr id="117" name="Freeform 57">
            <a:extLst>
              <a:ext uri="{FF2B5EF4-FFF2-40B4-BE49-F238E27FC236}">
                <a16:creationId xmlns:a16="http://schemas.microsoft.com/office/drawing/2014/main" id="{2020C581-8D3B-C9DF-13D2-0E7F0090B036}"/>
              </a:ext>
            </a:extLst>
          </p:cNvPr>
          <p:cNvSpPr>
            <a:spLocks noEditPoints="1"/>
          </p:cNvSpPr>
          <p:nvPr/>
        </p:nvSpPr>
        <p:spPr bwMode="auto">
          <a:xfrm>
            <a:off x="4385225" y="3736720"/>
            <a:ext cx="273172" cy="273172"/>
          </a:xfrm>
          <a:custGeom>
            <a:avLst/>
            <a:gdLst/>
            <a:ahLst/>
            <a:cxnLst>
              <a:cxn ang="0">
                <a:pos x="55" y="31"/>
              </a:cxn>
              <a:cxn ang="0">
                <a:pos x="54" y="33"/>
              </a:cxn>
              <a:cxn ang="0">
                <a:pos x="47" y="34"/>
              </a:cxn>
              <a:cxn ang="0">
                <a:pos x="46" y="37"/>
              </a:cxn>
              <a:cxn ang="0">
                <a:pos x="49" y="42"/>
              </a:cxn>
              <a:cxn ang="0">
                <a:pos x="50" y="43"/>
              </a:cxn>
              <a:cxn ang="0">
                <a:pos x="49" y="44"/>
              </a:cxn>
              <a:cxn ang="0">
                <a:pos x="43" y="50"/>
              </a:cxn>
              <a:cxn ang="0">
                <a:pos x="42" y="50"/>
              </a:cxn>
              <a:cxn ang="0">
                <a:pos x="37" y="46"/>
              </a:cxn>
              <a:cxn ang="0">
                <a:pos x="33" y="47"/>
              </a:cxn>
              <a:cxn ang="0">
                <a:pos x="32" y="54"/>
              </a:cxn>
              <a:cxn ang="0">
                <a:pos x="31" y="55"/>
              </a:cxn>
              <a:cxn ang="0">
                <a:pos x="23" y="55"/>
              </a:cxn>
              <a:cxn ang="0">
                <a:pos x="22" y="54"/>
              </a:cxn>
              <a:cxn ang="0">
                <a:pos x="21" y="47"/>
              </a:cxn>
              <a:cxn ang="0">
                <a:pos x="18" y="46"/>
              </a:cxn>
              <a:cxn ang="0">
                <a:pos x="13" y="50"/>
              </a:cxn>
              <a:cxn ang="0">
                <a:pos x="12" y="50"/>
              </a:cxn>
              <a:cxn ang="0">
                <a:pos x="11" y="50"/>
              </a:cxn>
              <a:cxn ang="0">
                <a:pos x="5" y="44"/>
              </a:cxn>
              <a:cxn ang="0">
                <a:pos x="5" y="43"/>
              </a:cxn>
              <a:cxn ang="0">
                <a:pos x="5" y="42"/>
              </a:cxn>
              <a:cxn ang="0">
                <a:pos x="9" y="37"/>
              </a:cxn>
              <a:cxn ang="0">
                <a:pos x="7" y="33"/>
              </a:cxn>
              <a:cxn ang="0">
                <a:pos x="1" y="33"/>
              </a:cxn>
              <a:cxn ang="0">
                <a:pos x="0" y="31"/>
              </a:cxn>
              <a:cxn ang="0">
                <a:pos x="0" y="23"/>
              </a:cxn>
              <a:cxn ang="0">
                <a:pos x="1" y="22"/>
              </a:cxn>
              <a:cxn ang="0">
                <a:pos x="7" y="21"/>
              </a:cxn>
              <a:cxn ang="0">
                <a:pos x="9" y="18"/>
              </a:cxn>
              <a:cxn ang="0">
                <a:pos x="5" y="13"/>
              </a:cxn>
              <a:cxn ang="0">
                <a:pos x="5" y="12"/>
              </a:cxn>
              <a:cxn ang="0">
                <a:pos x="5" y="11"/>
              </a:cxn>
              <a:cxn ang="0">
                <a:pos x="12" y="5"/>
              </a:cxn>
              <a:cxn ang="0">
                <a:pos x="13" y="5"/>
              </a:cxn>
              <a:cxn ang="0">
                <a:pos x="18" y="9"/>
              </a:cxn>
              <a:cxn ang="0">
                <a:pos x="21" y="8"/>
              </a:cxn>
              <a:cxn ang="0">
                <a:pos x="22" y="1"/>
              </a:cxn>
              <a:cxn ang="0">
                <a:pos x="23" y="0"/>
              </a:cxn>
              <a:cxn ang="0">
                <a:pos x="31" y="0"/>
              </a:cxn>
              <a:cxn ang="0">
                <a:pos x="32" y="1"/>
              </a:cxn>
              <a:cxn ang="0">
                <a:pos x="33" y="8"/>
              </a:cxn>
              <a:cxn ang="0">
                <a:pos x="37" y="9"/>
              </a:cxn>
              <a:cxn ang="0">
                <a:pos x="42" y="5"/>
              </a:cxn>
              <a:cxn ang="0">
                <a:pos x="43" y="5"/>
              </a:cxn>
              <a:cxn ang="0">
                <a:pos x="43" y="5"/>
              </a:cxn>
              <a:cxn ang="0">
                <a:pos x="49" y="11"/>
              </a:cxn>
              <a:cxn ang="0">
                <a:pos x="50" y="12"/>
              </a:cxn>
              <a:cxn ang="0">
                <a:pos x="49" y="13"/>
              </a:cxn>
              <a:cxn ang="0">
                <a:pos x="46" y="18"/>
              </a:cxn>
              <a:cxn ang="0">
                <a:pos x="47" y="21"/>
              </a:cxn>
              <a:cxn ang="0">
                <a:pos x="54" y="22"/>
              </a:cxn>
              <a:cxn ang="0">
                <a:pos x="55" y="23"/>
              </a:cxn>
              <a:cxn ang="0">
                <a:pos x="55" y="31"/>
              </a:cxn>
              <a:cxn ang="0">
                <a:pos x="27" y="18"/>
              </a:cxn>
              <a:cxn ang="0">
                <a:pos x="18" y="27"/>
              </a:cxn>
              <a:cxn ang="0">
                <a:pos x="27" y="36"/>
              </a:cxn>
              <a:cxn ang="0">
                <a:pos x="36" y="27"/>
              </a:cxn>
              <a:cxn ang="0">
                <a:pos x="27" y="18"/>
              </a:cxn>
            </a:cxnLst>
            <a:rect l="0" t="0" r="r" b="b"/>
            <a:pathLst>
              <a:path w="55" h="55">
                <a:moveTo>
                  <a:pt x="55" y="31"/>
                </a:moveTo>
                <a:cubicBezTo>
                  <a:pt x="55" y="32"/>
                  <a:pt x="54" y="33"/>
                  <a:pt x="54" y="33"/>
                </a:cubicBezTo>
                <a:cubicBezTo>
                  <a:pt x="47" y="34"/>
                  <a:pt x="47" y="34"/>
                  <a:pt x="47" y="34"/>
                </a:cubicBezTo>
                <a:cubicBezTo>
                  <a:pt x="47" y="35"/>
                  <a:pt x="46" y="36"/>
                  <a:pt x="46" y="37"/>
                </a:cubicBezTo>
                <a:cubicBezTo>
                  <a:pt x="47" y="39"/>
                  <a:pt x="48" y="40"/>
                  <a:pt x="49" y="42"/>
                </a:cubicBezTo>
                <a:cubicBezTo>
                  <a:pt x="50" y="42"/>
                  <a:pt x="50" y="42"/>
                  <a:pt x="50" y="43"/>
                </a:cubicBezTo>
                <a:cubicBezTo>
                  <a:pt x="50" y="43"/>
                  <a:pt x="50" y="43"/>
                  <a:pt x="49" y="44"/>
                </a:cubicBezTo>
                <a:cubicBezTo>
                  <a:pt x="49" y="45"/>
                  <a:pt x="44" y="50"/>
                  <a:pt x="43" y="50"/>
                </a:cubicBezTo>
                <a:cubicBezTo>
                  <a:pt x="42" y="50"/>
                  <a:pt x="42" y="50"/>
                  <a:pt x="42" y="50"/>
                </a:cubicBezTo>
                <a:cubicBezTo>
                  <a:pt x="37" y="46"/>
                  <a:pt x="37" y="46"/>
                  <a:pt x="37" y="46"/>
                </a:cubicBezTo>
                <a:cubicBezTo>
                  <a:pt x="36" y="46"/>
                  <a:pt x="35" y="47"/>
                  <a:pt x="33" y="47"/>
                </a:cubicBezTo>
                <a:cubicBezTo>
                  <a:pt x="33" y="49"/>
                  <a:pt x="33" y="52"/>
                  <a:pt x="32" y="54"/>
                </a:cubicBezTo>
                <a:cubicBezTo>
                  <a:pt x="32" y="54"/>
                  <a:pt x="32" y="55"/>
                  <a:pt x="31" y="55"/>
                </a:cubicBezTo>
                <a:cubicBezTo>
                  <a:pt x="23" y="55"/>
                  <a:pt x="23" y="55"/>
                  <a:pt x="23" y="55"/>
                </a:cubicBezTo>
                <a:cubicBezTo>
                  <a:pt x="23" y="55"/>
                  <a:pt x="22" y="54"/>
                  <a:pt x="22" y="54"/>
                </a:cubicBezTo>
                <a:cubicBezTo>
                  <a:pt x="21" y="47"/>
                  <a:pt x="21" y="47"/>
                  <a:pt x="21" y="47"/>
                </a:cubicBezTo>
                <a:cubicBezTo>
                  <a:pt x="20" y="47"/>
                  <a:pt x="19" y="46"/>
                  <a:pt x="18" y="46"/>
                </a:cubicBezTo>
                <a:cubicBezTo>
                  <a:pt x="13" y="50"/>
                  <a:pt x="13" y="50"/>
                  <a:pt x="13" y="50"/>
                </a:cubicBezTo>
                <a:cubicBezTo>
                  <a:pt x="12" y="50"/>
                  <a:pt x="12" y="50"/>
                  <a:pt x="12" y="50"/>
                </a:cubicBezTo>
                <a:cubicBezTo>
                  <a:pt x="11" y="50"/>
                  <a:pt x="11" y="50"/>
                  <a:pt x="11" y="50"/>
                </a:cubicBezTo>
                <a:cubicBezTo>
                  <a:pt x="9" y="48"/>
                  <a:pt x="7" y="46"/>
                  <a:pt x="5" y="44"/>
                </a:cubicBezTo>
                <a:cubicBezTo>
                  <a:pt x="5" y="43"/>
                  <a:pt x="5" y="43"/>
                  <a:pt x="5" y="43"/>
                </a:cubicBezTo>
                <a:cubicBezTo>
                  <a:pt x="5" y="42"/>
                  <a:pt x="5" y="42"/>
                  <a:pt x="5" y="42"/>
                </a:cubicBezTo>
                <a:cubicBezTo>
                  <a:pt x="6" y="40"/>
                  <a:pt x="8" y="39"/>
                  <a:pt x="9" y="37"/>
                </a:cubicBezTo>
                <a:cubicBezTo>
                  <a:pt x="8" y="36"/>
                  <a:pt x="8" y="35"/>
                  <a:pt x="7" y="33"/>
                </a:cubicBezTo>
                <a:cubicBezTo>
                  <a:pt x="1" y="33"/>
                  <a:pt x="1" y="33"/>
                  <a:pt x="1" y="33"/>
                </a:cubicBezTo>
                <a:cubicBezTo>
                  <a:pt x="0" y="32"/>
                  <a:pt x="0" y="32"/>
                  <a:pt x="0" y="31"/>
                </a:cubicBezTo>
                <a:cubicBezTo>
                  <a:pt x="0" y="23"/>
                  <a:pt x="0" y="23"/>
                  <a:pt x="0" y="23"/>
                </a:cubicBezTo>
                <a:cubicBezTo>
                  <a:pt x="0" y="23"/>
                  <a:pt x="0" y="22"/>
                  <a:pt x="1" y="22"/>
                </a:cubicBezTo>
                <a:cubicBezTo>
                  <a:pt x="7" y="21"/>
                  <a:pt x="7" y="21"/>
                  <a:pt x="7" y="21"/>
                </a:cubicBezTo>
                <a:cubicBezTo>
                  <a:pt x="8" y="20"/>
                  <a:pt x="8" y="19"/>
                  <a:pt x="9" y="18"/>
                </a:cubicBezTo>
                <a:cubicBezTo>
                  <a:pt x="8" y="16"/>
                  <a:pt x="6" y="14"/>
                  <a:pt x="5" y="13"/>
                </a:cubicBezTo>
                <a:cubicBezTo>
                  <a:pt x="5" y="13"/>
                  <a:pt x="5" y="12"/>
                  <a:pt x="5" y="12"/>
                </a:cubicBezTo>
                <a:cubicBezTo>
                  <a:pt x="5" y="12"/>
                  <a:pt x="5" y="11"/>
                  <a:pt x="5" y="11"/>
                </a:cubicBezTo>
                <a:cubicBezTo>
                  <a:pt x="6" y="10"/>
                  <a:pt x="11" y="5"/>
                  <a:pt x="12" y="5"/>
                </a:cubicBezTo>
                <a:cubicBezTo>
                  <a:pt x="12" y="5"/>
                  <a:pt x="12" y="5"/>
                  <a:pt x="13" y="5"/>
                </a:cubicBezTo>
                <a:cubicBezTo>
                  <a:pt x="18" y="9"/>
                  <a:pt x="18" y="9"/>
                  <a:pt x="18" y="9"/>
                </a:cubicBezTo>
                <a:cubicBezTo>
                  <a:pt x="19" y="8"/>
                  <a:pt x="20" y="8"/>
                  <a:pt x="21" y="8"/>
                </a:cubicBezTo>
                <a:cubicBezTo>
                  <a:pt x="21" y="5"/>
                  <a:pt x="21" y="3"/>
                  <a:pt x="22" y="1"/>
                </a:cubicBezTo>
                <a:cubicBezTo>
                  <a:pt x="22" y="0"/>
                  <a:pt x="23" y="0"/>
                  <a:pt x="23" y="0"/>
                </a:cubicBezTo>
                <a:cubicBezTo>
                  <a:pt x="31" y="0"/>
                  <a:pt x="31" y="0"/>
                  <a:pt x="31" y="0"/>
                </a:cubicBezTo>
                <a:cubicBezTo>
                  <a:pt x="32" y="0"/>
                  <a:pt x="32" y="0"/>
                  <a:pt x="32" y="1"/>
                </a:cubicBezTo>
                <a:cubicBezTo>
                  <a:pt x="33" y="8"/>
                  <a:pt x="33" y="8"/>
                  <a:pt x="33" y="8"/>
                </a:cubicBezTo>
                <a:cubicBezTo>
                  <a:pt x="35" y="8"/>
                  <a:pt x="36" y="8"/>
                  <a:pt x="37" y="9"/>
                </a:cubicBezTo>
                <a:cubicBezTo>
                  <a:pt x="42" y="5"/>
                  <a:pt x="42" y="5"/>
                  <a:pt x="42" y="5"/>
                </a:cubicBezTo>
                <a:cubicBezTo>
                  <a:pt x="42" y="5"/>
                  <a:pt x="42" y="5"/>
                  <a:pt x="43" y="5"/>
                </a:cubicBezTo>
                <a:cubicBezTo>
                  <a:pt x="43" y="5"/>
                  <a:pt x="43" y="5"/>
                  <a:pt x="43" y="5"/>
                </a:cubicBezTo>
                <a:cubicBezTo>
                  <a:pt x="45" y="7"/>
                  <a:pt x="48" y="9"/>
                  <a:pt x="49" y="11"/>
                </a:cubicBezTo>
                <a:cubicBezTo>
                  <a:pt x="50" y="11"/>
                  <a:pt x="50" y="12"/>
                  <a:pt x="50" y="12"/>
                </a:cubicBezTo>
                <a:cubicBezTo>
                  <a:pt x="50" y="12"/>
                  <a:pt x="49" y="13"/>
                  <a:pt x="49" y="13"/>
                </a:cubicBezTo>
                <a:cubicBezTo>
                  <a:pt x="48" y="14"/>
                  <a:pt x="47" y="16"/>
                  <a:pt x="46" y="18"/>
                </a:cubicBezTo>
                <a:cubicBezTo>
                  <a:pt x="46" y="19"/>
                  <a:pt x="47" y="20"/>
                  <a:pt x="47" y="21"/>
                </a:cubicBezTo>
                <a:cubicBezTo>
                  <a:pt x="54" y="22"/>
                  <a:pt x="54" y="22"/>
                  <a:pt x="54" y="22"/>
                </a:cubicBezTo>
                <a:cubicBezTo>
                  <a:pt x="54" y="22"/>
                  <a:pt x="55" y="23"/>
                  <a:pt x="55" y="23"/>
                </a:cubicBezTo>
                <a:lnTo>
                  <a:pt x="55" y="31"/>
                </a:lnTo>
                <a:close/>
                <a:moveTo>
                  <a:pt x="27" y="18"/>
                </a:moveTo>
                <a:cubicBezTo>
                  <a:pt x="22" y="18"/>
                  <a:pt x="18" y="22"/>
                  <a:pt x="18" y="27"/>
                </a:cubicBezTo>
                <a:cubicBezTo>
                  <a:pt x="18" y="32"/>
                  <a:pt x="22" y="36"/>
                  <a:pt x="27" y="36"/>
                </a:cubicBezTo>
                <a:cubicBezTo>
                  <a:pt x="32" y="36"/>
                  <a:pt x="36" y="32"/>
                  <a:pt x="36" y="27"/>
                </a:cubicBezTo>
                <a:cubicBezTo>
                  <a:pt x="36" y="22"/>
                  <a:pt x="32" y="18"/>
                  <a:pt x="27" y="18"/>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HarmonyOS Sans SC Medium" panose="00000600000000000000" pitchFamily="2" charset="-122"/>
              <a:ea typeface="HarmonyOS Sans SC Medium" panose="00000600000000000000" pitchFamily="2" charset="-122"/>
            </a:endParaRPr>
          </a:p>
        </p:txBody>
      </p:sp>
      <p:sp>
        <p:nvSpPr>
          <p:cNvPr id="118" name="Freeform 56">
            <a:extLst>
              <a:ext uri="{FF2B5EF4-FFF2-40B4-BE49-F238E27FC236}">
                <a16:creationId xmlns:a16="http://schemas.microsoft.com/office/drawing/2014/main" id="{95CF6E83-465F-F1A0-C2D8-C5A2F57FAED8}"/>
              </a:ext>
            </a:extLst>
          </p:cNvPr>
          <p:cNvSpPr>
            <a:spLocks noEditPoints="1"/>
          </p:cNvSpPr>
          <p:nvPr/>
        </p:nvSpPr>
        <p:spPr bwMode="auto">
          <a:xfrm>
            <a:off x="4380557" y="1971743"/>
            <a:ext cx="319083" cy="319083"/>
          </a:xfrm>
          <a:custGeom>
            <a:avLst/>
            <a:gdLst/>
            <a:ahLst/>
            <a:cxnLst>
              <a:cxn ang="0">
                <a:pos x="64" y="42"/>
              </a:cxn>
              <a:cxn ang="0">
                <a:pos x="63" y="44"/>
              </a:cxn>
              <a:cxn ang="0">
                <a:pos x="33" y="64"/>
              </a:cxn>
              <a:cxn ang="0">
                <a:pos x="32" y="64"/>
              </a:cxn>
              <a:cxn ang="0">
                <a:pos x="30" y="64"/>
              </a:cxn>
              <a:cxn ang="0">
                <a:pos x="1" y="44"/>
              </a:cxn>
              <a:cxn ang="0">
                <a:pos x="0" y="42"/>
              </a:cxn>
              <a:cxn ang="0">
                <a:pos x="0" y="23"/>
              </a:cxn>
              <a:cxn ang="0">
                <a:pos x="1" y="20"/>
              </a:cxn>
              <a:cxn ang="0">
                <a:pos x="30" y="1"/>
              </a:cxn>
              <a:cxn ang="0">
                <a:pos x="32" y="0"/>
              </a:cxn>
              <a:cxn ang="0">
                <a:pos x="33" y="1"/>
              </a:cxn>
              <a:cxn ang="0">
                <a:pos x="63" y="20"/>
              </a:cxn>
              <a:cxn ang="0">
                <a:pos x="64" y="23"/>
              </a:cxn>
              <a:cxn ang="0">
                <a:pos x="64" y="42"/>
              </a:cxn>
              <a:cxn ang="0">
                <a:pos x="12" y="32"/>
              </a:cxn>
              <a:cxn ang="0">
                <a:pos x="5" y="28"/>
              </a:cxn>
              <a:cxn ang="0">
                <a:pos x="5" y="37"/>
              </a:cxn>
              <a:cxn ang="0">
                <a:pos x="12" y="32"/>
              </a:cxn>
              <a:cxn ang="0">
                <a:pos x="29" y="21"/>
              </a:cxn>
              <a:cxn ang="0">
                <a:pos x="29" y="8"/>
              </a:cxn>
              <a:cxn ang="0">
                <a:pos x="7" y="23"/>
              </a:cxn>
              <a:cxn ang="0">
                <a:pos x="17" y="29"/>
              </a:cxn>
              <a:cxn ang="0">
                <a:pos x="29" y="21"/>
              </a:cxn>
              <a:cxn ang="0">
                <a:pos x="29" y="56"/>
              </a:cxn>
              <a:cxn ang="0">
                <a:pos x="29" y="44"/>
              </a:cxn>
              <a:cxn ang="0">
                <a:pos x="17" y="36"/>
              </a:cxn>
              <a:cxn ang="0">
                <a:pos x="7" y="42"/>
              </a:cxn>
              <a:cxn ang="0">
                <a:pos x="29" y="56"/>
              </a:cxn>
              <a:cxn ang="0">
                <a:pos x="41" y="32"/>
              </a:cxn>
              <a:cxn ang="0">
                <a:pos x="32" y="26"/>
              </a:cxn>
              <a:cxn ang="0">
                <a:pos x="22" y="32"/>
              </a:cxn>
              <a:cxn ang="0">
                <a:pos x="32" y="39"/>
              </a:cxn>
              <a:cxn ang="0">
                <a:pos x="41" y="32"/>
              </a:cxn>
              <a:cxn ang="0">
                <a:pos x="56" y="23"/>
              </a:cxn>
              <a:cxn ang="0">
                <a:pos x="35" y="8"/>
              </a:cxn>
              <a:cxn ang="0">
                <a:pos x="35" y="21"/>
              </a:cxn>
              <a:cxn ang="0">
                <a:pos x="46" y="29"/>
              </a:cxn>
              <a:cxn ang="0">
                <a:pos x="56" y="23"/>
              </a:cxn>
              <a:cxn ang="0">
                <a:pos x="56" y="42"/>
              </a:cxn>
              <a:cxn ang="0">
                <a:pos x="46" y="36"/>
              </a:cxn>
              <a:cxn ang="0">
                <a:pos x="35" y="44"/>
              </a:cxn>
              <a:cxn ang="0">
                <a:pos x="35" y="56"/>
              </a:cxn>
              <a:cxn ang="0">
                <a:pos x="56" y="42"/>
              </a:cxn>
              <a:cxn ang="0">
                <a:pos x="58" y="37"/>
              </a:cxn>
              <a:cxn ang="0">
                <a:pos x="58" y="28"/>
              </a:cxn>
              <a:cxn ang="0">
                <a:pos x="51" y="32"/>
              </a:cxn>
              <a:cxn ang="0">
                <a:pos x="58" y="37"/>
              </a:cxn>
            </a:cxnLst>
            <a:rect l="0" t="0" r="r" b="b"/>
            <a:pathLst>
              <a:path w="64" h="64">
                <a:moveTo>
                  <a:pt x="64" y="42"/>
                </a:moveTo>
                <a:cubicBezTo>
                  <a:pt x="64" y="43"/>
                  <a:pt x="63" y="44"/>
                  <a:pt x="63" y="44"/>
                </a:cubicBezTo>
                <a:cubicBezTo>
                  <a:pt x="33" y="64"/>
                  <a:pt x="33" y="64"/>
                  <a:pt x="33" y="64"/>
                </a:cubicBezTo>
                <a:cubicBezTo>
                  <a:pt x="33" y="64"/>
                  <a:pt x="32" y="64"/>
                  <a:pt x="32" y="64"/>
                </a:cubicBezTo>
                <a:cubicBezTo>
                  <a:pt x="31" y="64"/>
                  <a:pt x="31" y="64"/>
                  <a:pt x="30" y="64"/>
                </a:cubicBezTo>
                <a:cubicBezTo>
                  <a:pt x="1" y="44"/>
                  <a:pt x="1" y="44"/>
                  <a:pt x="1" y="44"/>
                </a:cubicBezTo>
                <a:cubicBezTo>
                  <a:pt x="0" y="44"/>
                  <a:pt x="0" y="43"/>
                  <a:pt x="0" y="42"/>
                </a:cubicBezTo>
                <a:cubicBezTo>
                  <a:pt x="0" y="23"/>
                  <a:pt x="0" y="23"/>
                  <a:pt x="0" y="23"/>
                </a:cubicBezTo>
                <a:cubicBezTo>
                  <a:pt x="0" y="22"/>
                  <a:pt x="0" y="21"/>
                  <a:pt x="1" y="20"/>
                </a:cubicBezTo>
                <a:cubicBezTo>
                  <a:pt x="30" y="1"/>
                  <a:pt x="30" y="1"/>
                  <a:pt x="30" y="1"/>
                </a:cubicBezTo>
                <a:cubicBezTo>
                  <a:pt x="31" y="1"/>
                  <a:pt x="31" y="0"/>
                  <a:pt x="32" y="0"/>
                </a:cubicBezTo>
                <a:cubicBezTo>
                  <a:pt x="32" y="0"/>
                  <a:pt x="33" y="1"/>
                  <a:pt x="33" y="1"/>
                </a:cubicBezTo>
                <a:cubicBezTo>
                  <a:pt x="63" y="20"/>
                  <a:pt x="63" y="20"/>
                  <a:pt x="63" y="20"/>
                </a:cubicBezTo>
                <a:cubicBezTo>
                  <a:pt x="63" y="21"/>
                  <a:pt x="64" y="22"/>
                  <a:pt x="64" y="23"/>
                </a:cubicBezTo>
                <a:lnTo>
                  <a:pt x="64" y="42"/>
                </a:lnTo>
                <a:close/>
                <a:moveTo>
                  <a:pt x="12" y="32"/>
                </a:moveTo>
                <a:cubicBezTo>
                  <a:pt x="5" y="28"/>
                  <a:pt x="5" y="28"/>
                  <a:pt x="5" y="28"/>
                </a:cubicBezTo>
                <a:cubicBezTo>
                  <a:pt x="5" y="37"/>
                  <a:pt x="5" y="37"/>
                  <a:pt x="5" y="37"/>
                </a:cubicBezTo>
                <a:lnTo>
                  <a:pt x="12" y="32"/>
                </a:lnTo>
                <a:close/>
                <a:moveTo>
                  <a:pt x="29" y="21"/>
                </a:moveTo>
                <a:cubicBezTo>
                  <a:pt x="29" y="8"/>
                  <a:pt x="29" y="8"/>
                  <a:pt x="29" y="8"/>
                </a:cubicBezTo>
                <a:cubicBezTo>
                  <a:pt x="7" y="23"/>
                  <a:pt x="7" y="23"/>
                  <a:pt x="7" y="23"/>
                </a:cubicBezTo>
                <a:cubicBezTo>
                  <a:pt x="17" y="29"/>
                  <a:pt x="17" y="29"/>
                  <a:pt x="17" y="29"/>
                </a:cubicBezTo>
                <a:lnTo>
                  <a:pt x="29" y="21"/>
                </a:lnTo>
                <a:close/>
                <a:moveTo>
                  <a:pt x="29" y="56"/>
                </a:moveTo>
                <a:cubicBezTo>
                  <a:pt x="29" y="44"/>
                  <a:pt x="29" y="44"/>
                  <a:pt x="29" y="44"/>
                </a:cubicBezTo>
                <a:cubicBezTo>
                  <a:pt x="17" y="36"/>
                  <a:pt x="17" y="36"/>
                  <a:pt x="17" y="36"/>
                </a:cubicBezTo>
                <a:cubicBezTo>
                  <a:pt x="7" y="42"/>
                  <a:pt x="7" y="42"/>
                  <a:pt x="7" y="42"/>
                </a:cubicBezTo>
                <a:lnTo>
                  <a:pt x="29" y="56"/>
                </a:lnTo>
                <a:close/>
                <a:moveTo>
                  <a:pt x="41" y="32"/>
                </a:moveTo>
                <a:cubicBezTo>
                  <a:pt x="32" y="26"/>
                  <a:pt x="32" y="26"/>
                  <a:pt x="32" y="26"/>
                </a:cubicBezTo>
                <a:cubicBezTo>
                  <a:pt x="22" y="32"/>
                  <a:pt x="22" y="32"/>
                  <a:pt x="22" y="32"/>
                </a:cubicBezTo>
                <a:cubicBezTo>
                  <a:pt x="32" y="39"/>
                  <a:pt x="32" y="39"/>
                  <a:pt x="32" y="39"/>
                </a:cubicBezTo>
                <a:lnTo>
                  <a:pt x="41" y="32"/>
                </a:lnTo>
                <a:close/>
                <a:moveTo>
                  <a:pt x="56" y="23"/>
                </a:moveTo>
                <a:cubicBezTo>
                  <a:pt x="35" y="8"/>
                  <a:pt x="35" y="8"/>
                  <a:pt x="35" y="8"/>
                </a:cubicBezTo>
                <a:cubicBezTo>
                  <a:pt x="35" y="21"/>
                  <a:pt x="35" y="21"/>
                  <a:pt x="35" y="21"/>
                </a:cubicBezTo>
                <a:cubicBezTo>
                  <a:pt x="46" y="29"/>
                  <a:pt x="46" y="29"/>
                  <a:pt x="46" y="29"/>
                </a:cubicBezTo>
                <a:lnTo>
                  <a:pt x="56" y="23"/>
                </a:lnTo>
                <a:close/>
                <a:moveTo>
                  <a:pt x="56" y="42"/>
                </a:moveTo>
                <a:cubicBezTo>
                  <a:pt x="46" y="36"/>
                  <a:pt x="46" y="36"/>
                  <a:pt x="46" y="36"/>
                </a:cubicBezTo>
                <a:cubicBezTo>
                  <a:pt x="35" y="44"/>
                  <a:pt x="35" y="44"/>
                  <a:pt x="35" y="44"/>
                </a:cubicBezTo>
                <a:cubicBezTo>
                  <a:pt x="35" y="56"/>
                  <a:pt x="35" y="56"/>
                  <a:pt x="35" y="56"/>
                </a:cubicBezTo>
                <a:lnTo>
                  <a:pt x="56" y="42"/>
                </a:lnTo>
                <a:close/>
                <a:moveTo>
                  <a:pt x="58" y="37"/>
                </a:moveTo>
                <a:cubicBezTo>
                  <a:pt x="58" y="28"/>
                  <a:pt x="58" y="28"/>
                  <a:pt x="58" y="28"/>
                </a:cubicBezTo>
                <a:cubicBezTo>
                  <a:pt x="51" y="32"/>
                  <a:pt x="51" y="32"/>
                  <a:pt x="51" y="32"/>
                </a:cubicBezTo>
                <a:lnTo>
                  <a:pt x="58" y="37"/>
                </a:ln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HarmonyOS Sans SC Medium" panose="00000600000000000000" pitchFamily="2" charset="-122"/>
              <a:ea typeface="HarmonyOS Sans SC Medium" panose="00000600000000000000" pitchFamily="2" charset="-122"/>
            </a:endParaRPr>
          </a:p>
        </p:txBody>
      </p:sp>
      <p:sp>
        <p:nvSpPr>
          <p:cNvPr id="119" name="Freeform 54">
            <a:extLst>
              <a:ext uri="{FF2B5EF4-FFF2-40B4-BE49-F238E27FC236}">
                <a16:creationId xmlns:a16="http://schemas.microsoft.com/office/drawing/2014/main" id="{225F2129-660F-95E6-C169-B8A89A3C76EA}"/>
              </a:ext>
            </a:extLst>
          </p:cNvPr>
          <p:cNvSpPr>
            <a:spLocks noEditPoints="1"/>
          </p:cNvSpPr>
          <p:nvPr/>
        </p:nvSpPr>
        <p:spPr bwMode="auto">
          <a:xfrm>
            <a:off x="8887623" y="4570446"/>
            <a:ext cx="337449" cy="250217"/>
          </a:xfrm>
          <a:custGeom>
            <a:avLst/>
            <a:gdLst/>
            <a:ahLst/>
            <a:cxnLst>
              <a:cxn ang="0">
                <a:pos x="55" y="50"/>
              </a:cxn>
              <a:cxn ang="0">
                <a:pos x="16" y="50"/>
              </a:cxn>
              <a:cxn ang="0">
                <a:pos x="0" y="34"/>
              </a:cxn>
              <a:cxn ang="0">
                <a:pos x="9" y="20"/>
              </a:cxn>
              <a:cxn ang="0">
                <a:pos x="9" y="18"/>
              </a:cxn>
              <a:cxn ang="0">
                <a:pos x="27" y="0"/>
              </a:cxn>
              <a:cxn ang="0">
                <a:pos x="44" y="11"/>
              </a:cxn>
              <a:cxn ang="0">
                <a:pos x="50" y="9"/>
              </a:cxn>
              <a:cxn ang="0">
                <a:pos x="59" y="18"/>
              </a:cxn>
              <a:cxn ang="0">
                <a:pos x="58" y="23"/>
              </a:cxn>
              <a:cxn ang="0">
                <a:pos x="68" y="36"/>
              </a:cxn>
              <a:cxn ang="0">
                <a:pos x="55" y="50"/>
              </a:cxn>
              <a:cxn ang="0">
                <a:pos x="45" y="25"/>
              </a:cxn>
              <a:cxn ang="0">
                <a:pos x="33" y="13"/>
              </a:cxn>
              <a:cxn ang="0">
                <a:pos x="32" y="12"/>
              </a:cxn>
              <a:cxn ang="0">
                <a:pos x="31" y="13"/>
              </a:cxn>
              <a:cxn ang="0">
                <a:pos x="18" y="25"/>
              </a:cxn>
              <a:cxn ang="0">
                <a:pos x="18" y="26"/>
              </a:cxn>
              <a:cxn ang="0">
                <a:pos x="19" y="27"/>
              </a:cxn>
              <a:cxn ang="0">
                <a:pos x="27" y="27"/>
              </a:cxn>
              <a:cxn ang="0">
                <a:pos x="27" y="40"/>
              </a:cxn>
              <a:cxn ang="0">
                <a:pos x="28" y="41"/>
              </a:cxn>
              <a:cxn ang="0">
                <a:pos x="35" y="41"/>
              </a:cxn>
              <a:cxn ang="0">
                <a:pos x="36" y="40"/>
              </a:cxn>
              <a:cxn ang="0">
                <a:pos x="36" y="27"/>
              </a:cxn>
              <a:cxn ang="0">
                <a:pos x="44" y="27"/>
              </a:cxn>
              <a:cxn ang="0">
                <a:pos x="45" y="26"/>
              </a:cxn>
              <a:cxn ang="0">
                <a:pos x="45" y="25"/>
              </a:cxn>
            </a:cxnLst>
            <a:rect l="0" t="0" r="r" b="b"/>
            <a:pathLst>
              <a:path w="68" h="50">
                <a:moveTo>
                  <a:pt x="55" y="50"/>
                </a:moveTo>
                <a:cubicBezTo>
                  <a:pt x="16" y="50"/>
                  <a:pt x="16" y="50"/>
                  <a:pt x="16" y="50"/>
                </a:cubicBezTo>
                <a:cubicBezTo>
                  <a:pt x="7" y="50"/>
                  <a:pt x="0" y="43"/>
                  <a:pt x="0" y="34"/>
                </a:cubicBezTo>
                <a:cubicBezTo>
                  <a:pt x="0" y="28"/>
                  <a:pt x="3" y="22"/>
                  <a:pt x="9" y="20"/>
                </a:cubicBezTo>
                <a:cubicBezTo>
                  <a:pt x="9" y="19"/>
                  <a:pt x="9" y="19"/>
                  <a:pt x="9" y="18"/>
                </a:cubicBezTo>
                <a:cubicBezTo>
                  <a:pt x="9" y="8"/>
                  <a:pt x="17" y="0"/>
                  <a:pt x="27" y="0"/>
                </a:cubicBezTo>
                <a:cubicBezTo>
                  <a:pt x="35" y="0"/>
                  <a:pt x="41" y="4"/>
                  <a:pt x="44" y="11"/>
                </a:cubicBezTo>
                <a:cubicBezTo>
                  <a:pt x="46" y="10"/>
                  <a:pt x="48" y="9"/>
                  <a:pt x="50" y="9"/>
                </a:cubicBezTo>
                <a:cubicBezTo>
                  <a:pt x="55" y="9"/>
                  <a:pt x="59" y="13"/>
                  <a:pt x="59" y="18"/>
                </a:cubicBezTo>
                <a:cubicBezTo>
                  <a:pt x="59" y="20"/>
                  <a:pt x="59" y="22"/>
                  <a:pt x="58" y="23"/>
                </a:cubicBezTo>
                <a:cubicBezTo>
                  <a:pt x="64" y="25"/>
                  <a:pt x="68" y="30"/>
                  <a:pt x="68" y="36"/>
                </a:cubicBezTo>
                <a:cubicBezTo>
                  <a:pt x="68" y="44"/>
                  <a:pt x="62" y="50"/>
                  <a:pt x="55" y="50"/>
                </a:cubicBezTo>
                <a:close/>
                <a:moveTo>
                  <a:pt x="45" y="25"/>
                </a:moveTo>
                <a:cubicBezTo>
                  <a:pt x="33" y="13"/>
                  <a:pt x="33" y="13"/>
                  <a:pt x="33" y="13"/>
                </a:cubicBezTo>
                <a:cubicBezTo>
                  <a:pt x="32" y="13"/>
                  <a:pt x="32" y="12"/>
                  <a:pt x="32" y="12"/>
                </a:cubicBezTo>
                <a:cubicBezTo>
                  <a:pt x="31" y="12"/>
                  <a:pt x="31" y="13"/>
                  <a:pt x="31" y="13"/>
                </a:cubicBezTo>
                <a:cubicBezTo>
                  <a:pt x="18" y="25"/>
                  <a:pt x="18" y="25"/>
                  <a:pt x="18" y="25"/>
                </a:cubicBezTo>
                <a:cubicBezTo>
                  <a:pt x="18" y="26"/>
                  <a:pt x="18" y="26"/>
                  <a:pt x="18" y="26"/>
                </a:cubicBezTo>
                <a:cubicBezTo>
                  <a:pt x="18" y="27"/>
                  <a:pt x="19" y="27"/>
                  <a:pt x="19" y="27"/>
                </a:cubicBezTo>
                <a:cubicBezTo>
                  <a:pt x="27" y="27"/>
                  <a:pt x="27" y="27"/>
                  <a:pt x="27" y="27"/>
                </a:cubicBezTo>
                <a:cubicBezTo>
                  <a:pt x="27" y="40"/>
                  <a:pt x="27" y="40"/>
                  <a:pt x="27" y="40"/>
                </a:cubicBezTo>
                <a:cubicBezTo>
                  <a:pt x="27" y="41"/>
                  <a:pt x="28" y="41"/>
                  <a:pt x="28" y="41"/>
                </a:cubicBezTo>
                <a:cubicBezTo>
                  <a:pt x="35" y="41"/>
                  <a:pt x="35" y="41"/>
                  <a:pt x="35" y="41"/>
                </a:cubicBezTo>
                <a:cubicBezTo>
                  <a:pt x="36" y="41"/>
                  <a:pt x="36" y="41"/>
                  <a:pt x="36" y="40"/>
                </a:cubicBezTo>
                <a:cubicBezTo>
                  <a:pt x="36" y="27"/>
                  <a:pt x="36" y="27"/>
                  <a:pt x="36" y="27"/>
                </a:cubicBezTo>
                <a:cubicBezTo>
                  <a:pt x="44" y="27"/>
                  <a:pt x="44" y="27"/>
                  <a:pt x="44" y="27"/>
                </a:cubicBezTo>
                <a:cubicBezTo>
                  <a:pt x="45" y="27"/>
                  <a:pt x="45" y="27"/>
                  <a:pt x="45" y="26"/>
                </a:cubicBezTo>
                <a:cubicBezTo>
                  <a:pt x="45" y="26"/>
                  <a:pt x="45" y="26"/>
                  <a:pt x="45" y="25"/>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HarmonyOS Sans SC Medium" panose="00000600000000000000" pitchFamily="2" charset="-122"/>
              <a:ea typeface="HarmonyOS Sans SC Medium" panose="00000600000000000000" pitchFamily="2" charset="-122"/>
            </a:endParaRPr>
          </a:p>
        </p:txBody>
      </p:sp>
      <p:sp>
        <p:nvSpPr>
          <p:cNvPr id="120" name="Freeform 113">
            <a:extLst>
              <a:ext uri="{FF2B5EF4-FFF2-40B4-BE49-F238E27FC236}">
                <a16:creationId xmlns:a16="http://schemas.microsoft.com/office/drawing/2014/main" id="{8E396FCB-1B97-6938-9467-D40672A5A1AA}"/>
              </a:ext>
            </a:extLst>
          </p:cNvPr>
          <p:cNvSpPr>
            <a:spLocks noEditPoints="1"/>
          </p:cNvSpPr>
          <p:nvPr/>
        </p:nvSpPr>
        <p:spPr bwMode="auto">
          <a:xfrm>
            <a:off x="7440484" y="3725453"/>
            <a:ext cx="319083" cy="250217"/>
          </a:xfrm>
          <a:custGeom>
            <a:avLst/>
            <a:gdLst/>
            <a:ahLst/>
            <a:cxnLst>
              <a:cxn ang="0">
                <a:pos x="63" y="20"/>
              </a:cxn>
              <a:cxn ang="0">
                <a:pos x="44" y="43"/>
              </a:cxn>
              <a:cxn ang="0">
                <a:pos x="28" y="47"/>
              </a:cxn>
              <a:cxn ang="0">
                <a:pos x="18" y="46"/>
              </a:cxn>
              <a:cxn ang="0">
                <a:pos x="11" y="43"/>
              </a:cxn>
              <a:cxn ang="0">
                <a:pos x="4" y="50"/>
              </a:cxn>
              <a:cxn ang="0">
                <a:pos x="0" y="47"/>
              </a:cxn>
              <a:cxn ang="0">
                <a:pos x="0" y="46"/>
              </a:cxn>
              <a:cxn ang="0">
                <a:pos x="7" y="37"/>
              </a:cxn>
              <a:cxn ang="0">
                <a:pos x="6" y="34"/>
              </a:cxn>
              <a:cxn ang="0">
                <a:pos x="5" y="30"/>
              </a:cxn>
              <a:cxn ang="0">
                <a:pos x="25" y="8"/>
              </a:cxn>
              <a:cxn ang="0">
                <a:pos x="52" y="3"/>
              </a:cxn>
              <a:cxn ang="0">
                <a:pos x="58" y="0"/>
              </a:cxn>
              <a:cxn ang="0">
                <a:pos x="64" y="13"/>
              </a:cxn>
              <a:cxn ang="0">
                <a:pos x="63" y="20"/>
              </a:cxn>
              <a:cxn ang="0">
                <a:pos x="43" y="18"/>
              </a:cxn>
              <a:cxn ang="0">
                <a:pos x="14" y="32"/>
              </a:cxn>
              <a:cxn ang="0">
                <a:pos x="13" y="34"/>
              </a:cxn>
              <a:cxn ang="0">
                <a:pos x="16" y="36"/>
              </a:cxn>
              <a:cxn ang="0">
                <a:pos x="17" y="36"/>
              </a:cxn>
              <a:cxn ang="0">
                <a:pos x="22" y="31"/>
              </a:cxn>
              <a:cxn ang="0">
                <a:pos x="43" y="23"/>
              </a:cxn>
              <a:cxn ang="0">
                <a:pos x="45" y="20"/>
              </a:cxn>
              <a:cxn ang="0">
                <a:pos x="43" y="18"/>
              </a:cxn>
            </a:cxnLst>
            <a:rect l="0" t="0" r="r" b="b"/>
            <a:pathLst>
              <a:path w="64" h="50">
                <a:moveTo>
                  <a:pt x="63" y="20"/>
                </a:moveTo>
                <a:cubicBezTo>
                  <a:pt x="61" y="31"/>
                  <a:pt x="54" y="38"/>
                  <a:pt x="44" y="43"/>
                </a:cubicBezTo>
                <a:cubicBezTo>
                  <a:pt x="39" y="46"/>
                  <a:pt x="33" y="47"/>
                  <a:pt x="28" y="47"/>
                </a:cubicBezTo>
                <a:cubicBezTo>
                  <a:pt x="25" y="47"/>
                  <a:pt x="21" y="47"/>
                  <a:pt x="18" y="46"/>
                </a:cubicBezTo>
                <a:cubicBezTo>
                  <a:pt x="16" y="45"/>
                  <a:pt x="13" y="43"/>
                  <a:pt x="11" y="43"/>
                </a:cubicBezTo>
                <a:cubicBezTo>
                  <a:pt x="9" y="43"/>
                  <a:pt x="7" y="50"/>
                  <a:pt x="4" y="50"/>
                </a:cubicBezTo>
                <a:cubicBezTo>
                  <a:pt x="2" y="50"/>
                  <a:pt x="1" y="49"/>
                  <a:pt x="0" y="47"/>
                </a:cubicBezTo>
                <a:cubicBezTo>
                  <a:pt x="0" y="47"/>
                  <a:pt x="0" y="46"/>
                  <a:pt x="0" y="46"/>
                </a:cubicBezTo>
                <a:cubicBezTo>
                  <a:pt x="0" y="42"/>
                  <a:pt x="7" y="39"/>
                  <a:pt x="7" y="37"/>
                </a:cubicBezTo>
                <a:cubicBezTo>
                  <a:pt x="7" y="37"/>
                  <a:pt x="6" y="35"/>
                  <a:pt x="6" y="34"/>
                </a:cubicBezTo>
                <a:cubicBezTo>
                  <a:pt x="6" y="33"/>
                  <a:pt x="5" y="32"/>
                  <a:pt x="5" y="30"/>
                </a:cubicBezTo>
                <a:cubicBezTo>
                  <a:pt x="5" y="19"/>
                  <a:pt x="14" y="11"/>
                  <a:pt x="25" y="8"/>
                </a:cubicBezTo>
                <a:cubicBezTo>
                  <a:pt x="32" y="5"/>
                  <a:pt x="47" y="8"/>
                  <a:pt x="52" y="3"/>
                </a:cubicBezTo>
                <a:cubicBezTo>
                  <a:pt x="54" y="1"/>
                  <a:pt x="55" y="0"/>
                  <a:pt x="58" y="0"/>
                </a:cubicBezTo>
                <a:cubicBezTo>
                  <a:pt x="62" y="0"/>
                  <a:pt x="64" y="10"/>
                  <a:pt x="64" y="13"/>
                </a:cubicBezTo>
                <a:cubicBezTo>
                  <a:pt x="64" y="16"/>
                  <a:pt x="63" y="18"/>
                  <a:pt x="63" y="20"/>
                </a:cubicBezTo>
                <a:close/>
                <a:moveTo>
                  <a:pt x="43" y="18"/>
                </a:moveTo>
                <a:cubicBezTo>
                  <a:pt x="31" y="18"/>
                  <a:pt x="22" y="23"/>
                  <a:pt x="14" y="32"/>
                </a:cubicBezTo>
                <a:cubicBezTo>
                  <a:pt x="14" y="33"/>
                  <a:pt x="13" y="33"/>
                  <a:pt x="13" y="34"/>
                </a:cubicBezTo>
                <a:cubicBezTo>
                  <a:pt x="13" y="35"/>
                  <a:pt x="15" y="36"/>
                  <a:pt x="16" y="36"/>
                </a:cubicBezTo>
                <a:cubicBezTo>
                  <a:pt x="16" y="36"/>
                  <a:pt x="17" y="36"/>
                  <a:pt x="17" y="36"/>
                </a:cubicBezTo>
                <a:cubicBezTo>
                  <a:pt x="19" y="34"/>
                  <a:pt x="21" y="32"/>
                  <a:pt x="22" y="31"/>
                </a:cubicBezTo>
                <a:cubicBezTo>
                  <a:pt x="29" y="25"/>
                  <a:pt x="34" y="23"/>
                  <a:pt x="43" y="23"/>
                </a:cubicBezTo>
                <a:cubicBezTo>
                  <a:pt x="44" y="23"/>
                  <a:pt x="45" y="22"/>
                  <a:pt x="45" y="20"/>
                </a:cubicBezTo>
                <a:cubicBezTo>
                  <a:pt x="45" y="19"/>
                  <a:pt x="44" y="18"/>
                  <a:pt x="43" y="18"/>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HarmonyOS Sans SC Medium" panose="00000600000000000000" pitchFamily="2" charset="-122"/>
              <a:ea typeface="HarmonyOS Sans SC Medium" panose="00000600000000000000" pitchFamily="2" charset="-122"/>
            </a:endParaRPr>
          </a:p>
        </p:txBody>
      </p:sp>
      <p:sp>
        <p:nvSpPr>
          <p:cNvPr id="121" name="Freeform 109">
            <a:extLst>
              <a:ext uri="{FF2B5EF4-FFF2-40B4-BE49-F238E27FC236}">
                <a16:creationId xmlns:a16="http://schemas.microsoft.com/office/drawing/2014/main" id="{16FEE050-3A40-B643-EE3C-1418C10FD8C4}"/>
              </a:ext>
            </a:extLst>
          </p:cNvPr>
          <p:cNvSpPr>
            <a:spLocks noEditPoints="1"/>
          </p:cNvSpPr>
          <p:nvPr/>
        </p:nvSpPr>
        <p:spPr bwMode="auto">
          <a:xfrm>
            <a:off x="3026242" y="4575078"/>
            <a:ext cx="273172" cy="273172"/>
          </a:xfrm>
          <a:custGeom>
            <a:avLst/>
            <a:gdLst/>
            <a:ahLst/>
            <a:cxnLst>
              <a:cxn ang="0">
                <a:pos x="27" y="55"/>
              </a:cxn>
              <a:cxn ang="0">
                <a:pos x="0" y="27"/>
              </a:cxn>
              <a:cxn ang="0">
                <a:pos x="27" y="0"/>
              </a:cxn>
              <a:cxn ang="0">
                <a:pos x="55" y="27"/>
              </a:cxn>
              <a:cxn ang="0">
                <a:pos x="27" y="55"/>
              </a:cxn>
              <a:cxn ang="0">
                <a:pos x="36" y="39"/>
              </a:cxn>
              <a:cxn ang="0">
                <a:pos x="35" y="37"/>
              </a:cxn>
              <a:cxn ang="0">
                <a:pos x="32" y="37"/>
              </a:cxn>
              <a:cxn ang="0">
                <a:pos x="32" y="19"/>
              </a:cxn>
              <a:cxn ang="0">
                <a:pos x="31" y="18"/>
              </a:cxn>
              <a:cxn ang="0">
                <a:pos x="19" y="18"/>
              </a:cxn>
              <a:cxn ang="0">
                <a:pos x="18" y="19"/>
              </a:cxn>
              <a:cxn ang="0">
                <a:pos x="18" y="25"/>
              </a:cxn>
              <a:cxn ang="0">
                <a:pos x="19" y="26"/>
              </a:cxn>
              <a:cxn ang="0">
                <a:pos x="23" y="26"/>
              </a:cxn>
              <a:cxn ang="0">
                <a:pos x="23" y="37"/>
              </a:cxn>
              <a:cxn ang="0">
                <a:pos x="19" y="37"/>
              </a:cxn>
              <a:cxn ang="0">
                <a:pos x="18" y="39"/>
              </a:cxn>
              <a:cxn ang="0">
                <a:pos x="18" y="44"/>
              </a:cxn>
              <a:cxn ang="0">
                <a:pos x="19" y="45"/>
              </a:cxn>
              <a:cxn ang="0">
                <a:pos x="35" y="45"/>
              </a:cxn>
              <a:cxn ang="0">
                <a:pos x="36" y="44"/>
              </a:cxn>
              <a:cxn ang="0">
                <a:pos x="36" y="39"/>
              </a:cxn>
              <a:cxn ang="0">
                <a:pos x="32" y="7"/>
              </a:cxn>
              <a:cxn ang="0">
                <a:pos x="31" y="5"/>
              </a:cxn>
              <a:cxn ang="0">
                <a:pos x="24" y="5"/>
              </a:cxn>
              <a:cxn ang="0">
                <a:pos x="23" y="7"/>
              </a:cxn>
              <a:cxn ang="0">
                <a:pos x="23" y="12"/>
              </a:cxn>
              <a:cxn ang="0">
                <a:pos x="24" y="13"/>
              </a:cxn>
              <a:cxn ang="0">
                <a:pos x="31" y="13"/>
              </a:cxn>
              <a:cxn ang="0">
                <a:pos x="32" y="12"/>
              </a:cxn>
              <a:cxn ang="0">
                <a:pos x="32" y="7"/>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36" y="39"/>
                </a:moveTo>
                <a:cubicBezTo>
                  <a:pt x="36" y="38"/>
                  <a:pt x="36" y="37"/>
                  <a:pt x="35" y="37"/>
                </a:cubicBezTo>
                <a:cubicBezTo>
                  <a:pt x="32" y="37"/>
                  <a:pt x="32" y="37"/>
                  <a:pt x="32" y="37"/>
                </a:cubicBezTo>
                <a:cubicBezTo>
                  <a:pt x="32" y="19"/>
                  <a:pt x="32" y="19"/>
                  <a:pt x="32" y="19"/>
                </a:cubicBezTo>
                <a:cubicBezTo>
                  <a:pt x="32" y="19"/>
                  <a:pt x="31" y="18"/>
                  <a:pt x="31" y="18"/>
                </a:cubicBezTo>
                <a:cubicBezTo>
                  <a:pt x="19" y="18"/>
                  <a:pt x="19" y="18"/>
                  <a:pt x="19" y="18"/>
                </a:cubicBezTo>
                <a:cubicBezTo>
                  <a:pt x="19" y="18"/>
                  <a:pt x="18" y="19"/>
                  <a:pt x="18" y="19"/>
                </a:cubicBezTo>
                <a:cubicBezTo>
                  <a:pt x="18" y="25"/>
                  <a:pt x="18" y="25"/>
                  <a:pt x="18" y="25"/>
                </a:cubicBezTo>
                <a:cubicBezTo>
                  <a:pt x="18" y="26"/>
                  <a:pt x="19" y="26"/>
                  <a:pt x="19" y="26"/>
                </a:cubicBezTo>
                <a:cubicBezTo>
                  <a:pt x="23" y="26"/>
                  <a:pt x="23" y="26"/>
                  <a:pt x="23" y="26"/>
                </a:cubicBezTo>
                <a:cubicBezTo>
                  <a:pt x="23" y="37"/>
                  <a:pt x="23" y="37"/>
                  <a:pt x="23" y="37"/>
                </a:cubicBezTo>
                <a:cubicBezTo>
                  <a:pt x="19" y="37"/>
                  <a:pt x="19" y="37"/>
                  <a:pt x="19" y="37"/>
                </a:cubicBezTo>
                <a:cubicBezTo>
                  <a:pt x="19" y="37"/>
                  <a:pt x="18" y="38"/>
                  <a:pt x="18" y="39"/>
                </a:cubicBezTo>
                <a:cubicBezTo>
                  <a:pt x="18" y="44"/>
                  <a:pt x="18" y="44"/>
                  <a:pt x="18" y="44"/>
                </a:cubicBezTo>
                <a:cubicBezTo>
                  <a:pt x="18" y="45"/>
                  <a:pt x="19" y="45"/>
                  <a:pt x="19" y="45"/>
                </a:cubicBezTo>
                <a:cubicBezTo>
                  <a:pt x="35" y="45"/>
                  <a:pt x="35" y="45"/>
                  <a:pt x="35" y="45"/>
                </a:cubicBezTo>
                <a:cubicBezTo>
                  <a:pt x="36" y="45"/>
                  <a:pt x="36" y="45"/>
                  <a:pt x="36" y="44"/>
                </a:cubicBezTo>
                <a:lnTo>
                  <a:pt x="36" y="39"/>
                </a:lnTo>
                <a:close/>
                <a:moveTo>
                  <a:pt x="32" y="7"/>
                </a:moveTo>
                <a:cubicBezTo>
                  <a:pt x="32" y="6"/>
                  <a:pt x="31" y="5"/>
                  <a:pt x="31" y="5"/>
                </a:cubicBezTo>
                <a:cubicBezTo>
                  <a:pt x="24" y="5"/>
                  <a:pt x="24" y="5"/>
                  <a:pt x="24" y="5"/>
                </a:cubicBezTo>
                <a:cubicBezTo>
                  <a:pt x="23" y="5"/>
                  <a:pt x="23" y="6"/>
                  <a:pt x="23" y="7"/>
                </a:cubicBezTo>
                <a:cubicBezTo>
                  <a:pt x="23" y="12"/>
                  <a:pt x="23" y="12"/>
                  <a:pt x="23" y="12"/>
                </a:cubicBezTo>
                <a:cubicBezTo>
                  <a:pt x="23" y="13"/>
                  <a:pt x="23" y="13"/>
                  <a:pt x="24" y="13"/>
                </a:cubicBezTo>
                <a:cubicBezTo>
                  <a:pt x="31" y="13"/>
                  <a:pt x="31" y="13"/>
                  <a:pt x="31" y="13"/>
                </a:cubicBezTo>
                <a:cubicBezTo>
                  <a:pt x="31" y="13"/>
                  <a:pt x="32" y="13"/>
                  <a:pt x="32" y="12"/>
                </a:cubicBezTo>
                <a:lnTo>
                  <a:pt x="32" y="7"/>
                </a:ln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HarmonyOS Sans SC Medium" panose="00000600000000000000" pitchFamily="2" charset="-122"/>
              <a:ea typeface="HarmonyOS Sans SC Medium" panose="00000600000000000000" pitchFamily="2" charset="-122"/>
            </a:endParaRPr>
          </a:p>
        </p:txBody>
      </p:sp>
      <p:sp>
        <p:nvSpPr>
          <p:cNvPr id="122" name="Freeform 45">
            <a:extLst>
              <a:ext uri="{FF2B5EF4-FFF2-40B4-BE49-F238E27FC236}">
                <a16:creationId xmlns:a16="http://schemas.microsoft.com/office/drawing/2014/main" id="{8636B806-A5AC-E963-D71F-99B53F1E6DAC}"/>
              </a:ext>
            </a:extLst>
          </p:cNvPr>
          <p:cNvSpPr>
            <a:spLocks noEditPoints="1"/>
          </p:cNvSpPr>
          <p:nvPr/>
        </p:nvSpPr>
        <p:spPr bwMode="auto">
          <a:xfrm>
            <a:off x="8911502" y="1184900"/>
            <a:ext cx="273172" cy="273172"/>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HarmonyOS Sans SC Medium" panose="00000600000000000000" pitchFamily="2" charset="-122"/>
              <a:ea typeface="HarmonyOS Sans SC Medium" panose="00000600000000000000" pitchFamily="2" charset="-122"/>
            </a:endParaRPr>
          </a:p>
        </p:txBody>
      </p:sp>
      <p:sp>
        <p:nvSpPr>
          <p:cNvPr id="123" name="Freeform 64">
            <a:extLst>
              <a:ext uri="{FF2B5EF4-FFF2-40B4-BE49-F238E27FC236}">
                <a16:creationId xmlns:a16="http://schemas.microsoft.com/office/drawing/2014/main" id="{C03D4C6B-2EB3-45CB-BFB3-4EA9C9228DAB}"/>
              </a:ext>
            </a:extLst>
          </p:cNvPr>
          <p:cNvSpPr>
            <a:spLocks noEditPoints="1"/>
          </p:cNvSpPr>
          <p:nvPr/>
        </p:nvSpPr>
        <p:spPr bwMode="auto">
          <a:xfrm>
            <a:off x="7416605" y="1980364"/>
            <a:ext cx="383359" cy="319083"/>
          </a:xfrm>
          <a:custGeom>
            <a:avLst/>
            <a:gdLst/>
            <a:ahLst/>
            <a:cxnLst>
              <a:cxn ang="0">
                <a:pos x="77" y="51"/>
              </a:cxn>
              <a:cxn ang="0">
                <a:pos x="75" y="55"/>
              </a:cxn>
              <a:cxn ang="0">
                <a:pos x="59" y="63"/>
              </a:cxn>
              <a:cxn ang="0">
                <a:pos x="57" y="64"/>
              </a:cxn>
              <a:cxn ang="0">
                <a:pos x="55" y="63"/>
              </a:cxn>
              <a:cxn ang="0">
                <a:pos x="39" y="55"/>
              </a:cxn>
              <a:cxn ang="0">
                <a:pos x="39" y="55"/>
              </a:cxn>
              <a:cxn ang="0">
                <a:pos x="38" y="55"/>
              </a:cxn>
              <a:cxn ang="0">
                <a:pos x="22" y="63"/>
              </a:cxn>
              <a:cxn ang="0">
                <a:pos x="20" y="64"/>
              </a:cxn>
              <a:cxn ang="0">
                <a:pos x="18" y="63"/>
              </a:cxn>
              <a:cxn ang="0">
                <a:pos x="2" y="55"/>
              </a:cxn>
              <a:cxn ang="0">
                <a:pos x="0" y="51"/>
              </a:cxn>
              <a:cxn ang="0">
                <a:pos x="0" y="37"/>
              </a:cxn>
              <a:cxn ang="0">
                <a:pos x="3" y="32"/>
              </a:cxn>
              <a:cxn ang="0">
                <a:pos x="18" y="26"/>
              </a:cxn>
              <a:cxn ang="0">
                <a:pos x="18" y="11"/>
              </a:cxn>
              <a:cxn ang="0">
                <a:pos x="21" y="7"/>
              </a:cxn>
              <a:cxn ang="0">
                <a:pos x="37" y="0"/>
              </a:cxn>
              <a:cxn ang="0">
                <a:pos x="39" y="0"/>
              </a:cxn>
              <a:cxn ang="0">
                <a:pos x="40" y="0"/>
              </a:cxn>
              <a:cxn ang="0">
                <a:pos x="56" y="7"/>
              </a:cxn>
              <a:cxn ang="0">
                <a:pos x="59" y="11"/>
              </a:cxn>
              <a:cxn ang="0">
                <a:pos x="59" y="26"/>
              </a:cxn>
              <a:cxn ang="0">
                <a:pos x="75" y="32"/>
              </a:cxn>
              <a:cxn ang="0">
                <a:pos x="77" y="37"/>
              </a:cxn>
              <a:cxn ang="0">
                <a:pos x="77" y="51"/>
              </a:cxn>
              <a:cxn ang="0">
                <a:pos x="35" y="36"/>
              </a:cxn>
              <a:cxn ang="0">
                <a:pos x="20" y="30"/>
              </a:cxn>
              <a:cxn ang="0">
                <a:pos x="6" y="36"/>
              </a:cxn>
              <a:cxn ang="0">
                <a:pos x="20" y="42"/>
              </a:cxn>
              <a:cxn ang="0">
                <a:pos x="35" y="36"/>
              </a:cxn>
              <a:cxn ang="0">
                <a:pos x="36" y="51"/>
              </a:cxn>
              <a:cxn ang="0">
                <a:pos x="36" y="40"/>
              </a:cxn>
              <a:cxn ang="0">
                <a:pos x="23" y="46"/>
              </a:cxn>
              <a:cxn ang="0">
                <a:pos x="23" y="58"/>
              </a:cxn>
              <a:cxn ang="0">
                <a:pos x="36" y="51"/>
              </a:cxn>
              <a:cxn ang="0">
                <a:pos x="54" y="11"/>
              </a:cxn>
              <a:cxn ang="0">
                <a:pos x="39" y="5"/>
              </a:cxn>
              <a:cxn ang="0">
                <a:pos x="23" y="11"/>
              </a:cxn>
              <a:cxn ang="0">
                <a:pos x="39" y="18"/>
              </a:cxn>
              <a:cxn ang="0">
                <a:pos x="54" y="11"/>
              </a:cxn>
              <a:cxn ang="0">
                <a:pos x="55" y="26"/>
              </a:cxn>
              <a:cxn ang="0">
                <a:pos x="55" y="16"/>
              </a:cxn>
              <a:cxn ang="0">
                <a:pos x="41" y="22"/>
              </a:cxn>
              <a:cxn ang="0">
                <a:pos x="41" y="32"/>
              </a:cxn>
              <a:cxn ang="0">
                <a:pos x="55" y="26"/>
              </a:cxn>
              <a:cxn ang="0">
                <a:pos x="71" y="36"/>
              </a:cxn>
              <a:cxn ang="0">
                <a:pos x="57" y="30"/>
              </a:cxn>
              <a:cxn ang="0">
                <a:pos x="42" y="36"/>
              </a:cxn>
              <a:cxn ang="0">
                <a:pos x="57" y="42"/>
              </a:cxn>
              <a:cxn ang="0">
                <a:pos x="71" y="36"/>
              </a:cxn>
              <a:cxn ang="0">
                <a:pos x="73" y="51"/>
              </a:cxn>
              <a:cxn ang="0">
                <a:pos x="73" y="40"/>
              </a:cxn>
              <a:cxn ang="0">
                <a:pos x="59" y="46"/>
              </a:cxn>
              <a:cxn ang="0">
                <a:pos x="59" y="58"/>
              </a:cxn>
              <a:cxn ang="0">
                <a:pos x="73" y="51"/>
              </a:cxn>
            </a:cxnLst>
            <a:rect l="0" t="0" r="r" b="b"/>
            <a:pathLst>
              <a:path w="77" h="64">
                <a:moveTo>
                  <a:pt x="77" y="51"/>
                </a:moveTo>
                <a:cubicBezTo>
                  <a:pt x="77" y="53"/>
                  <a:pt x="76" y="55"/>
                  <a:pt x="75" y="55"/>
                </a:cubicBezTo>
                <a:cubicBezTo>
                  <a:pt x="59" y="63"/>
                  <a:pt x="59" y="63"/>
                  <a:pt x="59" y="63"/>
                </a:cubicBezTo>
                <a:cubicBezTo>
                  <a:pt x="58" y="64"/>
                  <a:pt x="58" y="64"/>
                  <a:pt x="57" y="64"/>
                </a:cubicBezTo>
                <a:cubicBezTo>
                  <a:pt x="56" y="64"/>
                  <a:pt x="55" y="64"/>
                  <a:pt x="55" y="63"/>
                </a:cubicBezTo>
                <a:cubicBezTo>
                  <a:pt x="39" y="55"/>
                  <a:pt x="39" y="55"/>
                  <a:pt x="39" y="55"/>
                </a:cubicBezTo>
                <a:cubicBezTo>
                  <a:pt x="39" y="55"/>
                  <a:pt x="39" y="55"/>
                  <a:pt x="39" y="55"/>
                </a:cubicBezTo>
                <a:cubicBezTo>
                  <a:pt x="39" y="55"/>
                  <a:pt x="38" y="55"/>
                  <a:pt x="38" y="55"/>
                </a:cubicBezTo>
                <a:cubicBezTo>
                  <a:pt x="22" y="63"/>
                  <a:pt x="22" y="63"/>
                  <a:pt x="22" y="63"/>
                </a:cubicBezTo>
                <a:cubicBezTo>
                  <a:pt x="22" y="64"/>
                  <a:pt x="21" y="64"/>
                  <a:pt x="20" y="64"/>
                </a:cubicBezTo>
                <a:cubicBezTo>
                  <a:pt x="20" y="64"/>
                  <a:pt x="19" y="64"/>
                  <a:pt x="18" y="63"/>
                </a:cubicBezTo>
                <a:cubicBezTo>
                  <a:pt x="2" y="55"/>
                  <a:pt x="2" y="55"/>
                  <a:pt x="2" y="55"/>
                </a:cubicBezTo>
                <a:cubicBezTo>
                  <a:pt x="1" y="55"/>
                  <a:pt x="0" y="53"/>
                  <a:pt x="0" y="51"/>
                </a:cubicBezTo>
                <a:cubicBezTo>
                  <a:pt x="0" y="37"/>
                  <a:pt x="0" y="37"/>
                  <a:pt x="0" y="37"/>
                </a:cubicBezTo>
                <a:cubicBezTo>
                  <a:pt x="0" y="35"/>
                  <a:pt x="1" y="33"/>
                  <a:pt x="3" y="32"/>
                </a:cubicBezTo>
                <a:cubicBezTo>
                  <a:pt x="18" y="26"/>
                  <a:pt x="18" y="26"/>
                  <a:pt x="18" y="26"/>
                </a:cubicBezTo>
                <a:cubicBezTo>
                  <a:pt x="18" y="11"/>
                  <a:pt x="18" y="11"/>
                  <a:pt x="18" y="11"/>
                </a:cubicBezTo>
                <a:cubicBezTo>
                  <a:pt x="18" y="10"/>
                  <a:pt x="19" y="8"/>
                  <a:pt x="21" y="7"/>
                </a:cubicBezTo>
                <a:cubicBezTo>
                  <a:pt x="37" y="0"/>
                  <a:pt x="37" y="0"/>
                  <a:pt x="37" y="0"/>
                </a:cubicBezTo>
                <a:cubicBezTo>
                  <a:pt x="37" y="0"/>
                  <a:pt x="38" y="0"/>
                  <a:pt x="39" y="0"/>
                </a:cubicBezTo>
                <a:cubicBezTo>
                  <a:pt x="39" y="0"/>
                  <a:pt x="40" y="0"/>
                  <a:pt x="40" y="0"/>
                </a:cubicBezTo>
                <a:cubicBezTo>
                  <a:pt x="56" y="7"/>
                  <a:pt x="56" y="7"/>
                  <a:pt x="56" y="7"/>
                </a:cubicBezTo>
                <a:cubicBezTo>
                  <a:pt x="58" y="8"/>
                  <a:pt x="59" y="10"/>
                  <a:pt x="59" y="11"/>
                </a:cubicBezTo>
                <a:cubicBezTo>
                  <a:pt x="59" y="26"/>
                  <a:pt x="59" y="26"/>
                  <a:pt x="59" y="26"/>
                </a:cubicBezTo>
                <a:cubicBezTo>
                  <a:pt x="75" y="32"/>
                  <a:pt x="75" y="32"/>
                  <a:pt x="75" y="32"/>
                </a:cubicBezTo>
                <a:cubicBezTo>
                  <a:pt x="76" y="33"/>
                  <a:pt x="77" y="35"/>
                  <a:pt x="77" y="37"/>
                </a:cubicBezTo>
                <a:lnTo>
                  <a:pt x="77" y="51"/>
                </a:lnTo>
                <a:close/>
                <a:moveTo>
                  <a:pt x="35" y="36"/>
                </a:moveTo>
                <a:cubicBezTo>
                  <a:pt x="20" y="30"/>
                  <a:pt x="20" y="30"/>
                  <a:pt x="20" y="30"/>
                </a:cubicBezTo>
                <a:cubicBezTo>
                  <a:pt x="6" y="36"/>
                  <a:pt x="6" y="36"/>
                  <a:pt x="6" y="36"/>
                </a:cubicBezTo>
                <a:cubicBezTo>
                  <a:pt x="20" y="42"/>
                  <a:pt x="20" y="42"/>
                  <a:pt x="20" y="42"/>
                </a:cubicBezTo>
                <a:lnTo>
                  <a:pt x="35" y="36"/>
                </a:lnTo>
                <a:close/>
                <a:moveTo>
                  <a:pt x="36" y="51"/>
                </a:moveTo>
                <a:cubicBezTo>
                  <a:pt x="36" y="40"/>
                  <a:pt x="36" y="40"/>
                  <a:pt x="36" y="40"/>
                </a:cubicBezTo>
                <a:cubicBezTo>
                  <a:pt x="23" y="46"/>
                  <a:pt x="23" y="46"/>
                  <a:pt x="23" y="46"/>
                </a:cubicBezTo>
                <a:cubicBezTo>
                  <a:pt x="23" y="58"/>
                  <a:pt x="23" y="58"/>
                  <a:pt x="23" y="58"/>
                </a:cubicBezTo>
                <a:lnTo>
                  <a:pt x="36" y="51"/>
                </a:lnTo>
                <a:close/>
                <a:moveTo>
                  <a:pt x="54" y="11"/>
                </a:moveTo>
                <a:cubicBezTo>
                  <a:pt x="39" y="5"/>
                  <a:pt x="39" y="5"/>
                  <a:pt x="39" y="5"/>
                </a:cubicBezTo>
                <a:cubicBezTo>
                  <a:pt x="23" y="11"/>
                  <a:pt x="23" y="11"/>
                  <a:pt x="23" y="11"/>
                </a:cubicBezTo>
                <a:cubicBezTo>
                  <a:pt x="39" y="18"/>
                  <a:pt x="39" y="18"/>
                  <a:pt x="39" y="18"/>
                </a:cubicBezTo>
                <a:lnTo>
                  <a:pt x="54" y="11"/>
                </a:lnTo>
                <a:close/>
                <a:moveTo>
                  <a:pt x="55" y="26"/>
                </a:moveTo>
                <a:cubicBezTo>
                  <a:pt x="55" y="16"/>
                  <a:pt x="55" y="16"/>
                  <a:pt x="55" y="16"/>
                </a:cubicBezTo>
                <a:cubicBezTo>
                  <a:pt x="41" y="22"/>
                  <a:pt x="41" y="22"/>
                  <a:pt x="41" y="22"/>
                </a:cubicBezTo>
                <a:cubicBezTo>
                  <a:pt x="41" y="32"/>
                  <a:pt x="41" y="32"/>
                  <a:pt x="41" y="32"/>
                </a:cubicBezTo>
                <a:lnTo>
                  <a:pt x="55" y="26"/>
                </a:lnTo>
                <a:close/>
                <a:moveTo>
                  <a:pt x="71" y="36"/>
                </a:moveTo>
                <a:cubicBezTo>
                  <a:pt x="57" y="30"/>
                  <a:pt x="57" y="30"/>
                  <a:pt x="57" y="30"/>
                </a:cubicBezTo>
                <a:cubicBezTo>
                  <a:pt x="42" y="36"/>
                  <a:pt x="42" y="36"/>
                  <a:pt x="42" y="36"/>
                </a:cubicBezTo>
                <a:cubicBezTo>
                  <a:pt x="57" y="42"/>
                  <a:pt x="57" y="42"/>
                  <a:pt x="57" y="42"/>
                </a:cubicBezTo>
                <a:lnTo>
                  <a:pt x="71" y="36"/>
                </a:lnTo>
                <a:close/>
                <a:moveTo>
                  <a:pt x="73" y="51"/>
                </a:moveTo>
                <a:cubicBezTo>
                  <a:pt x="73" y="40"/>
                  <a:pt x="73" y="40"/>
                  <a:pt x="73" y="40"/>
                </a:cubicBezTo>
                <a:cubicBezTo>
                  <a:pt x="59" y="46"/>
                  <a:pt x="59" y="46"/>
                  <a:pt x="59" y="46"/>
                </a:cubicBezTo>
                <a:cubicBezTo>
                  <a:pt x="59" y="58"/>
                  <a:pt x="59" y="58"/>
                  <a:pt x="59" y="58"/>
                </a:cubicBezTo>
                <a:lnTo>
                  <a:pt x="73" y="51"/>
                </a:ln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HarmonyOS Sans SC Medium" panose="00000600000000000000" pitchFamily="2" charset="-122"/>
              <a:ea typeface="HarmonyOS Sans SC Medium" panose="00000600000000000000" pitchFamily="2" charset="-122"/>
            </a:endParaRPr>
          </a:p>
        </p:txBody>
      </p:sp>
      <p:sp>
        <p:nvSpPr>
          <p:cNvPr id="125" name="文本框 124">
            <a:extLst>
              <a:ext uri="{FF2B5EF4-FFF2-40B4-BE49-F238E27FC236}">
                <a16:creationId xmlns:a16="http://schemas.microsoft.com/office/drawing/2014/main" id="{BD719F71-39AC-E536-8A68-914F172B9959}"/>
              </a:ext>
            </a:extLst>
          </p:cNvPr>
          <p:cNvSpPr txBox="1"/>
          <p:nvPr/>
        </p:nvSpPr>
        <p:spPr>
          <a:xfrm>
            <a:off x="2281052" y="1836041"/>
            <a:ext cx="954107" cy="246221"/>
          </a:xfrm>
          <a:prstGeom prst="rect">
            <a:avLst/>
          </a:prstGeom>
          <a:noFill/>
          <a:scene3d>
            <a:camera prst="isometricLeftDown"/>
            <a:lightRig rig="threePt" dir="t"/>
          </a:scene3d>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标准答案核对</a:t>
            </a:r>
          </a:p>
        </p:txBody>
      </p:sp>
      <p:sp>
        <p:nvSpPr>
          <p:cNvPr id="126" name="文本框 125">
            <a:extLst>
              <a:ext uri="{FF2B5EF4-FFF2-40B4-BE49-F238E27FC236}">
                <a16:creationId xmlns:a16="http://schemas.microsoft.com/office/drawing/2014/main" id="{1A0A2DF2-AF5A-52EF-67E9-17F4D3E714E7}"/>
              </a:ext>
            </a:extLst>
          </p:cNvPr>
          <p:cNvSpPr txBox="1"/>
          <p:nvPr/>
        </p:nvSpPr>
        <p:spPr>
          <a:xfrm>
            <a:off x="3880898" y="2648795"/>
            <a:ext cx="569387" cy="246221"/>
          </a:xfrm>
          <a:prstGeom prst="rect">
            <a:avLst/>
          </a:prstGeom>
          <a:noFill/>
          <a:scene3d>
            <a:camera prst="isometricLeftDown"/>
            <a:lightRig rig="threePt" dir="t"/>
          </a:scene3d>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选择题</a:t>
            </a:r>
          </a:p>
        </p:txBody>
      </p:sp>
      <p:sp>
        <p:nvSpPr>
          <p:cNvPr id="127" name="文本框 126">
            <a:extLst>
              <a:ext uri="{FF2B5EF4-FFF2-40B4-BE49-F238E27FC236}">
                <a16:creationId xmlns:a16="http://schemas.microsoft.com/office/drawing/2014/main" id="{AD6E9BB6-6F3D-8563-C5DC-14B3B394A431}"/>
              </a:ext>
            </a:extLst>
          </p:cNvPr>
          <p:cNvSpPr txBox="1"/>
          <p:nvPr/>
        </p:nvSpPr>
        <p:spPr>
          <a:xfrm>
            <a:off x="6914135" y="4379220"/>
            <a:ext cx="569388" cy="246221"/>
          </a:xfrm>
          <a:prstGeom prst="rect">
            <a:avLst/>
          </a:prstGeom>
          <a:noFill/>
          <a:scene3d>
            <a:camera prst="isometricLeftDown"/>
            <a:lightRig rig="threePt" dir="t"/>
          </a:scene3d>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代码题</a:t>
            </a:r>
          </a:p>
        </p:txBody>
      </p:sp>
      <p:sp>
        <p:nvSpPr>
          <p:cNvPr id="129" name="文本框 128">
            <a:extLst>
              <a:ext uri="{FF2B5EF4-FFF2-40B4-BE49-F238E27FC236}">
                <a16:creationId xmlns:a16="http://schemas.microsoft.com/office/drawing/2014/main" id="{7045DCB5-924C-3C69-57AB-91CF3571EDC7}"/>
              </a:ext>
            </a:extLst>
          </p:cNvPr>
          <p:cNvSpPr txBox="1"/>
          <p:nvPr/>
        </p:nvSpPr>
        <p:spPr>
          <a:xfrm>
            <a:off x="7670978" y="2680792"/>
            <a:ext cx="569387" cy="246221"/>
          </a:xfrm>
          <a:prstGeom prst="rect">
            <a:avLst/>
          </a:prstGeom>
          <a:noFill/>
          <a:scene3d>
            <a:camera prst="isometricRightUp"/>
            <a:lightRig rig="threePt" dir="t"/>
          </a:scene3d>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填空题</a:t>
            </a:r>
          </a:p>
        </p:txBody>
      </p:sp>
      <p:sp>
        <p:nvSpPr>
          <p:cNvPr id="130" name="文本框 129">
            <a:extLst>
              <a:ext uri="{FF2B5EF4-FFF2-40B4-BE49-F238E27FC236}">
                <a16:creationId xmlns:a16="http://schemas.microsoft.com/office/drawing/2014/main" id="{B4354DDC-8866-F515-194E-67C38DB4BC3F}"/>
              </a:ext>
            </a:extLst>
          </p:cNvPr>
          <p:cNvSpPr txBox="1"/>
          <p:nvPr/>
        </p:nvSpPr>
        <p:spPr>
          <a:xfrm>
            <a:off x="8660569" y="1863893"/>
            <a:ext cx="1433406" cy="246221"/>
          </a:xfrm>
          <a:prstGeom prst="rect">
            <a:avLst/>
          </a:prstGeom>
          <a:noFill/>
          <a:scene3d>
            <a:camera prst="isometricRightUp"/>
            <a:lightRig rig="threePt" dir="t"/>
          </a:scene3d>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答案核对</a:t>
            </a:r>
            <a:r>
              <a:rPr lang="en-US" altLang="zh-CN" sz="1000" dirty="0">
                <a:solidFill>
                  <a:srgbClr val="3749CC"/>
                </a:solidFill>
                <a:latin typeface="HarmonyOS Sans SC Medium" panose="00000600000000000000" pitchFamily="2" charset="-122"/>
                <a:ea typeface="HarmonyOS Sans SC Medium" panose="00000600000000000000" pitchFamily="2" charset="-122"/>
              </a:rPr>
              <a:t>+</a:t>
            </a:r>
            <a:r>
              <a:rPr lang="zh-CN" altLang="en-US" sz="1000" dirty="0">
                <a:solidFill>
                  <a:srgbClr val="3749CC"/>
                </a:solidFill>
                <a:latin typeface="HarmonyOS Sans SC Medium" panose="00000600000000000000" pitchFamily="2" charset="-122"/>
                <a:ea typeface="HarmonyOS Sans SC Medium" panose="00000600000000000000" pitchFamily="2" charset="-122"/>
              </a:rPr>
              <a:t>分析同义词</a:t>
            </a:r>
          </a:p>
        </p:txBody>
      </p:sp>
      <p:sp>
        <p:nvSpPr>
          <p:cNvPr id="131" name="文本框 130">
            <a:extLst>
              <a:ext uri="{FF2B5EF4-FFF2-40B4-BE49-F238E27FC236}">
                <a16:creationId xmlns:a16="http://schemas.microsoft.com/office/drawing/2014/main" id="{4B350EB2-0E7A-BADA-65B9-C8A676DF981C}"/>
              </a:ext>
            </a:extLst>
          </p:cNvPr>
          <p:cNvSpPr txBox="1"/>
          <p:nvPr/>
        </p:nvSpPr>
        <p:spPr>
          <a:xfrm>
            <a:off x="3106917" y="5259269"/>
            <a:ext cx="825867" cy="246221"/>
          </a:xfrm>
          <a:prstGeom prst="rect">
            <a:avLst/>
          </a:prstGeom>
          <a:noFill/>
          <a:scene3d>
            <a:camera prst="isometricRightUp"/>
            <a:lightRig rig="threePt" dir="t"/>
          </a:scene3d>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答案相似度</a:t>
            </a:r>
          </a:p>
        </p:txBody>
      </p:sp>
      <p:sp>
        <p:nvSpPr>
          <p:cNvPr id="132" name="文本框 131">
            <a:extLst>
              <a:ext uri="{FF2B5EF4-FFF2-40B4-BE49-F238E27FC236}">
                <a16:creationId xmlns:a16="http://schemas.microsoft.com/office/drawing/2014/main" id="{8537B2B5-41E2-67B5-8866-B3C65589BB3D}"/>
              </a:ext>
            </a:extLst>
          </p:cNvPr>
          <p:cNvSpPr txBox="1"/>
          <p:nvPr/>
        </p:nvSpPr>
        <p:spPr>
          <a:xfrm>
            <a:off x="4583297" y="4403620"/>
            <a:ext cx="569387" cy="246221"/>
          </a:xfrm>
          <a:prstGeom prst="rect">
            <a:avLst/>
          </a:prstGeom>
          <a:noFill/>
          <a:scene3d>
            <a:camera prst="isometricRightUp"/>
            <a:lightRig rig="threePt" dir="t"/>
          </a:scene3d>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简答题</a:t>
            </a:r>
          </a:p>
        </p:txBody>
      </p:sp>
      <p:sp>
        <p:nvSpPr>
          <p:cNvPr id="144" name="文本框 143">
            <a:extLst>
              <a:ext uri="{FF2B5EF4-FFF2-40B4-BE49-F238E27FC236}">
                <a16:creationId xmlns:a16="http://schemas.microsoft.com/office/drawing/2014/main" id="{A614A0BC-73E1-04B1-EEE6-54174D2FB25B}"/>
              </a:ext>
            </a:extLst>
          </p:cNvPr>
          <p:cNvSpPr txBox="1"/>
          <p:nvPr/>
        </p:nvSpPr>
        <p:spPr>
          <a:xfrm>
            <a:off x="8129013" y="5259269"/>
            <a:ext cx="1063112" cy="246221"/>
          </a:xfrm>
          <a:prstGeom prst="rect">
            <a:avLst/>
          </a:prstGeom>
          <a:noFill/>
          <a:scene3d>
            <a:camera prst="isometricLeftDown"/>
            <a:lightRig rig="threePt" dir="t"/>
          </a:scene3d>
        </p:spPr>
        <p:txBody>
          <a:bodyPr wrap="none" rtlCol="0">
            <a:spAutoFit/>
          </a:bodyPr>
          <a:lstStyle/>
          <a:p>
            <a:pPr algn="ctr"/>
            <a:r>
              <a:rPr lang="en-US" altLang="zh-CN" sz="1000" dirty="0">
                <a:solidFill>
                  <a:srgbClr val="3749CC"/>
                </a:solidFill>
                <a:latin typeface="HarmonyOS Sans SC Medium" panose="00000600000000000000" pitchFamily="2" charset="-122"/>
                <a:ea typeface="HarmonyOS Sans SC Medium" panose="00000600000000000000" pitchFamily="2" charset="-122"/>
              </a:rPr>
              <a:t>AST</a:t>
            </a:r>
            <a:r>
              <a:rPr lang="zh-CN" altLang="en-US" sz="1000" dirty="0">
                <a:solidFill>
                  <a:srgbClr val="3749CC"/>
                </a:solidFill>
                <a:latin typeface="HarmonyOS Sans SC Medium" panose="00000600000000000000" pitchFamily="2" charset="-122"/>
                <a:ea typeface="HarmonyOS Sans SC Medium" panose="00000600000000000000" pitchFamily="2" charset="-122"/>
              </a:rPr>
              <a:t>语法树分析</a:t>
            </a:r>
          </a:p>
        </p:txBody>
      </p:sp>
    </p:spTree>
    <p:extLst>
      <p:ext uri="{BB962C8B-B14F-4D97-AF65-F5344CB8AC3E}">
        <p14:creationId xmlns:p14="http://schemas.microsoft.com/office/powerpoint/2010/main" val="3640451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D094A5E-9278-F3AD-3540-AE4EACDECDF3}"/>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E79B5F5D-1771-63C1-6527-5EC6199D1A54}"/>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417870DB-937C-308E-9090-D5940B8B0A5A}"/>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84F3499D-AB60-C698-1277-B3EFF0B6BBFB}"/>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360C2DE8-9F16-E608-5105-5B21A2BE6A67}"/>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9D93FBCE-DEFE-F386-3175-0CB6F7807B13}"/>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18" name="文本框 17">
              <a:extLst>
                <a:ext uri="{FF2B5EF4-FFF2-40B4-BE49-F238E27FC236}">
                  <a16:creationId xmlns:a16="http://schemas.microsoft.com/office/drawing/2014/main" id="{CD7E6088-5218-45CC-40F3-21F044DC0676}"/>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19" name="文本框 18">
              <a:extLst>
                <a:ext uri="{FF2B5EF4-FFF2-40B4-BE49-F238E27FC236}">
                  <a16:creationId xmlns:a16="http://schemas.microsoft.com/office/drawing/2014/main" id="{3EA5B899-50DB-1DBB-887C-B3953B5FC973}"/>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20"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4C20557F-7C28-CAE7-665C-5A3299ED7173}"/>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21" name="文本框 20">
              <a:extLst>
                <a:ext uri="{FF2B5EF4-FFF2-40B4-BE49-F238E27FC236}">
                  <a16:creationId xmlns:a16="http://schemas.microsoft.com/office/drawing/2014/main" id="{56B6588B-EF7A-75CC-101D-134E9D8C2DC3}"/>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22" name="文本框 21">
              <a:extLst>
                <a:ext uri="{FF2B5EF4-FFF2-40B4-BE49-F238E27FC236}">
                  <a16:creationId xmlns:a16="http://schemas.microsoft.com/office/drawing/2014/main" id="{F3E01DE9-925B-5A8E-F922-8863EA83AED1}"/>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sp>
        <p:nvSpPr>
          <p:cNvPr id="4" name="箭头: 下 3">
            <a:extLst>
              <a:ext uri="{FF2B5EF4-FFF2-40B4-BE49-F238E27FC236}">
                <a16:creationId xmlns:a16="http://schemas.microsoft.com/office/drawing/2014/main" id="{3FA35D97-399C-851E-C1EA-2B38BA0E2397}"/>
              </a:ext>
            </a:extLst>
          </p:cNvPr>
          <p:cNvSpPr/>
          <p:nvPr/>
        </p:nvSpPr>
        <p:spPr>
          <a:xfrm>
            <a:off x="10492939" y="2938198"/>
            <a:ext cx="251352" cy="539242"/>
          </a:xfrm>
          <a:prstGeom prst="downArrow">
            <a:avLst>
              <a:gd name="adj1" fmla="val 50000"/>
              <a:gd name="adj2" fmla="val 72737"/>
            </a:avLst>
          </a:prstGeom>
          <a:gradFill flip="none" rotWithShape="1">
            <a:gsLst>
              <a:gs pos="0">
                <a:srgbClr val="8E9CEF"/>
              </a:gs>
              <a:gs pos="100000">
                <a:srgbClr val="8E9CEF">
                  <a:alpha val="0"/>
                </a:srgbClr>
              </a:gs>
            </a:gsLst>
            <a:lin ang="16200000" scaled="1"/>
            <a:tileRect/>
          </a:gradFill>
          <a:ln>
            <a:no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HarmonyOS Sans SC Medium" panose="00000600000000000000" pitchFamily="2" charset="-122"/>
              <a:ea typeface="HarmonyOS Sans SC Medium" panose="00000600000000000000" pitchFamily="2" charset="-122"/>
            </a:endParaRPr>
          </a:p>
        </p:txBody>
      </p:sp>
      <p:sp>
        <p:nvSpPr>
          <p:cNvPr id="5" name="箭头: 下 4">
            <a:extLst>
              <a:ext uri="{FF2B5EF4-FFF2-40B4-BE49-F238E27FC236}">
                <a16:creationId xmlns:a16="http://schemas.microsoft.com/office/drawing/2014/main" id="{69349EE5-5B2C-7540-4E6E-03B3B80D28F8}"/>
              </a:ext>
            </a:extLst>
          </p:cNvPr>
          <p:cNvSpPr/>
          <p:nvPr/>
        </p:nvSpPr>
        <p:spPr>
          <a:xfrm>
            <a:off x="9568545" y="2380550"/>
            <a:ext cx="251352" cy="539242"/>
          </a:xfrm>
          <a:prstGeom prst="downArrow">
            <a:avLst>
              <a:gd name="adj1" fmla="val 50000"/>
              <a:gd name="adj2" fmla="val 72737"/>
            </a:avLst>
          </a:prstGeom>
          <a:gradFill flip="none" rotWithShape="1">
            <a:gsLst>
              <a:gs pos="0">
                <a:srgbClr val="8E9CEF"/>
              </a:gs>
              <a:gs pos="100000">
                <a:srgbClr val="8E9CEF">
                  <a:alpha val="0"/>
                </a:srgbClr>
              </a:gs>
            </a:gsLst>
            <a:lin ang="16200000" scaled="1"/>
            <a:tileRect/>
          </a:gradFill>
          <a:ln>
            <a:no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HarmonyOS Sans SC Medium" panose="00000600000000000000" pitchFamily="2" charset="-122"/>
              <a:ea typeface="HarmonyOS Sans SC Medium" panose="00000600000000000000" pitchFamily="2" charset="-122"/>
            </a:endParaRPr>
          </a:p>
        </p:txBody>
      </p:sp>
      <p:sp>
        <p:nvSpPr>
          <p:cNvPr id="6" name="箭头: 下 5">
            <a:extLst>
              <a:ext uri="{FF2B5EF4-FFF2-40B4-BE49-F238E27FC236}">
                <a16:creationId xmlns:a16="http://schemas.microsoft.com/office/drawing/2014/main" id="{FDB28325-F7AA-6147-6144-D1E81CC5DED5}"/>
              </a:ext>
            </a:extLst>
          </p:cNvPr>
          <p:cNvSpPr/>
          <p:nvPr/>
        </p:nvSpPr>
        <p:spPr>
          <a:xfrm>
            <a:off x="8649020" y="1841308"/>
            <a:ext cx="251352" cy="539242"/>
          </a:xfrm>
          <a:prstGeom prst="downArrow">
            <a:avLst>
              <a:gd name="adj1" fmla="val 50000"/>
              <a:gd name="adj2" fmla="val 72737"/>
            </a:avLst>
          </a:prstGeom>
          <a:gradFill flip="none" rotWithShape="1">
            <a:gsLst>
              <a:gs pos="0">
                <a:srgbClr val="8E9CEF"/>
              </a:gs>
              <a:gs pos="100000">
                <a:srgbClr val="8E9CEF">
                  <a:alpha val="0"/>
                </a:srgbClr>
              </a:gs>
            </a:gsLst>
            <a:lin ang="16200000" scaled="1"/>
            <a:tileRect/>
          </a:gradFill>
          <a:ln>
            <a:no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HarmonyOS Sans SC Medium" panose="00000600000000000000" pitchFamily="2" charset="-122"/>
              <a:ea typeface="HarmonyOS Sans SC Medium" panose="00000600000000000000" pitchFamily="2" charset="-122"/>
            </a:endParaRPr>
          </a:p>
        </p:txBody>
      </p:sp>
      <p:sp>
        <p:nvSpPr>
          <p:cNvPr id="260" name="矩形: 圆角 259">
            <a:extLst>
              <a:ext uri="{FF2B5EF4-FFF2-40B4-BE49-F238E27FC236}">
                <a16:creationId xmlns:a16="http://schemas.microsoft.com/office/drawing/2014/main" id="{6A9B93A9-E42C-225C-F7A6-80B7E01941B9}"/>
              </a:ext>
            </a:extLst>
          </p:cNvPr>
          <p:cNvSpPr/>
          <p:nvPr/>
        </p:nvSpPr>
        <p:spPr>
          <a:xfrm>
            <a:off x="2209401" y="960437"/>
            <a:ext cx="9085487" cy="5277298"/>
          </a:xfrm>
          <a:prstGeom prst="roundRect">
            <a:avLst>
              <a:gd name="adj" fmla="val 5007"/>
            </a:avLst>
          </a:prstGeom>
          <a:noFill/>
          <a:ln w="6350">
            <a:solidFill>
              <a:srgbClr val="6578F0"/>
            </a:solidFill>
            <a:prstDash val="dash"/>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8" name="Freeform 5">
            <a:extLst>
              <a:ext uri="{FF2B5EF4-FFF2-40B4-BE49-F238E27FC236}">
                <a16:creationId xmlns:a16="http://schemas.microsoft.com/office/drawing/2014/main" id="{8612E2D4-85A3-2CD4-7856-B730BD61EA87}"/>
              </a:ext>
            </a:extLst>
          </p:cNvPr>
          <p:cNvSpPr>
            <a:spLocks/>
          </p:cNvSpPr>
          <p:nvPr/>
        </p:nvSpPr>
        <p:spPr bwMode="auto">
          <a:xfrm>
            <a:off x="8154481" y="1431451"/>
            <a:ext cx="3510310" cy="1629183"/>
          </a:xfrm>
          <a:custGeom>
            <a:avLst/>
            <a:gdLst>
              <a:gd name="T0" fmla="*/ 2161 w 2189"/>
              <a:gd name="T1" fmla="*/ 697 h 1016"/>
              <a:gd name="T2" fmla="*/ 1735 w 2189"/>
              <a:gd name="T3" fmla="*/ 945 h 1016"/>
              <a:gd name="T4" fmla="*/ 1595 w 2189"/>
              <a:gd name="T5" fmla="*/ 945 h 1016"/>
              <a:gd name="T6" fmla="*/ 30 w 2189"/>
              <a:gd name="T7" fmla="*/ 41 h 1016"/>
              <a:gd name="T8" fmla="*/ 0 w 2189"/>
              <a:gd name="T9" fmla="*/ 0 h 1016"/>
              <a:gd name="T10" fmla="*/ 0 w 2189"/>
              <a:gd name="T11" fmla="*/ 49 h 1016"/>
              <a:gd name="T12" fmla="*/ 29 w 2189"/>
              <a:gd name="T13" fmla="*/ 90 h 1016"/>
              <a:gd name="T14" fmla="*/ 1595 w 2189"/>
              <a:gd name="T15" fmla="*/ 994 h 1016"/>
              <a:gd name="T16" fmla="*/ 1735 w 2189"/>
              <a:gd name="T17" fmla="*/ 994 h 1016"/>
              <a:gd name="T18" fmla="*/ 2161 w 2189"/>
              <a:gd name="T19" fmla="*/ 746 h 1016"/>
              <a:gd name="T20" fmla="*/ 2189 w 2189"/>
              <a:gd name="T21" fmla="*/ 706 h 1016"/>
              <a:gd name="T22" fmla="*/ 2189 w 2189"/>
              <a:gd name="T23" fmla="*/ 657 h 1016"/>
              <a:gd name="T24" fmla="*/ 2161 w 2189"/>
              <a:gd name="T25" fmla="*/ 697 h 1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89" h="1016">
                <a:moveTo>
                  <a:pt x="2161" y="697"/>
                </a:moveTo>
                <a:cubicBezTo>
                  <a:pt x="1735" y="945"/>
                  <a:pt x="1735" y="945"/>
                  <a:pt x="1735" y="945"/>
                </a:cubicBezTo>
                <a:cubicBezTo>
                  <a:pt x="1697" y="967"/>
                  <a:pt x="1634" y="967"/>
                  <a:pt x="1595" y="945"/>
                </a:cubicBezTo>
                <a:cubicBezTo>
                  <a:pt x="30" y="41"/>
                  <a:pt x="30" y="41"/>
                  <a:pt x="30" y="41"/>
                </a:cubicBezTo>
                <a:cubicBezTo>
                  <a:pt x="10" y="30"/>
                  <a:pt x="0" y="15"/>
                  <a:pt x="0" y="0"/>
                </a:cubicBezTo>
                <a:cubicBezTo>
                  <a:pt x="0" y="49"/>
                  <a:pt x="0" y="49"/>
                  <a:pt x="0" y="49"/>
                </a:cubicBezTo>
                <a:cubicBezTo>
                  <a:pt x="0" y="64"/>
                  <a:pt x="10" y="79"/>
                  <a:pt x="29" y="90"/>
                </a:cubicBezTo>
                <a:cubicBezTo>
                  <a:pt x="1595" y="994"/>
                  <a:pt x="1595" y="994"/>
                  <a:pt x="1595" y="994"/>
                </a:cubicBezTo>
                <a:cubicBezTo>
                  <a:pt x="1634" y="1016"/>
                  <a:pt x="1696" y="1016"/>
                  <a:pt x="1735" y="994"/>
                </a:cubicBezTo>
                <a:cubicBezTo>
                  <a:pt x="2161" y="746"/>
                  <a:pt x="2161" y="746"/>
                  <a:pt x="2161" y="746"/>
                </a:cubicBezTo>
                <a:cubicBezTo>
                  <a:pt x="2180" y="735"/>
                  <a:pt x="2189" y="721"/>
                  <a:pt x="2189" y="706"/>
                </a:cubicBezTo>
                <a:cubicBezTo>
                  <a:pt x="2189" y="657"/>
                  <a:pt x="2189" y="657"/>
                  <a:pt x="2189" y="657"/>
                </a:cubicBezTo>
                <a:cubicBezTo>
                  <a:pt x="2189" y="672"/>
                  <a:pt x="2180" y="686"/>
                  <a:pt x="2161" y="697"/>
                </a:cubicBezTo>
                <a:close/>
              </a:path>
            </a:pathLst>
          </a:custGeom>
          <a:solidFill>
            <a:srgbClr val="D4D9F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9" name="Freeform 6">
            <a:extLst>
              <a:ext uri="{FF2B5EF4-FFF2-40B4-BE49-F238E27FC236}">
                <a16:creationId xmlns:a16="http://schemas.microsoft.com/office/drawing/2014/main" id="{67FB39D6-E2DA-D96F-1ABF-582BEC56BEC4}"/>
              </a:ext>
            </a:extLst>
          </p:cNvPr>
          <p:cNvSpPr>
            <a:spLocks/>
          </p:cNvSpPr>
          <p:nvPr/>
        </p:nvSpPr>
        <p:spPr bwMode="auto">
          <a:xfrm>
            <a:off x="8154481" y="934320"/>
            <a:ext cx="3540705" cy="2047962"/>
          </a:xfrm>
          <a:custGeom>
            <a:avLst/>
            <a:gdLst>
              <a:gd name="T0" fmla="*/ 2169 w 2208"/>
              <a:gd name="T1" fmla="*/ 927 h 1277"/>
              <a:gd name="T2" fmla="*/ 2170 w 2208"/>
              <a:gd name="T3" fmla="*/ 1007 h 1277"/>
              <a:gd name="T4" fmla="*/ 1744 w 2208"/>
              <a:gd name="T5" fmla="*/ 1255 h 1277"/>
              <a:gd name="T6" fmla="*/ 1604 w 2208"/>
              <a:gd name="T7" fmla="*/ 1255 h 1277"/>
              <a:gd name="T8" fmla="*/ 39 w 2208"/>
              <a:gd name="T9" fmla="*/ 351 h 1277"/>
              <a:gd name="T10" fmla="*/ 38 w 2208"/>
              <a:gd name="T11" fmla="*/ 270 h 1277"/>
              <a:gd name="T12" fmla="*/ 464 w 2208"/>
              <a:gd name="T13" fmla="*/ 23 h 1277"/>
              <a:gd name="T14" fmla="*/ 603 w 2208"/>
              <a:gd name="T15" fmla="*/ 23 h 1277"/>
              <a:gd name="T16" fmla="*/ 2169 w 2208"/>
              <a:gd name="T17" fmla="*/ 927 h 1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08" h="1277">
                <a:moveTo>
                  <a:pt x="2169" y="927"/>
                </a:moveTo>
                <a:cubicBezTo>
                  <a:pt x="2208" y="949"/>
                  <a:pt x="2208" y="985"/>
                  <a:pt x="2170" y="1007"/>
                </a:cubicBezTo>
                <a:cubicBezTo>
                  <a:pt x="1744" y="1255"/>
                  <a:pt x="1744" y="1255"/>
                  <a:pt x="1744" y="1255"/>
                </a:cubicBezTo>
                <a:cubicBezTo>
                  <a:pt x="1706" y="1277"/>
                  <a:pt x="1643" y="1277"/>
                  <a:pt x="1604" y="1255"/>
                </a:cubicBezTo>
                <a:cubicBezTo>
                  <a:pt x="39" y="351"/>
                  <a:pt x="39" y="351"/>
                  <a:pt x="39" y="351"/>
                </a:cubicBezTo>
                <a:cubicBezTo>
                  <a:pt x="0" y="329"/>
                  <a:pt x="0" y="292"/>
                  <a:pt x="38" y="270"/>
                </a:cubicBezTo>
                <a:cubicBezTo>
                  <a:pt x="464" y="23"/>
                  <a:pt x="464" y="23"/>
                  <a:pt x="464" y="23"/>
                </a:cubicBezTo>
                <a:cubicBezTo>
                  <a:pt x="502" y="0"/>
                  <a:pt x="565" y="0"/>
                  <a:pt x="603" y="23"/>
                </a:cubicBezTo>
                <a:lnTo>
                  <a:pt x="2169" y="927"/>
                </a:lnTo>
                <a:close/>
              </a:path>
            </a:pathLst>
          </a:custGeom>
          <a:solidFill>
            <a:srgbClr val="FAF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nvGrpSpPr>
          <p:cNvPr id="70" name="组合 69">
            <a:extLst>
              <a:ext uri="{FF2B5EF4-FFF2-40B4-BE49-F238E27FC236}">
                <a16:creationId xmlns:a16="http://schemas.microsoft.com/office/drawing/2014/main" id="{766B9620-EBB9-2006-0C48-A8C239FCF239}"/>
              </a:ext>
            </a:extLst>
          </p:cNvPr>
          <p:cNvGrpSpPr/>
          <p:nvPr/>
        </p:nvGrpSpPr>
        <p:grpSpPr>
          <a:xfrm>
            <a:off x="3819084" y="881152"/>
            <a:ext cx="7611583" cy="4482560"/>
            <a:chOff x="3135055" y="1088527"/>
            <a:chExt cx="7084882" cy="4172379"/>
          </a:xfrm>
        </p:grpSpPr>
        <p:sp>
          <p:nvSpPr>
            <p:cNvPr id="61" name="Freeform 20">
              <a:extLst>
                <a:ext uri="{FF2B5EF4-FFF2-40B4-BE49-F238E27FC236}">
                  <a16:creationId xmlns:a16="http://schemas.microsoft.com/office/drawing/2014/main" id="{B4ED7A38-CD50-4D5C-238B-50F413F2CD78}"/>
                </a:ext>
              </a:extLst>
            </p:cNvPr>
            <p:cNvSpPr>
              <a:spLocks/>
            </p:cNvSpPr>
            <p:nvPr/>
          </p:nvSpPr>
          <p:spPr bwMode="auto">
            <a:xfrm>
              <a:off x="3150234" y="1968921"/>
              <a:ext cx="7054524" cy="3291985"/>
            </a:xfrm>
            <a:custGeom>
              <a:avLst/>
              <a:gdLst>
                <a:gd name="T0" fmla="*/ 3174 w 3196"/>
                <a:gd name="T1" fmla="*/ 1088 h 1489"/>
                <a:gd name="T2" fmla="*/ 2568 w 3196"/>
                <a:gd name="T3" fmla="*/ 1440 h 1489"/>
                <a:gd name="T4" fmla="*/ 2463 w 3196"/>
                <a:gd name="T5" fmla="*/ 1440 h 1489"/>
                <a:gd name="T6" fmla="*/ 22 w 3196"/>
                <a:gd name="T7" fmla="*/ 30 h 1489"/>
                <a:gd name="T8" fmla="*/ 0 w 3196"/>
                <a:gd name="T9" fmla="*/ 0 h 1489"/>
                <a:gd name="T10" fmla="*/ 0 w 3196"/>
                <a:gd name="T11" fmla="*/ 32 h 1489"/>
                <a:gd name="T12" fmla="*/ 22 w 3196"/>
                <a:gd name="T13" fmla="*/ 63 h 1489"/>
                <a:gd name="T14" fmla="*/ 2463 w 3196"/>
                <a:gd name="T15" fmla="*/ 1473 h 1489"/>
                <a:gd name="T16" fmla="*/ 2568 w 3196"/>
                <a:gd name="T17" fmla="*/ 1473 h 1489"/>
                <a:gd name="T18" fmla="*/ 3174 w 3196"/>
                <a:gd name="T19" fmla="*/ 1120 h 1489"/>
                <a:gd name="T20" fmla="*/ 3196 w 3196"/>
                <a:gd name="T21" fmla="*/ 1090 h 1489"/>
                <a:gd name="T22" fmla="*/ 3196 w 3196"/>
                <a:gd name="T23" fmla="*/ 1057 h 1489"/>
                <a:gd name="T24" fmla="*/ 3174 w 3196"/>
                <a:gd name="T25" fmla="*/ 1088 h 1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96" h="1489">
                  <a:moveTo>
                    <a:pt x="3174" y="1088"/>
                  </a:moveTo>
                  <a:cubicBezTo>
                    <a:pt x="2568" y="1440"/>
                    <a:pt x="2568" y="1440"/>
                    <a:pt x="2568" y="1440"/>
                  </a:cubicBezTo>
                  <a:cubicBezTo>
                    <a:pt x="2539" y="1457"/>
                    <a:pt x="2492" y="1457"/>
                    <a:pt x="2463" y="1440"/>
                  </a:cubicBezTo>
                  <a:cubicBezTo>
                    <a:pt x="22" y="30"/>
                    <a:pt x="22" y="30"/>
                    <a:pt x="22" y="30"/>
                  </a:cubicBezTo>
                  <a:cubicBezTo>
                    <a:pt x="7" y="22"/>
                    <a:pt x="0" y="11"/>
                    <a:pt x="0" y="0"/>
                  </a:cubicBezTo>
                  <a:cubicBezTo>
                    <a:pt x="0" y="32"/>
                    <a:pt x="0" y="32"/>
                    <a:pt x="0" y="32"/>
                  </a:cubicBezTo>
                  <a:cubicBezTo>
                    <a:pt x="0" y="44"/>
                    <a:pt x="7" y="55"/>
                    <a:pt x="22" y="63"/>
                  </a:cubicBezTo>
                  <a:cubicBezTo>
                    <a:pt x="2463" y="1473"/>
                    <a:pt x="2463" y="1473"/>
                    <a:pt x="2463" y="1473"/>
                  </a:cubicBezTo>
                  <a:cubicBezTo>
                    <a:pt x="2492" y="1489"/>
                    <a:pt x="2539" y="1489"/>
                    <a:pt x="2568" y="1473"/>
                  </a:cubicBezTo>
                  <a:cubicBezTo>
                    <a:pt x="3174" y="1120"/>
                    <a:pt x="3174" y="1120"/>
                    <a:pt x="3174" y="1120"/>
                  </a:cubicBezTo>
                  <a:cubicBezTo>
                    <a:pt x="3188" y="1112"/>
                    <a:pt x="3196" y="1101"/>
                    <a:pt x="3196" y="1090"/>
                  </a:cubicBezTo>
                  <a:cubicBezTo>
                    <a:pt x="3196" y="1057"/>
                    <a:pt x="3196" y="1057"/>
                    <a:pt x="3196" y="1057"/>
                  </a:cubicBezTo>
                  <a:cubicBezTo>
                    <a:pt x="3196" y="1068"/>
                    <a:pt x="3188" y="1079"/>
                    <a:pt x="3174" y="1088"/>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sz="2000"/>
            </a:p>
          </p:txBody>
        </p:sp>
        <p:sp>
          <p:nvSpPr>
            <p:cNvPr id="62" name="Freeform 21">
              <a:extLst>
                <a:ext uri="{FF2B5EF4-FFF2-40B4-BE49-F238E27FC236}">
                  <a16:creationId xmlns:a16="http://schemas.microsoft.com/office/drawing/2014/main" id="{EEAAEBAD-171D-2240-54AA-E6B98A1EB8A0}"/>
                </a:ext>
              </a:extLst>
            </p:cNvPr>
            <p:cNvSpPr>
              <a:spLocks/>
            </p:cNvSpPr>
            <p:nvPr/>
          </p:nvSpPr>
          <p:spPr bwMode="auto">
            <a:xfrm>
              <a:off x="3135055" y="1088527"/>
              <a:ext cx="7084882" cy="4100277"/>
            </a:xfrm>
            <a:custGeom>
              <a:avLst/>
              <a:gdLst>
                <a:gd name="T0" fmla="*/ 3181 w 3210"/>
                <a:gd name="T1" fmla="*/ 1426 h 1856"/>
                <a:gd name="T2" fmla="*/ 3181 w 3210"/>
                <a:gd name="T3" fmla="*/ 1487 h 1856"/>
                <a:gd name="T4" fmla="*/ 2575 w 3210"/>
                <a:gd name="T5" fmla="*/ 1839 h 1856"/>
                <a:gd name="T6" fmla="*/ 2470 w 3210"/>
                <a:gd name="T7" fmla="*/ 1839 h 1856"/>
                <a:gd name="T8" fmla="*/ 29 w 3210"/>
                <a:gd name="T9" fmla="*/ 429 h 1856"/>
                <a:gd name="T10" fmla="*/ 28 w 3210"/>
                <a:gd name="T11" fmla="*/ 369 h 1856"/>
                <a:gd name="T12" fmla="*/ 635 w 3210"/>
                <a:gd name="T13" fmla="*/ 16 h 1856"/>
                <a:gd name="T14" fmla="*/ 739 w 3210"/>
                <a:gd name="T15" fmla="*/ 16 h 1856"/>
                <a:gd name="T16" fmla="*/ 3181 w 3210"/>
                <a:gd name="T17" fmla="*/ 1426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10" h="1856">
                  <a:moveTo>
                    <a:pt x="3181" y="1426"/>
                  </a:moveTo>
                  <a:cubicBezTo>
                    <a:pt x="3210" y="1443"/>
                    <a:pt x="3210" y="1470"/>
                    <a:pt x="3181" y="1487"/>
                  </a:cubicBezTo>
                  <a:cubicBezTo>
                    <a:pt x="2575" y="1839"/>
                    <a:pt x="2575" y="1839"/>
                    <a:pt x="2575" y="1839"/>
                  </a:cubicBezTo>
                  <a:cubicBezTo>
                    <a:pt x="2546" y="1856"/>
                    <a:pt x="2499" y="1856"/>
                    <a:pt x="2470" y="1839"/>
                  </a:cubicBezTo>
                  <a:cubicBezTo>
                    <a:pt x="29" y="429"/>
                    <a:pt x="29" y="429"/>
                    <a:pt x="29" y="429"/>
                  </a:cubicBezTo>
                  <a:cubicBezTo>
                    <a:pt x="0" y="413"/>
                    <a:pt x="0" y="385"/>
                    <a:pt x="28" y="369"/>
                  </a:cubicBezTo>
                  <a:cubicBezTo>
                    <a:pt x="635" y="16"/>
                    <a:pt x="635" y="16"/>
                    <a:pt x="635" y="16"/>
                  </a:cubicBezTo>
                  <a:cubicBezTo>
                    <a:pt x="664" y="0"/>
                    <a:pt x="710" y="0"/>
                    <a:pt x="739" y="16"/>
                  </a:cubicBezTo>
                  <a:lnTo>
                    <a:pt x="3181" y="1426"/>
                  </a:lnTo>
                  <a:close/>
                </a:path>
              </a:pathLst>
            </a:custGeom>
            <a:solidFill>
              <a:srgbClr val="FAF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p>
          </p:txBody>
        </p:sp>
      </p:grpSp>
      <p:grpSp>
        <p:nvGrpSpPr>
          <p:cNvPr id="71" name="组合 70">
            <a:extLst>
              <a:ext uri="{FF2B5EF4-FFF2-40B4-BE49-F238E27FC236}">
                <a16:creationId xmlns:a16="http://schemas.microsoft.com/office/drawing/2014/main" id="{79E9AFBE-C5B6-2A99-582F-893179D4CA60}"/>
              </a:ext>
            </a:extLst>
          </p:cNvPr>
          <p:cNvGrpSpPr/>
          <p:nvPr/>
        </p:nvGrpSpPr>
        <p:grpSpPr>
          <a:xfrm>
            <a:off x="5292466" y="3946695"/>
            <a:ext cx="3747022" cy="2234228"/>
            <a:chOff x="2741202" y="3834415"/>
            <a:chExt cx="3487738" cy="2079625"/>
          </a:xfrm>
        </p:grpSpPr>
        <p:sp>
          <p:nvSpPr>
            <p:cNvPr id="63" name="Freeform 22">
              <a:extLst>
                <a:ext uri="{FF2B5EF4-FFF2-40B4-BE49-F238E27FC236}">
                  <a16:creationId xmlns:a16="http://schemas.microsoft.com/office/drawing/2014/main" id="{25CBF625-D55C-38BD-D09D-3A325E617E6A}"/>
                </a:ext>
              </a:extLst>
            </p:cNvPr>
            <p:cNvSpPr>
              <a:spLocks/>
            </p:cNvSpPr>
            <p:nvPr/>
          </p:nvSpPr>
          <p:spPr bwMode="auto">
            <a:xfrm>
              <a:off x="2753902" y="4231290"/>
              <a:ext cx="3460750" cy="1682750"/>
            </a:xfrm>
            <a:custGeom>
              <a:avLst/>
              <a:gdLst>
                <a:gd name="T0" fmla="*/ 1853 w 1874"/>
                <a:gd name="T1" fmla="*/ 692 h 910"/>
                <a:gd name="T2" fmla="*/ 1564 w 1874"/>
                <a:gd name="T3" fmla="*/ 860 h 910"/>
                <a:gd name="T4" fmla="*/ 1459 w 1874"/>
                <a:gd name="T5" fmla="*/ 860 h 910"/>
                <a:gd name="T6" fmla="*/ 22 w 1874"/>
                <a:gd name="T7" fmla="*/ 30 h 910"/>
                <a:gd name="T8" fmla="*/ 0 w 1874"/>
                <a:gd name="T9" fmla="*/ 0 h 910"/>
                <a:gd name="T10" fmla="*/ 0 w 1874"/>
                <a:gd name="T11" fmla="*/ 33 h 910"/>
                <a:gd name="T12" fmla="*/ 22 w 1874"/>
                <a:gd name="T13" fmla="*/ 63 h 910"/>
                <a:gd name="T14" fmla="*/ 1459 w 1874"/>
                <a:gd name="T15" fmla="*/ 893 h 910"/>
                <a:gd name="T16" fmla="*/ 1564 w 1874"/>
                <a:gd name="T17" fmla="*/ 893 h 910"/>
                <a:gd name="T18" fmla="*/ 1853 w 1874"/>
                <a:gd name="T19" fmla="*/ 725 h 910"/>
                <a:gd name="T20" fmla="*/ 1874 w 1874"/>
                <a:gd name="T21" fmla="*/ 695 h 910"/>
                <a:gd name="T22" fmla="*/ 1874 w 1874"/>
                <a:gd name="T23" fmla="*/ 662 h 910"/>
                <a:gd name="T24" fmla="*/ 1853 w 1874"/>
                <a:gd name="T25" fmla="*/ 692 h 9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74" h="910">
                  <a:moveTo>
                    <a:pt x="1853" y="692"/>
                  </a:moveTo>
                  <a:cubicBezTo>
                    <a:pt x="1564" y="860"/>
                    <a:pt x="1564" y="860"/>
                    <a:pt x="1564" y="860"/>
                  </a:cubicBezTo>
                  <a:cubicBezTo>
                    <a:pt x="1535" y="877"/>
                    <a:pt x="1488" y="877"/>
                    <a:pt x="1459" y="860"/>
                  </a:cubicBezTo>
                  <a:cubicBezTo>
                    <a:pt x="22" y="30"/>
                    <a:pt x="22" y="30"/>
                    <a:pt x="22" y="30"/>
                  </a:cubicBezTo>
                  <a:cubicBezTo>
                    <a:pt x="8" y="22"/>
                    <a:pt x="0" y="11"/>
                    <a:pt x="0" y="0"/>
                  </a:cubicBezTo>
                  <a:cubicBezTo>
                    <a:pt x="0" y="33"/>
                    <a:pt x="0" y="33"/>
                    <a:pt x="0" y="33"/>
                  </a:cubicBezTo>
                  <a:cubicBezTo>
                    <a:pt x="0" y="44"/>
                    <a:pt x="7" y="55"/>
                    <a:pt x="22" y="63"/>
                  </a:cubicBezTo>
                  <a:cubicBezTo>
                    <a:pt x="1459" y="893"/>
                    <a:pt x="1459" y="893"/>
                    <a:pt x="1459" y="893"/>
                  </a:cubicBezTo>
                  <a:cubicBezTo>
                    <a:pt x="1488" y="910"/>
                    <a:pt x="1535" y="910"/>
                    <a:pt x="1564" y="893"/>
                  </a:cubicBezTo>
                  <a:cubicBezTo>
                    <a:pt x="1853" y="725"/>
                    <a:pt x="1853" y="725"/>
                    <a:pt x="1853" y="725"/>
                  </a:cubicBezTo>
                  <a:cubicBezTo>
                    <a:pt x="1867" y="717"/>
                    <a:pt x="1874" y="706"/>
                    <a:pt x="1874" y="695"/>
                  </a:cubicBezTo>
                  <a:cubicBezTo>
                    <a:pt x="1874" y="662"/>
                    <a:pt x="1874" y="662"/>
                    <a:pt x="1874" y="662"/>
                  </a:cubicBezTo>
                  <a:cubicBezTo>
                    <a:pt x="1874" y="673"/>
                    <a:pt x="1867" y="684"/>
                    <a:pt x="1853" y="692"/>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sz="2000"/>
            </a:p>
          </p:txBody>
        </p:sp>
        <p:sp>
          <p:nvSpPr>
            <p:cNvPr id="64" name="Freeform 23">
              <a:extLst>
                <a:ext uri="{FF2B5EF4-FFF2-40B4-BE49-F238E27FC236}">
                  <a16:creationId xmlns:a16="http://schemas.microsoft.com/office/drawing/2014/main" id="{3091C13A-9109-41D0-B31C-12AED46AF438}"/>
                </a:ext>
              </a:extLst>
            </p:cNvPr>
            <p:cNvSpPr>
              <a:spLocks/>
            </p:cNvSpPr>
            <p:nvPr/>
          </p:nvSpPr>
          <p:spPr bwMode="auto">
            <a:xfrm>
              <a:off x="2741202" y="3834415"/>
              <a:ext cx="3487738" cy="2019300"/>
            </a:xfrm>
            <a:custGeom>
              <a:avLst/>
              <a:gdLst>
                <a:gd name="T0" fmla="*/ 1859 w 1889"/>
                <a:gd name="T1" fmla="*/ 847 h 1092"/>
                <a:gd name="T2" fmla="*/ 1860 w 1889"/>
                <a:gd name="T3" fmla="*/ 907 h 1092"/>
                <a:gd name="T4" fmla="*/ 1571 w 1889"/>
                <a:gd name="T5" fmla="*/ 1075 h 1092"/>
                <a:gd name="T6" fmla="*/ 1466 w 1889"/>
                <a:gd name="T7" fmla="*/ 1075 h 1092"/>
                <a:gd name="T8" fmla="*/ 29 w 1889"/>
                <a:gd name="T9" fmla="*/ 245 h 1092"/>
                <a:gd name="T10" fmla="*/ 29 w 1889"/>
                <a:gd name="T11" fmla="*/ 185 h 1092"/>
                <a:gd name="T12" fmla="*/ 317 w 1889"/>
                <a:gd name="T13" fmla="*/ 17 h 1092"/>
                <a:gd name="T14" fmla="*/ 422 w 1889"/>
                <a:gd name="T15" fmla="*/ 17 h 1092"/>
                <a:gd name="T16" fmla="*/ 1859 w 1889"/>
                <a:gd name="T17" fmla="*/ 847 h 10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89" h="1092">
                  <a:moveTo>
                    <a:pt x="1859" y="847"/>
                  </a:moveTo>
                  <a:cubicBezTo>
                    <a:pt x="1888" y="864"/>
                    <a:pt x="1889" y="891"/>
                    <a:pt x="1860" y="907"/>
                  </a:cubicBezTo>
                  <a:cubicBezTo>
                    <a:pt x="1571" y="1075"/>
                    <a:pt x="1571" y="1075"/>
                    <a:pt x="1571" y="1075"/>
                  </a:cubicBezTo>
                  <a:cubicBezTo>
                    <a:pt x="1542" y="1092"/>
                    <a:pt x="1495" y="1092"/>
                    <a:pt x="1466" y="1075"/>
                  </a:cubicBezTo>
                  <a:cubicBezTo>
                    <a:pt x="29" y="245"/>
                    <a:pt x="29" y="245"/>
                    <a:pt x="29" y="245"/>
                  </a:cubicBezTo>
                  <a:cubicBezTo>
                    <a:pt x="0" y="229"/>
                    <a:pt x="0" y="202"/>
                    <a:pt x="29" y="185"/>
                  </a:cubicBezTo>
                  <a:cubicBezTo>
                    <a:pt x="317" y="17"/>
                    <a:pt x="317" y="17"/>
                    <a:pt x="317" y="17"/>
                  </a:cubicBezTo>
                  <a:cubicBezTo>
                    <a:pt x="346" y="0"/>
                    <a:pt x="393" y="0"/>
                    <a:pt x="422" y="17"/>
                  </a:cubicBezTo>
                  <a:lnTo>
                    <a:pt x="1859" y="847"/>
                  </a:lnTo>
                  <a:close/>
                </a:path>
              </a:pathLst>
            </a:custGeom>
            <a:solidFill>
              <a:srgbClr val="FAF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p>
          </p:txBody>
        </p:sp>
      </p:grpSp>
      <p:grpSp>
        <p:nvGrpSpPr>
          <p:cNvPr id="86" name="组合 85">
            <a:extLst>
              <a:ext uri="{FF2B5EF4-FFF2-40B4-BE49-F238E27FC236}">
                <a16:creationId xmlns:a16="http://schemas.microsoft.com/office/drawing/2014/main" id="{759C6453-FFB4-6BF5-80BF-483449051B4B}"/>
              </a:ext>
            </a:extLst>
          </p:cNvPr>
          <p:cNvGrpSpPr/>
          <p:nvPr/>
        </p:nvGrpSpPr>
        <p:grpSpPr>
          <a:xfrm>
            <a:off x="6139758" y="2099338"/>
            <a:ext cx="1024033" cy="695346"/>
            <a:chOff x="6512018" y="615964"/>
            <a:chExt cx="1370013" cy="930275"/>
          </a:xfrm>
        </p:grpSpPr>
        <p:sp>
          <p:nvSpPr>
            <p:cNvPr id="87" name="Freeform 14">
              <a:extLst>
                <a:ext uri="{FF2B5EF4-FFF2-40B4-BE49-F238E27FC236}">
                  <a16:creationId xmlns:a16="http://schemas.microsoft.com/office/drawing/2014/main" id="{D4AB9CF7-857D-9528-1AC9-3F1AB66A53E7}"/>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FAF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dirty="0">
                <a:latin typeface="HarmonyOS Sans SC Medium" panose="00000600000000000000" pitchFamily="2" charset="-122"/>
                <a:ea typeface="HarmonyOS Sans SC Medium" panose="00000600000000000000" pitchFamily="2" charset="-122"/>
              </a:endParaRPr>
            </a:p>
          </p:txBody>
        </p:sp>
        <p:sp>
          <p:nvSpPr>
            <p:cNvPr id="88" name="Freeform 15">
              <a:extLst>
                <a:ext uri="{FF2B5EF4-FFF2-40B4-BE49-F238E27FC236}">
                  <a16:creationId xmlns:a16="http://schemas.microsoft.com/office/drawing/2014/main" id="{0EB96076-F6EC-B263-7108-D15D0C0B086E}"/>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FAF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89" name="Freeform 16">
              <a:extLst>
                <a:ext uri="{FF2B5EF4-FFF2-40B4-BE49-F238E27FC236}">
                  <a16:creationId xmlns:a16="http://schemas.microsoft.com/office/drawing/2014/main" id="{E34298AE-3E68-4321-1C87-EEF29A3E6FD2}"/>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4D9F7"/>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sp>
        <p:nvSpPr>
          <p:cNvPr id="72" name="菱形 71">
            <a:extLst>
              <a:ext uri="{FF2B5EF4-FFF2-40B4-BE49-F238E27FC236}">
                <a16:creationId xmlns:a16="http://schemas.microsoft.com/office/drawing/2014/main" id="{FEE83B1F-0DEC-072C-7E2D-FC811A9B20BF}"/>
              </a:ext>
            </a:extLst>
          </p:cNvPr>
          <p:cNvSpPr/>
          <p:nvPr/>
        </p:nvSpPr>
        <p:spPr>
          <a:xfrm>
            <a:off x="4624281" y="1744902"/>
            <a:ext cx="876440" cy="486206"/>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200" name="组合 199">
            <a:extLst>
              <a:ext uri="{FF2B5EF4-FFF2-40B4-BE49-F238E27FC236}">
                <a16:creationId xmlns:a16="http://schemas.microsoft.com/office/drawing/2014/main" id="{5BB2A37B-6D40-8C06-D6CB-B2B3829D95C1}"/>
              </a:ext>
            </a:extLst>
          </p:cNvPr>
          <p:cNvGrpSpPr/>
          <p:nvPr/>
        </p:nvGrpSpPr>
        <p:grpSpPr>
          <a:xfrm>
            <a:off x="6508648" y="1988005"/>
            <a:ext cx="338216" cy="458055"/>
            <a:chOff x="5015665" y="3704732"/>
            <a:chExt cx="2016126" cy="2730500"/>
          </a:xfrm>
        </p:grpSpPr>
        <p:sp>
          <p:nvSpPr>
            <p:cNvPr id="198" name="Freeform 35">
              <a:extLst>
                <a:ext uri="{FF2B5EF4-FFF2-40B4-BE49-F238E27FC236}">
                  <a16:creationId xmlns:a16="http://schemas.microsoft.com/office/drawing/2014/main" id="{13FA24C0-6D20-5226-D0B6-DBA42AACEBA5}"/>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199" name="Freeform 36">
              <a:extLst>
                <a:ext uri="{FF2B5EF4-FFF2-40B4-BE49-F238E27FC236}">
                  <a16:creationId xmlns:a16="http://schemas.microsoft.com/office/drawing/2014/main" id="{74CE2C03-8CAE-D3AC-76AB-70520D96146C}"/>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p>
              <a:endParaRPr lang="zh-CN" altLang="en-US" sz="2000">
                <a:latin typeface="HarmonyOS Sans SC Medium" panose="00000600000000000000" pitchFamily="2" charset="-122"/>
                <a:ea typeface="HarmonyOS Sans SC Medium" panose="00000600000000000000" pitchFamily="2" charset="-122"/>
              </a:endParaRPr>
            </a:p>
          </p:txBody>
        </p:sp>
      </p:grpSp>
      <p:sp>
        <p:nvSpPr>
          <p:cNvPr id="207" name="Freeform 40">
            <a:extLst>
              <a:ext uri="{FF2B5EF4-FFF2-40B4-BE49-F238E27FC236}">
                <a16:creationId xmlns:a16="http://schemas.microsoft.com/office/drawing/2014/main" id="{A3AEEC51-EDC2-591B-0122-4A63B3CD9D46}"/>
              </a:ext>
            </a:extLst>
          </p:cNvPr>
          <p:cNvSpPr>
            <a:spLocks/>
          </p:cNvSpPr>
          <p:nvPr/>
        </p:nvSpPr>
        <p:spPr bwMode="auto">
          <a:xfrm>
            <a:off x="6595356" y="2132810"/>
            <a:ext cx="124005" cy="164871"/>
          </a:xfrm>
          <a:custGeom>
            <a:avLst/>
            <a:gdLst>
              <a:gd name="T0" fmla="*/ 24 w 37"/>
              <a:gd name="T1" fmla="*/ 6 h 49"/>
              <a:gd name="T2" fmla="*/ 25 w 37"/>
              <a:gd name="T3" fmla="*/ 8 h 49"/>
              <a:gd name="T4" fmla="*/ 26 w 37"/>
              <a:gd name="T5" fmla="*/ 14 h 49"/>
              <a:gd name="T6" fmla="*/ 31 w 37"/>
              <a:gd name="T7" fmla="*/ 15 h 49"/>
              <a:gd name="T8" fmla="*/ 31 w 37"/>
              <a:gd name="T9" fmla="*/ 15 h 49"/>
              <a:gd name="T10" fmla="*/ 32 w 37"/>
              <a:gd name="T11" fmla="*/ 16 h 49"/>
              <a:gd name="T12" fmla="*/ 33 w 37"/>
              <a:gd name="T13" fmla="*/ 19 h 49"/>
              <a:gd name="T14" fmla="*/ 31 w 37"/>
              <a:gd name="T15" fmla="*/ 23 h 49"/>
              <a:gd name="T16" fmla="*/ 36 w 37"/>
              <a:gd name="T17" fmla="*/ 27 h 49"/>
              <a:gd name="T18" fmla="*/ 37 w 37"/>
              <a:gd name="T19" fmla="*/ 29 h 49"/>
              <a:gd name="T20" fmla="*/ 37 w 37"/>
              <a:gd name="T21" fmla="*/ 31 h 49"/>
              <a:gd name="T22" fmla="*/ 33 w 37"/>
              <a:gd name="T23" fmla="*/ 32 h 49"/>
              <a:gd name="T24" fmla="*/ 37 w 37"/>
              <a:gd name="T25" fmla="*/ 38 h 49"/>
              <a:gd name="T26" fmla="*/ 37 w 37"/>
              <a:gd name="T27" fmla="*/ 41 h 49"/>
              <a:gd name="T28" fmla="*/ 36 w 37"/>
              <a:gd name="T29" fmla="*/ 41 h 49"/>
              <a:gd name="T30" fmla="*/ 31 w 37"/>
              <a:gd name="T31" fmla="*/ 40 h 49"/>
              <a:gd name="T32" fmla="*/ 33 w 37"/>
              <a:gd name="T33" fmla="*/ 46 h 49"/>
              <a:gd name="T34" fmla="*/ 32 w 37"/>
              <a:gd name="T35" fmla="*/ 47 h 49"/>
              <a:gd name="T36" fmla="*/ 31 w 37"/>
              <a:gd name="T37" fmla="*/ 47 h 49"/>
              <a:gd name="T38" fmla="*/ 26 w 37"/>
              <a:gd name="T39" fmla="*/ 43 h 49"/>
              <a:gd name="T40" fmla="*/ 24 w 37"/>
              <a:gd name="T41" fmla="*/ 47 h 49"/>
              <a:gd name="T42" fmla="*/ 24 w 37"/>
              <a:gd name="T43" fmla="*/ 49 h 49"/>
              <a:gd name="T44" fmla="*/ 23 w 37"/>
              <a:gd name="T45" fmla="*/ 48 h 49"/>
              <a:gd name="T46" fmla="*/ 22 w 37"/>
              <a:gd name="T47" fmla="*/ 47 h 49"/>
              <a:gd name="T48" fmla="*/ 18 w 37"/>
              <a:gd name="T49" fmla="*/ 41 h 49"/>
              <a:gd name="T50" fmla="*/ 15 w 37"/>
              <a:gd name="T51" fmla="*/ 43 h 49"/>
              <a:gd name="T52" fmla="*/ 14 w 37"/>
              <a:gd name="T53" fmla="*/ 43 h 49"/>
              <a:gd name="T54" fmla="*/ 12 w 37"/>
              <a:gd name="T55" fmla="*/ 40 h 49"/>
              <a:gd name="T56" fmla="*/ 11 w 37"/>
              <a:gd name="T57" fmla="*/ 34 h 49"/>
              <a:gd name="T58" fmla="*/ 7 w 37"/>
              <a:gd name="T59" fmla="*/ 33 h 49"/>
              <a:gd name="T60" fmla="*/ 5 w 37"/>
              <a:gd name="T61" fmla="*/ 31 h 49"/>
              <a:gd name="T62" fmla="*/ 5 w 37"/>
              <a:gd name="T63" fmla="*/ 30 h 49"/>
              <a:gd name="T64" fmla="*/ 5 w 37"/>
              <a:gd name="T65" fmla="*/ 25 h 49"/>
              <a:gd name="T66" fmla="*/ 1 w 37"/>
              <a:gd name="T67" fmla="*/ 21 h 49"/>
              <a:gd name="T68" fmla="*/ 0 w 37"/>
              <a:gd name="T69" fmla="*/ 19 h 49"/>
              <a:gd name="T70" fmla="*/ 1 w 37"/>
              <a:gd name="T71" fmla="*/ 17 h 49"/>
              <a:gd name="T72" fmla="*/ 4 w 37"/>
              <a:gd name="T73" fmla="*/ 15 h 49"/>
              <a:gd name="T74" fmla="*/ 1 w 37"/>
              <a:gd name="T75" fmla="*/ 10 h 49"/>
              <a:gd name="T76" fmla="*/ 0 w 37"/>
              <a:gd name="T77" fmla="*/ 8 h 49"/>
              <a:gd name="T78" fmla="*/ 2 w 37"/>
              <a:gd name="T79" fmla="*/ 7 h 49"/>
              <a:gd name="T80" fmla="*/ 6 w 37"/>
              <a:gd name="T81" fmla="*/ 8 h 49"/>
              <a:gd name="T82" fmla="*/ 5 w 37"/>
              <a:gd name="T83" fmla="*/ 3 h 49"/>
              <a:gd name="T84" fmla="*/ 5 w 37"/>
              <a:gd name="T85" fmla="*/ 0 h 49"/>
              <a:gd name="T86" fmla="*/ 6 w 37"/>
              <a:gd name="T87" fmla="*/ 1 h 49"/>
              <a:gd name="T88" fmla="*/ 7 w 37"/>
              <a:gd name="T89" fmla="*/ 1 h 49"/>
              <a:gd name="T90" fmla="*/ 11 w 37"/>
              <a:gd name="T91" fmla="*/ 5 h 49"/>
              <a:gd name="T92" fmla="*/ 12 w 37"/>
              <a:gd name="T93" fmla="*/ 1 h 49"/>
              <a:gd name="T94" fmla="*/ 14 w 37"/>
              <a:gd name="T95" fmla="*/ 0 h 49"/>
              <a:gd name="T96" fmla="*/ 15 w 37"/>
              <a:gd name="T97" fmla="*/ 2 h 49"/>
              <a:gd name="T98" fmla="*/ 18 w 37"/>
              <a:gd name="T99" fmla="*/ 7 h 49"/>
              <a:gd name="T100" fmla="*/ 22 w 37"/>
              <a:gd name="T101" fmla="*/ 5 h 49"/>
              <a:gd name="T102" fmla="*/ 24 w 37"/>
              <a:gd name="T103" fmla="*/ 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7" h="49">
                <a:moveTo>
                  <a:pt x="24" y="6"/>
                </a:moveTo>
                <a:cubicBezTo>
                  <a:pt x="24" y="6"/>
                  <a:pt x="25" y="7"/>
                  <a:pt x="25" y="8"/>
                </a:cubicBezTo>
                <a:cubicBezTo>
                  <a:pt x="26" y="14"/>
                  <a:pt x="26" y="14"/>
                  <a:pt x="26" y="14"/>
                </a:cubicBezTo>
                <a:cubicBezTo>
                  <a:pt x="31" y="15"/>
                  <a:pt x="31" y="15"/>
                  <a:pt x="31" y="15"/>
                </a:cubicBezTo>
                <a:cubicBezTo>
                  <a:pt x="31" y="15"/>
                  <a:pt x="31" y="15"/>
                  <a:pt x="31" y="15"/>
                </a:cubicBezTo>
                <a:cubicBezTo>
                  <a:pt x="32" y="15"/>
                  <a:pt x="32" y="16"/>
                  <a:pt x="32" y="16"/>
                </a:cubicBezTo>
                <a:cubicBezTo>
                  <a:pt x="33" y="17"/>
                  <a:pt x="33" y="18"/>
                  <a:pt x="33" y="19"/>
                </a:cubicBezTo>
                <a:cubicBezTo>
                  <a:pt x="31" y="23"/>
                  <a:pt x="31" y="23"/>
                  <a:pt x="31" y="23"/>
                </a:cubicBezTo>
                <a:cubicBezTo>
                  <a:pt x="36" y="27"/>
                  <a:pt x="36" y="27"/>
                  <a:pt x="36" y="27"/>
                </a:cubicBezTo>
                <a:cubicBezTo>
                  <a:pt x="37" y="27"/>
                  <a:pt x="37" y="28"/>
                  <a:pt x="37" y="29"/>
                </a:cubicBezTo>
                <a:cubicBezTo>
                  <a:pt x="37" y="30"/>
                  <a:pt x="37" y="30"/>
                  <a:pt x="37" y="31"/>
                </a:cubicBezTo>
                <a:cubicBezTo>
                  <a:pt x="33" y="32"/>
                  <a:pt x="33" y="32"/>
                  <a:pt x="33" y="32"/>
                </a:cubicBezTo>
                <a:cubicBezTo>
                  <a:pt x="37" y="38"/>
                  <a:pt x="37" y="38"/>
                  <a:pt x="37" y="38"/>
                </a:cubicBezTo>
                <a:cubicBezTo>
                  <a:pt x="37" y="39"/>
                  <a:pt x="37" y="40"/>
                  <a:pt x="37" y="41"/>
                </a:cubicBezTo>
                <a:cubicBezTo>
                  <a:pt x="37" y="41"/>
                  <a:pt x="37" y="41"/>
                  <a:pt x="36" y="41"/>
                </a:cubicBezTo>
                <a:cubicBezTo>
                  <a:pt x="31" y="40"/>
                  <a:pt x="31" y="40"/>
                  <a:pt x="31" y="40"/>
                </a:cubicBezTo>
                <a:cubicBezTo>
                  <a:pt x="33" y="46"/>
                  <a:pt x="33" y="46"/>
                  <a:pt x="33" y="46"/>
                </a:cubicBezTo>
                <a:cubicBezTo>
                  <a:pt x="33" y="47"/>
                  <a:pt x="33" y="47"/>
                  <a:pt x="32" y="47"/>
                </a:cubicBezTo>
                <a:cubicBezTo>
                  <a:pt x="32" y="48"/>
                  <a:pt x="31" y="47"/>
                  <a:pt x="31" y="47"/>
                </a:cubicBezTo>
                <a:cubicBezTo>
                  <a:pt x="26" y="43"/>
                  <a:pt x="26" y="43"/>
                  <a:pt x="26" y="43"/>
                </a:cubicBezTo>
                <a:cubicBezTo>
                  <a:pt x="24" y="47"/>
                  <a:pt x="24" y="47"/>
                  <a:pt x="24" y="47"/>
                </a:cubicBezTo>
                <a:cubicBezTo>
                  <a:pt x="24" y="48"/>
                  <a:pt x="24" y="48"/>
                  <a:pt x="24" y="49"/>
                </a:cubicBezTo>
                <a:cubicBezTo>
                  <a:pt x="23" y="48"/>
                  <a:pt x="23" y="48"/>
                  <a:pt x="23" y="48"/>
                </a:cubicBezTo>
                <a:cubicBezTo>
                  <a:pt x="22" y="48"/>
                  <a:pt x="22" y="47"/>
                  <a:pt x="22" y="47"/>
                </a:cubicBezTo>
                <a:cubicBezTo>
                  <a:pt x="18" y="41"/>
                  <a:pt x="18" y="41"/>
                  <a:pt x="18" y="41"/>
                </a:cubicBezTo>
                <a:cubicBezTo>
                  <a:pt x="15" y="43"/>
                  <a:pt x="15" y="43"/>
                  <a:pt x="15" y="43"/>
                </a:cubicBezTo>
                <a:cubicBezTo>
                  <a:pt x="15" y="44"/>
                  <a:pt x="14" y="43"/>
                  <a:pt x="14" y="43"/>
                </a:cubicBezTo>
                <a:cubicBezTo>
                  <a:pt x="13" y="42"/>
                  <a:pt x="12" y="41"/>
                  <a:pt x="12" y="40"/>
                </a:cubicBezTo>
                <a:cubicBezTo>
                  <a:pt x="11" y="34"/>
                  <a:pt x="11" y="34"/>
                  <a:pt x="11" y="34"/>
                </a:cubicBezTo>
                <a:cubicBezTo>
                  <a:pt x="7" y="33"/>
                  <a:pt x="7" y="33"/>
                  <a:pt x="7" y="33"/>
                </a:cubicBezTo>
                <a:cubicBezTo>
                  <a:pt x="6" y="33"/>
                  <a:pt x="5" y="33"/>
                  <a:pt x="5" y="31"/>
                </a:cubicBezTo>
                <a:cubicBezTo>
                  <a:pt x="5" y="31"/>
                  <a:pt x="4" y="30"/>
                  <a:pt x="5" y="30"/>
                </a:cubicBezTo>
                <a:cubicBezTo>
                  <a:pt x="5" y="25"/>
                  <a:pt x="5" y="25"/>
                  <a:pt x="5" y="25"/>
                </a:cubicBezTo>
                <a:cubicBezTo>
                  <a:pt x="1" y="21"/>
                  <a:pt x="1" y="21"/>
                  <a:pt x="1" y="21"/>
                </a:cubicBezTo>
                <a:cubicBezTo>
                  <a:pt x="1" y="21"/>
                  <a:pt x="0" y="20"/>
                  <a:pt x="0" y="19"/>
                </a:cubicBezTo>
                <a:cubicBezTo>
                  <a:pt x="0" y="19"/>
                  <a:pt x="0" y="18"/>
                  <a:pt x="1" y="17"/>
                </a:cubicBezTo>
                <a:cubicBezTo>
                  <a:pt x="4" y="15"/>
                  <a:pt x="4" y="15"/>
                  <a:pt x="4" y="15"/>
                </a:cubicBezTo>
                <a:cubicBezTo>
                  <a:pt x="1" y="10"/>
                  <a:pt x="1" y="10"/>
                  <a:pt x="1" y="10"/>
                </a:cubicBezTo>
                <a:cubicBezTo>
                  <a:pt x="0" y="9"/>
                  <a:pt x="0" y="8"/>
                  <a:pt x="0" y="8"/>
                </a:cubicBezTo>
                <a:cubicBezTo>
                  <a:pt x="0" y="7"/>
                  <a:pt x="1" y="7"/>
                  <a:pt x="2" y="7"/>
                </a:cubicBezTo>
                <a:cubicBezTo>
                  <a:pt x="6" y="8"/>
                  <a:pt x="6" y="8"/>
                  <a:pt x="6" y="8"/>
                </a:cubicBezTo>
                <a:cubicBezTo>
                  <a:pt x="5" y="3"/>
                  <a:pt x="5" y="3"/>
                  <a:pt x="5" y="3"/>
                </a:cubicBezTo>
                <a:cubicBezTo>
                  <a:pt x="4" y="2"/>
                  <a:pt x="5" y="1"/>
                  <a:pt x="5" y="0"/>
                </a:cubicBezTo>
                <a:cubicBezTo>
                  <a:pt x="5" y="1"/>
                  <a:pt x="6" y="1"/>
                  <a:pt x="6" y="1"/>
                </a:cubicBezTo>
                <a:cubicBezTo>
                  <a:pt x="6" y="1"/>
                  <a:pt x="7" y="1"/>
                  <a:pt x="7" y="1"/>
                </a:cubicBezTo>
                <a:cubicBezTo>
                  <a:pt x="11" y="5"/>
                  <a:pt x="11" y="5"/>
                  <a:pt x="11" y="5"/>
                </a:cubicBezTo>
                <a:cubicBezTo>
                  <a:pt x="12" y="1"/>
                  <a:pt x="12" y="1"/>
                  <a:pt x="12" y="1"/>
                </a:cubicBezTo>
                <a:cubicBezTo>
                  <a:pt x="12" y="0"/>
                  <a:pt x="13" y="0"/>
                  <a:pt x="14" y="0"/>
                </a:cubicBezTo>
                <a:cubicBezTo>
                  <a:pt x="14" y="0"/>
                  <a:pt x="15" y="1"/>
                  <a:pt x="15" y="2"/>
                </a:cubicBezTo>
                <a:cubicBezTo>
                  <a:pt x="18" y="7"/>
                  <a:pt x="18" y="7"/>
                  <a:pt x="18" y="7"/>
                </a:cubicBezTo>
                <a:cubicBezTo>
                  <a:pt x="22" y="5"/>
                  <a:pt x="22" y="5"/>
                  <a:pt x="22" y="5"/>
                </a:cubicBezTo>
                <a:cubicBezTo>
                  <a:pt x="23" y="5"/>
                  <a:pt x="23" y="5"/>
                  <a:pt x="24" y="6"/>
                </a:cubicBezTo>
                <a:close/>
              </a:path>
            </a:pathLst>
          </a:custGeom>
          <a:solidFill>
            <a:srgbClr val="0EF081"/>
          </a:soli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nvGrpSpPr>
          <p:cNvPr id="220" name="组合 219">
            <a:extLst>
              <a:ext uri="{FF2B5EF4-FFF2-40B4-BE49-F238E27FC236}">
                <a16:creationId xmlns:a16="http://schemas.microsoft.com/office/drawing/2014/main" id="{47F05FCD-FCBB-46FD-893A-0572E4A24D31}"/>
              </a:ext>
            </a:extLst>
          </p:cNvPr>
          <p:cNvGrpSpPr/>
          <p:nvPr/>
        </p:nvGrpSpPr>
        <p:grpSpPr>
          <a:xfrm>
            <a:off x="8598474" y="623962"/>
            <a:ext cx="805207" cy="984737"/>
            <a:chOff x="7830742" y="849134"/>
            <a:chExt cx="749489" cy="916596"/>
          </a:xfrm>
        </p:grpSpPr>
        <p:grpSp>
          <p:nvGrpSpPr>
            <p:cNvPr id="49" name="组合 48">
              <a:extLst>
                <a:ext uri="{FF2B5EF4-FFF2-40B4-BE49-F238E27FC236}">
                  <a16:creationId xmlns:a16="http://schemas.microsoft.com/office/drawing/2014/main" id="{4DA8977E-6A6B-5CE0-CEB5-0FBDA8CD3868}"/>
                </a:ext>
              </a:extLst>
            </p:cNvPr>
            <p:cNvGrpSpPr/>
            <p:nvPr/>
          </p:nvGrpSpPr>
          <p:grpSpPr>
            <a:xfrm>
              <a:off x="7830742" y="849134"/>
              <a:ext cx="749489" cy="916596"/>
              <a:chOff x="5985487" y="1179925"/>
              <a:chExt cx="749489" cy="916596"/>
            </a:xfrm>
          </p:grpSpPr>
          <p:grpSp>
            <p:nvGrpSpPr>
              <p:cNvPr id="36" name="组合 35">
                <a:extLst>
                  <a:ext uri="{FF2B5EF4-FFF2-40B4-BE49-F238E27FC236}">
                    <a16:creationId xmlns:a16="http://schemas.microsoft.com/office/drawing/2014/main" id="{150D5EE2-9765-A909-2762-A4095458DFC7}"/>
                  </a:ext>
                </a:extLst>
              </p:cNvPr>
              <p:cNvGrpSpPr/>
              <p:nvPr/>
            </p:nvGrpSpPr>
            <p:grpSpPr>
              <a:xfrm>
                <a:off x="6021452" y="1702735"/>
                <a:ext cx="677381" cy="393786"/>
                <a:chOff x="6874203" y="2211450"/>
                <a:chExt cx="720758" cy="419003"/>
              </a:xfrm>
            </p:grpSpPr>
            <p:sp>
              <p:nvSpPr>
                <p:cNvPr id="35" name="Freeform 8">
                  <a:extLst>
                    <a:ext uri="{FF2B5EF4-FFF2-40B4-BE49-F238E27FC236}">
                      <a16:creationId xmlns:a16="http://schemas.microsoft.com/office/drawing/2014/main" id="{4FEE02F6-B4CE-DEAB-8698-47D8719C455E}"/>
                    </a:ext>
                  </a:extLst>
                </p:cNvPr>
                <p:cNvSpPr>
                  <a:spLocks/>
                </p:cNvSpPr>
                <p:nvPr/>
              </p:nvSpPr>
              <p:spPr bwMode="auto">
                <a:xfrm>
                  <a:off x="6874203" y="2211450"/>
                  <a:ext cx="720758" cy="419003"/>
                </a:xfrm>
                <a:custGeom>
                  <a:avLst/>
                  <a:gdLst>
                    <a:gd name="T0" fmla="*/ 316 w 334"/>
                    <a:gd name="T1" fmla="*/ 78 h 194"/>
                    <a:gd name="T2" fmla="*/ 316 w 334"/>
                    <a:gd name="T3" fmla="*/ 116 h 194"/>
                    <a:gd name="T4" fmla="*/ 200 w 334"/>
                    <a:gd name="T5" fmla="*/ 184 h 194"/>
                    <a:gd name="T6" fmla="*/ 135 w 334"/>
                    <a:gd name="T7" fmla="*/ 184 h 194"/>
                    <a:gd name="T8" fmla="*/ 18 w 334"/>
                    <a:gd name="T9" fmla="*/ 116 h 194"/>
                    <a:gd name="T10" fmla="*/ 17 w 334"/>
                    <a:gd name="T11" fmla="*/ 78 h 194"/>
                    <a:gd name="T12" fmla="*/ 134 w 334"/>
                    <a:gd name="T13" fmla="*/ 11 h 194"/>
                    <a:gd name="T14" fmla="*/ 199 w 334"/>
                    <a:gd name="T15" fmla="*/ 11 h 194"/>
                    <a:gd name="T16" fmla="*/ 316 w 334"/>
                    <a:gd name="T17" fmla="*/ 7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194">
                      <a:moveTo>
                        <a:pt x="316" y="78"/>
                      </a:moveTo>
                      <a:cubicBezTo>
                        <a:pt x="334" y="89"/>
                        <a:pt x="334" y="106"/>
                        <a:pt x="316" y="116"/>
                      </a:cubicBezTo>
                      <a:cubicBezTo>
                        <a:pt x="200" y="184"/>
                        <a:pt x="200" y="184"/>
                        <a:pt x="200" y="184"/>
                      </a:cubicBezTo>
                      <a:cubicBezTo>
                        <a:pt x="182" y="194"/>
                        <a:pt x="153" y="194"/>
                        <a:pt x="135" y="184"/>
                      </a:cubicBezTo>
                      <a:cubicBezTo>
                        <a:pt x="18" y="116"/>
                        <a:pt x="18" y="116"/>
                        <a:pt x="18" y="116"/>
                      </a:cubicBezTo>
                      <a:cubicBezTo>
                        <a:pt x="0" y="106"/>
                        <a:pt x="0" y="89"/>
                        <a:pt x="17" y="78"/>
                      </a:cubicBezTo>
                      <a:cubicBezTo>
                        <a:pt x="134" y="11"/>
                        <a:pt x="134" y="11"/>
                        <a:pt x="134" y="11"/>
                      </a:cubicBezTo>
                      <a:cubicBezTo>
                        <a:pt x="152" y="0"/>
                        <a:pt x="181" y="0"/>
                        <a:pt x="199" y="11"/>
                      </a:cubicBezTo>
                      <a:lnTo>
                        <a:pt x="316" y="78"/>
                      </a:lnTo>
                      <a:close/>
                    </a:path>
                  </a:pathLst>
                </a:cu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10" name="Freeform 7">
                  <a:extLst>
                    <a:ext uri="{FF2B5EF4-FFF2-40B4-BE49-F238E27FC236}">
                      <a16:creationId xmlns:a16="http://schemas.microsoft.com/office/drawing/2014/main" id="{63AABDF0-F149-1476-15E5-A1CC86FF613A}"/>
                    </a:ext>
                  </a:extLst>
                </p:cNvPr>
                <p:cNvSpPr>
                  <a:spLocks/>
                </p:cNvSpPr>
                <p:nvPr/>
              </p:nvSpPr>
              <p:spPr bwMode="auto">
                <a:xfrm>
                  <a:off x="6944999" y="2324880"/>
                  <a:ext cx="579909" cy="230765"/>
                </a:xfrm>
                <a:custGeom>
                  <a:avLst/>
                  <a:gdLst>
                    <a:gd name="T0" fmla="*/ 312 w 326"/>
                    <a:gd name="T1" fmla="*/ 19 h 130"/>
                    <a:gd name="T2" fmla="*/ 196 w 326"/>
                    <a:gd name="T3" fmla="*/ 87 h 130"/>
                    <a:gd name="T4" fmla="*/ 131 w 326"/>
                    <a:gd name="T5" fmla="*/ 87 h 130"/>
                    <a:gd name="T6" fmla="*/ 14 w 326"/>
                    <a:gd name="T7" fmla="*/ 19 h 130"/>
                    <a:gd name="T8" fmla="*/ 0 w 326"/>
                    <a:gd name="T9" fmla="*/ 0 h 130"/>
                    <a:gd name="T10" fmla="*/ 0 w 326"/>
                    <a:gd name="T11" fmla="*/ 33 h 130"/>
                    <a:gd name="T12" fmla="*/ 14 w 326"/>
                    <a:gd name="T13" fmla="*/ 52 h 130"/>
                    <a:gd name="T14" fmla="*/ 131 w 326"/>
                    <a:gd name="T15" fmla="*/ 119 h 130"/>
                    <a:gd name="T16" fmla="*/ 196 w 326"/>
                    <a:gd name="T17" fmla="*/ 119 h 130"/>
                    <a:gd name="T18" fmla="*/ 312 w 326"/>
                    <a:gd name="T19" fmla="*/ 52 h 130"/>
                    <a:gd name="T20" fmla="*/ 325 w 326"/>
                    <a:gd name="T21" fmla="*/ 33 h 130"/>
                    <a:gd name="T22" fmla="*/ 326 w 326"/>
                    <a:gd name="T23" fmla="*/ 0 h 130"/>
                    <a:gd name="T24" fmla="*/ 312 w 326"/>
                    <a:gd name="T25" fmla="*/ 19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6" h="130">
                      <a:moveTo>
                        <a:pt x="312" y="19"/>
                      </a:moveTo>
                      <a:cubicBezTo>
                        <a:pt x="196" y="87"/>
                        <a:pt x="196" y="87"/>
                        <a:pt x="196" y="87"/>
                      </a:cubicBezTo>
                      <a:cubicBezTo>
                        <a:pt x="178" y="97"/>
                        <a:pt x="149" y="97"/>
                        <a:pt x="131" y="87"/>
                      </a:cubicBezTo>
                      <a:cubicBezTo>
                        <a:pt x="14" y="19"/>
                        <a:pt x="14" y="19"/>
                        <a:pt x="14" y="19"/>
                      </a:cubicBezTo>
                      <a:cubicBezTo>
                        <a:pt x="5" y="14"/>
                        <a:pt x="0" y="7"/>
                        <a:pt x="0" y="0"/>
                      </a:cubicBezTo>
                      <a:cubicBezTo>
                        <a:pt x="0" y="33"/>
                        <a:pt x="0" y="33"/>
                        <a:pt x="0" y="33"/>
                      </a:cubicBezTo>
                      <a:cubicBezTo>
                        <a:pt x="0" y="40"/>
                        <a:pt x="4" y="46"/>
                        <a:pt x="14" y="52"/>
                      </a:cubicBezTo>
                      <a:cubicBezTo>
                        <a:pt x="131" y="119"/>
                        <a:pt x="131" y="119"/>
                        <a:pt x="131" y="119"/>
                      </a:cubicBezTo>
                      <a:cubicBezTo>
                        <a:pt x="149" y="130"/>
                        <a:pt x="178" y="130"/>
                        <a:pt x="196" y="119"/>
                      </a:cubicBezTo>
                      <a:cubicBezTo>
                        <a:pt x="312" y="52"/>
                        <a:pt x="312" y="52"/>
                        <a:pt x="312" y="52"/>
                      </a:cubicBezTo>
                      <a:cubicBezTo>
                        <a:pt x="321" y="46"/>
                        <a:pt x="325" y="40"/>
                        <a:pt x="325" y="33"/>
                      </a:cubicBezTo>
                      <a:cubicBezTo>
                        <a:pt x="326" y="0"/>
                        <a:pt x="326" y="0"/>
                        <a:pt x="326" y="0"/>
                      </a:cubicBezTo>
                      <a:cubicBezTo>
                        <a:pt x="326" y="7"/>
                        <a:pt x="321" y="14"/>
                        <a:pt x="312" y="19"/>
                      </a:cubicBezTo>
                      <a:close/>
                    </a:path>
                  </a:pathLst>
                </a:custGeom>
                <a:gradFill flip="none" rotWithShape="1">
                  <a:gsLst>
                    <a:gs pos="0">
                      <a:srgbClr val="B1BBFE"/>
                    </a:gs>
                    <a:gs pos="58000">
                      <a:srgbClr val="B1BBFE">
                        <a:lumMod val="94000"/>
                      </a:srgbClr>
                    </a:gs>
                    <a:gs pos="100000">
                      <a:srgbClr val="B1BBFE"/>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sp>
            <p:nvSpPr>
              <p:cNvPr id="37" name="梯形 36">
                <a:extLst>
                  <a:ext uri="{FF2B5EF4-FFF2-40B4-BE49-F238E27FC236}">
                    <a16:creationId xmlns:a16="http://schemas.microsoft.com/office/drawing/2014/main" id="{63E36E36-7BDA-5A8F-F8E5-5A51464C3B68}"/>
                  </a:ext>
                </a:extLst>
              </p:cNvPr>
              <p:cNvSpPr/>
              <p:nvPr/>
            </p:nvSpPr>
            <p:spPr>
              <a:xfrm rot="10800000">
                <a:off x="5985487" y="1179925"/>
                <a:ext cx="749489" cy="626385"/>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HarmonyOS Sans SC Medium" panose="00000600000000000000" pitchFamily="2" charset="-122"/>
                  <a:ea typeface="HarmonyOS Sans SC Medium" panose="00000600000000000000" pitchFamily="2" charset="-122"/>
                </a:endParaRPr>
              </a:p>
            </p:txBody>
          </p:sp>
          <p:sp>
            <p:nvSpPr>
              <p:cNvPr id="38" name="Freeform 8">
                <a:extLst>
                  <a:ext uri="{FF2B5EF4-FFF2-40B4-BE49-F238E27FC236}">
                    <a16:creationId xmlns:a16="http://schemas.microsoft.com/office/drawing/2014/main" id="{7519281D-9D71-086D-38F3-C0737CB15F89}"/>
                  </a:ext>
                </a:extLst>
              </p:cNvPr>
              <p:cNvSpPr>
                <a:spLocks/>
              </p:cNvSpPr>
              <p:nvPr/>
            </p:nvSpPr>
            <p:spPr bwMode="auto">
              <a:xfrm>
                <a:off x="6080949" y="1646686"/>
                <a:ext cx="558388" cy="324612"/>
              </a:xfrm>
              <a:custGeom>
                <a:avLst/>
                <a:gdLst>
                  <a:gd name="T0" fmla="*/ 316 w 334"/>
                  <a:gd name="T1" fmla="*/ 78 h 194"/>
                  <a:gd name="T2" fmla="*/ 316 w 334"/>
                  <a:gd name="T3" fmla="*/ 116 h 194"/>
                  <a:gd name="T4" fmla="*/ 200 w 334"/>
                  <a:gd name="T5" fmla="*/ 184 h 194"/>
                  <a:gd name="T6" fmla="*/ 135 w 334"/>
                  <a:gd name="T7" fmla="*/ 184 h 194"/>
                  <a:gd name="T8" fmla="*/ 18 w 334"/>
                  <a:gd name="T9" fmla="*/ 116 h 194"/>
                  <a:gd name="T10" fmla="*/ 17 w 334"/>
                  <a:gd name="T11" fmla="*/ 78 h 194"/>
                  <a:gd name="T12" fmla="*/ 134 w 334"/>
                  <a:gd name="T13" fmla="*/ 11 h 194"/>
                  <a:gd name="T14" fmla="*/ 199 w 334"/>
                  <a:gd name="T15" fmla="*/ 11 h 194"/>
                  <a:gd name="T16" fmla="*/ 316 w 334"/>
                  <a:gd name="T17" fmla="*/ 7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194">
                    <a:moveTo>
                      <a:pt x="316" y="78"/>
                    </a:moveTo>
                    <a:cubicBezTo>
                      <a:pt x="334" y="89"/>
                      <a:pt x="334" y="106"/>
                      <a:pt x="316" y="116"/>
                    </a:cubicBezTo>
                    <a:cubicBezTo>
                      <a:pt x="200" y="184"/>
                      <a:pt x="200" y="184"/>
                      <a:pt x="200" y="184"/>
                    </a:cubicBezTo>
                    <a:cubicBezTo>
                      <a:pt x="182" y="194"/>
                      <a:pt x="153" y="194"/>
                      <a:pt x="135" y="184"/>
                    </a:cubicBezTo>
                    <a:cubicBezTo>
                      <a:pt x="18" y="116"/>
                      <a:pt x="18" y="116"/>
                      <a:pt x="18" y="116"/>
                    </a:cubicBezTo>
                    <a:cubicBezTo>
                      <a:pt x="0" y="106"/>
                      <a:pt x="0" y="89"/>
                      <a:pt x="17" y="78"/>
                    </a:cubicBezTo>
                    <a:cubicBezTo>
                      <a:pt x="134" y="11"/>
                      <a:pt x="134" y="11"/>
                      <a:pt x="134" y="11"/>
                    </a:cubicBezTo>
                    <a:cubicBezTo>
                      <a:pt x="152" y="0"/>
                      <a:pt x="181" y="0"/>
                      <a:pt x="199" y="11"/>
                    </a:cubicBezTo>
                    <a:lnTo>
                      <a:pt x="316" y="78"/>
                    </a:lnTo>
                    <a:close/>
                  </a:path>
                </a:pathLst>
              </a:custGeom>
              <a:gradFill>
                <a:gsLst>
                  <a:gs pos="0">
                    <a:srgbClr val="E7EBFF"/>
                  </a:gs>
                  <a:gs pos="100000">
                    <a:srgbClr val="B1BBFE"/>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217" name="组合 216">
              <a:extLst>
                <a:ext uri="{FF2B5EF4-FFF2-40B4-BE49-F238E27FC236}">
                  <a16:creationId xmlns:a16="http://schemas.microsoft.com/office/drawing/2014/main" id="{F4CD6936-5B0C-3566-8ED5-755AD2E415B2}"/>
                </a:ext>
              </a:extLst>
            </p:cNvPr>
            <p:cNvGrpSpPr/>
            <p:nvPr/>
          </p:nvGrpSpPr>
          <p:grpSpPr>
            <a:xfrm>
              <a:off x="8067707" y="1110273"/>
              <a:ext cx="314812" cy="426359"/>
              <a:chOff x="5015665" y="3704732"/>
              <a:chExt cx="2016126" cy="2730500"/>
            </a:xfrm>
          </p:grpSpPr>
          <p:sp>
            <p:nvSpPr>
              <p:cNvPr id="218" name="Freeform 35">
                <a:extLst>
                  <a:ext uri="{FF2B5EF4-FFF2-40B4-BE49-F238E27FC236}">
                    <a16:creationId xmlns:a16="http://schemas.microsoft.com/office/drawing/2014/main" id="{2C8FC656-1444-3341-EBFE-0CBDD0DD6E81}"/>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19" name="Freeform 36">
                <a:extLst>
                  <a:ext uri="{FF2B5EF4-FFF2-40B4-BE49-F238E27FC236}">
                    <a16:creationId xmlns:a16="http://schemas.microsoft.com/office/drawing/2014/main" id="{FABE8AA1-F39C-33CB-58CF-A4DEAD4AD84F}"/>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nvGrpSpPr>
          <p:cNvPr id="221" name="组合 220">
            <a:extLst>
              <a:ext uri="{FF2B5EF4-FFF2-40B4-BE49-F238E27FC236}">
                <a16:creationId xmlns:a16="http://schemas.microsoft.com/office/drawing/2014/main" id="{56E2DC2F-9B6D-BE10-C9AC-02A9896BED74}"/>
              </a:ext>
            </a:extLst>
          </p:cNvPr>
          <p:cNvGrpSpPr/>
          <p:nvPr/>
        </p:nvGrpSpPr>
        <p:grpSpPr>
          <a:xfrm>
            <a:off x="9428771" y="1114601"/>
            <a:ext cx="805207" cy="984737"/>
            <a:chOff x="7830742" y="849134"/>
            <a:chExt cx="749489" cy="916596"/>
          </a:xfrm>
        </p:grpSpPr>
        <p:grpSp>
          <p:nvGrpSpPr>
            <p:cNvPr id="222" name="组合 221">
              <a:extLst>
                <a:ext uri="{FF2B5EF4-FFF2-40B4-BE49-F238E27FC236}">
                  <a16:creationId xmlns:a16="http://schemas.microsoft.com/office/drawing/2014/main" id="{81B182B8-734B-A09F-A997-92373C62C7D1}"/>
                </a:ext>
              </a:extLst>
            </p:cNvPr>
            <p:cNvGrpSpPr/>
            <p:nvPr/>
          </p:nvGrpSpPr>
          <p:grpSpPr>
            <a:xfrm>
              <a:off x="7830742" y="849134"/>
              <a:ext cx="749489" cy="916596"/>
              <a:chOff x="5985487" y="1179925"/>
              <a:chExt cx="749489" cy="916596"/>
            </a:xfrm>
          </p:grpSpPr>
          <p:grpSp>
            <p:nvGrpSpPr>
              <p:cNvPr id="226" name="组合 225">
                <a:extLst>
                  <a:ext uri="{FF2B5EF4-FFF2-40B4-BE49-F238E27FC236}">
                    <a16:creationId xmlns:a16="http://schemas.microsoft.com/office/drawing/2014/main" id="{8881CFD6-61BA-2FF4-4470-1515F637D751}"/>
                  </a:ext>
                </a:extLst>
              </p:cNvPr>
              <p:cNvGrpSpPr/>
              <p:nvPr/>
            </p:nvGrpSpPr>
            <p:grpSpPr>
              <a:xfrm>
                <a:off x="6021452" y="1702735"/>
                <a:ext cx="677381" cy="393786"/>
                <a:chOff x="6874203" y="2211450"/>
                <a:chExt cx="720758" cy="419003"/>
              </a:xfrm>
            </p:grpSpPr>
            <p:sp>
              <p:nvSpPr>
                <p:cNvPr id="229" name="Freeform 8">
                  <a:extLst>
                    <a:ext uri="{FF2B5EF4-FFF2-40B4-BE49-F238E27FC236}">
                      <a16:creationId xmlns:a16="http://schemas.microsoft.com/office/drawing/2014/main" id="{250F35C8-BAB7-C687-05CD-4132BB1F75D1}"/>
                    </a:ext>
                  </a:extLst>
                </p:cNvPr>
                <p:cNvSpPr>
                  <a:spLocks/>
                </p:cNvSpPr>
                <p:nvPr/>
              </p:nvSpPr>
              <p:spPr bwMode="auto">
                <a:xfrm>
                  <a:off x="6874203" y="2211450"/>
                  <a:ext cx="720758" cy="419003"/>
                </a:xfrm>
                <a:custGeom>
                  <a:avLst/>
                  <a:gdLst>
                    <a:gd name="T0" fmla="*/ 316 w 334"/>
                    <a:gd name="T1" fmla="*/ 78 h 194"/>
                    <a:gd name="T2" fmla="*/ 316 w 334"/>
                    <a:gd name="T3" fmla="*/ 116 h 194"/>
                    <a:gd name="T4" fmla="*/ 200 w 334"/>
                    <a:gd name="T5" fmla="*/ 184 h 194"/>
                    <a:gd name="T6" fmla="*/ 135 w 334"/>
                    <a:gd name="T7" fmla="*/ 184 h 194"/>
                    <a:gd name="T8" fmla="*/ 18 w 334"/>
                    <a:gd name="T9" fmla="*/ 116 h 194"/>
                    <a:gd name="T10" fmla="*/ 17 w 334"/>
                    <a:gd name="T11" fmla="*/ 78 h 194"/>
                    <a:gd name="T12" fmla="*/ 134 w 334"/>
                    <a:gd name="T13" fmla="*/ 11 h 194"/>
                    <a:gd name="T14" fmla="*/ 199 w 334"/>
                    <a:gd name="T15" fmla="*/ 11 h 194"/>
                    <a:gd name="T16" fmla="*/ 316 w 334"/>
                    <a:gd name="T17" fmla="*/ 7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194">
                      <a:moveTo>
                        <a:pt x="316" y="78"/>
                      </a:moveTo>
                      <a:cubicBezTo>
                        <a:pt x="334" y="89"/>
                        <a:pt x="334" y="106"/>
                        <a:pt x="316" y="116"/>
                      </a:cubicBezTo>
                      <a:cubicBezTo>
                        <a:pt x="200" y="184"/>
                        <a:pt x="200" y="184"/>
                        <a:pt x="200" y="184"/>
                      </a:cubicBezTo>
                      <a:cubicBezTo>
                        <a:pt x="182" y="194"/>
                        <a:pt x="153" y="194"/>
                        <a:pt x="135" y="184"/>
                      </a:cubicBezTo>
                      <a:cubicBezTo>
                        <a:pt x="18" y="116"/>
                        <a:pt x="18" y="116"/>
                        <a:pt x="18" y="116"/>
                      </a:cubicBezTo>
                      <a:cubicBezTo>
                        <a:pt x="0" y="106"/>
                        <a:pt x="0" y="89"/>
                        <a:pt x="17" y="78"/>
                      </a:cubicBezTo>
                      <a:cubicBezTo>
                        <a:pt x="134" y="11"/>
                        <a:pt x="134" y="11"/>
                        <a:pt x="134" y="11"/>
                      </a:cubicBezTo>
                      <a:cubicBezTo>
                        <a:pt x="152" y="0"/>
                        <a:pt x="181" y="0"/>
                        <a:pt x="199" y="11"/>
                      </a:cubicBezTo>
                      <a:lnTo>
                        <a:pt x="316" y="78"/>
                      </a:lnTo>
                      <a:close/>
                    </a:path>
                  </a:pathLst>
                </a:cu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30" name="Freeform 7">
                  <a:extLst>
                    <a:ext uri="{FF2B5EF4-FFF2-40B4-BE49-F238E27FC236}">
                      <a16:creationId xmlns:a16="http://schemas.microsoft.com/office/drawing/2014/main" id="{E184BD38-7E2C-D861-B011-3665CC7A9C3B}"/>
                    </a:ext>
                  </a:extLst>
                </p:cNvPr>
                <p:cNvSpPr>
                  <a:spLocks/>
                </p:cNvSpPr>
                <p:nvPr/>
              </p:nvSpPr>
              <p:spPr bwMode="auto">
                <a:xfrm>
                  <a:off x="6944999" y="2324880"/>
                  <a:ext cx="579909" cy="230765"/>
                </a:xfrm>
                <a:custGeom>
                  <a:avLst/>
                  <a:gdLst>
                    <a:gd name="T0" fmla="*/ 312 w 326"/>
                    <a:gd name="T1" fmla="*/ 19 h 130"/>
                    <a:gd name="T2" fmla="*/ 196 w 326"/>
                    <a:gd name="T3" fmla="*/ 87 h 130"/>
                    <a:gd name="T4" fmla="*/ 131 w 326"/>
                    <a:gd name="T5" fmla="*/ 87 h 130"/>
                    <a:gd name="T6" fmla="*/ 14 w 326"/>
                    <a:gd name="T7" fmla="*/ 19 h 130"/>
                    <a:gd name="T8" fmla="*/ 0 w 326"/>
                    <a:gd name="T9" fmla="*/ 0 h 130"/>
                    <a:gd name="T10" fmla="*/ 0 w 326"/>
                    <a:gd name="T11" fmla="*/ 33 h 130"/>
                    <a:gd name="T12" fmla="*/ 14 w 326"/>
                    <a:gd name="T13" fmla="*/ 52 h 130"/>
                    <a:gd name="T14" fmla="*/ 131 w 326"/>
                    <a:gd name="T15" fmla="*/ 119 h 130"/>
                    <a:gd name="T16" fmla="*/ 196 w 326"/>
                    <a:gd name="T17" fmla="*/ 119 h 130"/>
                    <a:gd name="T18" fmla="*/ 312 w 326"/>
                    <a:gd name="T19" fmla="*/ 52 h 130"/>
                    <a:gd name="T20" fmla="*/ 325 w 326"/>
                    <a:gd name="T21" fmla="*/ 33 h 130"/>
                    <a:gd name="T22" fmla="*/ 326 w 326"/>
                    <a:gd name="T23" fmla="*/ 0 h 130"/>
                    <a:gd name="T24" fmla="*/ 312 w 326"/>
                    <a:gd name="T25" fmla="*/ 19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6" h="130">
                      <a:moveTo>
                        <a:pt x="312" y="19"/>
                      </a:moveTo>
                      <a:cubicBezTo>
                        <a:pt x="196" y="87"/>
                        <a:pt x="196" y="87"/>
                        <a:pt x="196" y="87"/>
                      </a:cubicBezTo>
                      <a:cubicBezTo>
                        <a:pt x="178" y="97"/>
                        <a:pt x="149" y="97"/>
                        <a:pt x="131" y="87"/>
                      </a:cubicBezTo>
                      <a:cubicBezTo>
                        <a:pt x="14" y="19"/>
                        <a:pt x="14" y="19"/>
                        <a:pt x="14" y="19"/>
                      </a:cubicBezTo>
                      <a:cubicBezTo>
                        <a:pt x="5" y="14"/>
                        <a:pt x="0" y="7"/>
                        <a:pt x="0" y="0"/>
                      </a:cubicBezTo>
                      <a:cubicBezTo>
                        <a:pt x="0" y="33"/>
                        <a:pt x="0" y="33"/>
                        <a:pt x="0" y="33"/>
                      </a:cubicBezTo>
                      <a:cubicBezTo>
                        <a:pt x="0" y="40"/>
                        <a:pt x="4" y="46"/>
                        <a:pt x="14" y="52"/>
                      </a:cubicBezTo>
                      <a:cubicBezTo>
                        <a:pt x="131" y="119"/>
                        <a:pt x="131" y="119"/>
                        <a:pt x="131" y="119"/>
                      </a:cubicBezTo>
                      <a:cubicBezTo>
                        <a:pt x="149" y="130"/>
                        <a:pt x="178" y="130"/>
                        <a:pt x="196" y="119"/>
                      </a:cubicBezTo>
                      <a:cubicBezTo>
                        <a:pt x="312" y="52"/>
                        <a:pt x="312" y="52"/>
                        <a:pt x="312" y="52"/>
                      </a:cubicBezTo>
                      <a:cubicBezTo>
                        <a:pt x="321" y="46"/>
                        <a:pt x="325" y="40"/>
                        <a:pt x="325" y="33"/>
                      </a:cubicBezTo>
                      <a:cubicBezTo>
                        <a:pt x="326" y="0"/>
                        <a:pt x="326" y="0"/>
                        <a:pt x="326" y="0"/>
                      </a:cubicBezTo>
                      <a:cubicBezTo>
                        <a:pt x="326" y="7"/>
                        <a:pt x="321" y="14"/>
                        <a:pt x="312" y="19"/>
                      </a:cubicBezTo>
                      <a:close/>
                    </a:path>
                  </a:pathLst>
                </a:custGeom>
                <a:gradFill flip="none" rotWithShape="1">
                  <a:gsLst>
                    <a:gs pos="0">
                      <a:srgbClr val="B1BBFE"/>
                    </a:gs>
                    <a:gs pos="58000">
                      <a:srgbClr val="B1BBFE">
                        <a:lumMod val="94000"/>
                      </a:srgbClr>
                    </a:gs>
                    <a:gs pos="100000">
                      <a:srgbClr val="B1BBFE"/>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sp>
            <p:nvSpPr>
              <p:cNvPr id="227" name="梯形 226">
                <a:extLst>
                  <a:ext uri="{FF2B5EF4-FFF2-40B4-BE49-F238E27FC236}">
                    <a16:creationId xmlns:a16="http://schemas.microsoft.com/office/drawing/2014/main" id="{D7C60995-F3DE-3A2D-46BA-361EDC6F36D5}"/>
                  </a:ext>
                </a:extLst>
              </p:cNvPr>
              <p:cNvSpPr/>
              <p:nvPr/>
            </p:nvSpPr>
            <p:spPr>
              <a:xfrm rot="10800000">
                <a:off x="5985487" y="1179925"/>
                <a:ext cx="749489" cy="626385"/>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HarmonyOS Sans SC Medium" panose="00000600000000000000" pitchFamily="2" charset="-122"/>
                  <a:ea typeface="HarmonyOS Sans SC Medium" panose="00000600000000000000" pitchFamily="2" charset="-122"/>
                </a:endParaRPr>
              </a:p>
            </p:txBody>
          </p:sp>
          <p:sp>
            <p:nvSpPr>
              <p:cNvPr id="228" name="Freeform 8">
                <a:extLst>
                  <a:ext uri="{FF2B5EF4-FFF2-40B4-BE49-F238E27FC236}">
                    <a16:creationId xmlns:a16="http://schemas.microsoft.com/office/drawing/2014/main" id="{04B1536C-6612-9846-5BD1-2C1F26F2CF9E}"/>
                  </a:ext>
                </a:extLst>
              </p:cNvPr>
              <p:cNvSpPr>
                <a:spLocks/>
              </p:cNvSpPr>
              <p:nvPr/>
            </p:nvSpPr>
            <p:spPr bwMode="auto">
              <a:xfrm>
                <a:off x="6080949" y="1646686"/>
                <a:ext cx="558388" cy="324612"/>
              </a:xfrm>
              <a:custGeom>
                <a:avLst/>
                <a:gdLst>
                  <a:gd name="T0" fmla="*/ 316 w 334"/>
                  <a:gd name="T1" fmla="*/ 78 h 194"/>
                  <a:gd name="T2" fmla="*/ 316 w 334"/>
                  <a:gd name="T3" fmla="*/ 116 h 194"/>
                  <a:gd name="T4" fmla="*/ 200 w 334"/>
                  <a:gd name="T5" fmla="*/ 184 h 194"/>
                  <a:gd name="T6" fmla="*/ 135 w 334"/>
                  <a:gd name="T7" fmla="*/ 184 h 194"/>
                  <a:gd name="T8" fmla="*/ 18 w 334"/>
                  <a:gd name="T9" fmla="*/ 116 h 194"/>
                  <a:gd name="T10" fmla="*/ 17 w 334"/>
                  <a:gd name="T11" fmla="*/ 78 h 194"/>
                  <a:gd name="T12" fmla="*/ 134 w 334"/>
                  <a:gd name="T13" fmla="*/ 11 h 194"/>
                  <a:gd name="T14" fmla="*/ 199 w 334"/>
                  <a:gd name="T15" fmla="*/ 11 h 194"/>
                  <a:gd name="T16" fmla="*/ 316 w 334"/>
                  <a:gd name="T17" fmla="*/ 7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194">
                    <a:moveTo>
                      <a:pt x="316" y="78"/>
                    </a:moveTo>
                    <a:cubicBezTo>
                      <a:pt x="334" y="89"/>
                      <a:pt x="334" y="106"/>
                      <a:pt x="316" y="116"/>
                    </a:cubicBezTo>
                    <a:cubicBezTo>
                      <a:pt x="200" y="184"/>
                      <a:pt x="200" y="184"/>
                      <a:pt x="200" y="184"/>
                    </a:cubicBezTo>
                    <a:cubicBezTo>
                      <a:pt x="182" y="194"/>
                      <a:pt x="153" y="194"/>
                      <a:pt x="135" y="184"/>
                    </a:cubicBezTo>
                    <a:cubicBezTo>
                      <a:pt x="18" y="116"/>
                      <a:pt x="18" y="116"/>
                      <a:pt x="18" y="116"/>
                    </a:cubicBezTo>
                    <a:cubicBezTo>
                      <a:pt x="0" y="106"/>
                      <a:pt x="0" y="89"/>
                      <a:pt x="17" y="78"/>
                    </a:cubicBezTo>
                    <a:cubicBezTo>
                      <a:pt x="134" y="11"/>
                      <a:pt x="134" y="11"/>
                      <a:pt x="134" y="11"/>
                    </a:cubicBezTo>
                    <a:cubicBezTo>
                      <a:pt x="152" y="0"/>
                      <a:pt x="181" y="0"/>
                      <a:pt x="199" y="11"/>
                    </a:cubicBezTo>
                    <a:lnTo>
                      <a:pt x="316" y="78"/>
                    </a:lnTo>
                    <a:close/>
                  </a:path>
                </a:pathLst>
              </a:custGeom>
              <a:gradFill>
                <a:gsLst>
                  <a:gs pos="0">
                    <a:srgbClr val="E7EBFF"/>
                  </a:gs>
                  <a:gs pos="100000">
                    <a:srgbClr val="B1BBFE"/>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223" name="组合 222">
              <a:extLst>
                <a:ext uri="{FF2B5EF4-FFF2-40B4-BE49-F238E27FC236}">
                  <a16:creationId xmlns:a16="http://schemas.microsoft.com/office/drawing/2014/main" id="{137875CE-580A-9F1B-0427-19A5EE765496}"/>
                </a:ext>
              </a:extLst>
            </p:cNvPr>
            <p:cNvGrpSpPr/>
            <p:nvPr/>
          </p:nvGrpSpPr>
          <p:grpSpPr>
            <a:xfrm>
              <a:off x="8067707" y="1110273"/>
              <a:ext cx="314812" cy="426359"/>
              <a:chOff x="5015665" y="3704732"/>
              <a:chExt cx="2016126" cy="2730500"/>
            </a:xfrm>
          </p:grpSpPr>
          <p:sp>
            <p:nvSpPr>
              <p:cNvPr id="224" name="Freeform 35">
                <a:extLst>
                  <a:ext uri="{FF2B5EF4-FFF2-40B4-BE49-F238E27FC236}">
                    <a16:creationId xmlns:a16="http://schemas.microsoft.com/office/drawing/2014/main" id="{34A1ADA1-610D-1CF3-F6C9-B8CD5A52A45C}"/>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25" name="Freeform 36">
                <a:extLst>
                  <a:ext uri="{FF2B5EF4-FFF2-40B4-BE49-F238E27FC236}">
                    <a16:creationId xmlns:a16="http://schemas.microsoft.com/office/drawing/2014/main" id="{66C55109-54C4-6201-CD04-358B1FFB8FE2}"/>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nvGrpSpPr>
          <p:cNvPr id="231" name="组合 230">
            <a:extLst>
              <a:ext uri="{FF2B5EF4-FFF2-40B4-BE49-F238E27FC236}">
                <a16:creationId xmlns:a16="http://schemas.microsoft.com/office/drawing/2014/main" id="{27980CED-E895-1D14-C869-E39D683F2517}"/>
              </a:ext>
            </a:extLst>
          </p:cNvPr>
          <p:cNvGrpSpPr/>
          <p:nvPr/>
        </p:nvGrpSpPr>
        <p:grpSpPr>
          <a:xfrm>
            <a:off x="10259068" y="1605240"/>
            <a:ext cx="805207" cy="984737"/>
            <a:chOff x="7830742" y="849134"/>
            <a:chExt cx="749489" cy="916596"/>
          </a:xfrm>
        </p:grpSpPr>
        <p:grpSp>
          <p:nvGrpSpPr>
            <p:cNvPr id="232" name="组合 231">
              <a:extLst>
                <a:ext uri="{FF2B5EF4-FFF2-40B4-BE49-F238E27FC236}">
                  <a16:creationId xmlns:a16="http://schemas.microsoft.com/office/drawing/2014/main" id="{C6FF6F06-7D6E-78F0-0F35-180402759FC8}"/>
                </a:ext>
              </a:extLst>
            </p:cNvPr>
            <p:cNvGrpSpPr/>
            <p:nvPr/>
          </p:nvGrpSpPr>
          <p:grpSpPr>
            <a:xfrm>
              <a:off x="7830742" y="849134"/>
              <a:ext cx="749489" cy="916596"/>
              <a:chOff x="5985487" y="1179925"/>
              <a:chExt cx="749489" cy="916596"/>
            </a:xfrm>
          </p:grpSpPr>
          <p:grpSp>
            <p:nvGrpSpPr>
              <p:cNvPr id="236" name="组合 235">
                <a:extLst>
                  <a:ext uri="{FF2B5EF4-FFF2-40B4-BE49-F238E27FC236}">
                    <a16:creationId xmlns:a16="http://schemas.microsoft.com/office/drawing/2014/main" id="{6995D9F5-BA9B-150E-32D6-E12D628BFF18}"/>
                  </a:ext>
                </a:extLst>
              </p:cNvPr>
              <p:cNvGrpSpPr/>
              <p:nvPr/>
            </p:nvGrpSpPr>
            <p:grpSpPr>
              <a:xfrm>
                <a:off x="6021452" y="1702735"/>
                <a:ext cx="677381" cy="393786"/>
                <a:chOff x="6874203" y="2211450"/>
                <a:chExt cx="720758" cy="419003"/>
              </a:xfrm>
            </p:grpSpPr>
            <p:sp>
              <p:nvSpPr>
                <p:cNvPr id="239" name="Freeform 8">
                  <a:extLst>
                    <a:ext uri="{FF2B5EF4-FFF2-40B4-BE49-F238E27FC236}">
                      <a16:creationId xmlns:a16="http://schemas.microsoft.com/office/drawing/2014/main" id="{9C82ED0B-7038-0D13-318E-9D0E7AB1BB34}"/>
                    </a:ext>
                  </a:extLst>
                </p:cNvPr>
                <p:cNvSpPr>
                  <a:spLocks/>
                </p:cNvSpPr>
                <p:nvPr/>
              </p:nvSpPr>
              <p:spPr bwMode="auto">
                <a:xfrm>
                  <a:off x="6874203" y="2211450"/>
                  <a:ext cx="720758" cy="419003"/>
                </a:xfrm>
                <a:custGeom>
                  <a:avLst/>
                  <a:gdLst>
                    <a:gd name="T0" fmla="*/ 316 w 334"/>
                    <a:gd name="T1" fmla="*/ 78 h 194"/>
                    <a:gd name="T2" fmla="*/ 316 w 334"/>
                    <a:gd name="T3" fmla="*/ 116 h 194"/>
                    <a:gd name="T4" fmla="*/ 200 w 334"/>
                    <a:gd name="T5" fmla="*/ 184 h 194"/>
                    <a:gd name="T6" fmla="*/ 135 w 334"/>
                    <a:gd name="T7" fmla="*/ 184 h 194"/>
                    <a:gd name="T8" fmla="*/ 18 w 334"/>
                    <a:gd name="T9" fmla="*/ 116 h 194"/>
                    <a:gd name="T10" fmla="*/ 17 w 334"/>
                    <a:gd name="T11" fmla="*/ 78 h 194"/>
                    <a:gd name="T12" fmla="*/ 134 w 334"/>
                    <a:gd name="T13" fmla="*/ 11 h 194"/>
                    <a:gd name="T14" fmla="*/ 199 w 334"/>
                    <a:gd name="T15" fmla="*/ 11 h 194"/>
                    <a:gd name="T16" fmla="*/ 316 w 334"/>
                    <a:gd name="T17" fmla="*/ 7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194">
                      <a:moveTo>
                        <a:pt x="316" y="78"/>
                      </a:moveTo>
                      <a:cubicBezTo>
                        <a:pt x="334" y="89"/>
                        <a:pt x="334" y="106"/>
                        <a:pt x="316" y="116"/>
                      </a:cubicBezTo>
                      <a:cubicBezTo>
                        <a:pt x="200" y="184"/>
                        <a:pt x="200" y="184"/>
                        <a:pt x="200" y="184"/>
                      </a:cubicBezTo>
                      <a:cubicBezTo>
                        <a:pt x="182" y="194"/>
                        <a:pt x="153" y="194"/>
                        <a:pt x="135" y="184"/>
                      </a:cubicBezTo>
                      <a:cubicBezTo>
                        <a:pt x="18" y="116"/>
                        <a:pt x="18" y="116"/>
                        <a:pt x="18" y="116"/>
                      </a:cubicBezTo>
                      <a:cubicBezTo>
                        <a:pt x="0" y="106"/>
                        <a:pt x="0" y="89"/>
                        <a:pt x="17" y="78"/>
                      </a:cubicBezTo>
                      <a:cubicBezTo>
                        <a:pt x="134" y="11"/>
                        <a:pt x="134" y="11"/>
                        <a:pt x="134" y="11"/>
                      </a:cubicBezTo>
                      <a:cubicBezTo>
                        <a:pt x="152" y="0"/>
                        <a:pt x="181" y="0"/>
                        <a:pt x="199" y="11"/>
                      </a:cubicBezTo>
                      <a:lnTo>
                        <a:pt x="316" y="78"/>
                      </a:lnTo>
                      <a:close/>
                    </a:path>
                  </a:pathLst>
                </a:cu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40" name="Freeform 7">
                  <a:extLst>
                    <a:ext uri="{FF2B5EF4-FFF2-40B4-BE49-F238E27FC236}">
                      <a16:creationId xmlns:a16="http://schemas.microsoft.com/office/drawing/2014/main" id="{0E1E36D3-1845-021F-4E6C-F0B71E3EE736}"/>
                    </a:ext>
                  </a:extLst>
                </p:cNvPr>
                <p:cNvSpPr>
                  <a:spLocks/>
                </p:cNvSpPr>
                <p:nvPr/>
              </p:nvSpPr>
              <p:spPr bwMode="auto">
                <a:xfrm>
                  <a:off x="6944999" y="2324880"/>
                  <a:ext cx="579909" cy="230765"/>
                </a:xfrm>
                <a:custGeom>
                  <a:avLst/>
                  <a:gdLst>
                    <a:gd name="T0" fmla="*/ 312 w 326"/>
                    <a:gd name="T1" fmla="*/ 19 h 130"/>
                    <a:gd name="T2" fmla="*/ 196 w 326"/>
                    <a:gd name="T3" fmla="*/ 87 h 130"/>
                    <a:gd name="T4" fmla="*/ 131 w 326"/>
                    <a:gd name="T5" fmla="*/ 87 h 130"/>
                    <a:gd name="T6" fmla="*/ 14 w 326"/>
                    <a:gd name="T7" fmla="*/ 19 h 130"/>
                    <a:gd name="T8" fmla="*/ 0 w 326"/>
                    <a:gd name="T9" fmla="*/ 0 h 130"/>
                    <a:gd name="T10" fmla="*/ 0 w 326"/>
                    <a:gd name="T11" fmla="*/ 33 h 130"/>
                    <a:gd name="T12" fmla="*/ 14 w 326"/>
                    <a:gd name="T13" fmla="*/ 52 h 130"/>
                    <a:gd name="T14" fmla="*/ 131 w 326"/>
                    <a:gd name="T15" fmla="*/ 119 h 130"/>
                    <a:gd name="T16" fmla="*/ 196 w 326"/>
                    <a:gd name="T17" fmla="*/ 119 h 130"/>
                    <a:gd name="T18" fmla="*/ 312 w 326"/>
                    <a:gd name="T19" fmla="*/ 52 h 130"/>
                    <a:gd name="T20" fmla="*/ 325 w 326"/>
                    <a:gd name="T21" fmla="*/ 33 h 130"/>
                    <a:gd name="T22" fmla="*/ 326 w 326"/>
                    <a:gd name="T23" fmla="*/ 0 h 130"/>
                    <a:gd name="T24" fmla="*/ 312 w 326"/>
                    <a:gd name="T25" fmla="*/ 19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6" h="130">
                      <a:moveTo>
                        <a:pt x="312" y="19"/>
                      </a:moveTo>
                      <a:cubicBezTo>
                        <a:pt x="196" y="87"/>
                        <a:pt x="196" y="87"/>
                        <a:pt x="196" y="87"/>
                      </a:cubicBezTo>
                      <a:cubicBezTo>
                        <a:pt x="178" y="97"/>
                        <a:pt x="149" y="97"/>
                        <a:pt x="131" y="87"/>
                      </a:cubicBezTo>
                      <a:cubicBezTo>
                        <a:pt x="14" y="19"/>
                        <a:pt x="14" y="19"/>
                        <a:pt x="14" y="19"/>
                      </a:cubicBezTo>
                      <a:cubicBezTo>
                        <a:pt x="5" y="14"/>
                        <a:pt x="0" y="7"/>
                        <a:pt x="0" y="0"/>
                      </a:cubicBezTo>
                      <a:cubicBezTo>
                        <a:pt x="0" y="33"/>
                        <a:pt x="0" y="33"/>
                        <a:pt x="0" y="33"/>
                      </a:cubicBezTo>
                      <a:cubicBezTo>
                        <a:pt x="0" y="40"/>
                        <a:pt x="4" y="46"/>
                        <a:pt x="14" y="52"/>
                      </a:cubicBezTo>
                      <a:cubicBezTo>
                        <a:pt x="131" y="119"/>
                        <a:pt x="131" y="119"/>
                        <a:pt x="131" y="119"/>
                      </a:cubicBezTo>
                      <a:cubicBezTo>
                        <a:pt x="149" y="130"/>
                        <a:pt x="178" y="130"/>
                        <a:pt x="196" y="119"/>
                      </a:cubicBezTo>
                      <a:cubicBezTo>
                        <a:pt x="312" y="52"/>
                        <a:pt x="312" y="52"/>
                        <a:pt x="312" y="52"/>
                      </a:cubicBezTo>
                      <a:cubicBezTo>
                        <a:pt x="321" y="46"/>
                        <a:pt x="325" y="40"/>
                        <a:pt x="325" y="33"/>
                      </a:cubicBezTo>
                      <a:cubicBezTo>
                        <a:pt x="326" y="0"/>
                        <a:pt x="326" y="0"/>
                        <a:pt x="326" y="0"/>
                      </a:cubicBezTo>
                      <a:cubicBezTo>
                        <a:pt x="326" y="7"/>
                        <a:pt x="321" y="14"/>
                        <a:pt x="312" y="19"/>
                      </a:cubicBezTo>
                      <a:close/>
                    </a:path>
                  </a:pathLst>
                </a:custGeom>
                <a:gradFill flip="none" rotWithShape="1">
                  <a:gsLst>
                    <a:gs pos="0">
                      <a:srgbClr val="B1BBFE"/>
                    </a:gs>
                    <a:gs pos="58000">
                      <a:srgbClr val="B1BBFE">
                        <a:lumMod val="94000"/>
                      </a:srgbClr>
                    </a:gs>
                    <a:gs pos="100000">
                      <a:srgbClr val="B1BBFE"/>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sp>
            <p:nvSpPr>
              <p:cNvPr id="237" name="梯形 236">
                <a:extLst>
                  <a:ext uri="{FF2B5EF4-FFF2-40B4-BE49-F238E27FC236}">
                    <a16:creationId xmlns:a16="http://schemas.microsoft.com/office/drawing/2014/main" id="{CB98F704-7DF9-5663-B996-C1E71EF744A7}"/>
                  </a:ext>
                </a:extLst>
              </p:cNvPr>
              <p:cNvSpPr/>
              <p:nvPr/>
            </p:nvSpPr>
            <p:spPr>
              <a:xfrm rot="10800000">
                <a:off x="5985487" y="1179925"/>
                <a:ext cx="749489" cy="626385"/>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HarmonyOS Sans SC Medium" panose="00000600000000000000" pitchFamily="2" charset="-122"/>
                  <a:ea typeface="HarmonyOS Sans SC Medium" panose="00000600000000000000" pitchFamily="2" charset="-122"/>
                </a:endParaRPr>
              </a:p>
            </p:txBody>
          </p:sp>
          <p:sp>
            <p:nvSpPr>
              <p:cNvPr id="238" name="Freeform 8">
                <a:extLst>
                  <a:ext uri="{FF2B5EF4-FFF2-40B4-BE49-F238E27FC236}">
                    <a16:creationId xmlns:a16="http://schemas.microsoft.com/office/drawing/2014/main" id="{01AB5A64-7EF9-8910-1810-6FA705BD1657}"/>
                  </a:ext>
                </a:extLst>
              </p:cNvPr>
              <p:cNvSpPr>
                <a:spLocks/>
              </p:cNvSpPr>
              <p:nvPr/>
            </p:nvSpPr>
            <p:spPr bwMode="auto">
              <a:xfrm>
                <a:off x="6080949" y="1646686"/>
                <a:ext cx="558388" cy="324612"/>
              </a:xfrm>
              <a:custGeom>
                <a:avLst/>
                <a:gdLst>
                  <a:gd name="T0" fmla="*/ 316 w 334"/>
                  <a:gd name="T1" fmla="*/ 78 h 194"/>
                  <a:gd name="T2" fmla="*/ 316 w 334"/>
                  <a:gd name="T3" fmla="*/ 116 h 194"/>
                  <a:gd name="T4" fmla="*/ 200 w 334"/>
                  <a:gd name="T5" fmla="*/ 184 h 194"/>
                  <a:gd name="T6" fmla="*/ 135 w 334"/>
                  <a:gd name="T7" fmla="*/ 184 h 194"/>
                  <a:gd name="T8" fmla="*/ 18 w 334"/>
                  <a:gd name="T9" fmla="*/ 116 h 194"/>
                  <a:gd name="T10" fmla="*/ 17 w 334"/>
                  <a:gd name="T11" fmla="*/ 78 h 194"/>
                  <a:gd name="T12" fmla="*/ 134 w 334"/>
                  <a:gd name="T13" fmla="*/ 11 h 194"/>
                  <a:gd name="T14" fmla="*/ 199 w 334"/>
                  <a:gd name="T15" fmla="*/ 11 h 194"/>
                  <a:gd name="T16" fmla="*/ 316 w 334"/>
                  <a:gd name="T17" fmla="*/ 7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194">
                    <a:moveTo>
                      <a:pt x="316" y="78"/>
                    </a:moveTo>
                    <a:cubicBezTo>
                      <a:pt x="334" y="89"/>
                      <a:pt x="334" y="106"/>
                      <a:pt x="316" y="116"/>
                    </a:cubicBezTo>
                    <a:cubicBezTo>
                      <a:pt x="200" y="184"/>
                      <a:pt x="200" y="184"/>
                      <a:pt x="200" y="184"/>
                    </a:cubicBezTo>
                    <a:cubicBezTo>
                      <a:pt x="182" y="194"/>
                      <a:pt x="153" y="194"/>
                      <a:pt x="135" y="184"/>
                    </a:cubicBezTo>
                    <a:cubicBezTo>
                      <a:pt x="18" y="116"/>
                      <a:pt x="18" y="116"/>
                      <a:pt x="18" y="116"/>
                    </a:cubicBezTo>
                    <a:cubicBezTo>
                      <a:pt x="0" y="106"/>
                      <a:pt x="0" y="89"/>
                      <a:pt x="17" y="78"/>
                    </a:cubicBezTo>
                    <a:cubicBezTo>
                      <a:pt x="134" y="11"/>
                      <a:pt x="134" y="11"/>
                      <a:pt x="134" y="11"/>
                    </a:cubicBezTo>
                    <a:cubicBezTo>
                      <a:pt x="152" y="0"/>
                      <a:pt x="181" y="0"/>
                      <a:pt x="199" y="11"/>
                    </a:cubicBezTo>
                    <a:lnTo>
                      <a:pt x="316" y="78"/>
                    </a:lnTo>
                    <a:close/>
                  </a:path>
                </a:pathLst>
              </a:custGeom>
              <a:gradFill>
                <a:gsLst>
                  <a:gs pos="0">
                    <a:srgbClr val="E7EBFF"/>
                  </a:gs>
                  <a:gs pos="100000">
                    <a:srgbClr val="B1BBFE"/>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233" name="组合 232">
              <a:extLst>
                <a:ext uri="{FF2B5EF4-FFF2-40B4-BE49-F238E27FC236}">
                  <a16:creationId xmlns:a16="http://schemas.microsoft.com/office/drawing/2014/main" id="{9FA85977-B1EF-1907-0205-4346955EF65B}"/>
                </a:ext>
              </a:extLst>
            </p:cNvPr>
            <p:cNvGrpSpPr/>
            <p:nvPr/>
          </p:nvGrpSpPr>
          <p:grpSpPr>
            <a:xfrm>
              <a:off x="8067707" y="1110273"/>
              <a:ext cx="314812" cy="426359"/>
              <a:chOff x="5015665" y="3704732"/>
              <a:chExt cx="2016126" cy="2730500"/>
            </a:xfrm>
          </p:grpSpPr>
          <p:sp>
            <p:nvSpPr>
              <p:cNvPr id="234" name="Freeform 35">
                <a:extLst>
                  <a:ext uri="{FF2B5EF4-FFF2-40B4-BE49-F238E27FC236}">
                    <a16:creationId xmlns:a16="http://schemas.microsoft.com/office/drawing/2014/main" id="{F917979A-C681-FFB2-1A5F-AB4150D788A3}"/>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35" name="Freeform 36">
                <a:extLst>
                  <a:ext uri="{FF2B5EF4-FFF2-40B4-BE49-F238E27FC236}">
                    <a16:creationId xmlns:a16="http://schemas.microsoft.com/office/drawing/2014/main" id="{48B463AB-D62A-58F1-E2F6-63EB7B82EDFC}"/>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p>
                <a:endParaRPr lang="zh-CN" altLang="en-US" sz="2000">
                  <a:latin typeface="HarmonyOS Sans SC Medium" panose="00000600000000000000" pitchFamily="2" charset="-122"/>
                  <a:ea typeface="HarmonyOS Sans SC Medium" panose="00000600000000000000" pitchFamily="2" charset="-122"/>
                </a:endParaRPr>
              </a:p>
            </p:txBody>
          </p:sp>
        </p:grpSp>
      </p:grpSp>
      <p:sp>
        <p:nvSpPr>
          <p:cNvPr id="208" name="Freeform 41">
            <a:extLst>
              <a:ext uri="{FF2B5EF4-FFF2-40B4-BE49-F238E27FC236}">
                <a16:creationId xmlns:a16="http://schemas.microsoft.com/office/drawing/2014/main" id="{781E269E-66B4-E023-8F5A-2E451F21665D}"/>
              </a:ext>
            </a:extLst>
          </p:cNvPr>
          <p:cNvSpPr>
            <a:spLocks/>
          </p:cNvSpPr>
          <p:nvPr/>
        </p:nvSpPr>
        <p:spPr bwMode="auto">
          <a:xfrm>
            <a:off x="9738866" y="1523495"/>
            <a:ext cx="153598" cy="190235"/>
          </a:xfrm>
          <a:custGeom>
            <a:avLst/>
            <a:gdLst>
              <a:gd name="T0" fmla="*/ 19 w 46"/>
              <a:gd name="T1" fmla="*/ 4 h 57"/>
              <a:gd name="T2" fmla="*/ 30 w 46"/>
              <a:gd name="T3" fmla="*/ 19 h 57"/>
              <a:gd name="T4" fmla="*/ 34 w 46"/>
              <a:gd name="T5" fmla="*/ 20 h 57"/>
              <a:gd name="T6" fmla="*/ 40 w 46"/>
              <a:gd name="T7" fmla="*/ 31 h 57"/>
              <a:gd name="T8" fmla="*/ 39 w 46"/>
              <a:gd name="T9" fmla="*/ 34 h 57"/>
              <a:gd name="T10" fmla="*/ 46 w 46"/>
              <a:gd name="T11" fmla="*/ 48 h 57"/>
              <a:gd name="T12" fmla="*/ 37 w 46"/>
              <a:gd name="T13" fmla="*/ 54 h 57"/>
              <a:gd name="T14" fmla="*/ 11 w 46"/>
              <a:gd name="T15" fmla="*/ 39 h 57"/>
              <a:gd name="T16" fmla="*/ 0 w 46"/>
              <a:gd name="T17" fmla="*/ 20 h 57"/>
              <a:gd name="T18" fmla="*/ 6 w 46"/>
              <a:gd name="T19" fmla="*/ 13 h 57"/>
              <a:gd name="T20" fmla="*/ 6 w 46"/>
              <a:gd name="T21" fmla="*/ 11 h 57"/>
              <a:gd name="T22" fmla="*/ 19 w 46"/>
              <a:gd name="T23" fmla="*/ 4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6" h="57">
                <a:moveTo>
                  <a:pt x="19" y="4"/>
                </a:moveTo>
                <a:cubicBezTo>
                  <a:pt x="24" y="7"/>
                  <a:pt x="28" y="13"/>
                  <a:pt x="30" y="19"/>
                </a:cubicBezTo>
                <a:cubicBezTo>
                  <a:pt x="31" y="19"/>
                  <a:pt x="33" y="19"/>
                  <a:pt x="34" y="20"/>
                </a:cubicBezTo>
                <a:cubicBezTo>
                  <a:pt x="38" y="22"/>
                  <a:pt x="40" y="27"/>
                  <a:pt x="40" y="31"/>
                </a:cubicBezTo>
                <a:cubicBezTo>
                  <a:pt x="40" y="32"/>
                  <a:pt x="40" y="34"/>
                  <a:pt x="39" y="34"/>
                </a:cubicBezTo>
                <a:cubicBezTo>
                  <a:pt x="44" y="38"/>
                  <a:pt x="46" y="44"/>
                  <a:pt x="46" y="48"/>
                </a:cubicBezTo>
                <a:cubicBezTo>
                  <a:pt x="46" y="55"/>
                  <a:pt x="42" y="57"/>
                  <a:pt x="37" y="54"/>
                </a:cubicBezTo>
                <a:cubicBezTo>
                  <a:pt x="11" y="39"/>
                  <a:pt x="11" y="39"/>
                  <a:pt x="11" y="39"/>
                </a:cubicBezTo>
                <a:cubicBezTo>
                  <a:pt x="5" y="35"/>
                  <a:pt x="0" y="27"/>
                  <a:pt x="0" y="20"/>
                </a:cubicBezTo>
                <a:cubicBezTo>
                  <a:pt x="0" y="15"/>
                  <a:pt x="3" y="12"/>
                  <a:pt x="6" y="13"/>
                </a:cubicBezTo>
                <a:cubicBezTo>
                  <a:pt x="6" y="12"/>
                  <a:pt x="6" y="12"/>
                  <a:pt x="6" y="11"/>
                </a:cubicBezTo>
                <a:cubicBezTo>
                  <a:pt x="6" y="3"/>
                  <a:pt x="12" y="0"/>
                  <a:pt x="19" y="4"/>
                </a:cubicBezTo>
                <a:close/>
              </a:path>
            </a:pathLst>
          </a:custGeom>
          <a:solidFill>
            <a:srgbClr val="0EF081"/>
          </a:soli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09" name="Freeform 42">
            <a:extLst>
              <a:ext uri="{FF2B5EF4-FFF2-40B4-BE49-F238E27FC236}">
                <a16:creationId xmlns:a16="http://schemas.microsoft.com/office/drawing/2014/main" id="{1A74A61C-A9BF-2A14-3313-AC8CE5768CE5}"/>
              </a:ext>
            </a:extLst>
          </p:cNvPr>
          <p:cNvSpPr>
            <a:spLocks noEditPoints="1"/>
          </p:cNvSpPr>
          <p:nvPr/>
        </p:nvSpPr>
        <p:spPr bwMode="auto">
          <a:xfrm>
            <a:off x="8938979" y="1040598"/>
            <a:ext cx="124005" cy="180371"/>
          </a:xfrm>
          <a:custGeom>
            <a:avLst/>
            <a:gdLst>
              <a:gd name="T0" fmla="*/ 18 w 37"/>
              <a:gd name="T1" fmla="*/ 5 h 54"/>
              <a:gd name="T2" fmla="*/ 37 w 37"/>
              <a:gd name="T3" fmla="*/ 37 h 54"/>
              <a:gd name="T4" fmla="*/ 18 w 37"/>
              <a:gd name="T5" fmla="*/ 48 h 54"/>
              <a:gd name="T6" fmla="*/ 0 w 37"/>
              <a:gd name="T7" fmla="*/ 16 h 54"/>
              <a:gd name="T8" fmla="*/ 18 w 37"/>
              <a:gd name="T9" fmla="*/ 5 h 54"/>
              <a:gd name="T10" fmla="*/ 24 w 37"/>
              <a:gd name="T11" fmla="*/ 43 h 54"/>
              <a:gd name="T12" fmla="*/ 24 w 37"/>
              <a:gd name="T13" fmla="*/ 39 h 54"/>
              <a:gd name="T14" fmla="*/ 24 w 37"/>
              <a:gd name="T15" fmla="*/ 37 h 54"/>
              <a:gd name="T16" fmla="*/ 22 w 37"/>
              <a:gd name="T17" fmla="*/ 36 h 54"/>
              <a:gd name="T18" fmla="*/ 22 w 37"/>
              <a:gd name="T19" fmla="*/ 22 h 54"/>
              <a:gd name="T20" fmla="*/ 21 w 37"/>
              <a:gd name="T21" fmla="*/ 21 h 54"/>
              <a:gd name="T22" fmla="*/ 13 w 37"/>
              <a:gd name="T23" fmla="*/ 16 h 54"/>
              <a:gd name="T24" fmla="*/ 12 w 37"/>
              <a:gd name="T25" fmla="*/ 17 h 54"/>
              <a:gd name="T26" fmla="*/ 12 w 37"/>
              <a:gd name="T27" fmla="*/ 21 h 54"/>
              <a:gd name="T28" fmla="*/ 13 w 37"/>
              <a:gd name="T29" fmla="*/ 23 h 54"/>
              <a:gd name="T30" fmla="*/ 16 w 37"/>
              <a:gd name="T31" fmla="*/ 24 h 54"/>
              <a:gd name="T32" fmla="*/ 15 w 37"/>
              <a:gd name="T33" fmla="*/ 33 h 54"/>
              <a:gd name="T34" fmla="*/ 13 w 37"/>
              <a:gd name="T35" fmla="*/ 31 h 54"/>
              <a:gd name="T36" fmla="*/ 12 w 37"/>
              <a:gd name="T37" fmla="*/ 32 h 54"/>
              <a:gd name="T38" fmla="*/ 12 w 37"/>
              <a:gd name="T39" fmla="*/ 36 h 54"/>
              <a:gd name="T40" fmla="*/ 13 w 37"/>
              <a:gd name="T41" fmla="*/ 37 h 54"/>
              <a:gd name="T42" fmla="*/ 24 w 37"/>
              <a:gd name="T43" fmla="*/ 44 h 54"/>
              <a:gd name="T44" fmla="*/ 24 w 37"/>
              <a:gd name="T45" fmla="*/ 43 h 54"/>
              <a:gd name="T46" fmla="*/ 16 w 37"/>
              <a:gd name="T47" fmla="*/ 9 h 54"/>
              <a:gd name="T48" fmla="*/ 16 w 37"/>
              <a:gd name="T49" fmla="*/ 13 h 54"/>
              <a:gd name="T50" fmla="*/ 16 w 37"/>
              <a:gd name="T51" fmla="*/ 14 h 54"/>
              <a:gd name="T52" fmla="*/ 21 w 37"/>
              <a:gd name="T53" fmla="*/ 17 h 54"/>
              <a:gd name="T54" fmla="*/ 22 w 37"/>
              <a:gd name="T55" fmla="*/ 17 h 54"/>
              <a:gd name="T56" fmla="*/ 22 w 37"/>
              <a:gd name="T57" fmla="*/ 13 h 54"/>
              <a:gd name="T58" fmla="*/ 21 w 37"/>
              <a:gd name="T59" fmla="*/ 11 h 54"/>
              <a:gd name="T60" fmla="*/ 16 w 37"/>
              <a:gd name="T61" fmla="*/ 8 h 54"/>
              <a:gd name="T62" fmla="*/ 16 w 37"/>
              <a:gd name="T63" fmla="*/ 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7" h="54">
                <a:moveTo>
                  <a:pt x="18" y="5"/>
                </a:moveTo>
                <a:cubicBezTo>
                  <a:pt x="28" y="11"/>
                  <a:pt x="37" y="26"/>
                  <a:pt x="37" y="37"/>
                </a:cubicBezTo>
                <a:cubicBezTo>
                  <a:pt x="37" y="49"/>
                  <a:pt x="28" y="54"/>
                  <a:pt x="18" y="48"/>
                </a:cubicBezTo>
                <a:cubicBezTo>
                  <a:pt x="8" y="42"/>
                  <a:pt x="0" y="28"/>
                  <a:pt x="0" y="16"/>
                </a:cubicBezTo>
                <a:cubicBezTo>
                  <a:pt x="0" y="4"/>
                  <a:pt x="8" y="0"/>
                  <a:pt x="18" y="5"/>
                </a:cubicBezTo>
                <a:close/>
                <a:moveTo>
                  <a:pt x="24" y="43"/>
                </a:moveTo>
                <a:cubicBezTo>
                  <a:pt x="24" y="39"/>
                  <a:pt x="24" y="39"/>
                  <a:pt x="24" y="39"/>
                </a:cubicBezTo>
                <a:cubicBezTo>
                  <a:pt x="24" y="39"/>
                  <a:pt x="24" y="38"/>
                  <a:pt x="24" y="37"/>
                </a:cubicBezTo>
                <a:cubicBezTo>
                  <a:pt x="22" y="36"/>
                  <a:pt x="22" y="36"/>
                  <a:pt x="22" y="36"/>
                </a:cubicBezTo>
                <a:cubicBezTo>
                  <a:pt x="22" y="22"/>
                  <a:pt x="22" y="22"/>
                  <a:pt x="22" y="22"/>
                </a:cubicBezTo>
                <a:cubicBezTo>
                  <a:pt x="21" y="21"/>
                  <a:pt x="21" y="21"/>
                  <a:pt x="21" y="21"/>
                </a:cubicBezTo>
                <a:cubicBezTo>
                  <a:pt x="13" y="16"/>
                  <a:pt x="13" y="16"/>
                  <a:pt x="13" y="16"/>
                </a:cubicBezTo>
                <a:cubicBezTo>
                  <a:pt x="12" y="17"/>
                  <a:pt x="12" y="17"/>
                  <a:pt x="12" y="17"/>
                </a:cubicBezTo>
                <a:cubicBezTo>
                  <a:pt x="12" y="21"/>
                  <a:pt x="12" y="21"/>
                  <a:pt x="12" y="21"/>
                </a:cubicBezTo>
                <a:cubicBezTo>
                  <a:pt x="12" y="22"/>
                  <a:pt x="13" y="23"/>
                  <a:pt x="13" y="23"/>
                </a:cubicBezTo>
                <a:cubicBezTo>
                  <a:pt x="16" y="24"/>
                  <a:pt x="16" y="24"/>
                  <a:pt x="16" y="24"/>
                </a:cubicBezTo>
                <a:cubicBezTo>
                  <a:pt x="15" y="33"/>
                  <a:pt x="15" y="33"/>
                  <a:pt x="15" y="33"/>
                </a:cubicBezTo>
                <a:cubicBezTo>
                  <a:pt x="13" y="31"/>
                  <a:pt x="13" y="31"/>
                  <a:pt x="13" y="31"/>
                </a:cubicBezTo>
                <a:cubicBezTo>
                  <a:pt x="13" y="31"/>
                  <a:pt x="12" y="31"/>
                  <a:pt x="12" y="32"/>
                </a:cubicBezTo>
                <a:cubicBezTo>
                  <a:pt x="12" y="36"/>
                  <a:pt x="12" y="36"/>
                  <a:pt x="12" y="36"/>
                </a:cubicBezTo>
                <a:cubicBezTo>
                  <a:pt x="12" y="37"/>
                  <a:pt x="13" y="37"/>
                  <a:pt x="13" y="37"/>
                </a:cubicBezTo>
                <a:cubicBezTo>
                  <a:pt x="24" y="44"/>
                  <a:pt x="24" y="44"/>
                  <a:pt x="24" y="44"/>
                </a:cubicBezTo>
                <a:cubicBezTo>
                  <a:pt x="24" y="44"/>
                  <a:pt x="24" y="44"/>
                  <a:pt x="24" y="43"/>
                </a:cubicBezTo>
                <a:moveTo>
                  <a:pt x="16" y="9"/>
                </a:moveTo>
                <a:cubicBezTo>
                  <a:pt x="16" y="13"/>
                  <a:pt x="16" y="13"/>
                  <a:pt x="16" y="13"/>
                </a:cubicBezTo>
                <a:cubicBezTo>
                  <a:pt x="16" y="14"/>
                  <a:pt x="16" y="14"/>
                  <a:pt x="16" y="14"/>
                </a:cubicBezTo>
                <a:cubicBezTo>
                  <a:pt x="21" y="17"/>
                  <a:pt x="21" y="17"/>
                  <a:pt x="21" y="17"/>
                </a:cubicBezTo>
                <a:cubicBezTo>
                  <a:pt x="21" y="17"/>
                  <a:pt x="22" y="18"/>
                  <a:pt x="22" y="17"/>
                </a:cubicBezTo>
                <a:cubicBezTo>
                  <a:pt x="22" y="13"/>
                  <a:pt x="22" y="13"/>
                  <a:pt x="22" y="13"/>
                </a:cubicBezTo>
                <a:cubicBezTo>
                  <a:pt x="22" y="12"/>
                  <a:pt x="21" y="11"/>
                  <a:pt x="21" y="11"/>
                </a:cubicBezTo>
                <a:cubicBezTo>
                  <a:pt x="16" y="8"/>
                  <a:pt x="16" y="8"/>
                  <a:pt x="16" y="8"/>
                </a:cubicBezTo>
                <a:cubicBezTo>
                  <a:pt x="16" y="8"/>
                  <a:pt x="16" y="9"/>
                  <a:pt x="16" y="9"/>
                </a:cubicBezTo>
              </a:path>
            </a:pathLst>
          </a:custGeom>
          <a:solidFill>
            <a:srgbClr val="0EF081"/>
          </a:soli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10" name="Freeform 43">
            <a:extLst>
              <a:ext uri="{FF2B5EF4-FFF2-40B4-BE49-F238E27FC236}">
                <a16:creationId xmlns:a16="http://schemas.microsoft.com/office/drawing/2014/main" id="{B75D140B-A0AB-BB26-5FB0-489D61D84BB9}"/>
              </a:ext>
            </a:extLst>
          </p:cNvPr>
          <p:cNvSpPr>
            <a:spLocks noEditPoints="1"/>
          </p:cNvSpPr>
          <p:nvPr/>
        </p:nvSpPr>
        <p:spPr bwMode="auto">
          <a:xfrm>
            <a:off x="10592284" y="2025554"/>
            <a:ext cx="93004" cy="167689"/>
          </a:xfrm>
          <a:custGeom>
            <a:avLst/>
            <a:gdLst>
              <a:gd name="T0" fmla="*/ 25 w 28"/>
              <a:gd name="T1" fmla="*/ 28 h 50"/>
              <a:gd name="T2" fmla="*/ 28 w 28"/>
              <a:gd name="T3" fmla="*/ 33 h 50"/>
              <a:gd name="T4" fmla="*/ 28 w 28"/>
              <a:gd name="T5" fmla="*/ 48 h 50"/>
              <a:gd name="T6" fmla="*/ 25 w 28"/>
              <a:gd name="T7" fmla="*/ 50 h 50"/>
              <a:gd name="T8" fmla="*/ 2 w 28"/>
              <a:gd name="T9" fmla="*/ 36 h 50"/>
              <a:gd name="T10" fmla="*/ 0 w 28"/>
              <a:gd name="T11" fmla="*/ 32 h 50"/>
              <a:gd name="T12" fmla="*/ 0 w 28"/>
              <a:gd name="T13" fmla="*/ 16 h 50"/>
              <a:gd name="T14" fmla="*/ 2 w 28"/>
              <a:gd name="T15" fmla="*/ 15 h 50"/>
              <a:gd name="T16" fmla="*/ 3 w 28"/>
              <a:gd name="T17" fmla="*/ 15 h 50"/>
              <a:gd name="T18" fmla="*/ 3 w 28"/>
              <a:gd name="T19" fmla="*/ 9 h 50"/>
              <a:gd name="T20" fmla="*/ 14 w 28"/>
              <a:gd name="T21" fmla="*/ 3 h 50"/>
              <a:gd name="T22" fmla="*/ 24 w 28"/>
              <a:gd name="T23" fmla="*/ 22 h 50"/>
              <a:gd name="T24" fmla="*/ 24 w 28"/>
              <a:gd name="T25" fmla="*/ 27 h 50"/>
              <a:gd name="T26" fmla="*/ 25 w 28"/>
              <a:gd name="T27" fmla="*/ 28 h 50"/>
              <a:gd name="T28" fmla="*/ 20 w 28"/>
              <a:gd name="T29" fmla="*/ 25 h 50"/>
              <a:gd name="T30" fmla="*/ 20 w 28"/>
              <a:gd name="T31" fmla="*/ 19 h 50"/>
              <a:gd name="T32" fmla="*/ 14 w 28"/>
              <a:gd name="T33" fmla="*/ 9 h 50"/>
              <a:gd name="T34" fmla="*/ 7 w 28"/>
              <a:gd name="T35" fmla="*/ 12 h 50"/>
              <a:gd name="T36" fmla="*/ 7 w 28"/>
              <a:gd name="T37" fmla="*/ 18 h 50"/>
              <a:gd name="T38" fmla="*/ 20 w 28"/>
              <a:gd name="T39" fmla="*/ 2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 h="50">
                <a:moveTo>
                  <a:pt x="25" y="28"/>
                </a:moveTo>
                <a:cubicBezTo>
                  <a:pt x="26" y="29"/>
                  <a:pt x="28" y="31"/>
                  <a:pt x="28" y="33"/>
                </a:cubicBezTo>
                <a:cubicBezTo>
                  <a:pt x="28" y="48"/>
                  <a:pt x="28" y="48"/>
                  <a:pt x="28" y="48"/>
                </a:cubicBezTo>
                <a:cubicBezTo>
                  <a:pt x="28" y="50"/>
                  <a:pt x="26" y="50"/>
                  <a:pt x="25" y="50"/>
                </a:cubicBezTo>
                <a:cubicBezTo>
                  <a:pt x="2" y="36"/>
                  <a:pt x="2" y="36"/>
                  <a:pt x="2" y="36"/>
                </a:cubicBezTo>
                <a:cubicBezTo>
                  <a:pt x="1" y="35"/>
                  <a:pt x="0" y="34"/>
                  <a:pt x="0" y="32"/>
                </a:cubicBezTo>
                <a:cubicBezTo>
                  <a:pt x="0" y="16"/>
                  <a:pt x="0" y="16"/>
                  <a:pt x="0" y="16"/>
                </a:cubicBezTo>
                <a:cubicBezTo>
                  <a:pt x="0" y="15"/>
                  <a:pt x="1" y="14"/>
                  <a:pt x="2" y="15"/>
                </a:cubicBezTo>
                <a:cubicBezTo>
                  <a:pt x="3" y="15"/>
                  <a:pt x="3" y="15"/>
                  <a:pt x="3" y="15"/>
                </a:cubicBezTo>
                <a:cubicBezTo>
                  <a:pt x="3" y="9"/>
                  <a:pt x="3" y="9"/>
                  <a:pt x="3" y="9"/>
                </a:cubicBezTo>
                <a:cubicBezTo>
                  <a:pt x="3" y="3"/>
                  <a:pt x="8" y="0"/>
                  <a:pt x="14" y="3"/>
                </a:cubicBezTo>
                <a:cubicBezTo>
                  <a:pt x="20" y="7"/>
                  <a:pt x="24" y="16"/>
                  <a:pt x="24" y="22"/>
                </a:cubicBezTo>
                <a:cubicBezTo>
                  <a:pt x="24" y="27"/>
                  <a:pt x="24" y="27"/>
                  <a:pt x="24" y="27"/>
                </a:cubicBezTo>
                <a:cubicBezTo>
                  <a:pt x="25" y="28"/>
                  <a:pt x="25" y="28"/>
                  <a:pt x="25" y="28"/>
                </a:cubicBezTo>
                <a:close/>
                <a:moveTo>
                  <a:pt x="20" y="25"/>
                </a:moveTo>
                <a:cubicBezTo>
                  <a:pt x="20" y="19"/>
                  <a:pt x="20" y="19"/>
                  <a:pt x="20" y="19"/>
                </a:cubicBezTo>
                <a:cubicBezTo>
                  <a:pt x="20" y="15"/>
                  <a:pt x="17" y="11"/>
                  <a:pt x="14" y="9"/>
                </a:cubicBezTo>
                <a:cubicBezTo>
                  <a:pt x="10" y="7"/>
                  <a:pt x="7" y="8"/>
                  <a:pt x="7" y="12"/>
                </a:cubicBezTo>
                <a:cubicBezTo>
                  <a:pt x="7" y="18"/>
                  <a:pt x="7" y="18"/>
                  <a:pt x="7" y="18"/>
                </a:cubicBezTo>
                <a:cubicBezTo>
                  <a:pt x="20" y="25"/>
                  <a:pt x="20" y="25"/>
                  <a:pt x="20" y="25"/>
                </a:cubicBezTo>
              </a:path>
            </a:pathLst>
          </a:custGeom>
          <a:solidFill>
            <a:srgbClr val="0EF081"/>
          </a:soli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42" name="箭头: 左 241">
            <a:extLst>
              <a:ext uri="{FF2B5EF4-FFF2-40B4-BE49-F238E27FC236}">
                <a16:creationId xmlns:a16="http://schemas.microsoft.com/office/drawing/2014/main" id="{75BC40AB-A816-DA65-3B60-21DFB08E7E26}"/>
              </a:ext>
            </a:extLst>
          </p:cNvPr>
          <p:cNvSpPr/>
          <p:nvPr/>
        </p:nvSpPr>
        <p:spPr>
          <a:xfrm>
            <a:off x="7861951" y="4546729"/>
            <a:ext cx="370902" cy="301259"/>
          </a:xfrm>
          <a:prstGeom prst="leftArrow">
            <a:avLst/>
          </a:prstGeom>
          <a:gradFill flip="none" rotWithShape="1">
            <a:gsLst>
              <a:gs pos="0">
                <a:srgbClr val="8E9CEF"/>
              </a:gs>
              <a:gs pos="100000">
                <a:srgbClr val="8E9CEF">
                  <a:alpha val="0"/>
                </a:srgbClr>
              </a:gs>
            </a:gsLst>
            <a:lin ang="0" scaled="1"/>
            <a:tileRect/>
          </a:gra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HarmonyOS Sans SC Medium" panose="00000600000000000000" pitchFamily="2" charset="-122"/>
              <a:ea typeface="HarmonyOS Sans SC Medium" panose="00000600000000000000" pitchFamily="2" charset="-122"/>
            </a:endParaRPr>
          </a:p>
        </p:txBody>
      </p:sp>
      <p:sp>
        <p:nvSpPr>
          <p:cNvPr id="243" name="箭头: 左 242">
            <a:extLst>
              <a:ext uri="{FF2B5EF4-FFF2-40B4-BE49-F238E27FC236}">
                <a16:creationId xmlns:a16="http://schemas.microsoft.com/office/drawing/2014/main" id="{5A516D84-FA23-B57B-A3C6-DBBB40DEB09B}"/>
              </a:ext>
            </a:extLst>
          </p:cNvPr>
          <p:cNvSpPr/>
          <p:nvPr/>
        </p:nvSpPr>
        <p:spPr>
          <a:xfrm>
            <a:off x="7255543" y="4239076"/>
            <a:ext cx="370902" cy="301259"/>
          </a:xfrm>
          <a:prstGeom prst="leftArrow">
            <a:avLst/>
          </a:prstGeom>
          <a:gradFill flip="none" rotWithShape="1">
            <a:gsLst>
              <a:gs pos="0">
                <a:srgbClr val="8E9CEF"/>
              </a:gs>
              <a:gs pos="100000">
                <a:srgbClr val="8E9CEF">
                  <a:alpha val="0"/>
                </a:srgbClr>
              </a:gs>
            </a:gsLst>
            <a:lin ang="0" scaled="1"/>
            <a:tileRect/>
          </a:gra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HarmonyOS Sans SC Medium" panose="00000600000000000000" pitchFamily="2" charset="-122"/>
              <a:ea typeface="HarmonyOS Sans SC Medium" panose="00000600000000000000" pitchFamily="2" charset="-122"/>
            </a:endParaRPr>
          </a:p>
        </p:txBody>
      </p:sp>
      <p:sp>
        <p:nvSpPr>
          <p:cNvPr id="244" name="箭头: 左 243">
            <a:extLst>
              <a:ext uri="{FF2B5EF4-FFF2-40B4-BE49-F238E27FC236}">
                <a16:creationId xmlns:a16="http://schemas.microsoft.com/office/drawing/2014/main" id="{FF190D7D-9891-943C-F1E9-82EE904FE640}"/>
              </a:ext>
            </a:extLst>
          </p:cNvPr>
          <p:cNvSpPr/>
          <p:nvPr/>
        </p:nvSpPr>
        <p:spPr>
          <a:xfrm rot="10800000">
            <a:off x="5805807" y="1970446"/>
            <a:ext cx="333081" cy="286022"/>
          </a:xfrm>
          <a:prstGeom prst="leftArrow">
            <a:avLst/>
          </a:prstGeom>
          <a:gradFill flip="none" rotWithShape="1">
            <a:gsLst>
              <a:gs pos="0">
                <a:srgbClr val="8E9CEF"/>
              </a:gs>
              <a:gs pos="100000">
                <a:srgbClr val="8E9CEF">
                  <a:alpha val="0"/>
                </a:srgbClr>
              </a:gs>
            </a:gsLst>
            <a:lin ang="0" scaled="1"/>
            <a:tileRect/>
          </a:gradFill>
          <a:ln>
            <a:noFill/>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HarmonyOS Sans SC Medium" panose="00000600000000000000" pitchFamily="2" charset="-122"/>
              <a:ea typeface="HarmonyOS Sans SC Medium" panose="00000600000000000000" pitchFamily="2" charset="-122"/>
            </a:endParaRPr>
          </a:p>
        </p:txBody>
      </p:sp>
      <p:sp>
        <p:nvSpPr>
          <p:cNvPr id="246" name="箭头: 左 245">
            <a:extLst>
              <a:ext uri="{FF2B5EF4-FFF2-40B4-BE49-F238E27FC236}">
                <a16:creationId xmlns:a16="http://schemas.microsoft.com/office/drawing/2014/main" id="{837B4471-A810-3665-1C21-903DF421D03A}"/>
              </a:ext>
            </a:extLst>
          </p:cNvPr>
          <p:cNvSpPr/>
          <p:nvPr/>
        </p:nvSpPr>
        <p:spPr>
          <a:xfrm rot="10800000">
            <a:off x="7137096" y="2685077"/>
            <a:ext cx="333081" cy="286022"/>
          </a:xfrm>
          <a:prstGeom prst="leftArrow">
            <a:avLst/>
          </a:prstGeom>
          <a:gradFill flip="none" rotWithShape="1">
            <a:gsLst>
              <a:gs pos="0">
                <a:srgbClr val="8E9CEF"/>
              </a:gs>
              <a:gs pos="100000">
                <a:srgbClr val="8E9CEF">
                  <a:alpha val="0"/>
                </a:srgbClr>
              </a:gs>
            </a:gsLst>
            <a:lin ang="0" scaled="1"/>
            <a:tileRect/>
          </a:gradFill>
          <a:ln>
            <a:noFill/>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HarmonyOS Sans SC Medium" panose="00000600000000000000" pitchFamily="2" charset="-122"/>
              <a:ea typeface="HarmonyOS Sans SC Medium" panose="00000600000000000000" pitchFamily="2" charset="-122"/>
            </a:endParaRPr>
          </a:p>
        </p:txBody>
      </p:sp>
      <p:sp>
        <p:nvSpPr>
          <p:cNvPr id="247" name="文本框 246">
            <a:extLst>
              <a:ext uri="{FF2B5EF4-FFF2-40B4-BE49-F238E27FC236}">
                <a16:creationId xmlns:a16="http://schemas.microsoft.com/office/drawing/2014/main" id="{4F14EE56-5D4E-1CB7-48A8-7807E60A00E2}"/>
              </a:ext>
            </a:extLst>
          </p:cNvPr>
          <p:cNvSpPr txBox="1"/>
          <p:nvPr/>
        </p:nvSpPr>
        <p:spPr>
          <a:xfrm>
            <a:off x="5955805" y="2596913"/>
            <a:ext cx="646331" cy="230832"/>
          </a:xfrm>
          <a:prstGeom prst="rect">
            <a:avLst/>
          </a:prstGeom>
          <a:noFill/>
          <a:scene3d>
            <a:camera prst="isometricBottomDown"/>
            <a:lightRig rig="threePt" dir="t"/>
          </a:scene3d>
        </p:spPr>
        <p:txBody>
          <a:bodyPr wrap="none" rtlCol="0">
            <a:spAutoFit/>
          </a:bodyPr>
          <a:lstStyle/>
          <a:p>
            <a:r>
              <a:rPr lang="zh-CN" altLang="en-US" sz="9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48" name="文本框 247">
            <a:extLst>
              <a:ext uri="{FF2B5EF4-FFF2-40B4-BE49-F238E27FC236}">
                <a16:creationId xmlns:a16="http://schemas.microsoft.com/office/drawing/2014/main" id="{793FDC8A-74D0-F89C-E3F8-DC5FAB586382}"/>
              </a:ext>
            </a:extLst>
          </p:cNvPr>
          <p:cNvSpPr txBox="1"/>
          <p:nvPr/>
        </p:nvSpPr>
        <p:spPr>
          <a:xfrm>
            <a:off x="5169991" y="1675844"/>
            <a:ext cx="646331" cy="230832"/>
          </a:xfrm>
          <a:prstGeom prst="rect">
            <a:avLst/>
          </a:prstGeom>
          <a:noFill/>
          <a:scene3d>
            <a:camera prst="isometricBottomDown"/>
            <a:lightRig rig="threePt" dir="t"/>
          </a:scene3d>
        </p:spPr>
        <p:txBody>
          <a:bodyPr wrap="none" rtlCol="0">
            <a:spAutoFit/>
          </a:bodyPr>
          <a:lstStyle/>
          <a:p>
            <a:r>
              <a:rPr lang="zh-CN" altLang="en-US" sz="9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49" name="文本框 248">
            <a:extLst>
              <a:ext uri="{FF2B5EF4-FFF2-40B4-BE49-F238E27FC236}">
                <a16:creationId xmlns:a16="http://schemas.microsoft.com/office/drawing/2014/main" id="{C7590D08-014A-DABF-1C20-A014EB6E34C9}"/>
              </a:ext>
            </a:extLst>
          </p:cNvPr>
          <p:cNvSpPr txBox="1"/>
          <p:nvPr/>
        </p:nvSpPr>
        <p:spPr>
          <a:xfrm>
            <a:off x="4424877" y="2057874"/>
            <a:ext cx="646331" cy="230832"/>
          </a:xfrm>
          <a:prstGeom prst="rect">
            <a:avLst/>
          </a:prstGeom>
          <a:noFill/>
          <a:scene3d>
            <a:camera prst="isometricBottomDown"/>
            <a:lightRig rig="threePt" dir="t"/>
          </a:scene3d>
        </p:spPr>
        <p:txBody>
          <a:bodyPr wrap="none" rtlCol="0">
            <a:spAutoFit/>
          </a:bodyPr>
          <a:lstStyle/>
          <a:p>
            <a:r>
              <a:rPr lang="zh-CN" altLang="en-US" sz="9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0" name="文本框 249">
            <a:extLst>
              <a:ext uri="{FF2B5EF4-FFF2-40B4-BE49-F238E27FC236}">
                <a16:creationId xmlns:a16="http://schemas.microsoft.com/office/drawing/2014/main" id="{7C0EDF5D-C09C-E13E-5B8C-346C3EC5F99D}"/>
              </a:ext>
            </a:extLst>
          </p:cNvPr>
          <p:cNvSpPr txBox="1"/>
          <p:nvPr/>
        </p:nvSpPr>
        <p:spPr>
          <a:xfrm>
            <a:off x="7706077" y="3176594"/>
            <a:ext cx="646331" cy="230832"/>
          </a:xfrm>
          <a:prstGeom prst="rect">
            <a:avLst/>
          </a:prstGeom>
          <a:noFill/>
          <a:scene3d>
            <a:camera prst="isometricBottomDown"/>
            <a:lightRig rig="threePt" dir="t"/>
          </a:scene3d>
        </p:spPr>
        <p:txBody>
          <a:bodyPr wrap="none" rtlCol="0">
            <a:spAutoFit/>
          </a:bodyPr>
          <a:lstStyle/>
          <a:p>
            <a:r>
              <a:rPr lang="zh-CN" altLang="en-US" sz="9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1" name="文本框 250">
            <a:extLst>
              <a:ext uri="{FF2B5EF4-FFF2-40B4-BE49-F238E27FC236}">
                <a16:creationId xmlns:a16="http://schemas.microsoft.com/office/drawing/2014/main" id="{8038B774-1B6C-49C6-555A-4F0B919FD2FE}"/>
              </a:ext>
            </a:extLst>
          </p:cNvPr>
          <p:cNvSpPr txBox="1"/>
          <p:nvPr/>
        </p:nvSpPr>
        <p:spPr>
          <a:xfrm>
            <a:off x="6960963" y="3558624"/>
            <a:ext cx="646331" cy="230832"/>
          </a:xfrm>
          <a:prstGeom prst="rect">
            <a:avLst/>
          </a:prstGeom>
          <a:noFill/>
          <a:scene3d>
            <a:camera prst="isometricBottomDown"/>
            <a:lightRig rig="threePt" dir="t"/>
          </a:scene3d>
        </p:spPr>
        <p:txBody>
          <a:bodyPr wrap="none" rtlCol="0">
            <a:spAutoFit/>
          </a:bodyPr>
          <a:lstStyle/>
          <a:p>
            <a:r>
              <a:rPr lang="zh-CN" altLang="en-US" sz="9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2" name="文本框 251">
            <a:extLst>
              <a:ext uri="{FF2B5EF4-FFF2-40B4-BE49-F238E27FC236}">
                <a16:creationId xmlns:a16="http://schemas.microsoft.com/office/drawing/2014/main" id="{F22E5F30-524A-33C3-CF5A-6755A1B7131F}"/>
              </a:ext>
            </a:extLst>
          </p:cNvPr>
          <p:cNvSpPr txBox="1"/>
          <p:nvPr/>
        </p:nvSpPr>
        <p:spPr>
          <a:xfrm>
            <a:off x="9032226" y="3932469"/>
            <a:ext cx="646331" cy="230832"/>
          </a:xfrm>
          <a:prstGeom prst="rect">
            <a:avLst/>
          </a:prstGeom>
          <a:noFill/>
          <a:scene3d>
            <a:camera prst="isometricBottomDown"/>
            <a:lightRig rig="threePt" dir="t"/>
          </a:scene3d>
        </p:spPr>
        <p:txBody>
          <a:bodyPr wrap="none" rtlCol="0">
            <a:spAutoFit/>
          </a:bodyPr>
          <a:lstStyle/>
          <a:p>
            <a:r>
              <a:rPr lang="zh-CN" altLang="en-US" sz="9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3" name="文本框 252">
            <a:extLst>
              <a:ext uri="{FF2B5EF4-FFF2-40B4-BE49-F238E27FC236}">
                <a16:creationId xmlns:a16="http://schemas.microsoft.com/office/drawing/2014/main" id="{48C86D1C-2097-BEDB-5FAD-620179B674FD}"/>
              </a:ext>
            </a:extLst>
          </p:cNvPr>
          <p:cNvSpPr txBox="1"/>
          <p:nvPr/>
        </p:nvSpPr>
        <p:spPr>
          <a:xfrm>
            <a:off x="8351081" y="4337768"/>
            <a:ext cx="646331" cy="230832"/>
          </a:xfrm>
          <a:prstGeom prst="rect">
            <a:avLst/>
          </a:prstGeom>
          <a:noFill/>
          <a:scene3d>
            <a:camera prst="isometricBottomDown"/>
            <a:lightRig rig="threePt" dir="t"/>
          </a:scene3d>
        </p:spPr>
        <p:txBody>
          <a:bodyPr wrap="none" rtlCol="0">
            <a:spAutoFit/>
          </a:bodyPr>
          <a:lstStyle/>
          <a:p>
            <a:r>
              <a:rPr lang="zh-CN" altLang="en-US" sz="9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4" name="文本框 253">
            <a:extLst>
              <a:ext uri="{FF2B5EF4-FFF2-40B4-BE49-F238E27FC236}">
                <a16:creationId xmlns:a16="http://schemas.microsoft.com/office/drawing/2014/main" id="{6DB14EE5-8BCC-260C-1121-D041BBE888DE}"/>
              </a:ext>
            </a:extLst>
          </p:cNvPr>
          <p:cNvSpPr txBox="1"/>
          <p:nvPr/>
        </p:nvSpPr>
        <p:spPr>
          <a:xfrm>
            <a:off x="6026952" y="4676186"/>
            <a:ext cx="646331" cy="230832"/>
          </a:xfrm>
          <a:prstGeom prst="rect">
            <a:avLst/>
          </a:prstGeom>
          <a:noFill/>
          <a:scene3d>
            <a:camera prst="isometricBottomDown"/>
            <a:lightRig rig="threePt" dir="t"/>
          </a:scene3d>
        </p:spPr>
        <p:txBody>
          <a:bodyPr wrap="none" rtlCol="0">
            <a:spAutoFit/>
          </a:bodyPr>
          <a:lstStyle/>
          <a:p>
            <a:r>
              <a:rPr lang="zh-CN" altLang="en-US" sz="9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5" name="文本框 254">
            <a:extLst>
              <a:ext uri="{FF2B5EF4-FFF2-40B4-BE49-F238E27FC236}">
                <a16:creationId xmlns:a16="http://schemas.microsoft.com/office/drawing/2014/main" id="{DB989DF3-0D81-1B6E-5F08-28AF39479D3C}"/>
              </a:ext>
            </a:extLst>
          </p:cNvPr>
          <p:cNvSpPr txBox="1"/>
          <p:nvPr/>
        </p:nvSpPr>
        <p:spPr>
          <a:xfrm>
            <a:off x="7064620" y="5292560"/>
            <a:ext cx="646331" cy="230832"/>
          </a:xfrm>
          <a:prstGeom prst="rect">
            <a:avLst/>
          </a:prstGeom>
          <a:noFill/>
          <a:scene3d>
            <a:camera prst="isometricBottomDown"/>
            <a:lightRig rig="threePt" dir="t"/>
          </a:scene3d>
        </p:spPr>
        <p:txBody>
          <a:bodyPr wrap="none" rtlCol="0">
            <a:spAutoFit/>
          </a:bodyPr>
          <a:lstStyle/>
          <a:p>
            <a:r>
              <a:rPr lang="zh-CN" altLang="en-US" sz="9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6" name="文本框 255">
            <a:extLst>
              <a:ext uri="{FF2B5EF4-FFF2-40B4-BE49-F238E27FC236}">
                <a16:creationId xmlns:a16="http://schemas.microsoft.com/office/drawing/2014/main" id="{22831B45-139E-D826-10E4-4617B55008F9}"/>
              </a:ext>
            </a:extLst>
          </p:cNvPr>
          <p:cNvSpPr txBox="1"/>
          <p:nvPr/>
        </p:nvSpPr>
        <p:spPr>
          <a:xfrm>
            <a:off x="10087536" y="2437448"/>
            <a:ext cx="646331" cy="230832"/>
          </a:xfrm>
          <a:prstGeom prst="rect">
            <a:avLst/>
          </a:prstGeom>
          <a:noFill/>
          <a:scene3d>
            <a:camera prst="isometricBottomDown"/>
            <a:lightRig rig="threePt" dir="t"/>
          </a:scene3d>
        </p:spPr>
        <p:txBody>
          <a:bodyPr wrap="none" rtlCol="0">
            <a:spAutoFit/>
          </a:bodyPr>
          <a:lstStyle/>
          <a:p>
            <a:r>
              <a:rPr lang="zh-CN" altLang="en-US" sz="9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7" name="文本框 256">
            <a:extLst>
              <a:ext uri="{FF2B5EF4-FFF2-40B4-BE49-F238E27FC236}">
                <a16:creationId xmlns:a16="http://schemas.microsoft.com/office/drawing/2014/main" id="{357F77F8-7D04-5ACC-2322-335E8ADE56EC}"/>
              </a:ext>
            </a:extLst>
          </p:cNvPr>
          <p:cNvSpPr txBox="1"/>
          <p:nvPr/>
        </p:nvSpPr>
        <p:spPr>
          <a:xfrm>
            <a:off x="9230884" y="1931071"/>
            <a:ext cx="646331" cy="230832"/>
          </a:xfrm>
          <a:prstGeom prst="rect">
            <a:avLst/>
          </a:prstGeom>
          <a:noFill/>
          <a:scene3d>
            <a:camera prst="isometricBottomDown"/>
            <a:lightRig rig="threePt" dir="t"/>
          </a:scene3d>
        </p:spPr>
        <p:txBody>
          <a:bodyPr wrap="none" rtlCol="0">
            <a:spAutoFit/>
          </a:bodyPr>
          <a:lstStyle/>
          <a:p>
            <a:r>
              <a:rPr lang="zh-CN" altLang="en-US" sz="9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8" name="文本框 257">
            <a:extLst>
              <a:ext uri="{FF2B5EF4-FFF2-40B4-BE49-F238E27FC236}">
                <a16:creationId xmlns:a16="http://schemas.microsoft.com/office/drawing/2014/main" id="{E30AE611-D03E-5F90-B1BA-858FA0C8E78A}"/>
              </a:ext>
            </a:extLst>
          </p:cNvPr>
          <p:cNvSpPr txBox="1"/>
          <p:nvPr/>
        </p:nvSpPr>
        <p:spPr>
          <a:xfrm>
            <a:off x="8374232" y="1451786"/>
            <a:ext cx="646331" cy="230832"/>
          </a:xfrm>
          <a:prstGeom prst="rect">
            <a:avLst/>
          </a:prstGeom>
          <a:noFill/>
          <a:scene3d>
            <a:camera prst="isometricBottomDown"/>
            <a:lightRig rig="threePt" dir="t"/>
          </a:scene3d>
        </p:spPr>
        <p:txBody>
          <a:bodyPr wrap="none" rtlCol="0">
            <a:spAutoFit/>
          </a:bodyPr>
          <a:lstStyle/>
          <a:p>
            <a:r>
              <a:rPr lang="zh-CN" altLang="en-US" sz="9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9" name="文本框 258">
            <a:extLst>
              <a:ext uri="{FF2B5EF4-FFF2-40B4-BE49-F238E27FC236}">
                <a16:creationId xmlns:a16="http://schemas.microsoft.com/office/drawing/2014/main" id="{52D8CB94-C2C4-E31E-C367-E1EBD7D85D96}"/>
              </a:ext>
            </a:extLst>
          </p:cNvPr>
          <p:cNvSpPr txBox="1"/>
          <p:nvPr/>
        </p:nvSpPr>
        <p:spPr>
          <a:xfrm>
            <a:off x="8930724" y="5108533"/>
            <a:ext cx="3331681" cy="461665"/>
          </a:xfrm>
          <a:prstGeom prst="rect">
            <a:avLst/>
          </a:prstGeom>
          <a:noFill/>
          <a:scene3d>
            <a:camera prst="isometricRightUp"/>
            <a:lightRig rig="threePt" dir="t"/>
          </a:scene3d>
        </p:spPr>
        <p:txBody>
          <a:bodyPr wrap="none" rtlCol="0">
            <a:spAutoFit/>
          </a:bodyPr>
          <a:lstStyle/>
          <a:p>
            <a:r>
              <a:rPr lang="en-US" altLang="zh-CN" sz="2400" dirty="0">
                <a:solidFill>
                  <a:srgbClr val="3749CC"/>
                </a:solidFill>
                <a:latin typeface="Gotham" panose="02000604040000020004" pitchFamily="50" charset="0"/>
                <a:ea typeface="HarmonyOS Sans SC Light" panose="00000400000000000000" pitchFamily="2" charset="-122"/>
              </a:rPr>
              <a:t>YOUR BRAND TITLE</a:t>
            </a:r>
            <a:endParaRPr lang="zh-CN" altLang="en-US" sz="2400" dirty="0">
              <a:solidFill>
                <a:srgbClr val="3749CC"/>
              </a:solidFill>
              <a:latin typeface="Gotham" panose="02000604040000020004" pitchFamily="50" charset="0"/>
              <a:ea typeface="HarmonyOS Sans SC Light" panose="00000400000000000000" pitchFamily="2" charset="-122"/>
            </a:endParaRPr>
          </a:p>
        </p:txBody>
      </p:sp>
      <p:sp>
        <p:nvSpPr>
          <p:cNvPr id="262" name="菱形 261">
            <a:extLst>
              <a:ext uri="{FF2B5EF4-FFF2-40B4-BE49-F238E27FC236}">
                <a16:creationId xmlns:a16="http://schemas.microsoft.com/office/drawing/2014/main" id="{1617CF35-75D4-5742-DC40-C9508E5FF264}"/>
              </a:ext>
            </a:extLst>
          </p:cNvPr>
          <p:cNvSpPr/>
          <p:nvPr/>
        </p:nvSpPr>
        <p:spPr>
          <a:xfrm>
            <a:off x="3182576" y="2570844"/>
            <a:ext cx="876440" cy="486206"/>
          </a:xfrm>
          <a:prstGeom prst="diamond">
            <a:avLst/>
          </a:prstGeom>
          <a:solidFill>
            <a:srgbClr val="E7EBFF">
              <a:alpha val="50000"/>
            </a:srgbClr>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sp>
        <p:nvSpPr>
          <p:cNvPr id="272" name="文本框 271">
            <a:extLst>
              <a:ext uri="{FF2B5EF4-FFF2-40B4-BE49-F238E27FC236}">
                <a16:creationId xmlns:a16="http://schemas.microsoft.com/office/drawing/2014/main" id="{DB17C995-AED5-75D7-CA71-2DA1A7395EEF}"/>
              </a:ext>
            </a:extLst>
          </p:cNvPr>
          <p:cNvSpPr txBox="1"/>
          <p:nvPr/>
        </p:nvSpPr>
        <p:spPr>
          <a:xfrm>
            <a:off x="3033655" y="2890746"/>
            <a:ext cx="646331" cy="230832"/>
          </a:xfrm>
          <a:prstGeom prst="rect">
            <a:avLst/>
          </a:prstGeom>
          <a:noFill/>
          <a:scene3d>
            <a:camera prst="isometricBottomDown"/>
            <a:lightRig rig="threePt" dir="t"/>
          </a:scene3d>
        </p:spPr>
        <p:txBody>
          <a:bodyPr wrap="none" rtlCol="0">
            <a:spAutoFit/>
          </a:bodyPr>
          <a:lstStyle/>
          <a:p>
            <a:r>
              <a:rPr lang="zh-CN" altLang="en-US" sz="900" dirty="0">
                <a:solidFill>
                  <a:srgbClr val="3749CC"/>
                </a:solidFill>
                <a:latin typeface="HarmonyOS Sans SC Medium" panose="00000600000000000000" pitchFamily="2" charset="-122"/>
                <a:ea typeface="HarmonyOS Sans SC Medium" panose="00000600000000000000" pitchFamily="2" charset="-122"/>
              </a:rPr>
              <a:t>标注文字</a:t>
            </a:r>
          </a:p>
        </p:txBody>
      </p:sp>
      <p:grpSp>
        <p:nvGrpSpPr>
          <p:cNvPr id="277" name="组合 276">
            <a:extLst>
              <a:ext uri="{FF2B5EF4-FFF2-40B4-BE49-F238E27FC236}">
                <a16:creationId xmlns:a16="http://schemas.microsoft.com/office/drawing/2014/main" id="{0145910D-5AFA-B310-AA4D-C57C2DC01BFD}"/>
              </a:ext>
            </a:extLst>
          </p:cNvPr>
          <p:cNvGrpSpPr/>
          <p:nvPr/>
        </p:nvGrpSpPr>
        <p:grpSpPr>
          <a:xfrm>
            <a:off x="3283528" y="2427892"/>
            <a:ext cx="667107" cy="532387"/>
            <a:chOff x="2883576" y="2528237"/>
            <a:chExt cx="620945" cy="495547"/>
          </a:xfrm>
        </p:grpSpPr>
        <p:grpSp>
          <p:nvGrpSpPr>
            <p:cNvPr id="264" name="组合 263">
              <a:extLst>
                <a:ext uri="{FF2B5EF4-FFF2-40B4-BE49-F238E27FC236}">
                  <a16:creationId xmlns:a16="http://schemas.microsoft.com/office/drawing/2014/main" id="{5096F766-A20E-7DEB-D065-BE5FD05511CC}"/>
                </a:ext>
              </a:extLst>
            </p:cNvPr>
            <p:cNvGrpSpPr/>
            <p:nvPr/>
          </p:nvGrpSpPr>
          <p:grpSpPr>
            <a:xfrm>
              <a:off x="2883576" y="2621661"/>
              <a:ext cx="620945" cy="402123"/>
              <a:chOff x="6512018" y="615964"/>
              <a:chExt cx="1370013" cy="930275"/>
            </a:xfrm>
          </p:grpSpPr>
          <p:sp>
            <p:nvSpPr>
              <p:cNvPr id="265" name="Freeform 14">
                <a:extLst>
                  <a:ext uri="{FF2B5EF4-FFF2-40B4-BE49-F238E27FC236}">
                    <a16:creationId xmlns:a16="http://schemas.microsoft.com/office/drawing/2014/main" id="{AD136449-463D-0367-D46E-C9B46ECD574F}"/>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66" name="Freeform 15">
                <a:extLst>
                  <a:ext uri="{FF2B5EF4-FFF2-40B4-BE49-F238E27FC236}">
                    <a16:creationId xmlns:a16="http://schemas.microsoft.com/office/drawing/2014/main" id="{95F5488A-B91F-FDF4-AC39-9F8937219FC0}"/>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67" name="Freeform 16">
                <a:extLst>
                  <a:ext uri="{FF2B5EF4-FFF2-40B4-BE49-F238E27FC236}">
                    <a16:creationId xmlns:a16="http://schemas.microsoft.com/office/drawing/2014/main" id="{9087B0D1-43B9-C692-613B-B13494A81C43}"/>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273" name="组合 272">
              <a:extLst>
                <a:ext uri="{FF2B5EF4-FFF2-40B4-BE49-F238E27FC236}">
                  <a16:creationId xmlns:a16="http://schemas.microsoft.com/office/drawing/2014/main" id="{10E0853E-2A2D-EB35-62A6-B3B60079FCE1}"/>
                </a:ext>
              </a:extLst>
            </p:cNvPr>
            <p:cNvGrpSpPr/>
            <p:nvPr/>
          </p:nvGrpSpPr>
          <p:grpSpPr>
            <a:xfrm>
              <a:off x="2883576" y="2528237"/>
              <a:ext cx="620945" cy="402123"/>
              <a:chOff x="6512018" y="615964"/>
              <a:chExt cx="1370013" cy="930275"/>
            </a:xfrm>
          </p:grpSpPr>
          <p:sp>
            <p:nvSpPr>
              <p:cNvPr id="274" name="Freeform 14">
                <a:extLst>
                  <a:ext uri="{FF2B5EF4-FFF2-40B4-BE49-F238E27FC236}">
                    <a16:creationId xmlns:a16="http://schemas.microsoft.com/office/drawing/2014/main" id="{9A349AD8-50DA-C44C-FEBC-30A133285EEC}"/>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75" name="Freeform 15">
                <a:extLst>
                  <a:ext uri="{FF2B5EF4-FFF2-40B4-BE49-F238E27FC236}">
                    <a16:creationId xmlns:a16="http://schemas.microsoft.com/office/drawing/2014/main" id="{598005A5-21FD-86FD-1139-1265C340139A}"/>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76" name="Freeform 16">
                <a:extLst>
                  <a:ext uri="{FF2B5EF4-FFF2-40B4-BE49-F238E27FC236}">
                    <a16:creationId xmlns:a16="http://schemas.microsoft.com/office/drawing/2014/main" id="{12223BC2-599B-2DC7-C09F-AC39EC599B2D}"/>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sp>
        <p:nvSpPr>
          <p:cNvPr id="271" name="Freeform 45">
            <a:extLst>
              <a:ext uri="{FF2B5EF4-FFF2-40B4-BE49-F238E27FC236}">
                <a16:creationId xmlns:a16="http://schemas.microsoft.com/office/drawing/2014/main" id="{C1E927DE-9185-66A2-DE0F-0F935F792767}"/>
              </a:ext>
            </a:extLst>
          </p:cNvPr>
          <p:cNvSpPr>
            <a:spLocks noEditPoints="1"/>
          </p:cNvSpPr>
          <p:nvPr/>
        </p:nvSpPr>
        <p:spPr bwMode="auto">
          <a:xfrm>
            <a:off x="3501444" y="2350262"/>
            <a:ext cx="250503" cy="250503"/>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HarmonyOS Sans SC Medium" panose="00000600000000000000" pitchFamily="2" charset="-122"/>
              <a:ea typeface="HarmonyOS Sans SC Medium" panose="00000600000000000000" pitchFamily="2" charset="-122"/>
            </a:endParaRPr>
          </a:p>
        </p:txBody>
      </p:sp>
      <p:grpSp>
        <p:nvGrpSpPr>
          <p:cNvPr id="278" name="组合 277">
            <a:extLst>
              <a:ext uri="{FF2B5EF4-FFF2-40B4-BE49-F238E27FC236}">
                <a16:creationId xmlns:a16="http://schemas.microsoft.com/office/drawing/2014/main" id="{13221DB2-C473-DBEC-85F8-8DC1BAE1B737}"/>
              </a:ext>
            </a:extLst>
          </p:cNvPr>
          <p:cNvGrpSpPr/>
          <p:nvPr/>
        </p:nvGrpSpPr>
        <p:grpSpPr>
          <a:xfrm>
            <a:off x="4727284" y="1600424"/>
            <a:ext cx="667107" cy="532387"/>
            <a:chOff x="2883576" y="2528237"/>
            <a:chExt cx="620945" cy="495547"/>
          </a:xfrm>
        </p:grpSpPr>
        <p:grpSp>
          <p:nvGrpSpPr>
            <p:cNvPr id="279" name="组合 278">
              <a:extLst>
                <a:ext uri="{FF2B5EF4-FFF2-40B4-BE49-F238E27FC236}">
                  <a16:creationId xmlns:a16="http://schemas.microsoft.com/office/drawing/2014/main" id="{A47842E2-7E2B-FB1B-5F74-0BBE6D9B9BCD}"/>
                </a:ext>
              </a:extLst>
            </p:cNvPr>
            <p:cNvGrpSpPr/>
            <p:nvPr/>
          </p:nvGrpSpPr>
          <p:grpSpPr>
            <a:xfrm>
              <a:off x="2883576" y="2621661"/>
              <a:ext cx="620945" cy="402123"/>
              <a:chOff x="6512018" y="615964"/>
              <a:chExt cx="1370013" cy="930275"/>
            </a:xfrm>
          </p:grpSpPr>
          <p:sp>
            <p:nvSpPr>
              <p:cNvPr id="284" name="Freeform 14">
                <a:extLst>
                  <a:ext uri="{FF2B5EF4-FFF2-40B4-BE49-F238E27FC236}">
                    <a16:creationId xmlns:a16="http://schemas.microsoft.com/office/drawing/2014/main" id="{923F8E95-3737-D36E-0FFC-18DD179C6851}"/>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85" name="Freeform 15">
                <a:extLst>
                  <a:ext uri="{FF2B5EF4-FFF2-40B4-BE49-F238E27FC236}">
                    <a16:creationId xmlns:a16="http://schemas.microsoft.com/office/drawing/2014/main" id="{2ECF18E8-13CB-D219-816C-56D20A9244A9}"/>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86" name="Freeform 16">
                <a:extLst>
                  <a:ext uri="{FF2B5EF4-FFF2-40B4-BE49-F238E27FC236}">
                    <a16:creationId xmlns:a16="http://schemas.microsoft.com/office/drawing/2014/main" id="{DF2FEA25-2870-5C82-860D-0516E82065DA}"/>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280" name="组合 279">
              <a:extLst>
                <a:ext uri="{FF2B5EF4-FFF2-40B4-BE49-F238E27FC236}">
                  <a16:creationId xmlns:a16="http://schemas.microsoft.com/office/drawing/2014/main" id="{5DF11368-ADE6-F1A1-BECD-3BD313EEAA07}"/>
                </a:ext>
              </a:extLst>
            </p:cNvPr>
            <p:cNvGrpSpPr/>
            <p:nvPr/>
          </p:nvGrpSpPr>
          <p:grpSpPr>
            <a:xfrm>
              <a:off x="2883576" y="2528237"/>
              <a:ext cx="620945" cy="402123"/>
              <a:chOff x="6512018" y="615964"/>
              <a:chExt cx="1370013" cy="930275"/>
            </a:xfrm>
          </p:grpSpPr>
          <p:sp>
            <p:nvSpPr>
              <p:cNvPr id="281" name="Freeform 14">
                <a:extLst>
                  <a:ext uri="{FF2B5EF4-FFF2-40B4-BE49-F238E27FC236}">
                    <a16:creationId xmlns:a16="http://schemas.microsoft.com/office/drawing/2014/main" id="{1613B3FC-CBA6-85FD-A2E8-F65A264D8530}"/>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82" name="Freeform 15">
                <a:extLst>
                  <a:ext uri="{FF2B5EF4-FFF2-40B4-BE49-F238E27FC236}">
                    <a16:creationId xmlns:a16="http://schemas.microsoft.com/office/drawing/2014/main" id="{FCB14DC5-4C18-4867-7D6A-32E320304C24}"/>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83" name="Freeform 16">
                <a:extLst>
                  <a:ext uri="{FF2B5EF4-FFF2-40B4-BE49-F238E27FC236}">
                    <a16:creationId xmlns:a16="http://schemas.microsoft.com/office/drawing/2014/main" id="{D9CC2665-B0A7-9F69-C986-E23FBC2D07BA}"/>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nvGrpSpPr>
          <p:cNvPr id="296" name="组合 295">
            <a:extLst>
              <a:ext uri="{FF2B5EF4-FFF2-40B4-BE49-F238E27FC236}">
                <a16:creationId xmlns:a16="http://schemas.microsoft.com/office/drawing/2014/main" id="{B899B667-DCDC-4DD3-C59D-02B20A9F0C9A}"/>
              </a:ext>
            </a:extLst>
          </p:cNvPr>
          <p:cNvGrpSpPr/>
          <p:nvPr/>
        </p:nvGrpSpPr>
        <p:grpSpPr>
          <a:xfrm>
            <a:off x="5318912" y="1216303"/>
            <a:ext cx="876440" cy="625845"/>
            <a:chOff x="4778117" y="1400487"/>
            <a:chExt cx="815793" cy="582538"/>
          </a:xfrm>
        </p:grpSpPr>
        <p:sp>
          <p:nvSpPr>
            <p:cNvPr id="96" name="菱形 95">
              <a:extLst>
                <a:ext uri="{FF2B5EF4-FFF2-40B4-BE49-F238E27FC236}">
                  <a16:creationId xmlns:a16="http://schemas.microsoft.com/office/drawing/2014/main" id="{41208593-15C6-2375-0EBA-B7F038AA9F90}"/>
                </a:ext>
              </a:extLst>
            </p:cNvPr>
            <p:cNvSpPr/>
            <p:nvPr/>
          </p:nvSpPr>
          <p:spPr>
            <a:xfrm>
              <a:off x="4778117" y="1530463"/>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287" name="组合 286">
              <a:extLst>
                <a:ext uri="{FF2B5EF4-FFF2-40B4-BE49-F238E27FC236}">
                  <a16:creationId xmlns:a16="http://schemas.microsoft.com/office/drawing/2014/main" id="{2C4624E6-BE7C-EE03-FB4C-08B3A7439176}"/>
                </a:ext>
              </a:extLst>
            </p:cNvPr>
            <p:cNvGrpSpPr/>
            <p:nvPr/>
          </p:nvGrpSpPr>
          <p:grpSpPr>
            <a:xfrm>
              <a:off x="4876554" y="1400487"/>
              <a:ext cx="620945" cy="495547"/>
              <a:chOff x="2883576" y="2528237"/>
              <a:chExt cx="620945" cy="495547"/>
            </a:xfrm>
          </p:grpSpPr>
          <p:grpSp>
            <p:nvGrpSpPr>
              <p:cNvPr id="288" name="组合 287">
                <a:extLst>
                  <a:ext uri="{FF2B5EF4-FFF2-40B4-BE49-F238E27FC236}">
                    <a16:creationId xmlns:a16="http://schemas.microsoft.com/office/drawing/2014/main" id="{09A26A5C-30F8-92BB-C881-AD7D10474498}"/>
                  </a:ext>
                </a:extLst>
              </p:cNvPr>
              <p:cNvGrpSpPr/>
              <p:nvPr/>
            </p:nvGrpSpPr>
            <p:grpSpPr>
              <a:xfrm>
                <a:off x="2883576" y="2621661"/>
                <a:ext cx="620945" cy="402123"/>
                <a:chOff x="6512018" y="615964"/>
                <a:chExt cx="1370013" cy="930275"/>
              </a:xfrm>
            </p:grpSpPr>
            <p:sp>
              <p:nvSpPr>
                <p:cNvPr id="293" name="Freeform 14">
                  <a:extLst>
                    <a:ext uri="{FF2B5EF4-FFF2-40B4-BE49-F238E27FC236}">
                      <a16:creationId xmlns:a16="http://schemas.microsoft.com/office/drawing/2014/main" id="{FE5B1580-3B84-CB7C-5B06-67366E76FB8B}"/>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94" name="Freeform 15">
                  <a:extLst>
                    <a:ext uri="{FF2B5EF4-FFF2-40B4-BE49-F238E27FC236}">
                      <a16:creationId xmlns:a16="http://schemas.microsoft.com/office/drawing/2014/main" id="{B67E518C-1F18-284B-C470-6F5FA068AA42}"/>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95" name="Freeform 16">
                  <a:extLst>
                    <a:ext uri="{FF2B5EF4-FFF2-40B4-BE49-F238E27FC236}">
                      <a16:creationId xmlns:a16="http://schemas.microsoft.com/office/drawing/2014/main" id="{7B9359E0-9FFC-7B1E-94B3-277AC14C3D09}"/>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289" name="组合 288">
                <a:extLst>
                  <a:ext uri="{FF2B5EF4-FFF2-40B4-BE49-F238E27FC236}">
                    <a16:creationId xmlns:a16="http://schemas.microsoft.com/office/drawing/2014/main" id="{D51CE858-A220-8787-01B9-1BE4D77AF99E}"/>
                  </a:ext>
                </a:extLst>
              </p:cNvPr>
              <p:cNvGrpSpPr/>
              <p:nvPr/>
            </p:nvGrpSpPr>
            <p:grpSpPr>
              <a:xfrm>
                <a:off x="2883576" y="2528237"/>
                <a:ext cx="620945" cy="402123"/>
                <a:chOff x="6512018" y="615964"/>
                <a:chExt cx="1370013" cy="930275"/>
              </a:xfrm>
            </p:grpSpPr>
            <p:sp>
              <p:nvSpPr>
                <p:cNvPr id="290" name="Freeform 14">
                  <a:extLst>
                    <a:ext uri="{FF2B5EF4-FFF2-40B4-BE49-F238E27FC236}">
                      <a16:creationId xmlns:a16="http://schemas.microsoft.com/office/drawing/2014/main" id="{61F91CFE-F63E-8777-504E-A6D703363C9B}"/>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91" name="Freeform 15">
                  <a:extLst>
                    <a:ext uri="{FF2B5EF4-FFF2-40B4-BE49-F238E27FC236}">
                      <a16:creationId xmlns:a16="http://schemas.microsoft.com/office/drawing/2014/main" id="{14FA206B-F8E7-9EA5-F324-540C4B94F851}"/>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92" name="Freeform 16">
                  <a:extLst>
                    <a:ext uri="{FF2B5EF4-FFF2-40B4-BE49-F238E27FC236}">
                      <a16:creationId xmlns:a16="http://schemas.microsoft.com/office/drawing/2014/main" id="{6D7E6C62-01E7-7AEC-15A2-09DBD5DDC4FA}"/>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grpSp>
        <p:nvGrpSpPr>
          <p:cNvPr id="297" name="组合 296">
            <a:extLst>
              <a:ext uri="{FF2B5EF4-FFF2-40B4-BE49-F238E27FC236}">
                <a16:creationId xmlns:a16="http://schemas.microsoft.com/office/drawing/2014/main" id="{1D6781C6-2DD2-4F43-4DD7-95BF5DF6162C}"/>
              </a:ext>
            </a:extLst>
          </p:cNvPr>
          <p:cNvGrpSpPr/>
          <p:nvPr/>
        </p:nvGrpSpPr>
        <p:grpSpPr>
          <a:xfrm>
            <a:off x="7861951" y="2688996"/>
            <a:ext cx="876440" cy="625845"/>
            <a:chOff x="4778117" y="1400487"/>
            <a:chExt cx="815793" cy="582538"/>
          </a:xfrm>
        </p:grpSpPr>
        <p:sp>
          <p:nvSpPr>
            <p:cNvPr id="298" name="菱形 297">
              <a:extLst>
                <a:ext uri="{FF2B5EF4-FFF2-40B4-BE49-F238E27FC236}">
                  <a16:creationId xmlns:a16="http://schemas.microsoft.com/office/drawing/2014/main" id="{23B2C399-4EBA-3C9E-5E74-BB6C0E2EE497}"/>
                </a:ext>
              </a:extLst>
            </p:cNvPr>
            <p:cNvSpPr/>
            <p:nvPr/>
          </p:nvSpPr>
          <p:spPr>
            <a:xfrm>
              <a:off x="4778117" y="1530463"/>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299" name="组合 298">
              <a:extLst>
                <a:ext uri="{FF2B5EF4-FFF2-40B4-BE49-F238E27FC236}">
                  <a16:creationId xmlns:a16="http://schemas.microsoft.com/office/drawing/2014/main" id="{0864B2A4-D8FC-7011-0CBB-9C9C59F5835C}"/>
                </a:ext>
              </a:extLst>
            </p:cNvPr>
            <p:cNvGrpSpPr/>
            <p:nvPr/>
          </p:nvGrpSpPr>
          <p:grpSpPr>
            <a:xfrm>
              <a:off x="4876554" y="1400487"/>
              <a:ext cx="620945" cy="495547"/>
              <a:chOff x="2883576" y="2528237"/>
              <a:chExt cx="620945" cy="495547"/>
            </a:xfrm>
          </p:grpSpPr>
          <p:grpSp>
            <p:nvGrpSpPr>
              <p:cNvPr id="300" name="组合 299">
                <a:extLst>
                  <a:ext uri="{FF2B5EF4-FFF2-40B4-BE49-F238E27FC236}">
                    <a16:creationId xmlns:a16="http://schemas.microsoft.com/office/drawing/2014/main" id="{990984CA-D89E-4F98-FED0-7EF1D0F3FF94}"/>
                  </a:ext>
                </a:extLst>
              </p:cNvPr>
              <p:cNvGrpSpPr/>
              <p:nvPr/>
            </p:nvGrpSpPr>
            <p:grpSpPr>
              <a:xfrm>
                <a:off x="2883576" y="2621661"/>
                <a:ext cx="620945" cy="402123"/>
                <a:chOff x="6512018" y="615964"/>
                <a:chExt cx="1370013" cy="930275"/>
              </a:xfrm>
            </p:grpSpPr>
            <p:sp>
              <p:nvSpPr>
                <p:cNvPr id="305" name="Freeform 14">
                  <a:extLst>
                    <a:ext uri="{FF2B5EF4-FFF2-40B4-BE49-F238E27FC236}">
                      <a16:creationId xmlns:a16="http://schemas.microsoft.com/office/drawing/2014/main" id="{1308EB45-1B09-FE1E-0461-6582D36E4292}"/>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06" name="Freeform 15">
                  <a:extLst>
                    <a:ext uri="{FF2B5EF4-FFF2-40B4-BE49-F238E27FC236}">
                      <a16:creationId xmlns:a16="http://schemas.microsoft.com/office/drawing/2014/main" id="{FE9442DB-218C-939B-B700-80153C361664}"/>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07" name="Freeform 16">
                  <a:extLst>
                    <a:ext uri="{FF2B5EF4-FFF2-40B4-BE49-F238E27FC236}">
                      <a16:creationId xmlns:a16="http://schemas.microsoft.com/office/drawing/2014/main" id="{44E58E3A-104B-7D27-49DC-76E0377DB134}"/>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301" name="组合 300">
                <a:extLst>
                  <a:ext uri="{FF2B5EF4-FFF2-40B4-BE49-F238E27FC236}">
                    <a16:creationId xmlns:a16="http://schemas.microsoft.com/office/drawing/2014/main" id="{72E5DF2F-C887-7E53-52AA-23DB0D2C5337}"/>
                  </a:ext>
                </a:extLst>
              </p:cNvPr>
              <p:cNvGrpSpPr/>
              <p:nvPr/>
            </p:nvGrpSpPr>
            <p:grpSpPr>
              <a:xfrm>
                <a:off x="2883576" y="2528237"/>
                <a:ext cx="620945" cy="402123"/>
                <a:chOff x="6512018" y="615964"/>
                <a:chExt cx="1370013" cy="930275"/>
              </a:xfrm>
            </p:grpSpPr>
            <p:sp>
              <p:nvSpPr>
                <p:cNvPr id="302" name="Freeform 14">
                  <a:extLst>
                    <a:ext uri="{FF2B5EF4-FFF2-40B4-BE49-F238E27FC236}">
                      <a16:creationId xmlns:a16="http://schemas.microsoft.com/office/drawing/2014/main" id="{B26F6674-086B-9A69-AFFD-25BC53DCD2CC}"/>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03" name="Freeform 15">
                  <a:extLst>
                    <a:ext uri="{FF2B5EF4-FFF2-40B4-BE49-F238E27FC236}">
                      <a16:creationId xmlns:a16="http://schemas.microsoft.com/office/drawing/2014/main" id="{FD133BF9-4663-0B0A-6AB5-2CA83B011F65}"/>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04" name="Freeform 16">
                  <a:extLst>
                    <a:ext uri="{FF2B5EF4-FFF2-40B4-BE49-F238E27FC236}">
                      <a16:creationId xmlns:a16="http://schemas.microsoft.com/office/drawing/2014/main" id="{B81560FA-35A3-08C8-1B12-1AD4C758ADF3}"/>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sp>
        <p:nvSpPr>
          <p:cNvPr id="179" name="Freeform 71">
            <a:extLst>
              <a:ext uri="{FF2B5EF4-FFF2-40B4-BE49-F238E27FC236}">
                <a16:creationId xmlns:a16="http://schemas.microsoft.com/office/drawing/2014/main" id="{D378E72E-C6F0-BC72-EA48-F668179E594D}"/>
              </a:ext>
            </a:extLst>
          </p:cNvPr>
          <p:cNvSpPr>
            <a:spLocks noEditPoints="1"/>
          </p:cNvSpPr>
          <p:nvPr/>
        </p:nvSpPr>
        <p:spPr bwMode="auto">
          <a:xfrm>
            <a:off x="8179200" y="2631593"/>
            <a:ext cx="216601" cy="202957"/>
          </a:xfrm>
          <a:custGeom>
            <a:avLst/>
            <a:gdLst/>
            <a:ahLst/>
            <a:cxnLst>
              <a:cxn ang="0">
                <a:pos x="65" y="22"/>
              </a:cxn>
              <a:cxn ang="0">
                <a:pos x="26" y="45"/>
              </a:cxn>
              <a:cxn ang="0">
                <a:pos x="0" y="26"/>
              </a:cxn>
              <a:cxn ang="0">
                <a:pos x="39" y="0"/>
              </a:cxn>
              <a:cxn ang="0">
                <a:pos x="65" y="22"/>
              </a:cxn>
              <a:cxn ang="0">
                <a:pos x="65" y="69"/>
              </a:cxn>
              <a:cxn ang="0">
                <a:pos x="39" y="91"/>
              </a:cxn>
              <a:cxn ang="0">
                <a:pos x="0" y="67"/>
              </a:cxn>
              <a:cxn ang="0">
                <a:pos x="26" y="45"/>
              </a:cxn>
              <a:cxn ang="0">
                <a:pos x="65" y="69"/>
              </a:cxn>
              <a:cxn ang="0">
                <a:pos x="101" y="97"/>
              </a:cxn>
              <a:cxn ang="0">
                <a:pos x="65" y="119"/>
              </a:cxn>
              <a:cxn ang="0">
                <a:pos x="65" y="119"/>
              </a:cxn>
              <a:cxn ang="0">
                <a:pos x="65" y="119"/>
              </a:cxn>
              <a:cxn ang="0">
                <a:pos x="65" y="119"/>
              </a:cxn>
              <a:cxn ang="0">
                <a:pos x="65" y="119"/>
              </a:cxn>
              <a:cxn ang="0">
                <a:pos x="26" y="97"/>
              </a:cxn>
              <a:cxn ang="0">
                <a:pos x="26" y="89"/>
              </a:cxn>
              <a:cxn ang="0">
                <a:pos x="39" y="95"/>
              </a:cxn>
              <a:cxn ang="0">
                <a:pos x="65" y="74"/>
              </a:cxn>
              <a:cxn ang="0">
                <a:pos x="65" y="74"/>
              </a:cxn>
              <a:cxn ang="0">
                <a:pos x="65" y="74"/>
              </a:cxn>
              <a:cxn ang="0">
                <a:pos x="65" y="74"/>
              </a:cxn>
              <a:cxn ang="0">
                <a:pos x="65" y="74"/>
              </a:cxn>
              <a:cxn ang="0">
                <a:pos x="91" y="95"/>
              </a:cxn>
              <a:cxn ang="0">
                <a:pos x="101" y="89"/>
              </a:cxn>
              <a:cxn ang="0">
                <a:pos x="101" y="97"/>
              </a:cxn>
              <a:cxn ang="0">
                <a:pos x="127" y="26"/>
              </a:cxn>
              <a:cxn ang="0">
                <a:pos x="101" y="45"/>
              </a:cxn>
              <a:cxn ang="0">
                <a:pos x="65" y="22"/>
              </a:cxn>
              <a:cxn ang="0">
                <a:pos x="91" y="0"/>
              </a:cxn>
              <a:cxn ang="0">
                <a:pos x="127" y="26"/>
              </a:cxn>
              <a:cxn ang="0">
                <a:pos x="127" y="67"/>
              </a:cxn>
              <a:cxn ang="0">
                <a:pos x="91" y="91"/>
              </a:cxn>
              <a:cxn ang="0">
                <a:pos x="65" y="69"/>
              </a:cxn>
              <a:cxn ang="0">
                <a:pos x="101" y="45"/>
              </a:cxn>
              <a:cxn ang="0">
                <a:pos x="127" y="67"/>
              </a:cxn>
            </a:cxnLst>
            <a:rect l="0" t="0" r="r" b="b"/>
            <a:pathLst>
              <a:path w="127" h="119">
                <a:moveTo>
                  <a:pt x="65" y="22"/>
                </a:moveTo>
                <a:lnTo>
                  <a:pt x="26" y="45"/>
                </a:lnTo>
                <a:lnTo>
                  <a:pt x="0" y="26"/>
                </a:lnTo>
                <a:lnTo>
                  <a:pt x="39" y="0"/>
                </a:lnTo>
                <a:lnTo>
                  <a:pt x="65" y="22"/>
                </a:lnTo>
                <a:close/>
                <a:moveTo>
                  <a:pt x="65" y="69"/>
                </a:moveTo>
                <a:lnTo>
                  <a:pt x="39" y="91"/>
                </a:lnTo>
                <a:lnTo>
                  <a:pt x="0" y="67"/>
                </a:lnTo>
                <a:lnTo>
                  <a:pt x="26" y="45"/>
                </a:lnTo>
                <a:lnTo>
                  <a:pt x="65" y="69"/>
                </a:lnTo>
                <a:close/>
                <a:moveTo>
                  <a:pt x="101" y="97"/>
                </a:moveTo>
                <a:lnTo>
                  <a:pt x="65" y="119"/>
                </a:lnTo>
                <a:lnTo>
                  <a:pt x="65" y="119"/>
                </a:lnTo>
                <a:lnTo>
                  <a:pt x="65" y="119"/>
                </a:lnTo>
                <a:lnTo>
                  <a:pt x="65" y="119"/>
                </a:lnTo>
                <a:lnTo>
                  <a:pt x="65" y="119"/>
                </a:lnTo>
                <a:lnTo>
                  <a:pt x="26" y="97"/>
                </a:lnTo>
                <a:lnTo>
                  <a:pt x="26" y="89"/>
                </a:lnTo>
                <a:lnTo>
                  <a:pt x="39" y="95"/>
                </a:lnTo>
                <a:lnTo>
                  <a:pt x="65" y="74"/>
                </a:lnTo>
                <a:lnTo>
                  <a:pt x="65" y="74"/>
                </a:lnTo>
                <a:lnTo>
                  <a:pt x="65" y="74"/>
                </a:lnTo>
                <a:lnTo>
                  <a:pt x="65" y="74"/>
                </a:lnTo>
                <a:lnTo>
                  <a:pt x="65" y="74"/>
                </a:lnTo>
                <a:lnTo>
                  <a:pt x="91" y="95"/>
                </a:lnTo>
                <a:lnTo>
                  <a:pt x="101" y="89"/>
                </a:lnTo>
                <a:lnTo>
                  <a:pt x="101" y="97"/>
                </a:lnTo>
                <a:close/>
                <a:moveTo>
                  <a:pt x="127" y="26"/>
                </a:moveTo>
                <a:lnTo>
                  <a:pt x="101" y="45"/>
                </a:lnTo>
                <a:lnTo>
                  <a:pt x="65" y="22"/>
                </a:lnTo>
                <a:lnTo>
                  <a:pt x="91" y="0"/>
                </a:lnTo>
                <a:lnTo>
                  <a:pt x="127" y="26"/>
                </a:lnTo>
                <a:close/>
                <a:moveTo>
                  <a:pt x="127" y="67"/>
                </a:moveTo>
                <a:lnTo>
                  <a:pt x="91" y="91"/>
                </a:lnTo>
                <a:lnTo>
                  <a:pt x="65" y="69"/>
                </a:lnTo>
                <a:lnTo>
                  <a:pt x="101" y="45"/>
                </a:lnTo>
                <a:lnTo>
                  <a:pt x="127" y="67"/>
                </a:ln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HarmonyOS Sans SC Medium" panose="00000600000000000000" pitchFamily="2" charset="-122"/>
              <a:ea typeface="HarmonyOS Sans SC Medium" panose="00000600000000000000" pitchFamily="2" charset="-122"/>
            </a:endParaRPr>
          </a:p>
        </p:txBody>
      </p:sp>
      <p:grpSp>
        <p:nvGrpSpPr>
          <p:cNvPr id="308" name="组合 307">
            <a:extLst>
              <a:ext uri="{FF2B5EF4-FFF2-40B4-BE49-F238E27FC236}">
                <a16:creationId xmlns:a16="http://schemas.microsoft.com/office/drawing/2014/main" id="{A55232B1-3BC3-B655-9B7E-EB4A2F238EFE}"/>
              </a:ext>
            </a:extLst>
          </p:cNvPr>
          <p:cNvGrpSpPr/>
          <p:nvPr/>
        </p:nvGrpSpPr>
        <p:grpSpPr>
          <a:xfrm>
            <a:off x="9242904" y="3477942"/>
            <a:ext cx="876440" cy="625845"/>
            <a:chOff x="4778117" y="1400487"/>
            <a:chExt cx="815793" cy="582538"/>
          </a:xfrm>
        </p:grpSpPr>
        <p:sp>
          <p:nvSpPr>
            <p:cNvPr id="309" name="菱形 308">
              <a:extLst>
                <a:ext uri="{FF2B5EF4-FFF2-40B4-BE49-F238E27FC236}">
                  <a16:creationId xmlns:a16="http://schemas.microsoft.com/office/drawing/2014/main" id="{712DD6D8-EF8D-1B31-A078-FE8BC5674C58}"/>
                </a:ext>
              </a:extLst>
            </p:cNvPr>
            <p:cNvSpPr/>
            <p:nvPr/>
          </p:nvSpPr>
          <p:spPr>
            <a:xfrm>
              <a:off x="4778117" y="1530463"/>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310" name="组合 309">
              <a:extLst>
                <a:ext uri="{FF2B5EF4-FFF2-40B4-BE49-F238E27FC236}">
                  <a16:creationId xmlns:a16="http://schemas.microsoft.com/office/drawing/2014/main" id="{4B1E06C7-1AC8-E258-32C8-E595E40A755F}"/>
                </a:ext>
              </a:extLst>
            </p:cNvPr>
            <p:cNvGrpSpPr/>
            <p:nvPr/>
          </p:nvGrpSpPr>
          <p:grpSpPr>
            <a:xfrm>
              <a:off x="4876554" y="1400487"/>
              <a:ext cx="620945" cy="495547"/>
              <a:chOff x="2883576" y="2528237"/>
              <a:chExt cx="620945" cy="495547"/>
            </a:xfrm>
          </p:grpSpPr>
          <p:grpSp>
            <p:nvGrpSpPr>
              <p:cNvPr id="311" name="组合 310">
                <a:extLst>
                  <a:ext uri="{FF2B5EF4-FFF2-40B4-BE49-F238E27FC236}">
                    <a16:creationId xmlns:a16="http://schemas.microsoft.com/office/drawing/2014/main" id="{C036EDED-096F-0108-071A-723CF75CA3A2}"/>
                  </a:ext>
                </a:extLst>
              </p:cNvPr>
              <p:cNvGrpSpPr/>
              <p:nvPr/>
            </p:nvGrpSpPr>
            <p:grpSpPr>
              <a:xfrm>
                <a:off x="2883576" y="2621661"/>
                <a:ext cx="620945" cy="402123"/>
                <a:chOff x="6512018" y="615964"/>
                <a:chExt cx="1370013" cy="930275"/>
              </a:xfrm>
            </p:grpSpPr>
            <p:sp>
              <p:nvSpPr>
                <p:cNvPr id="316" name="Freeform 14">
                  <a:extLst>
                    <a:ext uri="{FF2B5EF4-FFF2-40B4-BE49-F238E27FC236}">
                      <a16:creationId xmlns:a16="http://schemas.microsoft.com/office/drawing/2014/main" id="{F17F92E4-3D2A-D74A-E295-E2B09AE3A761}"/>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17" name="Freeform 15">
                  <a:extLst>
                    <a:ext uri="{FF2B5EF4-FFF2-40B4-BE49-F238E27FC236}">
                      <a16:creationId xmlns:a16="http://schemas.microsoft.com/office/drawing/2014/main" id="{D9441797-98D7-08EC-7EDC-335BDD21C4F6}"/>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18" name="Freeform 16">
                  <a:extLst>
                    <a:ext uri="{FF2B5EF4-FFF2-40B4-BE49-F238E27FC236}">
                      <a16:creationId xmlns:a16="http://schemas.microsoft.com/office/drawing/2014/main" id="{BB48FDEB-8B82-DCC9-23D9-0B0B7E6660A0}"/>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312" name="组合 311">
                <a:extLst>
                  <a:ext uri="{FF2B5EF4-FFF2-40B4-BE49-F238E27FC236}">
                    <a16:creationId xmlns:a16="http://schemas.microsoft.com/office/drawing/2014/main" id="{236F9BD2-7B16-AF7F-D44F-041188A3D871}"/>
                  </a:ext>
                </a:extLst>
              </p:cNvPr>
              <p:cNvGrpSpPr/>
              <p:nvPr/>
            </p:nvGrpSpPr>
            <p:grpSpPr>
              <a:xfrm>
                <a:off x="2883576" y="2528237"/>
                <a:ext cx="620945" cy="402123"/>
                <a:chOff x="6512018" y="615964"/>
                <a:chExt cx="1370013" cy="930275"/>
              </a:xfrm>
            </p:grpSpPr>
            <p:sp>
              <p:nvSpPr>
                <p:cNvPr id="313" name="Freeform 14">
                  <a:extLst>
                    <a:ext uri="{FF2B5EF4-FFF2-40B4-BE49-F238E27FC236}">
                      <a16:creationId xmlns:a16="http://schemas.microsoft.com/office/drawing/2014/main" id="{EC0F46F4-33CF-68B2-4938-B60877E1FF16}"/>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14" name="Freeform 15">
                  <a:extLst>
                    <a:ext uri="{FF2B5EF4-FFF2-40B4-BE49-F238E27FC236}">
                      <a16:creationId xmlns:a16="http://schemas.microsoft.com/office/drawing/2014/main" id="{C3C19548-0011-383D-ED5B-AAFEA9984221}"/>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15" name="Freeform 16">
                  <a:extLst>
                    <a:ext uri="{FF2B5EF4-FFF2-40B4-BE49-F238E27FC236}">
                      <a16:creationId xmlns:a16="http://schemas.microsoft.com/office/drawing/2014/main" id="{ECCA2BB6-372C-7525-21F6-C549E8A5FD0E}"/>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grpSp>
        <p:nvGrpSpPr>
          <p:cNvPr id="319" name="组合 318">
            <a:extLst>
              <a:ext uri="{FF2B5EF4-FFF2-40B4-BE49-F238E27FC236}">
                <a16:creationId xmlns:a16="http://schemas.microsoft.com/office/drawing/2014/main" id="{AC52B2E4-FD09-121C-9474-EDD94088A34D}"/>
              </a:ext>
            </a:extLst>
          </p:cNvPr>
          <p:cNvGrpSpPr/>
          <p:nvPr/>
        </p:nvGrpSpPr>
        <p:grpSpPr>
          <a:xfrm>
            <a:off x="7191854" y="3127243"/>
            <a:ext cx="876440" cy="625845"/>
            <a:chOff x="4778117" y="1400487"/>
            <a:chExt cx="815793" cy="582538"/>
          </a:xfrm>
        </p:grpSpPr>
        <p:sp>
          <p:nvSpPr>
            <p:cNvPr id="320" name="菱形 319">
              <a:extLst>
                <a:ext uri="{FF2B5EF4-FFF2-40B4-BE49-F238E27FC236}">
                  <a16:creationId xmlns:a16="http://schemas.microsoft.com/office/drawing/2014/main" id="{C62D30CD-999D-C910-E6AE-DE6B0AE3C2E9}"/>
                </a:ext>
              </a:extLst>
            </p:cNvPr>
            <p:cNvSpPr/>
            <p:nvPr/>
          </p:nvSpPr>
          <p:spPr>
            <a:xfrm>
              <a:off x="4778117" y="1530463"/>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321" name="组合 320">
              <a:extLst>
                <a:ext uri="{FF2B5EF4-FFF2-40B4-BE49-F238E27FC236}">
                  <a16:creationId xmlns:a16="http://schemas.microsoft.com/office/drawing/2014/main" id="{C7D469F0-B0C7-9E07-117A-3E858C3CE093}"/>
                </a:ext>
              </a:extLst>
            </p:cNvPr>
            <p:cNvGrpSpPr/>
            <p:nvPr/>
          </p:nvGrpSpPr>
          <p:grpSpPr>
            <a:xfrm>
              <a:off x="4876554" y="1400487"/>
              <a:ext cx="620945" cy="495547"/>
              <a:chOff x="2883576" y="2528237"/>
              <a:chExt cx="620945" cy="495547"/>
            </a:xfrm>
          </p:grpSpPr>
          <p:grpSp>
            <p:nvGrpSpPr>
              <p:cNvPr id="322" name="组合 321">
                <a:extLst>
                  <a:ext uri="{FF2B5EF4-FFF2-40B4-BE49-F238E27FC236}">
                    <a16:creationId xmlns:a16="http://schemas.microsoft.com/office/drawing/2014/main" id="{36BCC411-45B9-91F8-8E83-76442F3A1CA4}"/>
                  </a:ext>
                </a:extLst>
              </p:cNvPr>
              <p:cNvGrpSpPr/>
              <p:nvPr/>
            </p:nvGrpSpPr>
            <p:grpSpPr>
              <a:xfrm>
                <a:off x="2883576" y="2621661"/>
                <a:ext cx="620945" cy="402123"/>
                <a:chOff x="6512018" y="615964"/>
                <a:chExt cx="1370013" cy="930275"/>
              </a:xfrm>
            </p:grpSpPr>
            <p:sp>
              <p:nvSpPr>
                <p:cNvPr id="327" name="Freeform 14">
                  <a:extLst>
                    <a:ext uri="{FF2B5EF4-FFF2-40B4-BE49-F238E27FC236}">
                      <a16:creationId xmlns:a16="http://schemas.microsoft.com/office/drawing/2014/main" id="{E22AC7A3-EE07-80E6-8EFD-D7C949D8195D}"/>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28" name="Freeform 15">
                  <a:extLst>
                    <a:ext uri="{FF2B5EF4-FFF2-40B4-BE49-F238E27FC236}">
                      <a16:creationId xmlns:a16="http://schemas.microsoft.com/office/drawing/2014/main" id="{7228E0DD-967D-4F70-AF0E-B3BF3F48EF38}"/>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29" name="Freeform 16">
                  <a:extLst>
                    <a:ext uri="{FF2B5EF4-FFF2-40B4-BE49-F238E27FC236}">
                      <a16:creationId xmlns:a16="http://schemas.microsoft.com/office/drawing/2014/main" id="{0D8B037C-F2F1-EE94-92D0-9CB224448AF5}"/>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323" name="组合 322">
                <a:extLst>
                  <a:ext uri="{FF2B5EF4-FFF2-40B4-BE49-F238E27FC236}">
                    <a16:creationId xmlns:a16="http://schemas.microsoft.com/office/drawing/2014/main" id="{E9182BB6-2672-1223-AA52-D88F7905C8D0}"/>
                  </a:ext>
                </a:extLst>
              </p:cNvPr>
              <p:cNvGrpSpPr/>
              <p:nvPr/>
            </p:nvGrpSpPr>
            <p:grpSpPr>
              <a:xfrm>
                <a:off x="2883576" y="2528237"/>
                <a:ext cx="620945" cy="402123"/>
                <a:chOff x="6512018" y="615964"/>
                <a:chExt cx="1370013" cy="930275"/>
              </a:xfrm>
            </p:grpSpPr>
            <p:sp>
              <p:nvSpPr>
                <p:cNvPr id="324" name="Freeform 14">
                  <a:extLst>
                    <a:ext uri="{FF2B5EF4-FFF2-40B4-BE49-F238E27FC236}">
                      <a16:creationId xmlns:a16="http://schemas.microsoft.com/office/drawing/2014/main" id="{2918D8FA-E275-9205-F887-3E533012B30A}"/>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25" name="Freeform 15">
                  <a:extLst>
                    <a:ext uri="{FF2B5EF4-FFF2-40B4-BE49-F238E27FC236}">
                      <a16:creationId xmlns:a16="http://schemas.microsoft.com/office/drawing/2014/main" id="{92025583-E8DE-AB5F-DADC-AC25ED57075F}"/>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26" name="Freeform 16">
                  <a:extLst>
                    <a:ext uri="{FF2B5EF4-FFF2-40B4-BE49-F238E27FC236}">
                      <a16:creationId xmlns:a16="http://schemas.microsoft.com/office/drawing/2014/main" id="{44FA5C19-DEA0-2ED4-2606-E6591690454F}"/>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grpSp>
        <p:nvGrpSpPr>
          <p:cNvPr id="330" name="组合 329">
            <a:extLst>
              <a:ext uri="{FF2B5EF4-FFF2-40B4-BE49-F238E27FC236}">
                <a16:creationId xmlns:a16="http://schemas.microsoft.com/office/drawing/2014/main" id="{521B51E0-CA5A-186F-73DC-4243B06D5792}"/>
              </a:ext>
            </a:extLst>
          </p:cNvPr>
          <p:cNvGrpSpPr/>
          <p:nvPr/>
        </p:nvGrpSpPr>
        <p:grpSpPr>
          <a:xfrm>
            <a:off x="8552331" y="3883189"/>
            <a:ext cx="876440" cy="625845"/>
            <a:chOff x="4778117" y="1400487"/>
            <a:chExt cx="815793" cy="582538"/>
          </a:xfrm>
        </p:grpSpPr>
        <p:sp>
          <p:nvSpPr>
            <p:cNvPr id="331" name="菱形 330">
              <a:extLst>
                <a:ext uri="{FF2B5EF4-FFF2-40B4-BE49-F238E27FC236}">
                  <a16:creationId xmlns:a16="http://schemas.microsoft.com/office/drawing/2014/main" id="{EAF1987A-83E8-BD75-46E4-B7809AA22D8C}"/>
                </a:ext>
              </a:extLst>
            </p:cNvPr>
            <p:cNvSpPr/>
            <p:nvPr/>
          </p:nvSpPr>
          <p:spPr>
            <a:xfrm>
              <a:off x="4778117" y="1530463"/>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332" name="组合 331">
              <a:extLst>
                <a:ext uri="{FF2B5EF4-FFF2-40B4-BE49-F238E27FC236}">
                  <a16:creationId xmlns:a16="http://schemas.microsoft.com/office/drawing/2014/main" id="{113B2E8C-833E-15F3-44B3-3524D5013149}"/>
                </a:ext>
              </a:extLst>
            </p:cNvPr>
            <p:cNvGrpSpPr/>
            <p:nvPr/>
          </p:nvGrpSpPr>
          <p:grpSpPr>
            <a:xfrm>
              <a:off x="4876554" y="1400487"/>
              <a:ext cx="620945" cy="495547"/>
              <a:chOff x="2883576" y="2528237"/>
              <a:chExt cx="620945" cy="495547"/>
            </a:xfrm>
          </p:grpSpPr>
          <p:grpSp>
            <p:nvGrpSpPr>
              <p:cNvPr id="333" name="组合 332">
                <a:extLst>
                  <a:ext uri="{FF2B5EF4-FFF2-40B4-BE49-F238E27FC236}">
                    <a16:creationId xmlns:a16="http://schemas.microsoft.com/office/drawing/2014/main" id="{ED6B2B99-B077-8FCC-F2CA-8DB28F8DB6AE}"/>
                  </a:ext>
                </a:extLst>
              </p:cNvPr>
              <p:cNvGrpSpPr/>
              <p:nvPr/>
            </p:nvGrpSpPr>
            <p:grpSpPr>
              <a:xfrm>
                <a:off x="2883576" y="2621661"/>
                <a:ext cx="620945" cy="402123"/>
                <a:chOff x="6512018" y="615964"/>
                <a:chExt cx="1370013" cy="930275"/>
              </a:xfrm>
            </p:grpSpPr>
            <p:sp>
              <p:nvSpPr>
                <p:cNvPr id="338" name="Freeform 14">
                  <a:extLst>
                    <a:ext uri="{FF2B5EF4-FFF2-40B4-BE49-F238E27FC236}">
                      <a16:creationId xmlns:a16="http://schemas.microsoft.com/office/drawing/2014/main" id="{9CC6F203-0210-0B6D-1D5D-6C42AB80A4DE}"/>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39" name="Freeform 15">
                  <a:extLst>
                    <a:ext uri="{FF2B5EF4-FFF2-40B4-BE49-F238E27FC236}">
                      <a16:creationId xmlns:a16="http://schemas.microsoft.com/office/drawing/2014/main" id="{18E932AB-2F26-0CAD-EEE2-9C6E2B6E691E}"/>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40" name="Freeform 16">
                  <a:extLst>
                    <a:ext uri="{FF2B5EF4-FFF2-40B4-BE49-F238E27FC236}">
                      <a16:creationId xmlns:a16="http://schemas.microsoft.com/office/drawing/2014/main" id="{19469D6A-1E76-96DF-82B6-96579EDC146D}"/>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334" name="组合 333">
                <a:extLst>
                  <a:ext uri="{FF2B5EF4-FFF2-40B4-BE49-F238E27FC236}">
                    <a16:creationId xmlns:a16="http://schemas.microsoft.com/office/drawing/2014/main" id="{A871D4C9-0436-F72F-C669-96380642783A}"/>
                  </a:ext>
                </a:extLst>
              </p:cNvPr>
              <p:cNvGrpSpPr/>
              <p:nvPr/>
            </p:nvGrpSpPr>
            <p:grpSpPr>
              <a:xfrm>
                <a:off x="2883576" y="2528237"/>
                <a:ext cx="620945" cy="402123"/>
                <a:chOff x="6512018" y="615964"/>
                <a:chExt cx="1370013" cy="930275"/>
              </a:xfrm>
            </p:grpSpPr>
            <p:sp>
              <p:nvSpPr>
                <p:cNvPr id="335" name="Freeform 14">
                  <a:extLst>
                    <a:ext uri="{FF2B5EF4-FFF2-40B4-BE49-F238E27FC236}">
                      <a16:creationId xmlns:a16="http://schemas.microsoft.com/office/drawing/2014/main" id="{CCA586A3-AA0A-E9BB-7CC0-FB8C0E1DD3E7}"/>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36" name="Freeform 15">
                  <a:extLst>
                    <a:ext uri="{FF2B5EF4-FFF2-40B4-BE49-F238E27FC236}">
                      <a16:creationId xmlns:a16="http://schemas.microsoft.com/office/drawing/2014/main" id="{912FA763-4107-CD45-9FD6-DB981FDF5844}"/>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37" name="Freeform 16">
                  <a:extLst>
                    <a:ext uri="{FF2B5EF4-FFF2-40B4-BE49-F238E27FC236}">
                      <a16:creationId xmlns:a16="http://schemas.microsoft.com/office/drawing/2014/main" id="{A74EB445-4354-F84F-AECF-A5DB22E58A99}"/>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grpSp>
        <p:nvGrpSpPr>
          <p:cNvPr id="341" name="组合 340">
            <a:extLst>
              <a:ext uri="{FF2B5EF4-FFF2-40B4-BE49-F238E27FC236}">
                <a16:creationId xmlns:a16="http://schemas.microsoft.com/office/drawing/2014/main" id="{9FB77488-4EBB-F3E3-36F0-6AE62A416B7D}"/>
              </a:ext>
            </a:extLst>
          </p:cNvPr>
          <p:cNvGrpSpPr/>
          <p:nvPr/>
        </p:nvGrpSpPr>
        <p:grpSpPr>
          <a:xfrm>
            <a:off x="7297609" y="4843991"/>
            <a:ext cx="876440" cy="625845"/>
            <a:chOff x="4778117" y="1400487"/>
            <a:chExt cx="815793" cy="582538"/>
          </a:xfrm>
        </p:grpSpPr>
        <p:sp>
          <p:nvSpPr>
            <p:cNvPr id="342" name="菱形 341">
              <a:extLst>
                <a:ext uri="{FF2B5EF4-FFF2-40B4-BE49-F238E27FC236}">
                  <a16:creationId xmlns:a16="http://schemas.microsoft.com/office/drawing/2014/main" id="{91D7FD9F-1585-1F46-7557-70740A3ED529}"/>
                </a:ext>
              </a:extLst>
            </p:cNvPr>
            <p:cNvSpPr/>
            <p:nvPr/>
          </p:nvSpPr>
          <p:spPr>
            <a:xfrm>
              <a:off x="4778117" y="1530463"/>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343" name="组合 342">
              <a:extLst>
                <a:ext uri="{FF2B5EF4-FFF2-40B4-BE49-F238E27FC236}">
                  <a16:creationId xmlns:a16="http://schemas.microsoft.com/office/drawing/2014/main" id="{BBE25495-8C47-DA0F-62F5-4560098DDF6E}"/>
                </a:ext>
              </a:extLst>
            </p:cNvPr>
            <p:cNvGrpSpPr/>
            <p:nvPr/>
          </p:nvGrpSpPr>
          <p:grpSpPr>
            <a:xfrm>
              <a:off x="4876554" y="1400487"/>
              <a:ext cx="620945" cy="495547"/>
              <a:chOff x="2883576" y="2528237"/>
              <a:chExt cx="620945" cy="495547"/>
            </a:xfrm>
          </p:grpSpPr>
          <p:grpSp>
            <p:nvGrpSpPr>
              <p:cNvPr id="344" name="组合 343">
                <a:extLst>
                  <a:ext uri="{FF2B5EF4-FFF2-40B4-BE49-F238E27FC236}">
                    <a16:creationId xmlns:a16="http://schemas.microsoft.com/office/drawing/2014/main" id="{9800E24C-40C1-F255-686A-5DB429A97356}"/>
                  </a:ext>
                </a:extLst>
              </p:cNvPr>
              <p:cNvGrpSpPr/>
              <p:nvPr/>
            </p:nvGrpSpPr>
            <p:grpSpPr>
              <a:xfrm>
                <a:off x="2883576" y="2621661"/>
                <a:ext cx="620945" cy="402123"/>
                <a:chOff x="6512018" y="615964"/>
                <a:chExt cx="1370013" cy="930275"/>
              </a:xfrm>
            </p:grpSpPr>
            <p:sp>
              <p:nvSpPr>
                <p:cNvPr id="349" name="Freeform 14">
                  <a:extLst>
                    <a:ext uri="{FF2B5EF4-FFF2-40B4-BE49-F238E27FC236}">
                      <a16:creationId xmlns:a16="http://schemas.microsoft.com/office/drawing/2014/main" id="{052BA010-D8E4-AD75-F4DC-A62CEE7EB0F7}"/>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50" name="Freeform 15">
                  <a:extLst>
                    <a:ext uri="{FF2B5EF4-FFF2-40B4-BE49-F238E27FC236}">
                      <a16:creationId xmlns:a16="http://schemas.microsoft.com/office/drawing/2014/main" id="{2FB142B5-CEC8-B883-C5F1-19CE2B0D1DC1}"/>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51" name="Freeform 16">
                  <a:extLst>
                    <a:ext uri="{FF2B5EF4-FFF2-40B4-BE49-F238E27FC236}">
                      <a16:creationId xmlns:a16="http://schemas.microsoft.com/office/drawing/2014/main" id="{23057CE7-9028-C1B2-B91B-E37CDE570CDD}"/>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345" name="组合 344">
                <a:extLst>
                  <a:ext uri="{FF2B5EF4-FFF2-40B4-BE49-F238E27FC236}">
                    <a16:creationId xmlns:a16="http://schemas.microsoft.com/office/drawing/2014/main" id="{B32A2BC1-1869-B4FA-D916-3908587E9461}"/>
                  </a:ext>
                </a:extLst>
              </p:cNvPr>
              <p:cNvGrpSpPr/>
              <p:nvPr/>
            </p:nvGrpSpPr>
            <p:grpSpPr>
              <a:xfrm>
                <a:off x="2883576" y="2528237"/>
                <a:ext cx="620945" cy="402123"/>
                <a:chOff x="6512018" y="615964"/>
                <a:chExt cx="1370013" cy="930275"/>
              </a:xfrm>
            </p:grpSpPr>
            <p:sp>
              <p:nvSpPr>
                <p:cNvPr id="346" name="Freeform 14">
                  <a:extLst>
                    <a:ext uri="{FF2B5EF4-FFF2-40B4-BE49-F238E27FC236}">
                      <a16:creationId xmlns:a16="http://schemas.microsoft.com/office/drawing/2014/main" id="{AD83CD88-9906-2717-519E-1570CE10CB2C}"/>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47" name="Freeform 15">
                  <a:extLst>
                    <a:ext uri="{FF2B5EF4-FFF2-40B4-BE49-F238E27FC236}">
                      <a16:creationId xmlns:a16="http://schemas.microsoft.com/office/drawing/2014/main" id="{DE684CF6-65E5-74F9-00AB-0BE225566E21}"/>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48" name="Freeform 16">
                  <a:extLst>
                    <a:ext uri="{FF2B5EF4-FFF2-40B4-BE49-F238E27FC236}">
                      <a16:creationId xmlns:a16="http://schemas.microsoft.com/office/drawing/2014/main" id="{2B3C2295-C19C-0B0B-94EF-54CAE5DEF1CC}"/>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sp>
        <p:nvSpPr>
          <p:cNvPr id="177" name="Freeform 57">
            <a:extLst>
              <a:ext uri="{FF2B5EF4-FFF2-40B4-BE49-F238E27FC236}">
                <a16:creationId xmlns:a16="http://schemas.microsoft.com/office/drawing/2014/main" id="{C7005B45-875C-DB16-10BA-FCB901E706C4}"/>
              </a:ext>
            </a:extLst>
          </p:cNvPr>
          <p:cNvSpPr>
            <a:spLocks noEditPoints="1"/>
          </p:cNvSpPr>
          <p:nvPr/>
        </p:nvSpPr>
        <p:spPr bwMode="auto">
          <a:xfrm>
            <a:off x="7624694" y="4832366"/>
            <a:ext cx="202957" cy="202957"/>
          </a:xfrm>
          <a:custGeom>
            <a:avLst/>
            <a:gdLst/>
            <a:ahLst/>
            <a:cxnLst>
              <a:cxn ang="0">
                <a:pos x="55" y="31"/>
              </a:cxn>
              <a:cxn ang="0">
                <a:pos x="54" y="33"/>
              </a:cxn>
              <a:cxn ang="0">
                <a:pos x="47" y="34"/>
              </a:cxn>
              <a:cxn ang="0">
                <a:pos x="46" y="37"/>
              </a:cxn>
              <a:cxn ang="0">
                <a:pos x="49" y="42"/>
              </a:cxn>
              <a:cxn ang="0">
                <a:pos x="50" y="43"/>
              </a:cxn>
              <a:cxn ang="0">
                <a:pos x="49" y="44"/>
              </a:cxn>
              <a:cxn ang="0">
                <a:pos x="43" y="50"/>
              </a:cxn>
              <a:cxn ang="0">
                <a:pos x="42" y="50"/>
              </a:cxn>
              <a:cxn ang="0">
                <a:pos x="37" y="46"/>
              </a:cxn>
              <a:cxn ang="0">
                <a:pos x="33" y="47"/>
              </a:cxn>
              <a:cxn ang="0">
                <a:pos x="32" y="54"/>
              </a:cxn>
              <a:cxn ang="0">
                <a:pos x="31" y="55"/>
              </a:cxn>
              <a:cxn ang="0">
                <a:pos x="23" y="55"/>
              </a:cxn>
              <a:cxn ang="0">
                <a:pos x="22" y="54"/>
              </a:cxn>
              <a:cxn ang="0">
                <a:pos x="21" y="47"/>
              </a:cxn>
              <a:cxn ang="0">
                <a:pos x="18" y="46"/>
              </a:cxn>
              <a:cxn ang="0">
                <a:pos x="13" y="50"/>
              </a:cxn>
              <a:cxn ang="0">
                <a:pos x="12" y="50"/>
              </a:cxn>
              <a:cxn ang="0">
                <a:pos x="11" y="50"/>
              </a:cxn>
              <a:cxn ang="0">
                <a:pos x="5" y="44"/>
              </a:cxn>
              <a:cxn ang="0">
                <a:pos x="5" y="43"/>
              </a:cxn>
              <a:cxn ang="0">
                <a:pos x="5" y="42"/>
              </a:cxn>
              <a:cxn ang="0">
                <a:pos x="9" y="37"/>
              </a:cxn>
              <a:cxn ang="0">
                <a:pos x="7" y="33"/>
              </a:cxn>
              <a:cxn ang="0">
                <a:pos x="1" y="33"/>
              </a:cxn>
              <a:cxn ang="0">
                <a:pos x="0" y="31"/>
              </a:cxn>
              <a:cxn ang="0">
                <a:pos x="0" y="23"/>
              </a:cxn>
              <a:cxn ang="0">
                <a:pos x="1" y="22"/>
              </a:cxn>
              <a:cxn ang="0">
                <a:pos x="7" y="21"/>
              </a:cxn>
              <a:cxn ang="0">
                <a:pos x="9" y="18"/>
              </a:cxn>
              <a:cxn ang="0">
                <a:pos x="5" y="13"/>
              </a:cxn>
              <a:cxn ang="0">
                <a:pos x="5" y="12"/>
              </a:cxn>
              <a:cxn ang="0">
                <a:pos x="5" y="11"/>
              </a:cxn>
              <a:cxn ang="0">
                <a:pos x="12" y="5"/>
              </a:cxn>
              <a:cxn ang="0">
                <a:pos x="13" y="5"/>
              </a:cxn>
              <a:cxn ang="0">
                <a:pos x="18" y="9"/>
              </a:cxn>
              <a:cxn ang="0">
                <a:pos x="21" y="8"/>
              </a:cxn>
              <a:cxn ang="0">
                <a:pos x="22" y="1"/>
              </a:cxn>
              <a:cxn ang="0">
                <a:pos x="23" y="0"/>
              </a:cxn>
              <a:cxn ang="0">
                <a:pos x="31" y="0"/>
              </a:cxn>
              <a:cxn ang="0">
                <a:pos x="32" y="1"/>
              </a:cxn>
              <a:cxn ang="0">
                <a:pos x="33" y="8"/>
              </a:cxn>
              <a:cxn ang="0">
                <a:pos x="37" y="9"/>
              </a:cxn>
              <a:cxn ang="0">
                <a:pos x="42" y="5"/>
              </a:cxn>
              <a:cxn ang="0">
                <a:pos x="43" y="5"/>
              </a:cxn>
              <a:cxn ang="0">
                <a:pos x="43" y="5"/>
              </a:cxn>
              <a:cxn ang="0">
                <a:pos x="49" y="11"/>
              </a:cxn>
              <a:cxn ang="0">
                <a:pos x="50" y="12"/>
              </a:cxn>
              <a:cxn ang="0">
                <a:pos x="49" y="13"/>
              </a:cxn>
              <a:cxn ang="0">
                <a:pos x="46" y="18"/>
              </a:cxn>
              <a:cxn ang="0">
                <a:pos x="47" y="21"/>
              </a:cxn>
              <a:cxn ang="0">
                <a:pos x="54" y="22"/>
              </a:cxn>
              <a:cxn ang="0">
                <a:pos x="55" y="23"/>
              </a:cxn>
              <a:cxn ang="0">
                <a:pos x="55" y="31"/>
              </a:cxn>
              <a:cxn ang="0">
                <a:pos x="27" y="18"/>
              </a:cxn>
              <a:cxn ang="0">
                <a:pos x="18" y="27"/>
              </a:cxn>
              <a:cxn ang="0">
                <a:pos x="27" y="36"/>
              </a:cxn>
              <a:cxn ang="0">
                <a:pos x="36" y="27"/>
              </a:cxn>
              <a:cxn ang="0">
                <a:pos x="27" y="18"/>
              </a:cxn>
            </a:cxnLst>
            <a:rect l="0" t="0" r="r" b="b"/>
            <a:pathLst>
              <a:path w="55" h="55">
                <a:moveTo>
                  <a:pt x="55" y="31"/>
                </a:moveTo>
                <a:cubicBezTo>
                  <a:pt x="55" y="32"/>
                  <a:pt x="54" y="33"/>
                  <a:pt x="54" y="33"/>
                </a:cubicBezTo>
                <a:cubicBezTo>
                  <a:pt x="47" y="34"/>
                  <a:pt x="47" y="34"/>
                  <a:pt x="47" y="34"/>
                </a:cubicBezTo>
                <a:cubicBezTo>
                  <a:pt x="47" y="35"/>
                  <a:pt x="46" y="36"/>
                  <a:pt x="46" y="37"/>
                </a:cubicBezTo>
                <a:cubicBezTo>
                  <a:pt x="47" y="39"/>
                  <a:pt x="48" y="40"/>
                  <a:pt x="49" y="42"/>
                </a:cubicBezTo>
                <a:cubicBezTo>
                  <a:pt x="50" y="42"/>
                  <a:pt x="50" y="42"/>
                  <a:pt x="50" y="43"/>
                </a:cubicBezTo>
                <a:cubicBezTo>
                  <a:pt x="50" y="43"/>
                  <a:pt x="50" y="43"/>
                  <a:pt x="49" y="44"/>
                </a:cubicBezTo>
                <a:cubicBezTo>
                  <a:pt x="49" y="45"/>
                  <a:pt x="44" y="50"/>
                  <a:pt x="43" y="50"/>
                </a:cubicBezTo>
                <a:cubicBezTo>
                  <a:pt x="42" y="50"/>
                  <a:pt x="42" y="50"/>
                  <a:pt x="42" y="50"/>
                </a:cubicBezTo>
                <a:cubicBezTo>
                  <a:pt x="37" y="46"/>
                  <a:pt x="37" y="46"/>
                  <a:pt x="37" y="46"/>
                </a:cubicBezTo>
                <a:cubicBezTo>
                  <a:pt x="36" y="46"/>
                  <a:pt x="35" y="47"/>
                  <a:pt x="33" y="47"/>
                </a:cubicBezTo>
                <a:cubicBezTo>
                  <a:pt x="33" y="49"/>
                  <a:pt x="33" y="52"/>
                  <a:pt x="32" y="54"/>
                </a:cubicBezTo>
                <a:cubicBezTo>
                  <a:pt x="32" y="54"/>
                  <a:pt x="32" y="55"/>
                  <a:pt x="31" y="55"/>
                </a:cubicBezTo>
                <a:cubicBezTo>
                  <a:pt x="23" y="55"/>
                  <a:pt x="23" y="55"/>
                  <a:pt x="23" y="55"/>
                </a:cubicBezTo>
                <a:cubicBezTo>
                  <a:pt x="23" y="55"/>
                  <a:pt x="22" y="54"/>
                  <a:pt x="22" y="54"/>
                </a:cubicBezTo>
                <a:cubicBezTo>
                  <a:pt x="21" y="47"/>
                  <a:pt x="21" y="47"/>
                  <a:pt x="21" y="47"/>
                </a:cubicBezTo>
                <a:cubicBezTo>
                  <a:pt x="20" y="47"/>
                  <a:pt x="19" y="46"/>
                  <a:pt x="18" y="46"/>
                </a:cubicBezTo>
                <a:cubicBezTo>
                  <a:pt x="13" y="50"/>
                  <a:pt x="13" y="50"/>
                  <a:pt x="13" y="50"/>
                </a:cubicBezTo>
                <a:cubicBezTo>
                  <a:pt x="12" y="50"/>
                  <a:pt x="12" y="50"/>
                  <a:pt x="12" y="50"/>
                </a:cubicBezTo>
                <a:cubicBezTo>
                  <a:pt x="11" y="50"/>
                  <a:pt x="11" y="50"/>
                  <a:pt x="11" y="50"/>
                </a:cubicBezTo>
                <a:cubicBezTo>
                  <a:pt x="9" y="48"/>
                  <a:pt x="7" y="46"/>
                  <a:pt x="5" y="44"/>
                </a:cubicBezTo>
                <a:cubicBezTo>
                  <a:pt x="5" y="43"/>
                  <a:pt x="5" y="43"/>
                  <a:pt x="5" y="43"/>
                </a:cubicBezTo>
                <a:cubicBezTo>
                  <a:pt x="5" y="42"/>
                  <a:pt x="5" y="42"/>
                  <a:pt x="5" y="42"/>
                </a:cubicBezTo>
                <a:cubicBezTo>
                  <a:pt x="6" y="40"/>
                  <a:pt x="8" y="39"/>
                  <a:pt x="9" y="37"/>
                </a:cubicBezTo>
                <a:cubicBezTo>
                  <a:pt x="8" y="36"/>
                  <a:pt x="8" y="35"/>
                  <a:pt x="7" y="33"/>
                </a:cubicBezTo>
                <a:cubicBezTo>
                  <a:pt x="1" y="33"/>
                  <a:pt x="1" y="33"/>
                  <a:pt x="1" y="33"/>
                </a:cubicBezTo>
                <a:cubicBezTo>
                  <a:pt x="0" y="32"/>
                  <a:pt x="0" y="32"/>
                  <a:pt x="0" y="31"/>
                </a:cubicBezTo>
                <a:cubicBezTo>
                  <a:pt x="0" y="23"/>
                  <a:pt x="0" y="23"/>
                  <a:pt x="0" y="23"/>
                </a:cubicBezTo>
                <a:cubicBezTo>
                  <a:pt x="0" y="23"/>
                  <a:pt x="0" y="22"/>
                  <a:pt x="1" y="22"/>
                </a:cubicBezTo>
                <a:cubicBezTo>
                  <a:pt x="7" y="21"/>
                  <a:pt x="7" y="21"/>
                  <a:pt x="7" y="21"/>
                </a:cubicBezTo>
                <a:cubicBezTo>
                  <a:pt x="8" y="20"/>
                  <a:pt x="8" y="19"/>
                  <a:pt x="9" y="18"/>
                </a:cubicBezTo>
                <a:cubicBezTo>
                  <a:pt x="8" y="16"/>
                  <a:pt x="6" y="14"/>
                  <a:pt x="5" y="13"/>
                </a:cubicBezTo>
                <a:cubicBezTo>
                  <a:pt x="5" y="13"/>
                  <a:pt x="5" y="12"/>
                  <a:pt x="5" y="12"/>
                </a:cubicBezTo>
                <a:cubicBezTo>
                  <a:pt x="5" y="12"/>
                  <a:pt x="5" y="11"/>
                  <a:pt x="5" y="11"/>
                </a:cubicBezTo>
                <a:cubicBezTo>
                  <a:pt x="6" y="10"/>
                  <a:pt x="11" y="5"/>
                  <a:pt x="12" y="5"/>
                </a:cubicBezTo>
                <a:cubicBezTo>
                  <a:pt x="12" y="5"/>
                  <a:pt x="12" y="5"/>
                  <a:pt x="13" y="5"/>
                </a:cubicBezTo>
                <a:cubicBezTo>
                  <a:pt x="18" y="9"/>
                  <a:pt x="18" y="9"/>
                  <a:pt x="18" y="9"/>
                </a:cubicBezTo>
                <a:cubicBezTo>
                  <a:pt x="19" y="8"/>
                  <a:pt x="20" y="8"/>
                  <a:pt x="21" y="8"/>
                </a:cubicBezTo>
                <a:cubicBezTo>
                  <a:pt x="21" y="5"/>
                  <a:pt x="21" y="3"/>
                  <a:pt x="22" y="1"/>
                </a:cubicBezTo>
                <a:cubicBezTo>
                  <a:pt x="22" y="0"/>
                  <a:pt x="23" y="0"/>
                  <a:pt x="23" y="0"/>
                </a:cubicBezTo>
                <a:cubicBezTo>
                  <a:pt x="31" y="0"/>
                  <a:pt x="31" y="0"/>
                  <a:pt x="31" y="0"/>
                </a:cubicBezTo>
                <a:cubicBezTo>
                  <a:pt x="32" y="0"/>
                  <a:pt x="32" y="0"/>
                  <a:pt x="32" y="1"/>
                </a:cubicBezTo>
                <a:cubicBezTo>
                  <a:pt x="33" y="8"/>
                  <a:pt x="33" y="8"/>
                  <a:pt x="33" y="8"/>
                </a:cubicBezTo>
                <a:cubicBezTo>
                  <a:pt x="35" y="8"/>
                  <a:pt x="36" y="8"/>
                  <a:pt x="37" y="9"/>
                </a:cubicBezTo>
                <a:cubicBezTo>
                  <a:pt x="42" y="5"/>
                  <a:pt x="42" y="5"/>
                  <a:pt x="42" y="5"/>
                </a:cubicBezTo>
                <a:cubicBezTo>
                  <a:pt x="42" y="5"/>
                  <a:pt x="42" y="5"/>
                  <a:pt x="43" y="5"/>
                </a:cubicBezTo>
                <a:cubicBezTo>
                  <a:pt x="43" y="5"/>
                  <a:pt x="43" y="5"/>
                  <a:pt x="43" y="5"/>
                </a:cubicBezTo>
                <a:cubicBezTo>
                  <a:pt x="45" y="7"/>
                  <a:pt x="48" y="9"/>
                  <a:pt x="49" y="11"/>
                </a:cubicBezTo>
                <a:cubicBezTo>
                  <a:pt x="50" y="11"/>
                  <a:pt x="50" y="12"/>
                  <a:pt x="50" y="12"/>
                </a:cubicBezTo>
                <a:cubicBezTo>
                  <a:pt x="50" y="12"/>
                  <a:pt x="49" y="13"/>
                  <a:pt x="49" y="13"/>
                </a:cubicBezTo>
                <a:cubicBezTo>
                  <a:pt x="48" y="14"/>
                  <a:pt x="47" y="16"/>
                  <a:pt x="46" y="18"/>
                </a:cubicBezTo>
                <a:cubicBezTo>
                  <a:pt x="46" y="19"/>
                  <a:pt x="47" y="20"/>
                  <a:pt x="47" y="21"/>
                </a:cubicBezTo>
                <a:cubicBezTo>
                  <a:pt x="54" y="22"/>
                  <a:pt x="54" y="22"/>
                  <a:pt x="54" y="22"/>
                </a:cubicBezTo>
                <a:cubicBezTo>
                  <a:pt x="54" y="22"/>
                  <a:pt x="55" y="23"/>
                  <a:pt x="55" y="23"/>
                </a:cubicBezTo>
                <a:lnTo>
                  <a:pt x="55" y="31"/>
                </a:lnTo>
                <a:close/>
                <a:moveTo>
                  <a:pt x="27" y="18"/>
                </a:moveTo>
                <a:cubicBezTo>
                  <a:pt x="22" y="18"/>
                  <a:pt x="18" y="22"/>
                  <a:pt x="18" y="27"/>
                </a:cubicBezTo>
                <a:cubicBezTo>
                  <a:pt x="18" y="32"/>
                  <a:pt x="22" y="36"/>
                  <a:pt x="27" y="36"/>
                </a:cubicBezTo>
                <a:cubicBezTo>
                  <a:pt x="32" y="36"/>
                  <a:pt x="36" y="32"/>
                  <a:pt x="36" y="27"/>
                </a:cubicBezTo>
                <a:cubicBezTo>
                  <a:pt x="36" y="22"/>
                  <a:pt x="32" y="18"/>
                  <a:pt x="27" y="18"/>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HarmonyOS Sans SC Medium" panose="00000600000000000000" pitchFamily="2" charset="-122"/>
              <a:ea typeface="HarmonyOS Sans SC Medium" panose="00000600000000000000" pitchFamily="2" charset="-122"/>
            </a:endParaRPr>
          </a:p>
        </p:txBody>
      </p:sp>
      <p:grpSp>
        <p:nvGrpSpPr>
          <p:cNvPr id="352" name="组合 351">
            <a:extLst>
              <a:ext uri="{FF2B5EF4-FFF2-40B4-BE49-F238E27FC236}">
                <a16:creationId xmlns:a16="http://schemas.microsoft.com/office/drawing/2014/main" id="{06233F4B-0597-78ED-236F-944CD5782978}"/>
              </a:ext>
            </a:extLst>
          </p:cNvPr>
          <p:cNvGrpSpPr/>
          <p:nvPr/>
        </p:nvGrpSpPr>
        <p:grpSpPr>
          <a:xfrm>
            <a:off x="6198082" y="4218146"/>
            <a:ext cx="876440" cy="625845"/>
            <a:chOff x="4778117" y="1400487"/>
            <a:chExt cx="815793" cy="582538"/>
          </a:xfrm>
        </p:grpSpPr>
        <p:sp>
          <p:nvSpPr>
            <p:cNvPr id="353" name="菱形 352">
              <a:extLst>
                <a:ext uri="{FF2B5EF4-FFF2-40B4-BE49-F238E27FC236}">
                  <a16:creationId xmlns:a16="http://schemas.microsoft.com/office/drawing/2014/main" id="{9D71E12C-59E9-2DD4-59B6-C2D95FB6C768}"/>
                </a:ext>
              </a:extLst>
            </p:cNvPr>
            <p:cNvSpPr/>
            <p:nvPr/>
          </p:nvSpPr>
          <p:spPr>
            <a:xfrm>
              <a:off x="4778117" y="1530463"/>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354" name="组合 353">
              <a:extLst>
                <a:ext uri="{FF2B5EF4-FFF2-40B4-BE49-F238E27FC236}">
                  <a16:creationId xmlns:a16="http://schemas.microsoft.com/office/drawing/2014/main" id="{8E32849E-0B1B-3EE2-9004-AF8D74034DB5}"/>
                </a:ext>
              </a:extLst>
            </p:cNvPr>
            <p:cNvGrpSpPr/>
            <p:nvPr/>
          </p:nvGrpSpPr>
          <p:grpSpPr>
            <a:xfrm>
              <a:off x="4876554" y="1400487"/>
              <a:ext cx="620945" cy="495547"/>
              <a:chOff x="2883576" y="2528237"/>
              <a:chExt cx="620945" cy="495547"/>
            </a:xfrm>
          </p:grpSpPr>
          <p:grpSp>
            <p:nvGrpSpPr>
              <p:cNvPr id="355" name="组合 354">
                <a:extLst>
                  <a:ext uri="{FF2B5EF4-FFF2-40B4-BE49-F238E27FC236}">
                    <a16:creationId xmlns:a16="http://schemas.microsoft.com/office/drawing/2014/main" id="{6428E172-D8AF-332F-8107-A69AF95761BD}"/>
                  </a:ext>
                </a:extLst>
              </p:cNvPr>
              <p:cNvGrpSpPr/>
              <p:nvPr/>
            </p:nvGrpSpPr>
            <p:grpSpPr>
              <a:xfrm>
                <a:off x="2883576" y="2621661"/>
                <a:ext cx="620945" cy="402123"/>
                <a:chOff x="6512018" y="615964"/>
                <a:chExt cx="1370013" cy="930275"/>
              </a:xfrm>
            </p:grpSpPr>
            <p:sp>
              <p:nvSpPr>
                <p:cNvPr id="360" name="Freeform 14">
                  <a:extLst>
                    <a:ext uri="{FF2B5EF4-FFF2-40B4-BE49-F238E27FC236}">
                      <a16:creationId xmlns:a16="http://schemas.microsoft.com/office/drawing/2014/main" id="{6947B68A-46BE-6F8F-CF19-236AA9D1AA5E}"/>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61" name="Freeform 15">
                  <a:extLst>
                    <a:ext uri="{FF2B5EF4-FFF2-40B4-BE49-F238E27FC236}">
                      <a16:creationId xmlns:a16="http://schemas.microsoft.com/office/drawing/2014/main" id="{1BDF74AA-4B35-2C2B-8605-5869B7C12245}"/>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62" name="Freeform 16">
                  <a:extLst>
                    <a:ext uri="{FF2B5EF4-FFF2-40B4-BE49-F238E27FC236}">
                      <a16:creationId xmlns:a16="http://schemas.microsoft.com/office/drawing/2014/main" id="{166542BB-A91F-3D64-C86C-E193A6F0602F}"/>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356" name="组合 355">
                <a:extLst>
                  <a:ext uri="{FF2B5EF4-FFF2-40B4-BE49-F238E27FC236}">
                    <a16:creationId xmlns:a16="http://schemas.microsoft.com/office/drawing/2014/main" id="{99AB8B13-CF5C-DBFE-7BF6-1360C93AA335}"/>
                  </a:ext>
                </a:extLst>
              </p:cNvPr>
              <p:cNvGrpSpPr/>
              <p:nvPr/>
            </p:nvGrpSpPr>
            <p:grpSpPr>
              <a:xfrm>
                <a:off x="2883576" y="2528237"/>
                <a:ext cx="620945" cy="402123"/>
                <a:chOff x="6512018" y="615964"/>
                <a:chExt cx="1370013" cy="930275"/>
              </a:xfrm>
            </p:grpSpPr>
            <p:sp>
              <p:nvSpPr>
                <p:cNvPr id="357" name="Freeform 14">
                  <a:extLst>
                    <a:ext uri="{FF2B5EF4-FFF2-40B4-BE49-F238E27FC236}">
                      <a16:creationId xmlns:a16="http://schemas.microsoft.com/office/drawing/2014/main" id="{12EA89D5-543C-2968-BA58-E8932BE9F2CD}"/>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58" name="Freeform 15">
                  <a:extLst>
                    <a:ext uri="{FF2B5EF4-FFF2-40B4-BE49-F238E27FC236}">
                      <a16:creationId xmlns:a16="http://schemas.microsoft.com/office/drawing/2014/main" id="{00338551-0B9C-C522-8FED-C2C7EFACBF1B}"/>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359" name="Freeform 16">
                  <a:extLst>
                    <a:ext uri="{FF2B5EF4-FFF2-40B4-BE49-F238E27FC236}">
                      <a16:creationId xmlns:a16="http://schemas.microsoft.com/office/drawing/2014/main" id="{1CAB498E-2F39-D3F5-810A-8ED350FF14AC}"/>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sp>
        <p:nvSpPr>
          <p:cNvPr id="176" name="Freeform 56">
            <a:extLst>
              <a:ext uri="{FF2B5EF4-FFF2-40B4-BE49-F238E27FC236}">
                <a16:creationId xmlns:a16="http://schemas.microsoft.com/office/drawing/2014/main" id="{AE8CB19B-A830-301F-1E65-D8530A3C5688}"/>
              </a:ext>
            </a:extLst>
          </p:cNvPr>
          <p:cNvSpPr>
            <a:spLocks noEditPoints="1"/>
          </p:cNvSpPr>
          <p:nvPr/>
        </p:nvSpPr>
        <p:spPr bwMode="auto">
          <a:xfrm>
            <a:off x="6511862" y="4209015"/>
            <a:ext cx="237067" cy="237067"/>
          </a:xfrm>
          <a:custGeom>
            <a:avLst/>
            <a:gdLst/>
            <a:ahLst/>
            <a:cxnLst>
              <a:cxn ang="0">
                <a:pos x="64" y="42"/>
              </a:cxn>
              <a:cxn ang="0">
                <a:pos x="63" y="44"/>
              </a:cxn>
              <a:cxn ang="0">
                <a:pos x="33" y="64"/>
              </a:cxn>
              <a:cxn ang="0">
                <a:pos x="32" y="64"/>
              </a:cxn>
              <a:cxn ang="0">
                <a:pos x="30" y="64"/>
              </a:cxn>
              <a:cxn ang="0">
                <a:pos x="1" y="44"/>
              </a:cxn>
              <a:cxn ang="0">
                <a:pos x="0" y="42"/>
              </a:cxn>
              <a:cxn ang="0">
                <a:pos x="0" y="23"/>
              </a:cxn>
              <a:cxn ang="0">
                <a:pos x="1" y="20"/>
              </a:cxn>
              <a:cxn ang="0">
                <a:pos x="30" y="1"/>
              </a:cxn>
              <a:cxn ang="0">
                <a:pos x="32" y="0"/>
              </a:cxn>
              <a:cxn ang="0">
                <a:pos x="33" y="1"/>
              </a:cxn>
              <a:cxn ang="0">
                <a:pos x="63" y="20"/>
              </a:cxn>
              <a:cxn ang="0">
                <a:pos x="64" y="23"/>
              </a:cxn>
              <a:cxn ang="0">
                <a:pos x="64" y="42"/>
              </a:cxn>
              <a:cxn ang="0">
                <a:pos x="12" y="32"/>
              </a:cxn>
              <a:cxn ang="0">
                <a:pos x="5" y="28"/>
              </a:cxn>
              <a:cxn ang="0">
                <a:pos x="5" y="37"/>
              </a:cxn>
              <a:cxn ang="0">
                <a:pos x="12" y="32"/>
              </a:cxn>
              <a:cxn ang="0">
                <a:pos x="29" y="21"/>
              </a:cxn>
              <a:cxn ang="0">
                <a:pos x="29" y="8"/>
              </a:cxn>
              <a:cxn ang="0">
                <a:pos x="7" y="23"/>
              </a:cxn>
              <a:cxn ang="0">
                <a:pos x="17" y="29"/>
              </a:cxn>
              <a:cxn ang="0">
                <a:pos x="29" y="21"/>
              </a:cxn>
              <a:cxn ang="0">
                <a:pos x="29" y="56"/>
              </a:cxn>
              <a:cxn ang="0">
                <a:pos x="29" y="44"/>
              </a:cxn>
              <a:cxn ang="0">
                <a:pos x="17" y="36"/>
              </a:cxn>
              <a:cxn ang="0">
                <a:pos x="7" y="42"/>
              </a:cxn>
              <a:cxn ang="0">
                <a:pos x="29" y="56"/>
              </a:cxn>
              <a:cxn ang="0">
                <a:pos x="41" y="32"/>
              </a:cxn>
              <a:cxn ang="0">
                <a:pos x="32" y="26"/>
              </a:cxn>
              <a:cxn ang="0">
                <a:pos x="22" y="32"/>
              </a:cxn>
              <a:cxn ang="0">
                <a:pos x="32" y="39"/>
              </a:cxn>
              <a:cxn ang="0">
                <a:pos x="41" y="32"/>
              </a:cxn>
              <a:cxn ang="0">
                <a:pos x="56" y="23"/>
              </a:cxn>
              <a:cxn ang="0">
                <a:pos x="35" y="8"/>
              </a:cxn>
              <a:cxn ang="0">
                <a:pos x="35" y="21"/>
              </a:cxn>
              <a:cxn ang="0">
                <a:pos x="46" y="29"/>
              </a:cxn>
              <a:cxn ang="0">
                <a:pos x="56" y="23"/>
              </a:cxn>
              <a:cxn ang="0">
                <a:pos x="56" y="42"/>
              </a:cxn>
              <a:cxn ang="0">
                <a:pos x="46" y="36"/>
              </a:cxn>
              <a:cxn ang="0">
                <a:pos x="35" y="44"/>
              </a:cxn>
              <a:cxn ang="0">
                <a:pos x="35" y="56"/>
              </a:cxn>
              <a:cxn ang="0">
                <a:pos x="56" y="42"/>
              </a:cxn>
              <a:cxn ang="0">
                <a:pos x="58" y="37"/>
              </a:cxn>
              <a:cxn ang="0">
                <a:pos x="58" y="28"/>
              </a:cxn>
              <a:cxn ang="0">
                <a:pos x="51" y="32"/>
              </a:cxn>
              <a:cxn ang="0">
                <a:pos x="58" y="37"/>
              </a:cxn>
            </a:cxnLst>
            <a:rect l="0" t="0" r="r" b="b"/>
            <a:pathLst>
              <a:path w="64" h="64">
                <a:moveTo>
                  <a:pt x="64" y="42"/>
                </a:moveTo>
                <a:cubicBezTo>
                  <a:pt x="64" y="43"/>
                  <a:pt x="63" y="44"/>
                  <a:pt x="63" y="44"/>
                </a:cubicBezTo>
                <a:cubicBezTo>
                  <a:pt x="33" y="64"/>
                  <a:pt x="33" y="64"/>
                  <a:pt x="33" y="64"/>
                </a:cubicBezTo>
                <a:cubicBezTo>
                  <a:pt x="33" y="64"/>
                  <a:pt x="32" y="64"/>
                  <a:pt x="32" y="64"/>
                </a:cubicBezTo>
                <a:cubicBezTo>
                  <a:pt x="31" y="64"/>
                  <a:pt x="31" y="64"/>
                  <a:pt x="30" y="64"/>
                </a:cubicBezTo>
                <a:cubicBezTo>
                  <a:pt x="1" y="44"/>
                  <a:pt x="1" y="44"/>
                  <a:pt x="1" y="44"/>
                </a:cubicBezTo>
                <a:cubicBezTo>
                  <a:pt x="0" y="44"/>
                  <a:pt x="0" y="43"/>
                  <a:pt x="0" y="42"/>
                </a:cubicBezTo>
                <a:cubicBezTo>
                  <a:pt x="0" y="23"/>
                  <a:pt x="0" y="23"/>
                  <a:pt x="0" y="23"/>
                </a:cubicBezTo>
                <a:cubicBezTo>
                  <a:pt x="0" y="22"/>
                  <a:pt x="0" y="21"/>
                  <a:pt x="1" y="20"/>
                </a:cubicBezTo>
                <a:cubicBezTo>
                  <a:pt x="30" y="1"/>
                  <a:pt x="30" y="1"/>
                  <a:pt x="30" y="1"/>
                </a:cubicBezTo>
                <a:cubicBezTo>
                  <a:pt x="31" y="1"/>
                  <a:pt x="31" y="0"/>
                  <a:pt x="32" y="0"/>
                </a:cubicBezTo>
                <a:cubicBezTo>
                  <a:pt x="32" y="0"/>
                  <a:pt x="33" y="1"/>
                  <a:pt x="33" y="1"/>
                </a:cubicBezTo>
                <a:cubicBezTo>
                  <a:pt x="63" y="20"/>
                  <a:pt x="63" y="20"/>
                  <a:pt x="63" y="20"/>
                </a:cubicBezTo>
                <a:cubicBezTo>
                  <a:pt x="63" y="21"/>
                  <a:pt x="64" y="22"/>
                  <a:pt x="64" y="23"/>
                </a:cubicBezTo>
                <a:lnTo>
                  <a:pt x="64" y="42"/>
                </a:lnTo>
                <a:close/>
                <a:moveTo>
                  <a:pt x="12" y="32"/>
                </a:moveTo>
                <a:cubicBezTo>
                  <a:pt x="5" y="28"/>
                  <a:pt x="5" y="28"/>
                  <a:pt x="5" y="28"/>
                </a:cubicBezTo>
                <a:cubicBezTo>
                  <a:pt x="5" y="37"/>
                  <a:pt x="5" y="37"/>
                  <a:pt x="5" y="37"/>
                </a:cubicBezTo>
                <a:lnTo>
                  <a:pt x="12" y="32"/>
                </a:lnTo>
                <a:close/>
                <a:moveTo>
                  <a:pt x="29" y="21"/>
                </a:moveTo>
                <a:cubicBezTo>
                  <a:pt x="29" y="8"/>
                  <a:pt x="29" y="8"/>
                  <a:pt x="29" y="8"/>
                </a:cubicBezTo>
                <a:cubicBezTo>
                  <a:pt x="7" y="23"/>
                  <a:pt x="7" y="23"/>
                  <a:pt x="7" y="23"/>
                </a:cubicBezTo>
                <a:cubicBezTo>
                  <a:pt x="17" y="29"/>
                  <a:pt x="17" y="29"/>
                  <a:pt x="17" y="29"/>
                </a:cubicBezTo>
                <a:lnTo>
                  <a:pt x="29" y="21"/>
                </a:lnTo>
                <a:close/>
                <a:moveTo>
                  <a:pt x="29" y="56"/>
                </a:moveTo>
                <a:cubicBezTo>
                  <a:pt x="29" y="44"/>
                  <a:pt x="29" y="44"/>
                  <a:pt x="29" y="44"/>
                </a:cubicBezTo>
                <a:cubicBezTo>
                  <a:pt x="17" y="36"/>
                  <a:pt x="17" y="36"/>
                  <a:pt x="17" y="36"/>
                </a:cubicBezTo>
                <a:cubicBezTo>
                  <a:pt x="7" y="42"/>
                  <a:pt x="7" y="42"/>
                  <a:pt x="7" y="42"/>
                </a:cubicBezTo>
                <a:lnTo>
                  <a:pt x="29" y="56"/>
                </a:lnTo>
                <a:close/>
                <a:moveTo>
                  <a:pt x="41" y="32"/>
                </a:moveTo>
                <a:cubicBezTo>
                  <a:pt x="32" y="26"/>
                  <a:pt x="32" y="26"/>
                  <a:pt x="32" y="26"/>
                </a:cubicBezTo>
                <a:cubicBezTo>
                  <a:pt x="22" y="32"/>
                  <a:pt x="22" y="32"/>
                  <a:pt x="22" y="32"/>
                </a:cubicBezTo>
                <a:cubicBezTo>
                  <a:pt x="32" y="39"/>
                  <a:pt x="32" y="39"/>
                  <a:pt x="32" y="39"/>
                </a:cubicBezTo>
                <a:lnTo>
                  <a:pt x="41" y="32"/>
                </a:lnTo>
                <a:close/>
                <a:moveTo>
                  <a:pt x="56" y="23"/>
                </a:moveTo>
                <a:cubicBezTo>
                  <a:pt x="35" y="8"/>
                  <a:pt x="35" y="8"/>
                  <a:pt x="35" y="8"/>
                </a:cubicBezTo>
                <a:cubicBezTo>
                  <a:pt x="35" y="21"/>
                  <a:pt x="35" y="21"/>
                  <a:pt x="35" y="21"/>
                </a:cubicBezTo>
                <a:cubicBezTo>
                  <a:pt x="46" y="29"/>
                  <a:pt x="46" y="29"/>
                  <a:pt x="46" y="29"/>
                </a:cubicBezTo>
                <a:lnTo>
                  <a:pt x="56" y="23"/>
                </a:lnTo>
                <a:close/>
                <a:moveTo>
                  <a:pt x="56" y="42"/>
                </a:moveTo>
                <a:cubicBezTo>
                  <a:pt x="46" y="36"/>
                  <a:pt x="46" y="36"/>
                  <a:pt x="46" y="36"/>
                </a:cubicBezTo>
                <a:cubicBezTo>
                  <a:pt x="35" y="44"/>
                  <a:pt x="35" y="44"/>
                  <a:pt x="35" y="44"/>
                </a:cubicBezTo>
                <a:cubicBezTo>
                  <a:pt x="35" y="56"/>
                  <a:pt x="35" y="56"/>
                  <a:pt x="35" y="56"/>
                </a:cubicBezTo>
                <a:lnTo>
                  <a:pt x="56" y="42"/>
                </a:lnTo>
                <a:close/>
                <a:moveTo>
                  <a:pt x="58" y="37"/>
                </a:moveTo>
                <a:cubicBezTo>
                  <a:pt x="58" y="28"/>
                  <a:pt x="58" y="28"/>
                  <a:pt x="58" y="28"/>
                </a:cubicBezTo>
                <a:cubicBezTo>
                  <a:pt x="51" y="32"/>
                  <a:pt x="51" y="32"/>
                  <a:pt x="51" y="32"/>
                </a:cubicBezTo>
                <a:lnTo>
                  <a:pt x="58" y="37"/>
                </a:ln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HarmonyOS Sans SC Medium" panose="00000600000000000000" pitchFamily="2" charset="-122"/>
              <a:ea typeface="HarmonyOS Sans SC Medium" panose="00000600000000000000" pitchFamily="2" charset="-122"/>
            </a:endParaRPr>
          </a:p>
        </p:txBody>
      </p:sp>
      <p:sp>
        <p:nvSpPr>
          <p:cNvPr id="175" name="Freeform 54">
            <a:extLst>
              <a:ext uri="{FF2B5EF4-FFF2-40B4-BE49-F238E27FC236}">
                <a16:creationId xmlns:a16="http://schemas.microsoft.com/office/drawing/2014/main" id="{66A757E4-FEF6-9C24-DB6C-856B59DDAE39}"/>
              </a:ext>
            </a:extLst>
          </p:cNvPr>
          <p:cNvSpPr>
            <a:spLocks noEditPoints="1"/>
          </p:cNvSpPr>
          <p:nvPr/>
        </p:nvSpPr>
        <p:spPr bwMode="auto">
          <a:xfrm>
            <a:off x="9554668" y="3421232"/>
            <a:ext cx="250712" cy="185902"/>
          </a:xfrm>
          <a:custGeom>
            <a:avLst/>
            <a:gdLst/>
            <a:ahLst/>
            <a:cxnLst>
              <a:cxn ang="0">
                <a:pos x="55" y="50"/>
              </a:cxn>
              <a:cxn ang="0">
                <a:pos x="16" y="50"/>
              </a:cxn>
              <a:cxn ang="0">
                <a:pos x="0" y="34"/>
              </a:cxn>
              <a:cxn ang="0">
                <a:pos x="9" y="20"/>
              </a:cxn>
              <a:cxn ang="0">
                <a:pos x="9" y="18"/>
              </a:cxn>
              <a:cxn ang="0">
                <a:pos x="27" y="0"/>
              </a:cxn>
              <a:cxn ang="0">
                <a:pos x="44" y="11"/>
              </a:cxn>
              <a:cxn ang="0">
                <a:pos x="50" y="9"/>
              </a:cxn>
              <a:cxn ang="0">
                <a:pos x="59" y="18"/>
              </a:cxn>
              <a:cxn ang="0">
                <a:pos x="58" y="23"/>
              </a:cxn>
              <a:cxn ang="0">
                <a:pos x="68" y="36"/>
              </a:cxn>
              <a:cxn ang="0">
                <a:pos x="55" y="50"/>
              </a:cxn>
              <a:cxn ang="0">
                <a:pos x="45" y="25"/>
              </a:cxn>
              <a:cxn ang="0">
                <a:pos x="33" y="13"/>
              </a:cxn>
              <a:cxn ang="0">
                <a:pos x="32" y="12"/>
              </a:cxn>
              <a:cxn ang="0">
                <a:pos x="31" y="13"/>
              </a:cxn>
              <a:cxn ang="0">
                <a:pos x="18" y="25"/>
              </a:cxn>
              <a:cxn ang="0">
                <a:pos x="18" y="26"/>
              </a:cxn>
              <a:cxn ang="0">
                <a:pos x="19" y="27"/>
              </a:cxn>
              <a:cxn ang="0">
                <a:pos x="27" y="27"/>
              </a:cxn>
              <a:cxn ang="0">
                <a:pos x="27" y="40"/>
              </a:cxn>
              <a:cxn ang="0">
                <a:pos x="28" y="41"/>
              </a:cxn>
              <a:cxn ang="0">
                <a:pos x="35" y="41"/>
              </a:cxn>
              <a:cxn ang="0">
                <a:pos x="36" y="40"/>
              </a:cxn>
              <a:cxn ang="0">
                <a:pos x="36" y="27"/>
              </a:cxn>
              <a:cxn ang="0">
                <a:pos x="44" y="27"/>
              </a:cxn>
              <a:cxn ang="0">
                <a:pos x="45" y="26"/>
              </a:cxn>
              <a:cxn ang="0">
                <a:pos x="45" y="25"/>
              </a:cxn>
            </a:cxnLst>
            <a:rect l="0" t="0" r="r" b="b"/>
            <a:pathLst>
              <a:path w="68" h="50">
                <a:moveTo>
                  <a:pt x="55" y="50"/>
                </a:moveTo>
                <a:cubicBezTo>
                  <a:pt x="16" y="50"/>
                  <a:pt x="16" y="50"/>
                  <a:pt x="16" y="50"/>
                </a:cubicBezTo>
                <a:cubicBezTo>
                  <a:pt x="7" y="50"/>
                  <a:pt x="0" y="43"/>
                  <a:pt x="0" y="34"/>
                </a:cubicBezTo>
                <a:cubicBezTo>
                  <a:pt x="0" y="28"/>
                  <a:pt x="3" y="22"/>
                  <a:pt x="9" y="20"/>
                </a:cubicBezTo>
                <a:cubicBezTo>
                  <a:pt x="9" y="19"/>
                  <a:pt x="9" y="19"/>
                  <a:pt x="9" y="18"/>
                </a:cubicBezTo>
                <a:cubicBezTo>
                  <a:pt x="9" y="8"/>
                  <a:pt x="17" y="0"/>
                  <a:pt x="27" y="0"/>
                </a:cubicBezTo>
                <a:cubicBezTo>
                  <a:pt x="35" y="0"/>
                  <a:pt x="41" y="4"/>
                  <a:pt x="44" y="11"/>
                </a:cubicBezTo>
                <a:cubicBezTo>
                  <a:pt x="46" y="10"/>
                  <a:pt x="48" y="9"/>
                  <a:pt x="50" y="9"/>
                </a:cubicBezTo>
                <a:cubicBezTo>
                  <a:pt x="55" y="9"/>
                  <a:pt x="59" y="13"/>
                  <a:pt x="59" y="18"/>
                </a:cubicBezTo>
                <a:cubicBezTo>
                  <a:pt x="59" y="20"/>
                  <a:pt x="59" y="22"/>
                  <a:pt x="58" y="23"/>
                </a:cubicBezTo>
                <a:cubicBezTo>
                  <a:pt x="64" y="25"/>
                  <a:pt x="68" y="30"/>
                  <a:pt x="68" y="36"/>
                </a:cubicBezTo>
                <a:cubicBezTo>
                  <a:pt x="68" y="44"/>
                  <a:pt x="62" y="50"/>
                  <a:pt x="55" y="50"/>
                </a:cubicBezTo>
                <a:close/>
                <a:moveTo>
                  <a:pt x="45" y="25"/>
                </a:moveTo>
                <a:cubicBezTo>
                  <a:pt x="33" y="13"/>
                  <a:pt x="33" y="13"/>
                  <a:pt x="33" y="13"/>
                </a:cubicBezTo>
                <a:cubicBezTo>
                  <a:pt x="32" y="13"/>
                  <a:pt x="32" y="12"/>
                  <a:pt x="32" y="12"/>
                </a:cubicBezTo>
                <a:cubicBezTo>
                  <a:pt x="31" y="12"/>
                  <a:pt x="31" y="13"/>
                  <a:pt x="31" y="13"/>
                </a:cubicBezTo>
                <a:cubicBezTo>
                  <a:pt x="18" y="25"/>
                  <a:pt x="18" y="25"/>
                  <a:pt x="18" y="25"/>
                </a:cubicBezTo>
                <a:cubicBezTo>
                  <a:pt x="18" y="26"/>
                  <a:pt x="18" y="26"/>
                  <a:pt x="18" y="26"/>
                </a:cubicBezTo>
                <a:cubicBezTo>
                  <a:pt x="18" y="27"/>
                  <a:pt x="19" y="27"/>
                  <a:pt x="19" y="27"/>
                </a:cubicBezTo>
                <a:cubicBezTo>
                  <a:pt x="27" y="27"/>
                  <a:pt x="27" y="27"/>
                  <a:pt x="27" y="27"/>
                </a:cubicBezTo>
                <a:cubicBezTo>
                  <a:pt x="27" y="40"/>
                  <a:pt x="27" y="40"/>
                  <a:pt x="27" y="40"/>
                </a:cubicBezTo>
                <a:cubicBezTo>
                  <a:pt x="27" y="41"/>
                  <a:pt x="28" y="41"/>
                  <a:pt x="28" y="41"/>
                </a:cubicBezTo>
                <a:cubicBezTo>
                  <a:pt x="35" y="41"/>
                  <a:pt x="35" y="41"/>
                  <a:pt x="35" y="41"/>
                </a:cubicBezTo>
                <a:cubicBezTo>
                  <a:pt x="36" y="41"/>
                  <a:pt x="36" y="41"/>
                  <a:pt x="36" y="40"/>
                </a:cubicBezTo>
                <a:cubicBezTo>
                  <a:pt x="36" y="27"/>
                  <a:pt x="36" y="27"/>
                  <a:pt x="36" y="27"/>
                </a:cubicBezTo>
                <a:cubicBezTo>
                  <a:pt x="44" y="27"/>
                  <a:pt x="44" y="27"/>
                  <a:pt x="44" y="27"/>
                </a:cubicBezTo>
                <a:cubicBezTo>
                  <a:pt x="45" y="27"/>
                  <a:pt x="45" y="27"/>
                  <a:pt x="45" y="26"/>
                </a:cubicBezTo>
                <a:cubicBezTo>
                  <a:pt x="45" y="26"/>
                  <a:pt x="45" y="26"/>
                  <a:pt x="45" y="25"/>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HarmonyOS Sans SC Medium" panose="00000600000000000000" pitchFamily="2" charset="-122"/>
              <a:ea typeface="HarmonyOS Sans SC Medium" panose="00000600000000000000" pitchFamily="2" charset="-122"/>
            </a:endParaRPr>
          </a:p>
        </p:txBody>
      </p:sp>
      <p:sp>
        <p:nvSpPr>
          <p:cNvPr id="181" name="Freeform 113">
            <a:extLst>
              <a:ext uri="{FF2B5EF4-FFF2-40B4-BE49-F238E27FC236}">
                <a16:creationId xmlns:a16="http://schemas.microsoft.com/office/drawing/2014/main" id="{B6854E66-A12B-501E-8403-6726967FBADB}"/>
              </a:ext>
            </a:extLst>
          </p:cNvPr>
          <p:cNvSpPr>
            <a:spLocks noEditPoints="1"/>
          </p:cNvSpPr>
          <p:nvPr/>
        </p:nvSpPr>
        <p:spPr bwMode="auto">
          <a:xfrm>
            <a:off x="8847072" y="3859573"/>
            <a:ext cx="237067" cy="185902"/>
          </a:xfrm>
          <a:custGeom>
            <a:avLst/>
            <a:gdLst/>
            <a:ahLst/>
            <a:cxnLst>
              <a:cxn ang="0">
                <a:pos x="63" y="20"/>
              </a:cxn>
              <a:cxn ang="0">
                <a:pos x="44" y="43"/>
              </a:cxn>
              <a:cxn ang="0">
                <a:pos x="28" y="47"/>
              </a:cxn>
              <a:cxn ang="0">
                <a:pos x="18" y="46"/>
              </a:cxn>
              <a:cxn ang="0">
                <a:pos x="11" y="43"/>
              </a:cxn>
              <a:cxn ang="0">
                <a:pos x="4" y="50"/>
              </a:cxn>
              <a:cxn ang="0">
                <a:pos x="0" y="47"/>
              </a:cxn>
              <a:cxn ang="0">
                <a:pos x="0" y="46"/>
              </a:cxn>
              <a:cxn ang="0">
                <a:pos x="7" y="37"/>
              </a:cxn>
              <a:cxn ang="0">
                <a:pos x="6" y="34"/>
              </a:cxn>
              <a:cxn ang="0">
                <a:pos x="5" y="30"/>
              </a:cxn>
              <a:cxn ang="0">
                <a:pos x="25" y="8"/>
              </a:cxn>
              <a:cxn ang="0">
                <a:pos x="52" y="3"/>
              </a:cxn>
              <a:cxn ang="0">
                <a:pos x="58" y="0"/>
              </a:cxn>
              <a:cxn ang="0">
                <a:pos x="64" y="13"/>
              </a:cxn>
              <a:cxn ang="0">
                <a:pos x="63" y="20"/>
              </a:cxn>
              <a:cxn ang="0">
                <a:pos x="43" y="18"/>
              </a:cxn>
              <a:cxn ang="0">
                <a:pos x="14" y="32"/>
              </a:cxn>
              <a:cxn ang="0">
                <a:pos x="13" y="34"/>
              </a:cxn>
              <a:cxn ang="0">
                <a:pos x="16" y="36"/>
              </a:cxn>
              <a:cxn ang="0">
                <a:pos x="17" y="36"/>
              </a:cxn>
              <a:cxn ang="0">
                <a:pos x="22" y="31"/>
              </a:cxn>
              <a:cxn ang="0">
                <a:pos x="43" y="23"/>
              </a:cxn>
              <a:cxn ang="0">
                <a:pos x="45" y="20"/>
              </a:cxn>
              <a:cxn ang="0">
                <a:pos x="43" y="18"/>
              </a:cxn>
            </a:cxnLst>
            <a:rect l="0" t="0" r="r" b="b"/>
            <a:pathLst>
              <a:path w="64" h="50">
                <a:moveTo>
                  <a:pt x="63" y="20"/>
                </a:moveTo>
                <a:cubicBezTo>
                  <a:pt x="61" y="31"/>
                  <a:pt x="54" y="38"/>
                  <a:pt x="44" y="43"/>
                </a:cubicBezTo>
                <a:cubicBezTo>
                  <a:pt x="39" y="46"/>
                  <a:pt x="33" y="47"/>
                  <a:pt x="28" y="47"/>
                </a:cubicBezTo>
                <a:cubicBezTo>
                  <a:pt x="25" y="47"/>
                  <a:pt x="21" y="47"/>
                  <a:pt x="18" y="46"/>
                </a:cubicBezTo>
                <a:cubicBezTo>
                  <a:pt x="16" y="45"/>
                  <a:pt x="13" y="43"/>
                  <a:pt x="11" y="43"/>
                </a:cubicBezTo>
                <a:cubicBezTo>
                  <a:pt x="9" y="43"/>
                  <a:pt x="7" y="50"/>
                  <a:pt x="4" y="50"/>
                </a:cubicBezTo>
                <a:cubicBezTo>
                  <a:pt x="2" y="50"/>
                  <a:pt x="1" y="49"/>
                  <a:pt x="0" y="47"/>
                </a:cubicBezTo>
                <a:cubicBezTo>
                  <a:pt x="0" y="47"/>
                  <a:pt x="0" y="46"/>
                  <a:pt x="0" y="46"/>
                </a:cubicBezTo>
                <a:cubicBezTo>
                  <a:pt x="0" y="42"/>
                  <a:pt x="7" y="39"/>
                  <a:pt x="7" y="37"/>
                </a:cubicBezTo>
                <a:cubicBezTo>
                  <a:pt x="7" y="37"/>
                  <a:pt x="6" y="35"/>
                  <a:pt x="6" y="34"/>
                </a:cubicBezTo>
                <a:cubicBezTo>
                  <a:pt x="6" y="33"/>
                  <a:pt x="5" y="32"/>
                  <a:pt x="5" y="30"/>
                </a:cubicBezTo>
                <a:cubicBezTo>
                  <a:pt x="5" y="19"/>
                  <a:pt x="14" y="11"/>
                  <a:pt x="25" y="8"/>
                </a:cubicBezTo>
                <a:cubicBezTo>
                  <a:pt x="32" y="5"/>
                  <a:pt x="47" y="8"/>
                  <a:pt x="52" y="3"/>
                </a:cubicBezTo>
                <a:cubicBezTo>
                  <a:pt x="54" y="1"/>
                  <a:pt x="55" y="0"/>
                  <a:pt x="58" y="0"/>
                </a:cubicBezTo>
                <a:cubicBezTo>
                  <a:pt x="62" y="0"/>
                  <a:pt x="64" y="10"/>
                  <a:pt x="64" y="13"/>
                </a:cubicBezTo>
                <a:cubicBezTo>
                  <a:pt x="64" y="16"/>
                  <a:pt x="63" y="18"/>
                  <a:pt x="63" y="20"/>
                </a:cubicBezTo>
                <a:close/>
                <a:moveTo>
                  <a:pt x="43" y="18"/>
                </a:moveTo>
                <a:cubicBezTo>
                  <a:pt x="31" y="18"/>
                  <a:pt x="22" y="23"/>
                  <a:pt x="14" y="32"/>
                </a:cubicBezTo>
                <a:cubicBezTo>
                  <a:pt x="14" y="33"/>
                  <a:pt x="13" y="33"/>
                  <a:pt x="13" y="34"/>
                </a:cubicBezTo>
                <a:cubicBezTo>
                  <a:pt x="13" y="35"/>
                  <a:pt x="15" y="36"/>
                  <a:pt x="16" y="36"/>
                </a:cubicBezTo>
                <a:cubicBezTo>
                  <a:pt x="16" y="36"/>
                  <a:pt x="17" y="36"/>
                  <a:pt x="17" y="36"/>
                </a:cubicBezTo>
                <a:cubicBezTo>
                  <a:pt x="19" y="34"/>
                  <a:pt x="21" y="32"/>
                  <a:pt x="22" y="31"/>
                </a:cubicBezTo>
                <a:cubicBezTo>
                  <a:pt x="29" y="25"/>
                  <a:pt x="34" y="23"/>
                  <a:pt x="43" y="23"/>
                </a:cubicBezTo>
                <a:cubicBezTo>
                  <a:pt x="44" y="23"/>
                  <a:pt x="45" y="22"/>
                  <a:pt x="45" y="20"/>
                </a:cubicBezTo>
                <a:cubicBezTo>
                  <a:pt x="45" y="19"/>
                  <a:pt x="44" y="18"/>
                  <a:pt x="43" y="18"/>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HarmonyOS Sans SC Medium" panose="00000600000000000000" pitchFamily="2" charset="-122"/>
              <a:ea typeface="HarmonyOS Sans SC Medium" panose="00000600000000000000" pitchFamily="2" charset="-122"/>
            </a:endParaRPr>
          </a:p>
        </p:txBody>
      </p:sp>
      <p:sp>
        <p:nvSpPr>
          <p:cNvPr id="180" name="Freeform 109">
            <a:extLst>
              <a:ext uri="{FF2B5EF4-FFF2-40B4-BE49-F238E27FC236}">
                <a16:creationId xmlns:a16="http://schemas.microsoft.com/office/drawing/2014/main" id="{69A1701D-0C3F-789F-2E6E-924BAC83C9FB}"/>
              </a:ext>
            </a:extLst>
          </p:cNvPr>
          <p:cNvSpPr>
            <a:spLocks noEditPoints="1"/>
          </p:cNvSpPr>
          <p:nvPr/>
        </p:nvSpPr>
        <p:spPr bwMode="auto">
          <a:xfrm>
            <a:off x="7519140" y="3093448"/>
            <a:ext cx="202957" cy="202957"/>
          </a:xfrm>
          <a:custGeom>
            <a:avLst/>
            <a:gdLst/>
            <a:ahLst/>
            <a:cxnLst>
              <a:cxn ang="0">
                <a:pos x="27" y="55"/>
              </a:cxn>
              <a:cxn ang="0">
                <a:pos x="0" y="27"/>
              </a:cxn>
              <a:cxn ang="0">
                <a:pos x="27" y="0"/>
              </a:cxn>
              <a:cxn ang="0">
                <a:pos x="55" y="27"/>
              </a:cxn>
              <a:cxn ang="0">
                <a:pos x="27" y="55"/>
              </a:cxn>
              <a:cxn ang="0">
                <a:pos x="36" y="39"/>
              </a:cxn>
              <a:cxn ang="0">
                <a:pos x="35" y="37"/>
              </a:cxn>
              <a:cxn ang="0">
                <a:pos x="32" y="37"/>
              </a:cxn>
              <a:cxn ang="0">
                <a:pos x="32" y="19"/>
              </a:cxn>
              <a:cxn ang="0">
                <a:pos x="31" y="18"/>
              </a:cxn>
              <a:cxn ang="0">
                <a:pos x="19" y="18"/>
              </a:cxn>
              <a:cxn ang="0">
                <a:pos x="18" y="19"/>
              </a:cxn>
              <a:cxn ang="0">
                <a:pos x="18" y="25"/>
              </a:cxn>
              <a:cxn ang="0">
                <a:pos x="19" y="26"/>
              </a:cxn>
              <a:cxn ang="0">
                <a:pos x="23" y="26"/>
              </a:cxn>
              <a:cxn ang="0">
                <a:pos x="23" y="37"/>
              </a:cxn>
              <a:cxn ang="0">
                <a:pos x="19" y="37"/>
              </a:cxn>
              <a:cxn ang="0">
                <a:pos x="18" y="39"/>
              </a:cxn>
              <a:cxn ang="0">
                <a:pos x="18" y="44"/>
              </a:cxn>
              <a:cxn ang="0">
                <a:pos x="19" y="45"/>
              </a:cxn>
              <a:cxn ang="0">
                <a:pos x="35" y="45"/>
              </a:cxn>
              <a:cxn ang="0">
                <a:pos x="36" y="44"/>
              </a:cxn>
              <a:cxn ang="0">
                <a:pos x="36" y="39"/>
              </a:cxn>
              <a:cxn ang="0">
                <a:pos x="32" y="7"/>
              </a:cxn>
              <a:cxn ang="0">
                <a:pos x="31" y="5"/>
              </a:cxn>
              <a:cxn ang="0">
                <a:pos x="24" y="5"/>
              </a:cxn>
              <a:cxn ang="0">
                <a:pos x="23" y="7"/>
              </a:cxn>
              <a:cxn ang="0">
                <a:pos x="23" y="12"/>
              </a:cxn>
              <a:cxn ang="0">
                <a:pos x="24" y="13"/>
              </a:cxn>
              <a:cxn ang="0">
                <a:pos x="31" y="13"/>
              </a:cxn>
              <a:cxn ang="0">
                <a:pos x="32" y="12"/>
              </a:cxn>
              <a:cxn ang="0">
                <a:pos x="32" y="7"/>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36" y="39"/>
                </a:moveTo>
                <a:cubicBezTo>
                  <a:pt x="36" y="38"/>
                  <a:pt x="36" y="37"/>
                  <a:pt x="35" y="37"/>
                </a:cubicBezTo>
                <a:cubicBezTo>
                  <a:pt x="32" y="37"/>
                  <a:pt x="32" y="37"/>
                  <a:pt x="32" y="37"/>
                </a:cubicBezTo>
                <a:cubicBezTo>
                  <a:pt x="32" y="19"/>
                  <a:pt x="32" y="19"/>
                  <a:pt x="32" y="19"/>
                </a:cubicBezTo>
                <a:cubicBezTo>
                  <a:pt x="32" y="19"/>
                  <a:pt x="31" y="18"/>
                  <a:pt x="31" y="18"/>
                </a:cubicBezTo>
                <a:cubicBezTo>
                  <a:pt x="19" y="18"/>
                  <a:pt x="19" y="18"/>
                  <a:pt x="19" y="18"/>
                </a:cubicBezTo>
                <a:cubicBezTo>
                  <a:pt x="19" y="18"/>
                  <a:pt x="18" y="19"/>
                  <a:pt x="18" y="19"/>
                </a:cubicBezTo>
                <a:cubicBezTo>
                  <a:pt x="18" y="25"/>
                  <a:pt x="18" y="25"/>
                  <a:pt x="18" y="25"/>
                </a:cubicBezTo>
                <a:cubicBezTo>
                  <a:pt x="18" y="26"/>
                  <a:pt x="19" y="26"/>
                  <a:pt x="19" y="26"/>
                </a:cubicBezTo>
                <a:cubicBezTo>
                  <a:pt x="23" y="26"/>
                  <a:pt x="23" y="26"/>
                  <a:pt x="23" y="26"/>
                </a:cubicBezTo>
                <a:cubicBezTo>
                  <a:pt x="23" y="37"/>
                  <a:pt x="23" y="37"/>
                  <a:pt x="23" y="37"/>
                </a:cubicBezTo>
                <a:cubicBezTo>
                  <a:pt x="19" y="37"/>
                  <a:pt x="19" y="37"/>
                  <a:pt x="19" y="37"/>
                </a:cubicBezTo>
                <a:cubicBezTo>
                  <a:pt x="19" y="37"/>
                  <a:pt x="18" y="38"/>
                  <a:pt x="18" y="39"/>
                </a:cubicBezTo>
                <a:cubicBezTo>
                  <a:pt x="18" y="44"/>
                  <a:pt x="18" y="44"/>
                  <a:pt x="18" y="44"/>
                </a:cubicBezTo>
                <a:cubicBezTo>
                  <a:pt x="18" y="45"/>
                  <a:pt x="19" y="45"/>
                  <a:pt x="19" y="45"/>
                </a:cubicBezTo>
                <a:cubicBezTo>
                  <a:pt x="35" y="45"/>
                  <a:pt x="35" y="45"/>
                  <a:pt x="35" y="45"/>
                </a:cubicBezTo>
                <a:cubicBezTo>
                  <a:pt x="36" y="45"/>
                  <a:pt x="36" y="45"/>
                  <a:pt x="36" y="44"/>
                </a:cubicBezTo>
                <a:lnTo>
                  <a:pt x="36" y="39"/>
                </a:lnTo>
                <a:close/>
                <a:moveTo>
                  <a:pt x="32" y="7"/>
                </a:moveTo>
                <a:cubicBezTo>
                  <a:pt x="32" y="6"/>
                  <a:pt x="31" y="5"/>
                  <a:pt x="31" y="5"/>
                </a:cubicBezTo>
                <a:cubicBezTo>
                  <a:pt x="24" y="5"/>
                  <a:pt x="24" y="5"/>
                  <a:pt x="24" y="5"/>
                </a:cubicBezTo>
                <a:cubicBezTo>
                  <a:pt x="23" y="5"/>
                  <a:pt x="23" y="6"/>
                  <a:pt x="23" y="7"/>
                </a:cubicBezTo>
                <a:cubicBezTo>
                  <a:pt x="23" y="12"/>
                  <a:pt x="23" y="12"/>
                  <a:pt x="23" y="12"/>
                </a:cubicBezTo>
                <a:cubicBezTo>
                  <a:pt x="23" y="13"/>
                  <a:pt x="23" y="13"/>
                  <a:pt x="24" y="13"/>
                </a:cubicBezTo>
                <a:cubicBezTo>
                  <a:pt x="31" y="13"/>
                  <a:pt x="31" y="13"/>
                  <a:pt x="31" y="13"/>
                </a:cubicBezTo>
                <a:cubicBezTo>
                  <a:pt x="31" y="13"/>
                  <a:pt x="32" y="13"/>
                  <a:pt x="32" y="12"/>
                </a:cubicBezTo>
                <a:lnTo>
                  <a:pt x="32" y="7"/>
                </a:ln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HarmonyOS Sans SC Medium" panose="00000600000000000000" pitchFamily="2" charset="-122"/>
              <a:ea typeface="HarmonyOS Sans SC Medium" panose="00000600000000000000" pitchFamily="2" charset="-122"/>
            </a:endParaRPr>
          </a:p>
        </p:txBody>
      </p:sp>
      <p:sp>
        <p:nvSpPr>
          <p:cNvPr id="174" name="Freeform 45">
            <a:extLst>
              <a:ext uri="{FF2B5EF4-FFF2-40B4-BE49-F238E27FC236}">
                <a16:creationId xmlns:a16="http://schemas.microsoft.com/office/drawing/2014/main" id="{3F20491C-4F1C-C437-B005-615A6B0C4D5F}"/>
              </a:ext>
            </a:extLst>
          </p:cNvPr>
          <p:cNvSpPr>
            <a:spLocks noEditPoints="1"/>
          </p:cNvSpPr>
          <p:nvPr/>
        </p:nvSpPr>
        <p:spPr bwMode="auto">
          <a:xfrm>
            <a:off x="5663307" y="1173487"/>
            <a:ext cx="202957" cy="202957"/>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HarmonyOS Sans SC Medium" panose="00000600000000000000" pitchFamily="2" charset="-122"/>
              <a:ea typeface="HarmonyOS Sans SC Medium" panose="00000600000000000000" pitchFamily="2" charset="-122"/>
            </a:endParaRPr>
          </a:p>
        </p:txBody>
      </p:sp>
      <p:sp>
        <p:nvSpPr>
          <p:cNvPr id="178" name="Freeform 64">
            <a:extLst>
              <a:ext uri="{FF2B5EF4-FFF2-40B4-BE49-F238E27FC236}">
                <a16:creationId xmlns:a16="http://schemas.microsoft.com/office/drawing/2014/main" id="{8E812015-B6D1-6F2A-FDA1-68FB394742D0}"/>
              </a:ext>
            </a:extLst>
          </p:cNvPr>
          <p:cNvSpPr>
            <a:spLocks noEditPoints="1"/>
          </p:cNvSpPr>
          <p:nvPr/>
        </p:nvSpPr>
        <p:spPr bwMode="auto">
          <a:xfrm>
            <a:off x="4924356" y="1522782"/>
            <a:ext cx="284822" cy="237067"/>
          </a:xfrm>
          <a:custGeom>
            <a:avLst/>
            <a:gdLst/>
            <a:ahLst/>
            <a:cxnLst>
              <a:cxn ang="0">
                <a:pos x="77" y="51"/>
              </a:cxn>
              <a:cxn ang="0">
                <a:pos x="75" y="55"/>
              </a:cxn>
              <a:cxn ang="0">
                <a:pos x="59" y="63"/>
              </a:cxn>
              <a:cxn ang="0">
                <a:pos x="57" y="64"/>
              </a:cxn>
              <a:cxn ang="0">
                <a:pos x="55" y="63"/>
              </a:cxn>
              <a:cxn ang="0">
                <a:pos x="39" y="55"/>
              </a:cxn>
              <a:cxn ang="0">
                <a:pos x="39" y="55"/>
              </a:cxn>
              <a:cxn ang="0">
                <a:pos x="38" y="55"/>
              </a:cxn>
              <a:cxn ang="0">
                <a:pos x="22" y="63"/>
              </a:cxn>
              <a:cxn ang="0">
                <a:pos x="20" y="64"/>
              </a:cxn>
              <a:cxn ang="0">
                <a:pos x="18" y="63"/>
              </a:cxn>
              <a:cxn ang="0">
                <a:pos x="2" y="55"/>
              </a:cxn>
              <a:cxn ang="0">
                <a:pos x="0" y="51"/>
              </a:cxn>
              <a:cxn ang="0">
                <a:pos x="0" y="37"/>
              </a:cxn>
              <a:cxn ang="0">
                <a:pos x="3" y="32"/>
              </a:cxn>
              <a:cxn ang="0">
                <a:pos x="18" y="26"/>
              </a:cxn>
              <a:cxn ang="0">
                <a:pos x="18" y="11"/>
              </a:cxn>
              <a:cxn ang="0">
                <a:pos x="21" y="7"/>
              </a:cxn>
              <a:cxn ang="0">
                <a:pos x="37" y="0"/>
              </a:cxn>
              <a:cxn ang="0">
                <a:pos x="39" y="0"/>
              </a:cxn>
              <a:cxn ang="0">
                <a:pos x="40" y="0"/>
              </a:cxn>
              <a:cxn ang="0">
                <a:pos x="56" y="7"/>
              </a:cxn>
              <a:cxn ang="0">
                <a:pos x="59" y="11"/>
              </a:cxn>
              <a:cxn ang="0">
                <a:pos x="59" y="26"/>
              </a:cxn>
              <a:cxn ang="0">
                <a:pos x="75" y="32"/>
              </a:cxn>
              <a:cxn ang="0">
                <a:pos x="77" y="37"/>
              </a:cxn>
              <a:cxn ang="0">
                <a:pos x="77" y="51"/>
              </a:cxn>
              <a:cxn ang="0">
                <a:pos x="35" y="36"/>
              </a:cxn>
              <a:cxn ang="0">
                <a:pos x="20" y="30"/>
              </a:cxn>
              <a:cxn ang="0">
                <a:pos x="6" y="36"/>
              </a:cxn>
              <a:cxn ang="0">
                <a:pos x="20" y="42"/>
              </a:cxn>
              <a:cxn ang="0">
                <a:pos x="35" y="36"/>
              </a:cxn>
              <a:cxn ang="0">
                <a:pos x="36" y="51"/>
              </a:cxn>
              <a:cxn ang="0">
                <a:pos x="36" y="40"/>
              </a:cxn>
              <a:cxn ang="0">
                <a:pos x="23" y="46"/>
              </a:cxn>
              <a:cxn ang="0">
                <a:pos x="23" y="58"/>
              </a:cxn>
              <a:cxn ang="0">
                <a:pos x="36" y="51"/>
              </a:cxn>
              <a:cxn ang="0">
                <a:pos x="54" y="11"/>
              </a:cxn>
              <a:cxn ang="0">
                <a:pos x="39" y="5"/>
              </a:cxn>
              <a:cxn ang="0">
                <a:pos x="23" y="11"/>
              </a:cxn>
              <a:cxn ang="0">
                <a:pos x="39" y="18"/>
              </a:cxn>
              <a:cxn ang="0">
                <a:pos x="54" y="11"/>
              </a:cxn>
              <a:cxn ang="0">
                <a:pos x="55" y="26"/>
              </a:cxn>
              <a:cxn ang="0">
                <a:pos x="55" y="16"/>
              </a:cxn>
              <a:cxn ang="0">
                <a:pos x="41" y="22"/>
              </a:cxn>
              <a:cxn ang="0">
                <a:pos x="41" y="32"/>
              </a:cxn>
              <a:cxn ang="0">
                <a:pos x="55" y="26"/>
              </a:cxn>
              <a:cxn ang="0">
                <a:pos x="71" y="36"/>
              </a:cxn>
              <a:cxn ang="0">
                <a:pos x="57" y="30"/>
              </a:cxn>
              <a:cxn ang="0">
                <a:pos x="42" y="36"/>
              </a:cxn>
              <a:cxn ang="0">
                <a:pos x="57" y="42"/>
              </a:cxn>
              <a:cxn ang="0">
                <a:pos x="71" y="36"/>
              </a:cxn>
              <a:cxn ang="0">
                <a:pos x="73" y="51"/>
              </a:cxn>
              <a:cxn ang="0">
                <a:pos x="73" y="40"/>
              </a:cxn>
              <a:cxn ang="0">
                <a:pos x="59" y="46"/>
              </a:cxn>
              <a:cxn ang="0">
                <a:pos x="59" y="58"/>
              </a:cxn>
              <a:cxn ang="0">
                <a:pos x="73" y="51"/>
              </a:cxn>
            </a:cxnLst>
            <a:rect l="0" t="0" r="r" b="b"/>
            <a:pathLst>
              <a:path w="77" h="64">
                <a:moveTo>
                  <a:pt x="77" y="51"/>
                </a:moveTo>
                <a:cubicBezTo>
                  <a:pt x="77" y="53"/>
                  <a:pt x="76" y="55"/>
                  <a:pt x="75" y="55"/>
                </a:cubicBezTo>
                <a:cubicBezTo>
                  <a:pt x="59" y="63"/>
                  <a:pt x="59" y="63"/>
                  <a:pt x="59" y="63"/>
                </a:cubicBezTo>
                <a:cubicBezTo>
                  <a:pt x="58" y="64"/>
                  <a:pt x="58" y="64"/>
                  <a:pt x="57" y="64"/>
                </a:cubicBezTo>
                <a:cubicBezTo>
                  <a:pt x="56" y="64"/>
                  <a:pt x="55" y="64"/>
                  <a:pt x="55" y="63"/>
                </a:cubicBezTo>
                <a:cubicBezTo>
                  <a:pt x="39" y="55"/>
                  <a:pt x="39" y="55"/>
                  <a:pt x="39" y="55"/>
                </a:cubicBezTo>
                <a:cubicBezTo>
                  <a:pt x="39" y="55"/>
                  <a:pt x="39" y="55"/>
                  <a:pt x="39" y="55"/>
                </a:cubicBezTo>
                <a:cubicBezTo>
                  <a:pt x="39" y="55"/>
                  <a:pt x="38" y="55"/>
                  <a:pt x="38" y="55"/>
                </a:cubicBezTo>
                <a:cubicBezTo>
                  <a:pt x="22" y="63"/>
                  <a:pt x="22" y="63"/>
                  <a:pt x="22" y="63"/>
                </a:cubicBezTo>
                <a:cubicBezTo>
                  <a:pt x="22" y="64"/>
                  <a:pt x="21" y="64"/>
                  <a:pt x="20" y="64"/>
                </a:cubicBezTo>
                <a:cubicBezTo>
                  <a:pt x="20" y="64"/>
                  <a:pt x="19" y="64"/>
                  <a:pt x="18" y="63"/>
                </a:cubicBezTo>
                <a:cubicBezTo>
                  <a:pt x="2" y="55"/>
                  <a:pt x="2" y="55"/>
                  <a:pt x="2" y="55"/>
                </a:cubicBezTo>
                <a:cubicBezTo>
                  <a:pt x="1" y="55"/>
                  <a:pt x="0" y="53"/>
                  <a:pt x="0" y="51"/>
                </a:cubicBezTo>
                <a:cubicBezTo>
                  <a:pt x="0" y="37"/>
                  <a:pt x="0" y="37"/>
                  <a:pt x="0" y="37"/>
                </a:cubicBezTo>
                <a:cubicBezTo>
                  <a:pt x="0" y="35"/>
                  <a:pt x="1" y="33"/>
                  <a:pt x="3" y="32"/>
                </a:cubicBezTo>
                <a:cubicBezTo>
                  <a:pt x="18" y="26"/>
                  <a:pt x="18" y="26"/>
                  <a:pt x="18" y="26"/>
                </a:cubicBezTo>
                <a:cubicBezTo>
                  <a:pt x="18" y="11"/>
                  <a:pt x="18" y="11"/>
                  <a:pt x="18" y="11"/>
                </a:cubicBezTo>
                <a:cubicBezTo>
                  <a:pt x="18" y="10"/>
                  <a:pt x="19" y="8"/>
                  <a:pt x="21" y="7"/>
                </a:cubicBezTo>
                <a:cubicBezTo>
                  <a:pt x="37" y="0"/>
                  <a:pt x="37" y="0"/>
                  <a:pt x="37" y="0"/>
                </a:cubicBezTo>
                <a:cubicBezTo>
                  <a:pt x="37" y="0"/>
                  <a:pt x="38" y="0"/>
                  <a:pt x="39" y="0"/>
                </a:cubicBezTo>
                <a:cubicBezTo>
                  <a:pt x="39" y="0"/>
                  <a:pt x="40" y="0"/>
                  <a:pt x="40" y="0"/>
                </a:cubicBezTo>
                <a:cubicBezTo>
                  <a:pt x="56" y="7"/>
                  <a:pt x="56" y="7"/>
                  <a:pt x="56" y="7"/>
                </a:cubicBezTo>
                <a:cubicBezTo>
                  <a:pt x="58" y="8"/>
                  <a:pt x="59" y="10"/>
                  <a:pt x="59" y="11"/>
                </a:cubicBezTo>
                <a:cubicBezTo>
                  <a:pt x="59" y="26"/>
                  <a:pt x="59" y="26"/>
                  <a:pt x="59" y="26"/>
                </a:cubicBezTo>
                <a:cubicBezTo>
                  <a:pt x="75" y="32"/>
                  <a:pt x="75" y="32"/>
                  <a:pt x="75" y="32"/>
                </a:cubicBezTo>
                <a:cubicBezTo>
                  <a:pt x="76" y="33"/>
                  <a:pt x="77" y="35"/>
                  <a:pt x="77" y="37"/>
                </a:cubicBezTo>
                <a:lnTo>
                  <a:pt x="77" y="51"/>
                </a:lnTo>
                <a:close/>
                <a:moveTo>
                  <a:pt x="35" y="36"/>
                </a:moveTo>
                <a:cubicBezTo>
                  <a:pt x="20" y="30"/>
                  <a:pt x="20" y="30"/>
                  <a:pt x="20" y="30"/>
                </a:cubicBezTo>
                <a:cubicBezTo>
                  <a:pt x="6" y="36"/>
                  <a:pt x="6" y="36"/>
                  <a:pt x="6" y="36"/>
                </a:cubicBezTo>
                <a:cubicBezTo>
                  <a:pt x="20" y="42"/>
                  <a:pt x="20" y="42"/>
                  <a:pt x="20" y="42"/>
                </a:cubicBezTo>
                <a:lnTo>
                  <a:pt x="35" y="36"/>
                </a:lnTo>
                <a:close/>
                <a:moveTo>
                  <a:pt x="36" y="51"/>
                </a:moveTo>
                <a:cubicBezTo>
                  <a:pt x="36" y="40"/>
                  <a:pt x="36" y="40"/>
                  <a:pt x="36" y="40"/>
                </a:cubicBezTo>
                <a:cubicBezTo>
                  <a:pt x="23" y="46"/>
                  <a:pt x="23" y="46"/>
                  <a:pt x="23" y="46"/>
                </a:cubicBezTo>
                <a:cubicBezTo>
                  <a:pt x="23" y="58"/>
                  <a:pt x="23" y="58"/>
                  <a:pt x="23" y="58"/>
                </a:cubicBezTo>
                <a:lnTo>
                  <a:pt x="36" y="51"/>
                </a:lnTo>
                <a:close/>
                <a:moveTo>
                  <a:pt x="54" y="11"/>
                </a:moveTo>
                <a:cubicBezTo>
                  <a:pt x="39" y="5"/>
                  <a:pt x="39" y="5"/>
                  <a:pt x="39" y="5"/>
                </a:cubicBezTo>
                <a:cubicBezTo>
                  <a:pt x="23" y="11"/>
                  <a:pt x="23" y="11"/>
                  <a:pt x="23" y="11"/>
                </a:cubicBezTo>
                <a:cubicBezTo>
                  <a:pt x="39" y="18"/>
                  <a:pt x="39" y="18"/>
                  <a:pt x="39" y="18"/>
                </a:cubicBezTo>
                <a:lnTo>
                  <a:pt x="54" y="11"/>
                </a:lnTo>
                <a:close/>
                <a:moveTo>
                  <a:pt x="55" y="26"/>
                </a:moveTo>
                <a:cubicBezTo>
                  <a:pt x="55" y="16"/>
                  <a:pt x="55" y="16"/>
                  <a:pt x="55" y="16"/>
                </a:cubicBezTo>
                <a:cubicBezTo>
                  <a:pt x="41" y="22"/>
                  <a:pt x="41" y="22"/>
                  <a:pt x="41" y="22"/>
                </a:cubicBezTo>
                <a:cubicBezTo>
                  <a:pt x="41" y="32"/>
                  <a:pt x="41" y="32"/>
                  <a:pt x="41" y="32"/>
                </a:cubicBezTo>
                <a:lnTo>
                  <a:pt x="55" y="26"/>
                </a:lnTo>
                <a:close/>
                <a:moveTo>
                  <a:pt x="71" y="36"/>
                </a:moveTo>
                <a:cubicBezTo>
                  <a:pt x="57" y="30"/>
                  <a:pt x="57" y="30"/>
                  <a:pt x="57" y="30"/>
                </a:cubicBezTo>
                <a:cubicBezTo>
                  <a:pt x="42" y="36"/>
                  <a:pt x="42" y="36"/>
                  <a:pt x="42" y="36"/>
                </a:cubicBezTo>
                <a:cubicBezTo>
                  <a:pt x="57" y="42"/>
                  <a:pt x="57" y="42"/>
                  <a:pt x="57" y="42"/>
                </a:cubicBezTo>
                <a:lnTo>
                  <a:pt x="71" y="36"/>
                </a:lnTo>
                <a:close/>
                <a:moveTo>
                  <a:pt x="73" y="51"/>
                </a:moveTo>
                <a:cubicBezTo>
                  <a:pt x="73" y="40"/>
                  <a:pt x="73" y="40"/>
                  <a:pt x="73" y="40"/>
                </a:cubicBezTo>
                <a:cubicBezTo>
                  <a:pt x="59" y="46"/>
                  <a:pt x="59" y="46"/>
                  <a:pt x="59" y="46"/>
                </a:cubicBezTo>
                <a:cubicBezTo>
                  <a:pt x="59" y="58"/>
                  <a:pt x="59" y="58"/>
                  <a:pt x="59" y="58"/>
                </a:cubicBezTo>
                <a:lnTo>
                  <a:pt x="73" y="51"/>
                </a:ln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000">
              <a:latin typeface="HarmonyOS Sans SC Medium" panose="00000600000000000000" pitchFamily="2" charset="-122"/>
              <a:ea typeface="HarmonyOS Sans SC Medium" panose="00000600000000000000" pitchFamily="2" charset="-122"/>
            </a:endParaRPr>
          </a:p>
        </p:txBody>
      </p:sp>
      <p:sp>
        <p:nvSpPr>
          <p:cNvPr id="363" name="文本框 362">
            <a:extLst>
              <a:ext uri="{FF2B5EF4-FFF2-40B4-BE49-F238E27FC236}">
                <a16:creationId xmlns:a16="http://schemas.microsoft.com/office/drawing/2014/main" id="{5D1637F7-F640-54AD-E8CB-E46675469CA3}"/>
              </a:ext>
            </a:extLst>
          </p:cNvPr>
          <p:cNvSpPr txBox="1"/>
          <p:nvPr/>
        </p:nvSpPr>
        <p:spPr>
          <a:xfrm>
            <a:off x="4936295" y="5200950"/>
            <a:ext cx="3331681" cy="461665"/>
          </a:xfrm>
          <a:prstGeom prst="rect">
            <a:avLst/>
          </a:prstGeom>
          <a:noFill/>
          <a:scene3d>
            <a:camera prst="isometricLeftDown"/>
            <a:lightRig rig="threePt" dir="t"/>
          </a:scene3d>
        </p:spPr>
        <p:txBody>
          <a:bodyPr wrap="none" rtlCol="0">
            <a:spAutoFit/>
          </a:bodyPr>
          <a:lstStyle/>
          <a:p>
            <a:r>
              <a:rPr lang="en-US" altLang="zh-CN" sz="2400" dirty="0">
                <a:solidFill>
                  <a:srgbClr val="3749CC"/>
                </a:solidFill>
                <a:latin typeface="Gotham" panose="02000604040000020004" pitchFamily="50" charset="0"/>
                <a:ea typeface="HarmonyOS Sans SC Light" panose="00000400000000000000" pitchFamily="2" charset="-122"/>
              </a:rPr>
              <a:t>YOUR BRAND TITLE</a:t>
            </a:r>
            <a:endParaRPr lang="zh-CN" altLang="en-US" sz="2400" dirty="0">
              <a:solidFill>
                <a:srgbClr val="3749CC"/>
              </a:solidFill>
              <a:latin typeface="Gotham" panose="02000604040000020004" pitchFamily="50" charset="0"/>
              <a:ea typeface="HarmonyOS Sans SC Light" panose="00000400000000000000" pitchFamily="2" charset="-122"/>
            </a:endParaRPr>
          </a:p>
        </p:txBody>
      </p:sp>
      <p:sp>
        <p:nvSpPr>
          <p:cNvPr id="7" name="文本框 6">
            <a:extLst>
              <a:ext uri="{FF2B5EF4-FFF2-40B4-BE49-F238E27FC236}">
                <a16:creationId xmlns:a16="http://schemas.microsoft.com/office/drawing/2014/main" id="{12A356B0-03BD-465D-71A4-F82C708B0E65}"/>
              </a:ext>
            </a:extLst>
          </p:cNvPr>
          <p:cNvSpPr txBox="1"/>
          <p:nvPr/>
        </p:nvSpPr>
        <p:spPr>
          <a:xfrm>
            <a:off x="801342" y="4629687"/>
            <a:ext cx="3733714" cy="707886"/>
          </a:xfrm>
          <a:prstGeom prst="rect">
            <a:avLst/>
          </a:prstGeom>
          <a:noFill/>
        </p:spPr>
        <p:txBody>
          <a:bodyPr wrap="none" rtlCol="0">
            <a:spAutoFit/>
          </a:bodyPr>
          <a:lstStyle/>
          <a:p>
            <a:r>
              <a:rPr lang="en-US" altLang="zh-CN" sz="40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rPr>
              <a:t>YOUR BRAND</a:t>
            </a:r>
            <a:endParaRPr lang="zh-CN" altLang="en-US" sz="40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endParaRPr>
          </a:p>
        </p:txBody>
      </p:sp>
      <p:sp>
        <p:nvSpPr>
          <p:cNvPr id="11" name="文本框 10">
            <a:extLst>
              <a:ext uri="{FF2B5EF4-FFF2-40B4-BE49-F238E27FC236}">
                <a16:creationId xmlns:a16="http://schemas.microsoft.com/office/drawing/2014/main" id="{7F32546D-96EC-A7C6-DFFA-A51EEB50F037}"/>
              </a:ext>
            </a:extLst>
          </p:cNvPr>
          <p:cNvSpPr txBox="1"/>
          <p:nvPr/>
        </p:nvSpPr>
        <p:spPr>
          <a:xfrm>
            <a:off x="801342" y="4444288"/>
            <a:ext cx="1484702" cy="369332"/>
          </a:xfrm>
          <a:prstGeom prst="rect">
            <a:avLst/>
          </a:prstGeom>
          <a:noFill/>
        </p:spPr>
        <p:txBody>
          <a:bodyPr wrap="none" rtlCol="0">
            <a:spAutoFit/>
          </a:bodyPr>
          <a:lstStyle/>
          <a:p>
            <a:r>
              <a:rPr lang="en-US" altLang="zh-CN" dirty="0">
                <a:solidFill>
                  <a:srgbClr val="02F276"/>
                </a:solidFill>
                <a:latin typeface="HarmonyOS Sans SC Black" panose="00000A00000000000000" pitchFamily="2" charset="-122"/>
                <a:ea typeface="HarmonyOS Sans SC Black" panose="00000A00000000000000" pitchFamily="2" charset="-122"/>
              </a:rPr>
              <a:t>TEXT TITLE</a:t>
            </a:r>
            <a:endParaRPr lang="zh-CN" altLang="en-US" dirty="0">
              <a:solidFill>
                <a:srgbClr val="02F276"/>
              </a:solidFill>
              <a:latin typeface="HarmonyOS Sans SC Black" panose="00000A00000000000000" pitchFamily="2" charset="-122"/>
              <a:ea typeface="HarmonyOS Sans SC Black" panose="00000A00000000000000" pitchFamily="2" charset="-122"/>
            </a:endParaRPr>
          </a:p>
        </p:txBody>
      </p:sp>
      <p:sp>
        <p:nvSpPr>
          <p:cNvPr id="12" name="文本框 11">
            <a:extLst>
              <a:ext uri="{FF2B5EF4-FFF2-40B4-BE49-F238E27FC236}">
                <a16:creationId xmlns:a16="http://schemas.microsoft.com/office/drawing/2014/main" id="{787A6E7A-8B8D-89D5-1823-068BC5D45A1A}"/>
              </a:ext>
            </a:extLst>
          </p:cNvPr>
          <p:cNvSpPr txBox="1"/>
          <p:nvPr/>
        </p:nvSpPr>
        <p:spPr>
          <a:xfrm>
            <a:off x="801342" y="5273102"/>
            <a:ext cx="4407836" cy="584775"/>
          </a:xfrm>
          <a:prstGeom prst="rect">
            <a:avLst/>
          </a:prstGeom>
          <a:noFill/>
        </p:spPr>
        <p:txBody>
          <a:bodyPr wrap="square" rtlCol="0">
            <a:spAutoFit/>
          </a:bodyPr>
          <a:lstStyle/>
          <a:p>
            <a:r>
              <a:rPr lang="zh-CN" altLang="en-US" sz="32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rPr>
              <a:t>图标文字均可替换修改</a:t>
            </a:r>
          </a:p>
        </p:txBody>
      </p:sp>
      <p:sp>
        <p:nvSpPr>
          <p:cNvPr id="16" name="文本框 15">
            <a:extLst>
              <a:ext uri="{FF2B5EF4-FFF2-40B4-BE49-F238E27FC236}">
                <a16:creationId xmlns:a16="http://schemas.microsoft.com/office/drawing/2014/main" id="{90BE7AE8-EFC0-A410-193A-700E29461E07}"/>
              </a:ext>
            </a:extLst>
          </p:cNvPr>
          <p:cNvSpPr txBox="1"/>
          <p:nvPr/>
        </p:nvSpPr>
        <p:spPr>
          <a:xfrm>
            <a:off x="852178" y="5802061"/>
            <a:ext cx="2983213" cy="369332"/>
          </a:xfrm>
          <a:prstGeom prst="rect">
            <a:avLst/>
          </a:prstGeom>
          <a:noFill/>
        </p:spPr>
        <p:txBody>
          <a:bodyPr wrap="square">
            <a:spAutoFit/>
          </a:bodyPr>
          <a:lstStyle/>
          <a:p>
            <a:r>
              <a:rPr lang="zh-CN" altLang="en-US" dirty="0">
                <a:solidFill>
                  <a:srgbClr val="3749CC"/>
                </a:solidFill>
                <a:latin typeface="HarmonyOS Sans SC Black" panose="00000A00000000000000" pitchFamily="2" charset="-122"/>
                <a:ea typeface="HarmonyOS Sans SC Black" panose="00000A00000000000000" pitchFamily="2" charset="-122"/>
              </a:rPr>
              <a:t>颜色形状可自由编辑</a:t>
            </a:r>
          </a:p>
        </p:txBody>
      </p:sp>
    </p:spTree>
    <p:extLst>
      <p:ext uri="{BB962C8B-B14F-4D97-AF65-F5344CB8AC3E}">
        <p14:creationId xmlns:p14="http://schemas.microsoft.com/office/powerpoint/2010/main" val="2993139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E74BE2C4-A255-4F79-E792-87478CF6CD15}"/>
              </a:ext>
            </a:extLst>
          </p:cNvPr>
          <p:cNvGrpSpPr/>
          <p:nvPr/>
        </p:nvGrpSpPr>
        <p:grpSpPr>
          <a:xfrm>
            <a:off x="0" y="0"/>
            <a:ext cx="12929262" cy="6858000"/>
            <a:chOff x="0" y="0"/>
            <a:chExt cx="12929262" cy="6858000"/>
          </a:xfrm>
        </p:grpSpPr>
        <p:sp>
          <p:nvSpPr>
            <p:cNvPr id="4" name="矩形: 圆角 3">
              <a:extLst>
                <a:ext uri="{FF2B5EF4-FFF2-40B4-BE49-F238E27FC236}">
                  <a16:creationId xmlns:a16="http://schemas.microsoft.com/office/drawing/2014/main" id="{6FE7125F-3BA1-E40C-86AC-235853A4EE96}"/>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026913B7-57FC-2F2E-C369-41FFE1929021}"/>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圆角 5">
              <a:extLst>
                <a:ext uri="{FF2B5EF4-FFF2-40B4-BE49-F238E27FC236}">
                  <a16:creationId xmlns:a16="http://schemas.microsoft.com/office/drawing/2014/main" id="{A447D90F-B652-16A6-4802-42F5A08E5CE0}"/>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8761EA0E-4010-39D7-218A-D03C6092C8B9}"/>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984C4A01-253F-1B1B-C3BE-C6BE1CCB532B}"/>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26" name="文本框 25">
              <a:extLst>
                <a:ext uri="{FF2B5EF4-FFF2-40B4-BE49-F238E27FC236}">
                  <a16:creationId xmlns:a16="http://schemas.microsoft.com/office/drawing/2014/main" id="{40F487A2-8DB3-0895-601D-4B0C0B632DC8}"/>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27" name="文本框 26">
              <a:extLst>
                <a:ext uri="{FF2B5EF4-FFF2-40B4-BE49-F238E27FC236}">
                  <a16:creationId xmlns:a16="http://schemas.microsoft.com/office/drawing/2014/main" id="{FEDCC993-217B-20D4-A801-6CC92177D465}"/>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28"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8F2CC119-F466-8805-42D0-11315EC71B88}"/>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37" name="文本框 36">
              <a:extLst>
                <a:ext uri="{FF2B5EF4-FFF2-40B4-BE49-F238E27FC236}">
                  <a16:creationId xmlns:a16="http://schemas.microsoft.com/office/drawing/2014/main" id="{4316C208-AE74-BF60-E684-32EC4DFEF27F}"/>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51" name="文本框 50">
              <a:extLst>
                <a:ext uri="{FF2B5EF4-FFF2-40B4-BE49-F238E27FC236}">
                  <a16:creationId xmlns:a16="http://schemas.microsoft.com/office/drawing/2014/main" id="{FDBF7AFC-8D6B-2F33-22B6-280AD8621E73}"/>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sp>
        <p:nvSpPr>
          <p:cNvPr id="107" name="矩形 106">
            <a:extLst>
              <a:ext uri="{FF2B5EF4-FFF2-40B4-BE49-F238E27FC236}">
                <a16:creationId xmlns:a16="http://schemas.microsoft.com/office/drawing/2014/main" id="{387981F0-E278-D4AD-8BAD-38616160B40F}"/>
              </a:ext>
            </a:extLst>
          </p:cNvPr>
          <p:cNvSpPr/>
          <p:nvPr/>
        </p:nvSpPr>
        <p:spPr>
          <a:xfrm flipH="1">
            <a:off x="1608577" y="2283938"/>
            <a:ext cx="642118" cy="2735855"/>
          </a:xfrm>
          <a:prstGeom prst="rect">
            <a:avLst/>
          </a:prstGeom>
          <a:gradFill flip="none" rotWithShape="1">
            <a:gsLst>
              <a:gs pos="49000">
                <a:srgbClr val="FAFBFF">
                  <a:alpha val="0"/>
                </a:srgbClr>
              </a:gs>
              <a:gs pos="100000">
                <a:srgbClr val="8E9CEF">
                  <a:alpha val="53000"/>
                </a:srgbClr>
              </a:gs>
            </a:gsLst>
            <a:lin ang="16200000" scaled="1"/>
            <a:tileRect/>
          </a:gradFill>
          <a:ln>
            <a:no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104">
            <a:extLst>
              <a:ext uri="{FF2B5EF4-FFF2-40B4-BE49-F238E27FC236}">
                <a16:creationId xmlns:a16="http://schemas.microsoft.com/office/drawing/2014/main" id="{A4D6056B-979F-AD2E-0CA8-C2158B956F5B}"/>
              </a:ext>
            </a:extLst>
          </p:cNvPr>
          <p:cNvSpPr/>
          <p:nvPr/>
        </p:nvSpPr>
        <p:spPr>
          <a:xfrm flipH="1">
            <a:off x="5181677" y="2285908"/>
            <a:ext cx="642118" cy="2735855"/>
          </a:xfrm>
          <a:prstGeom prst="rect">
            <a:avLst/>
          </a:prstGeom>
          <a:gradFill flip="none" rotWithShape="1">
            <a:gsLst>
              <a:gs pos="49000">
                <a:srgbClr val="FAFBFF">
                  <a:alpha val="0"/>
                </a:srgbClr>
              </a:gs>
              <a:gs pos="100000">
                <a:srgbClr val="8E9CEF">
                  <a:alpha val="51000"/>
                </a:srgbClr>
              </a:gs>
            </a:gsLst>
            <a:lin ang="16200000" scaled="1"/>
            <a:tileRect/>
          </a:gradFill>
          <a:ln>
            <a:no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a:extLst>
              <a:ext uri="{FF2B5EF4-FFF2-40B4-BE49-F238E27FC236}">
                <a16:creationId xmlns:a16="http://schemas.microsoft.com/office/drawing/2014/main" id="{40BED432-4D2D-F1F5-C267-9930E3597201}"/>
              </a:ext>
            </a:extLst>
          </p:cNvPr>
          <p:cNvSpPr/>
          <p:nvPr/>
        </p:nvSpPr>
        <p:spPr>
          <a:xfrm flipH="1">
            <a:off x="1826967" y="1955361"/>
            <a:ext cx="2202113" cy="2735855"/>
          </a:xfrm>
          <a:prstGeom prst="rect">
            <a:avLst/>
          </a:prstGeom>
          <a:gradFill flip="none" rotWithShape="1">
            <a:gsLst>
              <a:gs pos="49000">
                <a:srgbClr val="FAFBFF">
                  <a:alpha val="0"/>
                </a:srgbClr>
              </a:gs>
              <a:gs pos="100000">
                <a:srgbClr val="8E9CEF">
                  <a:alpha val="53000"/>
                </a:srgbClr>
              </a:gs>
            </a:gsLst>
            <a:lin ang="16200000" scaled="1"/>
            <a:tileRect/>
          </a:gradFill>
          <a:ln>
            <a:no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矩形 102">
            <a:extLst>
              <a:ext uri="{FF2B5EF4-FFF2-40B4-BE49-F238E27FC236}">
                <a16:creationId xmlns:a16="http://schemas.microsoft.com/office/drawing/2014/main" id="{B1E49A17-25C7-4D9D-9B29-CE0346A49C92}"/>
              </a:ext>
            </a:extLst>
          </p:cNvPr>
          <p:cNvSpPr/>
          <p:nvPr/>
        </p:nvSpPr>
        <p:spPr>
          <a:xfrm>
            <a:off x="3391099" y="1947865"/>
            <a:ext cx="2202113" cy="2735855"/>
          </a:xfrm>
          <a:prstGeom prst="rect">
            <a:avLst/>
          </a:prstGeom>
          <a:gradFill flip="none" rotWithShape="1">
            <a:gsLst>
              <a:gs pos="49000">
                <a:srgbClr val="FAFBFF">
                  <a:alpha val="0"/>
                </a:srgbClr>
              </a:gs>
              <a:gs pos="100000">
                <a:srgbClr val="CDD2F8">
                  <a:alpha val="50000"/>
                </a:srgbClr>
              </a:gs>
            </a:gsLst>
            <a:lin ang="16200000" scaled="1"/>
            <a:tileRect/>
          </a:gradFill>
          <a:ln>
            <a:no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C9B4A603-2544-9A56-A271-B2BD829CBA10}"/>
              </a:ext>
            </a:extLst>
          </p:cNvPr>
          <p:cNvGrpSpPr/>
          <p:nvPr/>
        </p:nvGrpSpPr>
        <p:grpSpPr>
          <a:xfrm>
            <a:off x="1697831" y="1106835"/>
            <a:ext cx="4033837" cy="1557338"/>
            <a:chOff x="4297363" y="941388"/>
            <a:chExt cx="4033837" cy="1557338"/>
          </a:xfrm>
        </p:grpSpPr>
        <p:sp>
          <p:nvSpPr>
            <p:cNvPr id="29" name="Freeform 14">
              <a:extLst>
                <a:ext uri="{FF2B5EF4-FFF2-40B4-BE49-F238E27FC236}">
                  <a16:creationId xmlns:a16="http://schemas.microsoft.com/office/drawing/2014/main" id="{EB96AFFF-B0AD-FFEC-3B22-0EA6E41EFEA8}"/>
                </a:ext>
              </a:extLst>
            </p:cNvPr>
            <p:cNvSpPr>
              <a:spLocks/>
            </p:cNvSpPr>
            <p:nvPr/>
          </p:nvSpPr>
          <p:spPr bwMode="auto">
            <a:xfrm>
              <a:off x="7878763" y="2108201"/>
              <a:ext cx="452437" cy="390525"/>
            </a:xfrm>
            <a:custGeom>
              <a:avLst/>
              <a:gdLst>
                <a:gd name="T0" fmla="*/ 285 w 285"/>
                <a:gd name="T1" fmla="*/ 0 h 246"/>
                <a:gd name="T2" fmla="*/ 285 w 285"/>
                <a:gd name="T3" fmla="*/ 79 h 246"/>
                <a:gd name="T4" fmla="*/ 0 w 285"/>
                <a:gd name="T5" fmla="*/ 246 h 246"/>
                <a:gd name="T6" fmla="*/ 0 w 285"/>
                <a:gd name="T7" fmla="*/ 167 h 246"/>
                <a:gd name="T8" fmla="*/ 285 w 285"/>
                <a:gd name="T9" fmla="*/ 0 h 246"/>
              </a:gdLst>
              <a:ahLst/>
              <a:cxnLst>
                <a:cxn ang="0">
                  <a:pos x="T0" y="T1"/>
                </a:cxn>
                <a:cxn ang="0">
                  <a:pos x="T2" y="T3"/>
                </a:cxn>
                <a:cxn ang="0">
                  <a:pos x="T4" y="T5"/>
                </a:cxn>
                <a:cxn ang="0">
                  <a:pos x="T6" y="T7"/>
                </a:cxn>
                <a:cxn ang="0">
                  <a:pos x="T8" y="T9"/>
                </a:cxn>
              </a:cxnLst>
              <a:rect l="0" t="0" r="r" b="b"/>
              <a:pathLst>
                <a:path w="285" h="246">
                  <a:moveTo>
                    <a:pt x="285" y="0"/>
                  </a:moveTo>
                  <a:lnTo>
                    <a:pt x="285" y="79"/>
                  </a:lnTo>
                  <a:lnTo>
                    <a:pt x="0" y="246"/>
                  </a:lnTo>
                  <a:lnTo>
                    <a:pt x="0" y="167"/>
                  </a:lnTo>
                  <a:lnTo>
                    <a:pt x="285" y="0"/>
                  </a:lnTo>
                  <a:close/>
                </a:path>
              </a:pathLst>
            </a:custGeom>
            <a:solidFill>
              <a:srgbClr val="E7E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Freeform 15">
              <a:extLst>
                <a:ext uri="{FF2B5EF4-FFF2-40B4-BE49-F238E27FC236}">
                  <a16:creationId xmlns:a16="http://schemas.microsoft.com/office/drawing/2014/main" id="{03CECFE5-C21F-46B0-CB6F-FF5125A87BBF}"/>
                </a:ext>
              </a:extLst>
            </p:cNvPr>
            <p:cNvSpPr>
              <a:spLocks/>
            </p:cNvSpPr>
            <p:nvPr/>
          </p:nvSpPr>
          <p:spPr bwMode="auto">
            <a:xfrm>
              <a:off x="6311900" y="1466851"/>
              <a:ext cx="1566862" cy="1031875"/>
            </a:xfrm>
            <a:custGeom>
              <a:avLst/>
              <a:gdLst>
                <a:gd name="T0" fmla="*/ 987 w 987"/>
                <a:gd name="T1" fmla="*/ 571 h 650"/>
                <a:gd name="T2" fmla="*/ 987 w 987"/>
                <a:gd name="T3" fmla="*/ 650 h 650"/>
                <a:gd name="T4" fmla="*/ 0 w 987"/>
                <a:gd name="T5" fmla="*/ 78 h 650"/>
                <a:gd name="T6" fmla="*/ 0 w 987"/>
                <a:gd name="T7" fmla="*/ 0 h 650"/>
                <a:gd name="T8" fmla="*/ 987 w 987"/>
                <a:gd name="T9" fmla="*/ 571 h 650"/>
              </a:gdLst>
              <a:ahLst/>
              <a:cxnLst>
                <a:cxn ang="0">
                  <a:pos x="T0" y="T1"/>
                </a:cxn>
                <a:cxn ang="0">
                  <a:pos x="T2" y="T3"/>
                </a:cxn>
                <a:cxn ang="0">
                  <a:pos x="T4" y="T5"/>
                </a:cxn>
                <a:cxn ang="0">
                  <a:pos x="T6" y="T7"/>
                </a:cxn>
                <a:cxn ang="0">
                  <a:pos x="T8" y="T9"/>
                </a:cxn>
              </a:cxnLst>
              <a:rect l="0" t="0" r="r" b="b"/>
              <a:pathLst>
                <a:path w="987" h="650">
                  <a:moveTo>
                    <a:pt x="987" y="571"/>
                  </a:moveTo>
                  <a:lnTo>
                    <a:pt x="987" y="650"/>
                  </a:lnTo>
                  <a:lnTo>
                    <a:pt x="0" y="78"/>
                  </a:lnTo>
                  <a:lnTo>
                    <a:pt x="0" y="0"/>
                  </a:lnTo>
                  <a:lnTo>
                    <a:pt x="987" y="571"/>
                  </a:lnTo>
                  <a:close/>
                </a:path>
              </a:pathLst>
            </a:custGeom>
            <a:solidFill>
              <a:srgbClr val="CDD2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16">
              <a:extLst>
                <a:ext uri="{FF2B5EF4-FFF2-40B4-BE49-F238E27FC236}">
                  <a16:creationId xmlns:a16="http://schemas.microsoft.com/office/drawing/2014/main" id="{18A37DC4-F9E5-541B-3512-B2BD62D3B48A}"/>
                </a:ext>
              </a:extLst>
            </p:cNvPr>
            <p:cNvSpPr>
              <a:spLocks/>
            </p:cNvSpPr>
            <p:nvPr/>
          </p:nvSpPr>
          <p:spPr bwMode="auto">
            <a:xfrm>
              <a:off x="4754563" y="1466851"/>
              <a:ext cx="1557337" cy="1031875"/>
            </a:xfrm>
            <a:custGeom>
              <a:avLst/>
              <a:gdLst>
                <a:gd name="T0" fmla="*/ 981 w 981"/>
                <a:gd name="T1" fmla="*/ 0 h 650"/>
                <a:gd name="T2" fmla="*/ 981 w 981"/>
                <a:gd name="T3" fmla="*/ 78 h 650"/>
                <a:gd name="T4" fmla="*/ 0 w 981"/>
                <a:gd name="T5" fmla="*/ 650 h 650"/>
                <a:gd name="T6" fmla="*/ 0 w 981"/>
                <a:gd name="T7" fmla="*/ 571 h 650"/>
                <a:gd name="T8" fmla="*/ 981 w 981"/>
                <a:gd name="T9" fmla="*/ 0 h 650"/>
              </a:gdLst>
              <a:ahLst/>
              <a:cxnLst>
                <a:cxn ang="0">
                  <a:pos x="T0" y="T1"/>
                </a:cxn>
                <a:cxn ang="0">
                  <a:pos x="T2" y="T3"/>
                </a:cxn>
                <a:cxn ang="0">
                  <a:pos x="T4" y="T5"/>
                </a:cxn>
                <a:cxn ang="0">
                  <a:pos x="T6" y="T7"/>
                </a:cxn>
                <a:cxn ang="0">
                  <a:pos x="T8" y="T9"/>
                </a:cxn>
              </a:cxnLst>
              <a:rect l="0" t="0" r="r" b="b"/>
              <a:pathLst>
                <a:path w="981" h="650">
                  <a:moveTo>
                    <a:pt x="981" y="0"/>
                  </a:moveTo>
                  <a:lnTo>
                    <a:pt x="981" y="78"/>
                  </a:lnTo>
                  <a:lnTo>
                    <a:pt x="0" y="650"/>
                  </a:lnTo>
                  <a:lnTo>
                    <a:pt x="0" y="571"/>
                  </a:lnTo>
                  <a:lnTo>
                    <a:pt x="981" y="0"/>
                  </a:lnTo>
                  <a:close/>
                </a:path>
              </a:pathLst>
            </a:custGeom>
            <a:solidFill>
              <a:srgbClr val="E7E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Freeform 17">
              <a:extLst>
                <a:ext uri="{FF2B5EF4-FFF2-40B4-BE49-F238E27FC236}">
                  <a16:creationId xmlns:a16="http://schemas.microsoft.com/office/drawing/2014/main" id="{BFD3DEE9-5B89-8D32-9D25-333D3008AA3B}"/>
                </a:ext>
              </a:extLst>
            </p:cNvPr>
            <p:cNvSpPr>
              <a:spLocks/>
            </p:cNvSpPr>
            <p:nvPr/>
          </p:nvSpPr>
          <p:spPr bwMode="auto">
            <a:xfrm>
              <a:off x="4297363" y="2108201"/>
              <a:ext cx="457200" cy="390525"/>
            </a:xfrm>
            <a:custGeom>
              <a:avLst/>
              <a:gdLst>
                <a:gd name="T0" fmla="*/ 288 w 288"/>
                <a:gd name="T1" fmla="*/ 167 h 246"/>
                <a:gd name="T2" fmla="*/ 288 w 288"/>
                <a:gd name="T3" fmla="*/ 246 h 246"/>
                <a:gd name="T4" fmla="*/ 0 w 288"/>
                <a:gd name="T5" fmla="*/ 79 h 246"/>
                <a:gd name="T6" fmla="*/ 0 w 288"/>
                <a:gd name="T7" fmla="*/ 0 h 246"/>
                <a:gd name="T8" fmla="*/ 288 w 288"/>
                <a:gd name="T9" fmla="*/ 167 h 246"/>
              </a:gdLst>
              <a:ahLst/>
              <a:cxnLst>
                <a:cxn ang="0">
                  <a:pos x="T0" y="T1"/>
                </a:cxn>
                <a:cxn ang="0">
                  <a:pos x="T2" y="T3"/>
                </a:cxn>
                <a:cxn ang="0">
                  <a:pos x="T4" y="T5"/>
                </a:cxn>
                <a:cxn ang="0">
                  <a:pos x="T6" y="T7"/>
                </a:cxn>
                <a:cxn ang="0">
                  <a:pos x="T8" y="T9"/>
                </a:cxn>
              </a:cxnLst>
              <a:rect l="0" t="0" r="r" b="b"/>
              <a:pathLst>
                <a:path w="288" h="246">
                  <a:moveTo>
                    <a:pt x="288" y="167"/>
                  </a:moveTo>
                  <a:lnTo>
                    <a:pt x="288" y="246"/>
                  </a:lnTo>
                  <a:lnTo>
                    <a:pt x="0" y="79"/>
                  </a:lnTo>
                  <a:lnTo>
                    <a:pt x="0" y="0"/>
                  </a:lnTo>
                  <a:lnTo>
                    <a:pt x="288" y="167"/>
                  </a:lnTo>
                  <a:close/>
                </a:path>
              </a:pathLst>
            </a:custGeom>
            <a:solidFill>
              <a:srgbClr val="CDD2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18">
              <a:extLst>
                <a:ext uri="{FF2B5EF4-FFF2-40B4-BE49-F238E27FC236}">
                  <a16:creationId xmlns:a16="http://schemas.microsoft.com/office/drawing/2014/main" id="{809F17CC-0DE3-C571-3E90-8A461EBD5478}"/>
                </a:ext>
              </a:extLst>
            </p:cNvPr>
            <p:cNvSpPr>
              <a:spLocks/>
            </p:cNvSpPr>
            <p:nvPr/>
          </p:nvSpPr>
          <p:spPr bwMode="auto">
            <a:xfrm>
              <a:off x="4297363" y="941388"/>
              <a:ext cx="4033837" cy="1431925"/>
            </a:xfrm>
            <a:custGeom>
              <a:avLst/>
              <a:gdLst>
                <a:gd name="T0" fmla="*/ 2541 w 2541"/>
                <a:gd name="T1" fmla="*/ 735 h 902"/>
                <a:gd name="T2" fmla="*/ 2256 w 2541"/>
                <a:gd name="T3" fmla="*/ 902 h 902"/>
                <a:gd name="T4" fmla="*/ 1269 w 2541"/>
                <a:gd name="T5" fmla="*/ 331 h 902"/>
                <a:gd name="T6" fmla="*/ 288 w 2541"/>
                <a:gd name="T7" fmla="*/ 902 h 902"/>
                <a:gd name="T8" fmla="*/ 0 w 2541"/>
                <a:gd name="T9" fmla="*/ 735 h 902"/>
                <a:gd name="T10" fmla="*/ 982 w 2541"/>
                <a:gd name="T11" fmla="*/ 164 h 902"/>
                <a:gd name="T12" fmla="*/ 1267 w 2541"/>
                <a:gd name="T13" fmla="*/ 0 h 902"/>
                <a:gd name="T14" fmla="*/ 1555 w 2541"/>
                <a:gd name="T15" fmla="*/ 164 h 902"/>
                <a:gd name="T16" fmla="*/ 2541 w 2541"/>
                <a:gd name="T17" fmla="*/ 735 h 9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41" h="902">
                  <a:moveTo>
                    <a:pt x="2541" y="735"/>
                  </a:moveTo>
                  <a:lnTo>
                    <a:pt x="2256" y="902"/>
                  </a:lnTo>
                  <a:lnTo>
                    <a:pt x="1269" y="331"/>
                  </a:lnTo>
                  <a:lnTo>
                    <a:pt x="288" y="902"/>
                  </a:lnTo>
                  <a:lnTo>
                    <a:pt x="0" y="735"/>
                  </a:lnTo>
                  <a:lnTo>
                    <a:pt x="982" y="164"/>
                  </a:lnTo>
                  <a:lnTo>
                    <a:pt x="1267" y="0"/>
                  </a:lnTo>
                  <a:lnTo>
                    <a:pt x="1555" y="164"/>
                  </a:lnTo>
                  <a:lnTo>
                    <a:pt x="2541" y="735"/>
                  </a:lnTo>
                  <a:close/>
                </a:path>
              </a:pathLst>
            </a:custGeom>
            <a:solidFill>
              <a:srgbClr val="DADFFE">
                <a:alpha val="8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01" name="Freeform 21">
            <a:extLst>
              <a:ext uri="{FF2B5EF4-FFF2-40B4-BE49-F238E27FC236}">
                <a16:creationId xmlns:a16="http://schemas.microsoft.com/office/drawing/2014/main" id="{C7CEB6F2-DF35-26AE-DDE6-5A64F9D786C7}"/>
              </a:ext>
            </a:extLst>
          </p:cNvPr>
          <p:cNvSpPr>
            <a:spLocks/>
          </p:cNvSpPr>
          <p:nvPr/>
        </p:nvSpPr>
        <p:spPr bwMode="auto">
          <a:xfrm>
            <a:off x="3235750" y="3443439"/>
            <a:ext cx="909637" cy="525463"/>
          </a:xfrm>
          <a:custGeom>
            <a:avLst/>
            <a:gdLst>
              <a:gd name="T0" fmla="*/ 573 w 573"/>
              <a:gd name="T1" fmla="*/ 167 h 331"/>
              <a:gd name="T2" fmla="*/ 288 w 573"/>
              <a:gd name="T3" fmla="*/ 331 h 331"/>
              <a:gd name="T4" fmla="*/ 0 w 573"/>
              <a:gd name="T5" fmla="*/ 167 h 331"/>
              <a:gd name="T6" fmla="*/ 285 w 573"/>
              <a:gd name="T7" fmla="*/ 0 h 331"/>
              <a:gd name="T8" fmla="*/ 573 w 573"/>
              <a:gd name="T9" fmla="*/ 167 h 331"/>
            </a:gdLst>
            <a:ahLst/>
            <a:cxnLst>
              <a:cxn ang="0">
                <a:pos x="T0" y="T1"/>
              </a:cxn>
              <a:cxn ang="0">
                <a:pos x="T2" y="T3"/>
              </a:cxn>
              <a:cxn ang="0">
                <a:pos x="T4" y="T5"/>
              </a:cxn>
              <a:cxn ang="0">
                <a:pos x="T6" y="T7"/>
              </a:cxn>
              <a:cxn ang="0">
                <a:pos x="T8" y="T9"/>
              </a:cxn>
            </a:cxnLst>
            <a:rect l="0" t="0" r="r" b="b"/>
            <a:pathLst>
              <a:path w="573" h="331">
                <a:moveTo>
                  <a:pt x="573" y="167"/>
                </a:moveTo>
                <a:lnTo>
                  <a:pt x="288" y="331"/>
                </a:lnTo>
                <a:lnTo>
                  <a:pt x="0" y="167"/>
                </a:lnTo>
                <a:lnTo>
                  <a:pt x="285" y="0"/>
                </a:lnTo>
                <a:lnTo>
                  <a:pt x="573" y="167"/>
                </a:lnTo>
                <a:close/>
              </a:path>
            </a:pathLst>
          </a:custGeom>
          <a:solidFill>
            <a:srgbClr val="E7E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Freeform 21">
            <a:extLst>
              <a:ext uri="{FF2B5EF4-FFF2-40B4-BE49-F238E27FC236}">
                <a16:creationId xmlns:a16="http://schemas.microsoft.com/office/drawing/2014/main" id="{FD5541E3-F15C-4D4E-EC9A-2C84FF45A01D}"/>
              </a:ext>
            </a:extLst>
          </p:cNvPr>
          <p:cNvSpPr>
            <a:spLocks/>
          </p:cNvSpPr>
          <p:nvPr/>
        </p:nvSpPr>
        <p:spPr bwMode="auto">
          <a:xfrm>
            <a:off x="3235750" y="3339064"/>
            <a:ext cx="909637" cy="525463"/>
          </a:xfrm>
          <a:custGeom>
            <a:avLst/>
            <a:gdLst>
              <a:gd name="T0" fmla="*/ 573 w 573"/>
              <a:gd name="T1" fmla="*/ 167 h 331"/>
              <a:gd name="T2" fmla="*/ 288 w 573"/>
              <a:gd name="T3" fmla="*/ 331 h 331"/>
              <a:gd name="T4" fmla="*/ 0 w 573"/>
              <a:gd name="T5" fmla="*/ 167 h 331"/>
              <a:gd name="T6" fmla="*/ 285 w 573"/>
              <a:gd name="T7" fmla="*/ 0 h 331"/>
              <a:gd name="T8" fmla="*/ 573 w 573"/>
              <a:gd name="T9" fmla="*/ 167 h 331"/>
            </a:gdLst>
            <a:ahLst/>
            <a:cxnLst>
              <a:cxn ang="0">
                <a:pos x="T0" y="T1"/>
              </a:cxn>
              <a:cxn ang="0">
                <a:pos x="T2" y="T3"/>
              </a:cxn>
              <a:cxn ang="0">
                <a:pos x="T4" y="T5"/>
              </a:cxn>
              <a:cxn ang="0">
                <a:pos x="T6" y="T7"/>
              </a:cxn>
              <a:cxn ang="0">
                <a:pos x="T8" y="T9"/>
              </a:cxn>
            </a:cxnLst>
            <a:rect l="0" t="0" r="r" b="b"/>
            <a:pathLst>
              <a:path w="573" h="331">
                <a:moveTo>
                  <a:pt x="573" y="167"/>
                </a:moveTo>
                <a:lnTo>
                  <a:pt x="288" y="331"/>
                </a:lnTo>
                <a:lnTo>
                  <a:pt x="0" y="167"/>
                </a:lnTo>
                <a:lnTo>
                  <a:pt x="285" y="0"/>
                </a:lnTo>
                <a:lnTo>
                  <a:pt x="573" y="167"/>
                </a:lnTo>
                <a:close/>
              </a:path>
            </a:pathLst>
          </a:custGeom>
          <a:solidFill>
            <a:srgbClr val="CDD2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Freeform 9">
            <a:extLst>
              <a:ext uri="{FF2B5EF4-FFF2-40B4-BE49-F238E27FC236}">
                <a16:creationId xmlns:a16="http://schemas.microsoft.com/office/drawing/2014/main" id="{43D1BB27-6394-3DF6-B58A-75E8F1881991}"/>
              </a:ext>
            </a:extLst>
          </p:cNvPr>
          <p:cNvSpPr>
            <a:spLocks noEditPoints="1"/>
          </p:cNvSpPr>
          <p:nvPr/>
        </p:nvSpPr>
        <p:spPr bwMode="auto">
          <a:xfrm>
            <a:off x="1319212" y="2390014"/>
            <a:ext cx="4776788" cy="2771775"/>
          </a:xfrm>
          <a:custGeom>
            <a:avLst/>
            <a:gdLst>
              <a:gd name="T0" fmla="*/ 1500 w 3009"/>
              <a:gd name="T1" fmla="*/ 0 h 1746"/>
              <a:gd name="T2" fmla="*/ 3009 w 3009"/>
              <a:gd name="T3" fmla="*/ 875 h 1746"/>
              <a:gd name="T4" fmla="*/ 1509 w 3009"/>
              <a:gd name="T5" fmla="*/ 1746 h 1746"/>
              <a:gd name="T6" fmla="*/ 0 w 3009"/>
              <a:gd name="T7" fmla="*/ 875 h 1746"/>
              <a:gd name="T8" fmla="*/ 1500 w 3009"/>
              <a:gd name="T9" fmla="*/ 0 h 1746"/>
              <a:gd name="T10" fmla="*/ 1506 w 3009"/>
              <a:gd name="T11" fmla="*/ 1354 h 1746"/>
              <a:gd name="T12" fmla="*/ 2331 w 3009"/>
              <a:gd name="T13" fmla="*/ 875 h 1746"/>
              <a:gd name="T14" fmla="*/ 1500 w 3009"/>
              <a:gd name="T15" fmla="*/ 392 h 1746"/>
              <a:gd name="T16" fmla="*/ 676 w 3009"/>
              <a:gd name="T17" fmla="*/ 875 h 1746"/>
              <a:gd name="T18" fmla="*/ 1506 w 3009"/>
              <a:gd name="T19" fmla="*/ 1354 h 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09" h="1746">
                <a:moveTo>
                  <a:pt x="1500" y="0"/>
                </a:moveTo>
                <a:lnTo>
                  <a:pt x="3009" y="875"/>
                </a:lnTo>
                <a:lnTo>
                  <a:pt x="1509" y="1746"/>
                </a:lnTo>
                <a:lnTo>
                  <a:pt x="0" y="875"/>
                </a:lnTo>
                <a:lnTo>
                  <a:pt x="1500" y="0"/>
                </a:lnTo>
                <a:close/>
                <a:moveTo>
                  <a:pt x="1506" y="1354"/>
                </a:moveTo>
                <a:lnTo>
                  <a:pt x="2331" y="875"/>
                </a:lnTo>
                <a:lnTo>
                  <a:pt x="1500" y="392"/>
                </a:lnTo>
                <a:lnTo>
                  <a:pt x="676" y="875"/>
                </a:lnTo>
                <a:lnTo>
                  <a:pt x="1506" y="1354"/>
                </a:lnTo>
                <a:close/>
              </a:path>
            </a:pathLst>
          </a:custGeom>
          <a:solidFill>
            <a:srgbClr val="E7EBF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9">
            <a:extLst>
              <a:ext uri="{FF2B5EF4-FFF2-40B4-BE49-F238E27FC236}">
                <a16:creationId xmlns:a16="http://schemas.microsoft.com/office/drawing/2014/main" id="{76CA92CA-C75D-3458-FA21-DAC22DCE8363}"/>
              </a:ext>
            </a:extLst>
          </p:cNvPr>
          <p:cNvSpPr>
            <a:spLocks noEditPoints="1"/>
          </p:cNvSpPr>
          <p:nvPr/>
        </p:nvSpPr>
        <p:spPr bwMode="auto">
          <a:xfrm>
            <a:off x="1319212" y="2276617"/>
            <a:ext cx="4776788" cy="2771775"/>
          </a:xfrm>
          <a:custGeom>
            <a:avLst/>
            <a:gdLst>
              <a:gd name="T0" fmla="*/ 1500 w 3009"/>
              <a:gd name="T1" fmla="*/ 0 h 1746"/>
              <a:gd name="T2" fmla="*/ 3009 w 3009"/>
              <a:gd name="T3" fmla="*/ 875 h 1746"/>
              <a:gd name="T4" fmla="*/ 1509 w 3009"/>
              <a:gd name="T5" fmla="*/ 1746 h 1746"/>
              <a:gd name="T6" fmla="*/ 0 w 3009"/>
              <a:gd name="T7" fmla="*/ 875 h 1746"/>
              <a:gd name="T8" fmla="*/ 1500 w 3009"/>
              <a:gd name="T9" fmla="*/ 0 h 1746"/>
              <a:gd name="T10" fmla="*/ 1506 w 3009"/>
              <a:gd name="T11" fmla="*/ 1354 h 1746"/>
              <a:gd name="T12" fmla="*/ 2331 w 3009"/>
              <a:gd name="T13" fmla="*/ 875 h 1746"/>
              <a:gd name="T14" fmla="*/ 1500 w 3009"/>
              <a:gd name="T15" fmla="*/ 392 h 1746"/>
              <a:gd name="T16" fmla="*/ 676 w 3009"/>
              <a:gd name="T17" fmla="*/ 875 h 1746"/>
              <a:gd name="T18" fmla="*/ 1506 w 3009"/>
              <a:gd name="T19" fmla="*/ 1354 h 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09" h="1746">
                <a:moveTo>
                  <a:pt x="1500" y="0"/>
                </a:moveTo>
                <a:lnTo>
                  <a:pt x="3009" y="875"/>
                </a:lnTo>
                <a:lnTo>
                  <a:pt x="1509" y="1746"/>
                </a:lnTo>
                <a:lnTo>
                  <a:pt x="0" y="875"/>
                </a:lnTo>
                <a:lnTo>
                  <a:pt x="1500" y="0"/>
                </a:lnTo>
                <a:close/>
                <a:moveTo>
                  <a:pt x="1506" y="1354"/>
                </a:moveTo>
                <a:lnTo>
                  <a:pt x="2331" y="875"/>
                </a:lnTo>
                <a:lnTo>
                  <a:pt x="1500" y="392"/>
                </a:lnTo>
                <a:lnTo>
                  <a:pt x="676" y="875"/>
                </a:lnTo>
                <a:lnTo>
                  <a:pt x="1506" y="1354"/>
                </a:lnTo>
                <a:close/>
              </a:path>
            </a:pathLst>
          </a:custGeom>
          <a:solidFill>
            <a:srgbClr val="CDD2F8"/>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21" name="组合 20">
            <a:extLst>
              <a:ext uri="{FF2B5EF4-FFF2-40B4-BE49-F238E27FC236}">
                <a16:creationId xmlns:a16="http://schemas.microsoft.com/office/drawing/2014/main" id="{D872985A-752B-184D-D1F5-44F2D2912DFD}"/>
              </a:ext>
            </a:extLst>
          </p:cNvPr>
          <p:cNvGrpSpPr/>
          <p:nvPr/>
        </p:nvGrpSpPr>
        <p:grpSpPr>
          <a:xfrm>
            <a:off x="1319212" y="2015875"/>
            <a:ext cx="4776788" cy="2919412"/>
            <a:chOff x="5299075" y="2516188"/>
            <a:chExt cx="4776788" cy="2919412"/>
          </a:xfrm>
        </p:grpSpPr>
        <p:sp>
          <p:nvSpPr>
            <p:cNvPr id="15" name="Freeform 5">
              <a:extLst>
                <a:ext uri="{FF2B5EF4-FFF2-40B4-BE49-F238E27FC236}">
                  <a16:creationId xmlns:a16="http://schemas.microsoft.com/office/drawing/2014/main" id="{27C95D8B-02B0-24E3-A202-F5567AA7AA82}"/>
                </a:ext>
              </a:extLst>
            </p:cNvPr>
            <p:cNvSpPr>
              <a:spLocks/>
            </p:cNvSpPr>
            <p:nvPr/>
          </p:nvSpPr>
          <p:spPr bwMode="auto">
            <a:xfrm>
              <a:off x="7680325" y="3138488"/>
              <a:ext cx="1319213" cy="909638"/>
            </a:xfrm>
            <a:custGeom>
              <a:avLst/>
              <a:gdLst>
                <a:gd name="T0" fmla="*/ 831 w 831"/>
                <a:gd name="T1" fmla="*/ 483 h 573"/>
                <a:gd name="T2" fmla="*/ 831 w 831"/>
                <a:gd name="T3" fmla="*/ 573 h 573"/>
                <a:gd name="T4" fmla="*/ 0 w 831"/>
                <a:gd name="T5" fmla="*/ 93 h 573"/>
                <a:gd name="T6" fmla="*/ 0 w 831"/>
                <a:gd name="T7" fmla="*/ 0 h 573"/>
                <a:gd name="T8" fmla="*/ 831 w 831"/>
                <a:gd name="T9" fmla="*/ 483 h 573"/>
              </a:gdLst>
              <a:ahLst/>
              <a:cxnLst>
                <a:cxn ang="0">
                  <a:pos x="T0" y="T1"/>
                </a:cxn>
                <a:cxn ang="0">
                  <a:pos x="T2" y="T3"/>
                </a:cxn>
                <a:cxn ang="0">
                  <a:pos x="T4" y="T5"/>
                </a:cxn>
                <a:cxn ang="0">
                  <a:pos x="T6" y="T7"/>
                </a:cxn>
                <a:cxn ang="0">
                  <a:pos x="T8" y="T9"/>
                </a:cxn>
              </a:cxnLst>
              <a:rect l="0" t="0" r="r" b="b"/>
              <a:pathLst>
                <a:path w="831" h="573">
                  <a:moveTo>
                    <a:pt x="831" y="483"/>
                  </a:moveTo>
                  <a:lnTo>
                    <a:pt x="831" y="573"/>
                  </a:lnTo>
                  <a:lnTo>
                    <a:pt x="0" y="93"/>
                  </a:lnTo>
                  <a:lnTo>
                    <a:pt x="0" y="0"/>
                  </a:lnTo>
                  <a:lnTo>
                    <a:pt x="831" y="483"/>
                  </a:lnTo>
                  <a:close/>
                </a:path>
              </a:pathLst>
            </a:custGeom>
            <a:solidFill>
              <a:srgbClr val="8E9CE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Freeform 6">
              <a:extLst>
                <a:ext uri="{FF2B5EF4-FFF2-40B4-BE49-F238E27FC236}">
                  <a16:creationId xmlns:a16="http://schemas.microsoft.com/office/drawing/2014/main" id="{29313EA0-81B8-002C-ABA6-8AF1FBE9E43E}"/>
                </a:ext>
              </a:extLst>
            </p:cNvPr>
            <p:cNvSpPr>
              <a:spLocks/>
            </p:cNvSpPr>
            <p:nvPr/>
          </p:nvSpPr>
          <p:spPr bwMode="auto">
            <a:xfrm>
              <a:off x="6372225" y="3138488"/>
              <a:ext cx="1308100" cy="909638"/>
            </a:xfrm>
            <a:custGeom>
              <a:avLst/>
              <a:gdLst>
                <a:gd name="T0" fmla="*/ 824 w 824"/>
                <a:gd name="T1" fmla="*/ 0 h 573"/>
                <a:gd name="T2" fmla="*/ 824 w 824"/>
                <a:gd name="T3" fmla="*/ 93 h 573"/>
                <a:gd name="T4" fmla="*/ 0 w 824"/>
                <a:gd name="T5" fmla="*/ 573 h 573"/>
                <a:gd name="T6" fmla="*/ 0 w 824"/>
                <a:gd name="T7" fmla="*/ 483 h 573"/>
                <a:gd name="T8" fmla="*/ 824 w 824"/>
                <a:gd name="T9" fmla="*/ 0 h 573"/>
              </a:gdLst>
              <a:ahLst/>
              <a:cxnLst>
                <a:cxn ang="0">
                  <a:pos x="T0" y="T1"/>
                </a:cxn>
                <a:cxn ang="0">
                  <a:pos x="T2" y="T3"/>
                </a:cxn>
                <a:cxn ang="0">
                  <a:pos x="T4" y="T5"/>
                </a:cxn>
                <a:cxn ang="0">
                  <a:pos x="T6" y="T7"/>
                </a:cxn>
                <a:cxn ang="0">
                  <a:pos x="T8" y="T9"/>
                </a:cxn>
              </a:cxnLst>
              <a:rect l="0" t="0" r="r" b="b"/>
              <a:pathLst>
                <a:path w="824" h="573">
                  <a:moveTo>
                    <a:pt x="824" y="0"/>
                  </a:moveTo>
                  <a:lnTo>
                    <a:pt x="824" y="93"/>
                  </a:lnTo>
                  <a:lnTo>
                    <a:pt x="0" y="573"/>
                  </a:lnTo>
                  <a:lnTo>
                    <a:pt x="0" y="483"/>
                  </a:lnTo>
                  <a:lnTo>
                    <a:pt x="824"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7">
              <a:extLst>
                <a:ext uri="{FF2B5EF4-FFF2-40B4-BE49-F238E27FC236}">
                  <a16:creationId xmlns:a16="http://schemas.microsoft.com/office/drawing/2014/main" id="{F2A662AA-DDBC-2251-4C39-51FFF131A9D7}"/>
                </a:ext>
              </a:extLst>
            </p:cNvPr>
            <p:cNvSpPr>
              <a:spLocks/>
            </p:cNvSpPr>
            <p:nvPr/>
          </p:nvSpPr>
          <p:spPr bwMode="auto">
            <a:xfrm>
              <a:off x="5299075" y="3905250"/>
              <a:ext cx="2395538" cy="1530350"/>
            </a:xfrm>
            <a:custGeom>
              <a:avLst/>
              <a:gdLst>
                <a:gd name="T0" fmla="*/ 1509 w 1509"/>
                <a:gd name="T1" fmla="*/ 871 h 964"/>
                <a:gd name="T2" fmla="*/ 1509 w 1509"/>
                <a:gd name="T3" fmla="*/ 964 h 964"/>
                <a:gd name="T4" fmla="*/ 0 w 1509"/>
                <a:gd name="T5" fmla="*/ 90 h 964"/>
                <a:gd name="T6" fmla="*/ 0 w 1509"/>
                <a:gd name="T7" fmla="*/ 0 h 964"/>
                <a:gd name="T8" fmla="*/ 1509 w 1509"/>
                <a:gd name="T9" fmla="*/ 871 h 964"/>
              </a:gdLst>
              <a:ahLst/>
              <a:cxnLst>
                <a:cxn ang="0">
                  <a:pos x="T0" y="T1"/>
                </a:cxn>
                <a:cxn ang="0">
                  <a:pos x="T2" y="T3"/>
                </a:cxn>
                <a:cxn ang="0">
                  <a:pos x="T4" y="T5"/>
                </a:cxn>
                <a:cxn ang="0">
                  <a:pos x="T6" y="T7"/>
                </a:cxn>
                <a:cxn ang="0">
                  <a:pos x="T8" y="T9"/>
                </a:cxn>
              </a:cxnLst>
              <a:rect l="0" t="0" r="r" b="b"/>
              <a:pathLst>
                <a:path w="1509" h="964">
                  <a:moveTo>
                    <a:pt x="1509" y="871"/>
                  </a:moveTo>
                  <a:lnTo>
                    <a:pt x="1509" y="964"/>
                  </a:lnTo>
                  <a:lnTo>
                    <a:pt x="0" y="90"/>
                  </a:lnTo>
                  <a:lnTo>
                    <a:pt x="0" y="0"/>
                  </a:lnTo>
                  <a:lnTo>
                    <a:pt x="1509" y="871"/>
                  </a:lnTo>
                  <a:close/>
                </a:path>
              </a:pathLst>
            </a:custGeom>
            <a:solidFill>
              <a:srgbClr val="8E9CE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Freeform 8">
              <a:extLst>
                <a:ext uri="{FF2B5EF4-FFF2-40B4-BE49-F238E27FC236}">
                  <a16:creationId xmlns:a16="http://schemas.microsoft.com/office/drawing/2014/main" id="{413BBF18-98B1-E03D-FB47-D22B779582C6}"/>
                </a:ext>
              </a:extLst>
            </p:cNvPr>
            <p:cNvSpPr>
              <a:spLocks/>
            </p:cNvSpPr>
            <p:nvPr/>
          </p:nvSpPr>
          <p:spPr bwMode="auto">
            <a:xfrm>
              <a:off x="7694613" y="3905250"/>
              <a:ext cx="2381250" cy="1530350"/>
            </a:xfrm>
            <a:custGeom>
              <a:avLst/>
              <a:gdLst>
                <a:gd name="T0" fmla="*/ 1500 w 1500"/>
                <a:gd name="T1" fmla="*/ 0 h 964"/>
                <a:gd name="T2" fmla="*/ 1500 w 1500"/>
                <a:gd name="T3" fmla="*/ 90 h 964"/>
                <a:gd name="T4" fmla="*/ 0 w 1500"/>
                <a:gd name="T5" fmla="*/ 964 h 964"/>
                <a:gd name="T6" fmla="*/ 0 w 1500"/>
                <a:gd name="T7" fmla="*/ 871 h 964"/>
                <a:gd name="T8" fmla="*/ 1500 w 1500"/>
                <a:gd name="T9" fmla="*/ 0 h 964"/>
              </a:gdLst>
              <a:ahLst/>
              <a:cxnLst>
                <a:cxn ang="0">
                  <a:pos x="T0" y="T1"/>
                </a:cxn>
                <a:cxn ang="0">
                  <a:pos x="T2" y="T3"/>
                </a:cxn>
                <a:cxn ang="0">
                  <a:pos x="T4" y="T5"/>
                </a:cxn>
                <a:cxn ang="0">
                  <a:pos x="T6" y="T7"/>
                </a:cxn>
                <a:cxn ang="0">
                  <a:pos x="T8" y="T9"/>
                </a:cxn>
              </a:cxnLst>
              <a:rect l="0" t="0" r="r" b="b"/>
              <a:pathLst>
                <a:path w="1500" h="964">
                  <a:moveTo>
                    <a:pt x="1500" y="0"/>
                  </a:moveTo>
                  <a:lnTo>
                    <a:pt x="1500" y="90"/>
                  </a:lnTo>
                  <a:lnTo>
                    <a:pt x="0" y="964"/>
                  </a:lnTo>
                  <a:lnTo>
                    <a:pt x="0" y="871"/>
                  </a:lnTo>
                  <a:lnTo>
                    <a:pt x="1500"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Freeform 9">
              <a:extLst>
                <a:ext uri="{FF2B5EF4-FFF2-40B4-BE49-F238E27FC236}">
                  <a16:creationId xmlns:a16="http://schemas.microsoft.com/office/drawing/2014/main" id="{7B7BE351-3E0B-A6B2-4F28-3F1D6B9DF778}"/>
                </a:ext>
              </a:extLst>
            </p:cNvPr>
            <p:cNvSpPr>
              <a:spLocks noEditPoints="1"/>
            </p:cNvSpPr>
            <p:nvPr/>
          </p:nvSpPr>
          <p:spPr bwMode="auto">
            <a:xfrm>
              <a:off x="5299075" y="2516188"/>
              <a:ext cx="4776788" cy="2771775"/>
            </a:xfrm>
            <a:custGeom>
              <a:avLst/>
              <a:gdLst>
                <a:gd name="T0" fmla="*/ 1500 w 3009"/>
                <a:gd name="T1" fmla="*/ 0 h 1746"/>
                <a:gd name="T2" fmla="*/ 3009 w 3009"/>
                <a:gd name="T3" fmla="*/ 875 h 1746"/>
                <a:gd name="T4" fmla="*/ 1509 w 3009"/>
                <a:gd name="T5" fmla="*/ 1746 h 1746"/>
                <a:gd name="T6" fmla="*/ 0 w 3009"/>
                <a:gd name="T7" fmla="*/ 875 h 1746"/>
                <a:gd name="T8" fmla="*/ 1500 w 3009"/>
                <a:gd name="T9" fmla="*/ 0 h 1746"/>
                <a:gd name="T10" fmla="*/ 1506 w 3009"/>
                <a:gd name="T11" fmla="*/ 1354 h 1746"/>
                <a:gd name="T12" fmla="*/ 2331 w 3009"/>
                <a:gd name="T13" fmla="*/ 875 h 1746"/>
                <a:gd name="T14" fmla="*/ 1500 w 3009"/>
                <a:gd name="T15" fmla="*/ 392 h 1746"/>
                <a:gd name="T16" fmla="*/ 676 w 3009"/>
                <a:gd name="T17" fmla="*/ 875 h 1746"/>
                <a:gd name="T18" fmla="*/ 1506 w 3009"/>
                <a:gd name="T19" fmla="*/ 1354 h 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09" h="1746">
                  <a:moveTo>
                    <a:pt x="1500" y="0"/>
                  </a:moveTo>
                  <a:lnTo>
                    <a:pt x="3009" y="875"/>
                  </a:lnTo>
                  <a:lnTo>
                    <a:pt x="1509" y="1746"/>
                  </a:lnTo>
                  <a:lnTo>
                    <a:pt x="0" y="875"/>
                  </a:lnTo>
                  <a:lnTo>
                    <a:pt x="1500" y="0"/>
                  </a:lnTo>
                  <a:close/>
                  <a:moveTo>
                    <a:pt x="1506" y="1354"/>
                  </a:moveTo>
                  <a:lnTo>
                    <a:pt x="2331" y="875"/>
                  </a:lnTo>
                  <a:lnTo>
                    <a:pt x="1500" y="392"/>
                  </a:lnTo>
                  <a:lnTo>
                    <a:pt x="676" y="875"/>
                  </a:lnTo>
                  <a:lnTo>
                    <a:pt x="1506" y="1354"/>
                  </a:lnTo>
                  <a:close/>
                </a:path>
              </a:pathLst>
            </a:custGeom>
            <a:solidFill>
              <a:srgbClr val="6578F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10">
              <a:extLst>
                <a:ext uri="{FF2B5EF4-FFF2-40B4-BE49-F238E27FC236}">
                  <a16:creationId xmlns:a16="http://schemas.microsoft.com/office/drawing/2014/main" id="{F6BFC845-1E41-ABA2-A807-F23F07F8B81D}"/>
                </a:ext>
              </a:extLst>
            </p:cNvPr>
            <p:cNvSpPr>
              <a:spLocks noEditPoints="1"/>
            </p:cNvSpPr>
            <p:nvPr/>
          </p:nvSpPr>
          <p:spPr bwMode="auto">
            <a:xfrm>
              <a:off x="5299075" y="2516188"/>
              <a:ext cx="4776788" cy="2771775"/>
            </a:xfrm>
            <a:custGeom>
              <a:avLst/>
              <a:gdLst>
                <a:gd name="T0" fmla="*/ 1500 w 3009"/>
                <a:gd name="T1" fmla="*/ 0 h 1746"/>
                <a:gd name="T2" fmla="*/ 3009 w 3009"/>
                <a:gd name="T3" fmla="*/ 875 h 1746"/>
                <a:gd name="T4" fmla="*/ 1509 w 3009"/>
                <a:gd name="T5" fmla="*/ 1746 h 1746"/>
                <a:gd name="T6" fmla="*/ 0 w 3009"/>
                <a:gd name="T7" fmla="*/ 875 h 1746"/>
                <a:gd name="T8" fmla="*/ 1500 w 3009"/>
                <a:gd name="T9" fmla="*/ 0 h 1746"/>
                <a:gd name="T10" fmla="*/ 1506 w 3009"/>
                <a:gd name="T11" fmla="*/ 1354 h 1746"/>
                <a:gd name="T12" fmla="*/ 2331 w 3009"/>
                <a:gd name="T13" fmla="*/ 875 h 1746"/>
                <a:gd name="T14" fmla="*/ 1500 w 3009"/>
                <a:gd name="T15" fmla="*/ 392 h 1746"/>
                <a:gd name="T16" fmla="*/ 676 w 3009"/>
                <a:gd name="T17" fmla="*/ 875 h 1746"/>
                <a:gd name="T18" fmla="*/ 1506 w 3009"/>
                <a:gd name="T19" fmla="*/ 1354 h 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09" h="1746">
                  <a:moveTo>
                    <a:pt x="1500" y="0"/>
                  </a:moveTo>
                  <a:lnTo>
                    <a:pt x="3009" y="875"/>
                  </a:lnTo>
                  <a:lnTo>
                    <a:pt x="1509" y="1746"/>
                  </a:lnTo>
                  <a:lnTo>
                    <a:pt x="0" y="875"/>
                  </a:lnTo>
                  <a:lnTo>
                    <a:pt x="1500" y="0"/>
                  </a:lnTo>
                  <a:moveTo>
                    <a:pt x="1506" y="1354"/>
                  </a:moveTo>
                  <a:lnTo>
                    <a:pt x="2331" y="875"/>
                  </a:lnTo>
                  <a:lnTo>
                    <a:pt x="1500" y="392"/>
                  </a:lnTo>
                  <a:lnTo>
                    <a:pt x="676" y="875"/>
                  </a:lnTo>
                  <a:lnTo>
                    <a:pt x="1506" y="135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4" name="Freeform 19">
            <a:extLst>
              <a:ext uri="{FF2B5EF4-FFF2-40B4-BE49-F238E27FC236}">
                <a16:creationId xmlns:a16="http://schemas.microsoft.com/office/drawing/2014/main" id="{30BE9F3C-26A3-575C-1FA0-8DEBBD7AE577}"/>
              </a:ext>
            </a:extLst>
          </p:cNvPr>
          <p:cNvSpPr>
            <a:spLocks/>
          </p:cNvSpPr>
          <p:nvPr/>
        </p:nvSpPr>
        <p:spPr bwMode="auto">
          <a:xfrm>
            <a:off x="3692950" y="3391726"/>
            <a:ext cx="452437" cy="384175"/>
          </a:xfrm>
          <a:custGeom>
            <a:avLst/>
            <a:gdLst>
              <a:gd name="T0" fmla="*/ 285 w 285"/>
              <a:gd name="T1" fmla="*/ 0 h 242"/>
              <a:gd name="T2" fmla="*/ 285 w 285"/>
              <a:gd name="T3" fmla="*/ 76 h 242"/>
              <a:gd name="T4" fmla="*/ 0 w 285"/>
              <a:gd name="T5" fmla="*/ 242 h 242"/>
              <a:gd name="T6" fmla="*/ 0 w 285"/>
              <a:gd name="T7" fmla="*/ 164 h 242"/>
              <a:gd name="T8" fmla="*/ 285 w 285"/>
              <a:gd name="T9" fmla="*/ 0 h 242"/>
            </a:gdLst>
            <a:ahLst/>
            <a:cxnLst>
              <a:cxn ang="0">
                <a:pos x="T0" y="T1"/>
              </a:cxn>
              <a:cxn ang="0">
                <a:pos x="T2" y="T3"/>
              </a:cxn>
              <a:cxn ang="0">
                <a:pos x="T4" y="T5"/>
              </a:cxn>
              <a:cxn ang="0">
                <a:pos x="T6" y="T7"/>
              </a:cxn>
              <a:cxn ang="0">
                <a:pos x="T8" y="T9"/>
              </a:cxn>
            </a:cxnLst>
            <a:rect l="0" t="0" r="r" b="b"/>
            <a:pathLst>
              <a:path w="285" h="242">
                <a:moveTo>
                  <a:pt x="285" y="0"/>
                </a:moveTo>
                <a:lnTo>
                  <a:pt x="285" y="76"/>
                </a:lnTo>
                <a:lnTo>
                  <a:pt x="0" y="242"/>
                </a:lnTo>
                <a:lnTo>
                  <a:pt x="0" y="164"/>
                </a:lnTo>
                <a:lnTo>
                  <a:pt x="285"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20">
            <a:extLst>
              <a:ext uri="{FF2B5EF4-FFF2-40B4-BE49-F238E27FC236}">
                <a16:creationId xmlns:a16="http://schemas.microsoft.com/office/drawing/2014/main" id="{0B2347FE-E238-15DD-ADCD-A114DD33E086}"/>
              </a:ext>
            </a:extLst>
          </p:cNvPr>
          <p:cNvSpPr>
            <a:spLocks/>
          </p:cNvSpPr>
          <p:nvPr/>
        </p:nvSpPr>
        <p:spPr bwMode="auto">
          <a:xfrm>
            <a:off x="3235750" y="3391726"/>
            <a:ext cx="457200" cy="384175"/>
          </a:xfrm>
          <a:custGeom>
            <a:avLst/>
            <a:gdLst>
              <a:gd name="T0" fmla="*/ 288 w 288"/>
              <a:gd name="T1" fmla="*/ 164 h 242"/>
              <a:gd name="T2" fmla="*/ 288 w 288"/>
              <a:gd name="T3" fmla="*/ 242 h 242"/>
              <a:gd name="T4" fmla="*/ 0 w 288"/>
              <a:gd name="T5" fmla="*/ 76 h 242"/>
              <a:gd name="T6" fmla="*/ 0 w 288"/>
              <a:gd name="T7" fmla="*/ 0 h 242"/>
              <a:gd name="T8" fmla="*/ 288 w 288"/>
              <a:gd name="T9" fmla="*/ 164 h 242"/>
            </a:gdLst>
            <a:ahLst/>
            <a:cxnLst>
              <a:cxn ang="0">
                <a:pos x="T0" y="T1"/>
              </a:cxn>
              <a:cxn ang="0">
                <a:pos x="T2" y="T3"/>
              </a:cxn>
              <a:cxn ang="0">
                <a:pos x="T4" y="T5"/>
              </a:cxn>
              <a:cxn ang="0">
                <a:pos x="T6" y="T7"/>
              </a:cxn>
              <a:cxn ang="0">
                <a:pos x="T8" y="T9"/>
              </a:cxn>
            </a:cxnLst>
            <a:rect l="0" t="0" r="r" b="b"/>
            <a:pathLst>
              <a:path w="288" h="242">
                <a:moveTo>
                  <a:pt x="288" y="164"/>
                </a:moveTo>
                <a:lnTo>
                  <a:pt x="288" y="242"/>
                </a:lnTo>
                <a:lnTo>
                  <a:pt x="0" y="76"/>
                </a:lnTo>
                <a:lnTo>
                  <a:pt x="0" y="0"/>
                </a:lnTo>
                <a:lnTo>
                  <a:pt x="288" y="164"/>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21">
            <a:extLst>
              <a:ext uri="{FF2B5EF4-FFF2-40B4-BE49-F238E27FC236}">
                <a16:creationId xmlns:a16="http://schemas.microsoft.com/office/drawing/2014/main" id="{9E47B73E-0C9A-9048-2F2C-E7B7E25936AB}"/>
              </a:ext>
            </a:extLst>
          </p:cNvPr>
          <p:cNvSpPr>
            <a:spLocks/>
          </p:cNvSpPr>
          <p:nvPr/>
        </p:nvSpPr>
        <p:spPr bwMode="auto">
          <a:xfrm>
            <a:off x="3235750" y="3126614"/>
            <a:ext cx="909637" cy="525463"/>
          </a:xfrm>
          <a:custGeom>
            <a:avLst/>
            <a:gdLst>
              <a:gd name="T0" fmla="*/ 573 w 573"/>
              <a:gd name="T1" fmla="*/ 167 h 331"/>
              <a:gd name="T2" fmla="*/ 288 w 573"/>
              <a:gd name="T3" fmla="*/ 331 h 331"/>
              <a:gd name="T4" fmla="*/ 0 w 573"/>
              <a:gd name="T5" fmla="*/ 167 h 331"/>
              <a:gd name="T6" fmla="*/ 285 w 573"/>
              <a:gd name="T7" fmla="*/ 0 h 331"/>
              <a:gd name="T8" fmla="*/ 573 w 573"/>
              <a:gd name="T9" fmla="*/ 167 h 331"/>
            </a:gdLst>
            <a:ahLst/>
            <a:cxnLst>
              <a:cxn ang="0">
                <a:pos x="T0" y="T1"/>
              </a:cxn>
              <a:cxn ang="0">
                <a:pos x="T2" y="T3"/>
              </a:cxn>
              <a:cxn ang="0">
                <a:pos x="T4" y="T5"/>
              </a:cxn>
              <a:cxn ang="0">
                <a:pos x="T6" y="T7"/>
              </a:cxn>
              <a:cxn ang="0">
                <a:pos x="T8" y="T9"/>
              </a:cxn>
            </a:cxnLst>
            <a:rect l="0" t="0" r="r" b="b"/>
            <a:pathLst>
              <a:path w="573" h="331">
                <a:moveTo>
                  <a:pt x="573" y="167"/>
                </a:moveTo>
                <a:lnTo>
                  <a:pt x="288" y="331"/>
                </a:lnTo>
                <a:lnTo>
                  <a:pt x="0" y="167"/>
                </a:lnTo>
                <a:lnTo>
                  <a:pt x="285" y="0"/>
                </a:lnTo>
                <a:lnTo>
                  <a:pt x="573" y="167"/>
                </a:lnTo>
                <a:close/>
              </a:path>
            </a:pathLst>
          </a:custGeom>
          <a:solidFill>
            <a:srgbClr val="6578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2" name="组合 51">
            <a:extLst>
              <a:ext uri="{FF2B5EF4-FFF2-40B4-BE49-F238E27FC236}">
                <a16:creationId xmlns:a16="http://schemas.microsoft.com/office/drawing/2014/main" id="{D3E3084E-4CBC-1DB6-8BD8-4603F681BD28}"/>
              </a:ext>
            </a:extLst>
          </p:cNvPr>
          <p:cNvGrpSpPr/>
          <p:nvPr/>
        </p:nvGrpSpPr>
        <p:grpSpPr>
          <a:xfrm>
            <a:off x="1866006" y="1832076"/>
            <a:ext cx="781534" cy="514178"/>
            <a:chOff x="3570870" y="2456972"/>
            <a:chExt cx="1074611" cy="706996"/>
          </a:xfrm>
        </p:grpSpPr>
        <p:sp>
          <p:nvSpPr>
            <p:cNvPr id="39" name="菱形 38">
              <a:extLst>
                <a:ext uri="{FF2B5EF4-FFF2-40B4-BE49-F238E27FC236}">
                  <a16:creationId xmlns:a16="http://schemas.microsoft.com/office/drawing/2014/main" id="{5BACCB31-9916-9FC8-59F8-2C334A663305}"/>
                </a:ext>
              </a:extLst>
            </p:cNvPr>
            <p:cNvSpPr/>
            <p:nvPr/>
          </p:nvSpPr>
          <p:spPr>
            <a:xfrm>
              <a:off x="3829687" y="2661297"/>
              <a:ext cx="815794" cy="452561"/>
            </a:xfrm>
            <a:prstGeom prst="diamond">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sp>
          <p:nvSpPr>
            <p:cNvPr id="40" name="文本框 39">
              <a:extLst>
                <a:ext uri="{FF2B5EF4-FFF2-40B4-BE49-F238E27FC236}">
                  <a16:creationId xmlns:a16="http://schemas.microsoft.com/office/drawing/2014/main" id="{1AB2151C-AD1B-2D8D-DA78-609508D80211}"/>
                </a:ext>
              </a:extLst>
            </p:cNvPr>
            <p:cNvSpPr txBox="1"/>
            <p:nvPr/>
          </p:nvSpPr>
          <p:spPr>
            <a:xfrm>
              <a:off x="3570870" y="2948524"/>
              <a:ext cx="595035" cy="215444"/>
            </a:xfrm>
            <a:prstGeom prst="rect">
              <a:avLst/>
            </a:prstGeom>
            <a:noFill/>
            <a:scene3d>
              <a:camera prst="isometricBottomDown"/>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grpSp>
          <p:nvGrpSpPr>
            <p:cNvPr id="41" name="组合 40">
              <a:extLst>
                <a:ext uri="{FF2B5EF4-FFF2-40B4-BE49-F238E27FC236}">
                  <a16:creationId xmlns:a16="http://schemas.microsoft.com/office/drawing/2014/main" id="{6F858271-6123-D294-8491-329E6DA06B99}"/>
                </a:ext>
              </a:extLst>
            </p:cNvPr>
            <p:cNvGrpSpPr/>
            <p:nvPr/>
          </p:nvGrpSpPr>
          <p:grpSpPr>
            <a:xfrm>
              <a:off x="3923650" y="2528236"/>
              <a:ext cx="620947" cy="495548"/>
              <a:chOff x="2883574" y="2528236"/>
              <a:chExt cx="620947" cy="495548"/>
            </a:xfrm>
          </p:grpSpPr>
          <p:grpSp>
            <p:nvGrpSpPr>
              <p:cNvPr id="42" name="组合 41">
                <a:extLst>
                  <a:ext uri="{FF2B5EF4-FFF2-40B4-BE49-F238E27FC236}">
                    <a16:creationId xmlns:a16="http://schemas.microsoft.com/office/drawing/2014/main" id="{8D96A87B-EC28-7593-5710-05933950CB75}"/>
                  </a:ext>
                </a:extLst>
              </p:cNvPr>
              <p:cNvGrpSpPr/>
              <p:nvPr/>
            </p:nvGrpSpPr>
            <p:grpSpPr>
              <a:xfrm>
                <a:off x="2883574" y="2621661"/>
                <a:ext cx="620944" cy="402123"/>
                <a:chOff x="6512018" y="615964"/>
                <a:chExt cx="1370012" cy="930275"/>
              </a:xfrm>
            </p:grpSpPr>
            <p:sp>
              <p:nvSpPr>
                <p:cNvPr id="47" name="Freeform 14">
                  <a:extLst>
                    <a:ext uri="{FF2B5EF4-FFF2-40B4-BE49-F238E27FC236}">
                      <a16:creationId xmlns:a16="http://schemas.microsoft.com/office/drawing/2014/main" id="{19FBFEC8-D28E-B596-D8BF-A003B7F41056}"/>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48" name="Freeform 15">
                  <a:extLst>
                    <a:ext uri="{FF2B5EF4-FFF2-40B4-BE49-F238E27FC236}">
                      <a16:creationId xmlns:a16="http://schemas.microsoft.com/office/drawing/2014/main" id="{152F90E8-05C5-5C1A-405A-5A0DED10EE93}"/>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49" name="Freeform 16">
                  <a:extLst>
                    <a:ext uri="{FF2B5EF4-FFF2-40B4-BE49-F238E27FC236}">
                      <a16:creationId xmlns:a16="http://schemas.microsoft.com/office/drawing/2014/main" id="{87EB4FED-52C9-50A7-ED00-AFFEC98C25E7}"/>
                    </a:ext>
                  </a:extLst>
                </p:cNvPr>
                <p:cNvSpPr>
                  <a:spLocks/>
                </p:cNvSpPr>
                <p:nvPr/>
              </p:nvSpPr>
              <p:spPr bwMode="auto">
                <a:xfrm>
                  <a:off x="6512018" y="615964"/>
                  <a:ext cx="1370012"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43" name="组合 42">
                <a:extLst>
                  <a:ext uri="{FF2B5EF4-FFF2-40B4-BE49-F238E27FC236}">
                    <a16:creationId xmlns:a16="http://schemas.microsoft.com/office/drawing/2014/main" id="{69B8E3FF-189B-40BA-0473-2D926378E8EB}"/>
                  </a:ext>
                </a:extLst>
              </p:cNvPr>
              <p:cNvGrpSpPr/>
              <p:nvPr/>
            </p:nvGrpSpPr>
            <p:grpSpPr>
              <a:xfrm>
                <a:off x="2883576" y="2528236"/>
                <a:ext cx="620945" cy="402124"/>
                <a:chOff x="6512018" y="615961"/>
                <a:chExt cx="1370013" cy="930278"/>
              </a:xfrm>
            </p:grpSpPr>
            <p:sp>
              <p:nvSpPr>
                <p:cNvPr id="44" name="Freeform 14">
                  <a:extLst>
                    <a:ext uri="{FF2B5EF4-FFF2-40B4-BE49-F238E27FC236}">
                      <a16:creationId xmlns:a16="http://schemas.microsoft.com/office/drawing/2014/main" id="{C278BD12-DFB2-B03E-D44D-8D6A124188E2}"/>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45" name="Freeform 15">
                  <a:extLst>
                    <a:ext uri="{FF2B5EF4-FFF2-40B4-BE49-F238E27FC236}">
                      <a16:creationId xmlns:a16="http://schemas.microsoft.com/office/drawing/2014/main" id="{E1B29330-BE83-DB82-36ED-797356633E5D}"/>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46" name="Freeform 16">
                  <a:extLst>
                    <a:ext uri="{FF2B5EF4-FFF2-40B4-BE49-F238E27FC236}">
                      <a16:creationId xmlns:a16="http://schemas.microsoft.com/office/drawing/2014/main" id="{84CE36A5-AE90-7DC0-EF63-31246AD94D7E}"/>
                    </a:ext>
                  </a:extLst>
                </p:cNvPr>
                <p:cNvSpPr>
                  <a:spLocks/>
                </p:cNvSpPr>
                <p:nvPr/>
              </p:nvSpPr>
              <p:spPr bwMode="auto">
                <a:xfrm>
                  <a:off x="6512018" y="615961"/>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sp>
          <p:nvSpPr>
            <p:cNvPr id="50" name="Freeform 45">
              <a:extLst>
                <a:ext uri="{FF2B5EF4-FFF2-40B4-BE49-F238E27FC236}">
                  <a16:creationId xmlns:a16="http://schemas.microsoft.com/office/drawing/2014/main" id="{D8DEB6B5-B3BF-C716-0A59-40C28CA5BAB1}"/>
                </a:ext>
              </a:extLst>
            </p:cNvPr>
            <p:cNvSpPr>
              <a:spLocks noEditPoints="1"/>
            </p:cNvSpPr>
            <p:nvPr/>
          </p:nvSpPr>
          <p:spPr bwMode="auto">
            <a:xfrm>
              <a:off x="4108965" y="2456972"/>
              <a:ext cx="233169" cy="233169"/>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HarmonyOS Sans SC Medium" panose="00000600000000000000" pitchFamily="2" charset="-122"/>
                <a:ea typeface="HarmonyOS Sans SC Medium" panose="00000600000000000000" pitchFamily="2" charset="-122"/>
              </a:endParaRPr>
            </a:p>
          </p:txBody>
        </p:sp>
      </p:grpSp>
      <p:grpSp>
        <p:nvGrpSpPr>
          <p:cNvPr id="54" name="组合 53">
            <a:extLst>
              <a:ext uri="{FF2B5EF4-FFF2-40B4-BE49-F238E27FC236}">
                <a16:creationId xmlns:a16="http://schemas.microsoft.com/office/drawing/2014/main" id="{C26C513F-D885-B7BA-DA48-6A9E74B30C2D}"/>
              </a:ext>
            </a:extLst>
          </p:cNvPr>
          <p:cNvGrpSpPr/>
          <p:nvPr/>
        </p:nvGrpSpPr>
        <p:grpSpPr>
          <a:xfrm>
            <a:off x="2602308" y="1378466"/>
            <a:ext cx="781534" cy="514178"/>
            <a:chOff x="3570870" y="2456972"/>
            <a:chExt cx="1074611" cy="706996"/>
          </a:xfrm>
        </p:grpSpPr>
        <p:sp>
          <p:nvSpPr>
            <p:cNvPr id="55" name="菱形 54">
              <a:extLst>
                <a:ext uri="{FF2B5EF4-FFF2-40B4-BE49-F238E27FC236}">
                  <a16:creationId xmlns:a16="http://schemas.microsoft.com/office/drawing/2014/main" id="{E6401598-00CD-DFA3-71EF-B8CA6F65A7A8}"/>
                </a:ext>
              </a:extLst>
            </p:cNvPr>
            <p:cNvSpPr/>
            <p:nvPr/>
          </p:nvSpPr>
          <p:spPr>
            <a:xfrm>
              <a:off x="3829687" y="2661297"/>
              <a:ext cx="815794" cy="452561"/>
            </a:xfrm>
            <a:prstGeom prst="diamond">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sp>
          <p:nvSpPr>
            <p:cNvPr id="56" name="文本框 55">
              <a:extLst>
                <a:ext uri="{FF2B5EF4-FFF2-40B4-BE49-F238E27FC236}">
                  <a16:creationId xmlns:a16="http://schemas.microsoft.com/office/drawing/2014/main" id="{749C4ACC-2E07-46D1-FCF9-929D96E12F3A}"/>
                </a:ext>
              </a:extLst>
            </p:cNvPr>
            <p:cNvSpPr txBox="1"/>
            <p:nvPr/>
          </p:nvSpPr>
          <p:spPr>
            <a:xfrm>
              <a:off x="3570870" y="2948524"/>
              <a:ext cx="595035" cy="215444"/>
            </a:xfrm>
            <a:prstGeom prst="rect">
              <a:avLst/>
            </a:prstGeom>
            <a:noFill/>
            <a:scene3d>
              <a:camera prst="isometricBottomDown"/>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grpSp>
          <p:nvGrpSpPr>
            <p:cNvPr id="57" name="组合 56">
              <a:extLst>
                <a:ext uri="{FF2B5EF4-FFF2-40B4-BE49-F238E27FC236}">
                  <a16:creationId xmlns:a16="http://schemas.microsoft.com/office/drawing/2014/main" id="{ACEC5B4A-8DCC-5558-77B7-F9F83F45EAEE}"/>
                </a:ext>
              </a:extLst>
            </p:cNvPr>
            <p:cNvGrpSpPr/>
            <p:nvPr/>
          </p:nvGrpSpPr>
          <p:grpSpPr>
            <a:xfrm>
              <a:off x="3923650" y="2528236"/>
              <a:ext cx="620947" cy="495548"/>
              <a:chOff x="2883574" y="2528236"/>
              <a:chExt cx="620947" cy="495548"/>
            </a:xfrm>
          </p:grpSpPr>
          <p:grpSp>
            <p:nvGrpSpPr>
              <p:cNvPr id="59" name="组合 58">
                <a:extLst>
                  <a:ext uri="{FF2B5EF4-FFF2-40B4-BE49-F238E27FC236}">
                    <a16:creationId xmlns:a16="http://schemas.microsoft.com/office/drawing/2014/main" id="{289D07F4-CDE5-75FF-4011-0D5408286E74}"/>
                  </a:ext>
                </a:extLst>
              </p:cNvPr>
              <p:cNvGrpSpPr/>
              <p:nvPr/>
            </p:nvGrpSpPr>
            <p:grpSpPr>
              <a:xfrm>
                <a:off x="2883574" y="2621661"/>
                <a:ext cx="620944" cy="402123"/>
                <a:chOff x="6512018" y="615964"/>
                <a:chExt cx="1370012" cy="930275"/>
              </a:xfrm>
            </p:grpSpPr>
            <p:sp>
              <p:nvSpPr>
                <p:cNvPr id="64" name="Freeform 14">
                  <a:extLst>
                    <a:ext uri="{FF2B5EF4-FFF2-40B4-BE49-F238E27FC236}">
                      <a16:creationId xmlns:a16="http://schemas.microsoft.com/office/drawing/2014/main" id="{FA9CE99C-E806-4186-4D50-4346E98721F0}"/>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65" name="Freeform 15">
                  <a:extLst>
                    <a:ext uri="{FF2B5EF4-FFF2-40B4-BE49-F238E27FC236}">
                      <a16:creationId xmlns:a16="http://schemas.microsoft.com/office/drawing/2014/main" id="{2FC1A6EA-497A-C57C-5C2C-1969C8F5AF8D}"/>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66" name="Freeform 16">
                  <a:extLst>
                    <a:ext uri="{FF2B5EF4-FFF2-40B4-BE49-F238E27FC236}">
                      <a16:creationId xmlns:a16="http://schemas.microsoft.com/office/drawing/2014/main" id="{48F0D87A-19A7-BBF5-A8D6-5DBAA94994F1}"/>
                    </a:ext>
                  </a:extLst>
                </p:cNvPr>
                <p:cNvSpPr>
                  <a:spLocks/>
                </p:cNvSpPr>
                <p:nvPr/>
              </p:nvSpPr>
              <p:spPr bwMode="auto">
                <a:xfrm>
                  <a:off x="6512018" y="615964"/>
                  <a:ext cx="1370012"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60" name="组合 59">
                <a:extLst>
                  <a:ext uri="{FF2B5EF4-FFF2-40B4-BE49-F238E27FC236}">
                    <a16:creationId xmlns:a16="http://schemas.microsoft.com/office/drawing/2014/main" id="{043D5F11-3CB5-4886-F86D-25987699116E}"/>
                  </a:ext>
                </a:extLst>
              </p:cNvPr>
              <p:cNvGrpSpPr/>
              <p:nvPr/>
            </p:nvGrpSpPr>
            <p:grpSpPr>
              <a:xfrm>
                <a:off x="2883576" y="2528236"/>
                <a:ext cx="620945" cy="402124"/>
                <a:chOff x="6512018" y="615961"/>
                <a:chExt cx="1370013" cy="930278"/>
              </a:xfrm>
            </p:grpSpPr>
            <p:sp>
              <p:nvSpPr>
                <p:cNvPr id="61" name="Freeform 14">
                  <a:extLst>
                    <a:ext uri="{FF2B5EF4-FFF2-40B4-BE49-F238E27FC236}">
                      <a16:creationId xmlns:a16="http://schemas.microsoft.com/office/drawing/2014/main" id="{7E85BC85-4CA3-9091-C483-77456F5252A1}"/>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62" name="Freeform 15">
                  <a:extLst>
                    <a:ext uri="{FF2B5EF4-FFF2-40B4-BE49-F238E27FC236}">
                      <a16:creationId xmlns:a16="http://schemas.microsoft.com/office/drawing/2014/main" id="{660F0672-9302-BCA9-153A-D9F7C627A53D}"/>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63" name="Freeform 16">
                  <a:extLst>
                    <a:ext uri="{FF2B5EF4-FFF2-40B4-BE49-F238E27FC236}">
                      <a16:creationId xmlns:a16="http://schemas.microsoft.com/office/drawing/2014/main" id="{F0FAB575-C12B-9834-C029-C648B88AFE21}"/>
                    </a:ext>
                  </a:extLst>
                </p:cNvPr>
                <p:cNvSpPr>
                  <a:spLocks/>
                </p:cNvSpPr>
                <p:nvPr/>
              </p:nvSpPr>
              <p:spPr bwMode="auto">
                <a:xfrm>
                  <a:off x="6512018" y="615961"/>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sp>
          <p:nvSpPr>
            <p:cNvPr id="58" name="Freeform 45">
              <a:extLst>
                <a:ext uri="{FF2B5EF4-FFF2-40B4-BE49-F238E27FC236}">
                  <a16:creationId xmlns:a16="http://schemas.microsoft.com/office/drawing/2014/main" id="{9BAC9054-F686-B6C6-018D-2904F7C22C37}"/>
                </a:ext>
              </a:extLst>
            </p:cNvPr>
            <p:cNvSpPr>
              <a:spLocks noEditPoints="1"/>
            </p:cNvSpPr>
            <p:nvPr/>
          </p:nvSpPr>
          <p:spPr bwMode="auto">
            <a:xfrm>
              <a:off x="4108965" y="2456972"/>
              <a:ext cx="233169" cy="233169"/>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HarmonyOS Sans SC Medium" panose="00000600000000000000" pitchFamily="2" charset="-122"/>
                <a:ea typeface="HarmonyOS Sans SC Medium" panose="00000600000000000000" pitchFamily="2" charset="-122"/>
              </a:endParaRPr>
            </a:p>
          </p:txBody>
        </p:sp>
      </p:grpSp>
      <p:grpSp>
        <p:nvGrpSpPr>
          <p:cNvPr id="67" name="组合 66">
            <a:extLst>
              <a:ext uri="{FF2B5EF4-FFF2-40B4-BE49-F238E27FC236}">
                <a16:creationId xmlns:a16="http://schemas.microsoft.com/office/drawing/2014/main" id="{59DF14EB-FFD2-C028-DB09-AFA11496F18C}"/>
              </a:ext>
            </a:extLst>
          </p:cNvPr>
          <p:cNvGrpSpPr/>
          <p:nvPr/>
        </p:nvGrpSpPr>
        <p:grpSpPr>
          <a:xfrm>
            <a:off x="3975076" y="1378599"/>
            <a:ext cx="673537" cy="513913"/>
            <a:chOff x="3829687" y="2456972"/>
            <a:chExt cx="926115" cy="706631"/>
          </a:xfrm>
        </p:grpSpPr>
        <p:sp>
          <p:nvSpPr>
            <p:cNvPr id="68" name="菱形 67">
              <a:extLst>
                <a:ext uri="{FF2B5EF4-FFF2-40B4-BE49-F238E27FC236}">
                  <a16:creationId xmlns:a16="http://schemas.microsoft.com/office/drawing/2014/main" id="{0D0DC953-AB74-4684-17C4-6548A4CF5AA1}"/>
                </a:ext>
              </a:extLst>
            </p:cNvPr>
            <p:cNvSpPr/>
            <p:nvPr/>
          </p:nvSpPr>
          <p:spPr>
            <a:xfrm>
              <a:off x="3829687" y="2661297"/>
              <a:ext cx="815794" cy="452561"/>
            </a:xfrm>
            <a:prstGeom prst="diamond">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sp>
          <p:nvSpPr>
            <p:cNvPr id="69" name="文本框 68">
              <a:extLst>
                <a:ext uri="{FF2B5EF4-FFF2-40B4-BE49-F238E27FC236}">
                  <a16:creationId xmlns:a16="http://schemas.microsoft.com/office/drawing/2014/main" id="{949A5F9C-7329-C599-5212-1929312400BC}"/>
                </a:ext>
              </a:extLst>
            </p:cNvPr>
            <p:cNvSpPr txBox="1"/>
            <p:nvPr/>
          </p:nvSpPr>
          <p:spPr>
            <a:xfrm>
              <a:off x="4160767" y="2948159"/>
              <a:ext cx="595035" cy="215444"/>
            </a:xfrm>
            <a:prstGeom prst="rect">
              <a:avLst/>
            </a:prstGeom>
            <a:noFill/>
            <a:scene3d>
              <a:camera prst="isometricTopUp"/>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grpSp>
          <p:nvGrpSpPr>
            <p:cNvPr id="70" name="组合 69">
              <a:extLst>
                <a:ext uri="{FF2B5EF4-FFF2-40B4-BE49-F238E27FC236}">
                  <a16:creationId xmlns:a16="http://schemas.microsoft.com/office/drawing/2014/main" id="{0F4AF0F2-1A8F-E1B7-1E63-B5D9593FA082}"/>
                </a:ext>
              </a:extLst>
            </p:cNvPr>
            <p:cNvGrpSpPr/>
            <p:nvPr/>
          </p:nvGrpSpPr>
          <p:grpSpPr>
            <a:xfrm>
              <a:off x="3923647" y="2528236"/>
              <a:ext cx="620950" cy="495547"/>
              <a:chOff x="2883571" y="2528236"/>
              <a:chExt cx="620950" cy="495547"/>
            </a:xfrm>
          </p:grpSpPr>
          <p:grpSp>
            <p:nvGrpSpPr>
              <p:cNvPr id="72" name="组合 71">
                <a:extLst>
                  <a:ext uri="{FF2B5EF4-FFF2-40B4-BE49-F238E27FC236}">
                    <a16:creationId xmlns:a16="http://schemas.microsoft.com/office/drawing/2014/main" id="{A8A22868-849B-CDAE-A484-DE826E443152}"/>
                  </a:ext>
                </a:extLst>
              </p:cNvPr>
              <p:cNvGrpSpPr/>
              <p:nvPr/>
            </p:nvGrpSpPr>
            <p:grpSpPr>
              <a:xfrm>
                <a:off x="2883571" y="2621660"/>
                <a:ext cx="620945" cy="402123"/>
                <a:chOff x="6512015" y="615963"/>
                <a:chExt cx="1370015" cy="930276"/>
              </a:xfrm>
            </p:grpSpPr>
            <p:sp>
              <p:nvSpPr>
                <p:cNvPr id="77" name="Freeform 14">
                  <a:extLst>
                    <a:ext uri="{FF2B5EF4-FFF2-40B4-BE49-F238E27FC236}">
                      <a16:creationId xmlns:a16="http://schemas.microsoft.com/office/drawing/2014/main" id="{00D45FF8-941B-BE33-5CAE-78FA711B6309}"/>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78" name="Freeform 15">
                  <a:extLst>
                    <a:ext uri="{FF2B5EF4-FFF2-40B4-BE49-F238E27FC236}">
                      <a16:creationId xmlns:a16="http://schemas.microsoft.com/office/drawing/2014/main" id="{AF6D4166-0126-45F6-5F06-A07B42114551}"/>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79" name="Freeform 16">
                  <a:extLst>
                    <a:ext uri="{FF2B5EF4-FFF2-40B4-BE49-F238E27FC236}">
                      <a16:creationId xmlns:a16="http://schemas.microsoft.com/office/drawing/2014/main" id="{58A8231C-C2A8-655E-C575-77C9C8AF2B63}"/>
                    </a:ext>
                  </a:extLst>
                </p:cNvPr>
                <p:cNvSpPr>
                  <a:spLocks/>
                </p:cNvSpPr>
                <p:nvPr/>
              </p:nvSpPr>
              <p:spPr bwMode="auto">
                <a:xfrm>
                  <a:off x="6512015" y="615963"/>
                  <a:ext cx="1370012"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73" name="组合 72">
                <a:extLst>
                  <a:ext uri="{FF2B5EF4-FFF2-40B4-BE49-F238E27FC236}">
                    <a16:creationId xmlns:a16="http://schemas.microsoft.com/office/drawing/2014/main" id="{E6D483BE-5A33-6968-FE3B-B1CC58345B62}"/>
                  </a:ext>
                </a:extLst>
              </p:cNvPr>
              <p:cNvGrpSpPr/>
              <p:nvPr/>
            </p:nvGrpSpPr>
            <p:grpSpPr>
              <a:xfrm>
                <a:off x="2883576" y="2528236"/>
                <a:ext cx="620945" cy="402124"/>
                <a:chOff x="6512018" y="615961"/>
                <a:chExt cx="1370013" cy="930278"/>
              </a:xfrm>
            </p:grpSpPr>
            <p:sp>
              <p:nvSpPr>
                <p:cNvPr id="74" name="Freeform 14">
                  <a:extLst>
                    <a:ext uri="{FF2B5EF4-FFF2-40B4-BE49-F238E27FC236}">
                      <a16:creationId xmlns:a16="http://schemas.microsoft.com/office/drawing/2014/main" id="{5E2797A5-B47F-6B5B-22AD-FA32B6055D9C}"/>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75" name="Freeform 15">
                  <a:extLst>
                    <a:ext uri="{FF2B5EF4-FFF2-40B4-BE49-F238E27FC236}">
                      <a16:creationId xmlns:a16="http://schemas.microsoft.com/office/drawing/2014/main" id="{5F18DC0B-F611-292E-2157-D85D82633453}"/>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76" name="Freeform 16">
                  <a:extLst>
                    <a:ext uri="{FF2B5EF4-FFF2-40B4-BE49-F238E27FC236}">
                      <a16:creationId xmlns:a16="http://schemas.microsoft.com/office/drawing/2014/main" id="{4A724CD2-5BCD-5D7E-57FB-FA6C0C9ECCCE}"/>
                    </a:ext>
                  </a:extLst>
                </p:cNvPr>
                <p:cNvSpPr>
                  <a:spLocks/>
                </p:cNvSpPr>
                <p:nvPr/>
              </p:nvSpPr>
              <p:spPr bwMode="auto">
                <a:xfrm>
                  <a:off x="6512018" y="615961"/>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sp>
          <p:nvSpPr>
            <p:cNvPr id="71" name="Freeform 45">
              <a:extLst>
                <a:ext uri="{FF2B5EF4-FFF2-40B4-BE49-F238E27FC236}">
                  <a16:creationId xmlns:a16="http://schemas.microsoft.com/office/drawing/2014/main" id="{2686BA85-99B2-A82B-DD12-7B4DAF27D75B}"/>
                </a:ext>
              </a:extLst>
            </p:cNvPr>
            <p:cNvSpPr>
              <a:spLocks noEditPoints="1"/>
            </p:cNvSpPr>
            <p:nvPr/>
          </p:nvSpPr>
          <p:spPr bwMode="auto">
            <a:xfrm>
              <a:off x="4108965" y="2456972"/>
              <a:ext cx="233169" cy="233169"/>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HarmonyOS Sans SC Medium" panose="00000600000000000000" pitchFamily="2" charset="-122"/>
                <a:ea typeface="HarmonyOS Sans SC Medium" panose="00000600000000000000" pitchFamily="2" charset="-122"/>
              </a:endParaRPr>
            </a:p>
          </p:txBody>
        </p:sp>
      </p:grpSp>
      <p:grpSp>
        <p:nvGrpSpPr>
          <p:cNvPr id="80" name="组合 79">
            <a:extLst>
              <a:ext uri="{FF2B5EF4-FFF2-40B4-BE49-F238E27FC236}">
                <a16:creationId xmlns:a16="http://schemas.microsoft.com/office/drawing/2014/main" id="{C5F73328-2B9F-3569-09B5-C21B24F2CA6E}"/>
              </a:ext>
            </a:extLst>
          </p:cNvPr>
          <p:cNvGrpSpPr/>
          <p:nvPr/>
        </p:nvGrpSpPr>
        <p:grpSpPr>
          <a:xfrm>
            <a:off x="4746561" y="1832209"/>
            <a:ext cx="673537" cy="513913"/>
            <a:chOff x="3829687" y="2456972"/>
            <a:chExt cx="926115" cy="706631"/>
          </a:xfrm>
        </p:grpSpPr>
        <p:sp>
          <p:nvSpPr>
            <p:cNvPr id="81" name="菱形 80">
              <a:extLst>
                <a:ext uri="{FF2B5EF4-FFF2-40B4-BE49-F238E27FC236}">
                  <a16:creationId xmlns:a16="http://schemas.microsoft.com/office/drawing/2014/main" id="{EA7B068F-26B1-C3EF-FFA9-9B4FB2E4630C}"/>
                </a:ext>
              </a:extLst>
            </p:cNvPr>
            <p:cNvSpPr/>
            <p:nvPr/>
          </p:nvSpPr>
          <p:spPr>
            <a:xfrm>
              <a:off x="3829687" y="2661297"/>
              <a:ext cx="815794" cy="452561"/>
            </a:xfrm>
            <a:prstGeom prst="diamond">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sp>
          <p:nvSpPr>
            <p:cNvPr id="82" name="文本框 81">
              <a:extLst>
                <a:ext uri="{FF2B5EF4-FFF2-40B4-BE49-F238E27FC236}">
                  <a16:creationId xmlns:a16="http://schemas.microsoft.com/office/drawing/2014/main" id="{61CD99AC-17A6-0E43-2B78-56D890F3CCF7}"/>
                </a:ext>
              </a:extLst>
            </p:cNvPr>
            <p:cNvSpPr txBox="1"/>
            <p:nvPr/>
          </p:nvSpPr>
          <p:spPr>
            <a:xfrm>
              <a:off x="4160767" y="2948159"/>
              <a:ext cx="595035" cy="215444"/>
            </a:xfrm>
            <a:prstGeom prst="rect">
              <a:avLst/>
            </a:prstGeom>
            <a:noFill/>
            <a:scene3d>
              <a:camera prst="isometricTopUp"/>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grpSp>
          <p:nvGrpSpPr>
            <p:cNvPr id="83" name="组合 82">
              <a:extLst>
                <a:ext uri="{FF2B5EF4-FFF2-40B4-BE49-F238E27FC236}">
                  <a16:creationId xmlns:a16="http://schemas.microsoft.com/office/drawing/2014/main" id="{1B40C11D-F3E6-D040-EE1F-A29FFA12A78F}"/>
                </a:ext>
              </a:extLst>
            </p:cNvPr>
            <p:cNvGrpSpPr/>
            <p:nvPr/>
          </p:nvGrpSpPr>
          <p:grpSpPr>
            <a:xfrm>
              <a:off x="3923647" y="2528236"/>
              <a:ext cx="620950" cy="495547"/>
              <a:chOff x="2883571" y="2528236"/>
              <a:chExt cx="620950" cy="495547"/>
            </a:xfrm>
          </p:grpSpPr>
          <p:grpSp>
            <p:nvGrpSpPr>
              <p:cNvPr id="85" name="组合 84">
                <a:extLst>
                  <a:ext uri="{FF2B5EF4-FFF2-40B4-BE49-F238E27FC236}">
                    <a16:creationId xmlns:a16="http://schemas.microsoft.com/office/drawing/2014/main" id="{815E1688-38A7-DFCD-B83A-B54CF7BB50BD}"/>
                  </a:ext>
                </a:extLst>
              </p:cNvPr>
              <p:cNvGrpSpPr/>
              <p:nvPr/>
            </p:nvGrpSpPr>
            <p:grpSpPr>
              <a:xfrm>
                <a:off x="2883571" y="2621660"/>
                <a:ext cx="620945" cy="402123"/>
                <a:chOff x="6512015" y="615963"/>
                <a:chExt cx="1370015" cy="930276"/>
              </a:xfrm>
            </p:grpSpPr>
            <p:sp>
              <p:nvSpPr>
                <p:cNvPr id="90" name="Freeform 14">
                  <a:extLst>
                    <a:ext uri="{FF2B5EF4-FFF2-40B4-BE49-F238E27FC236}">
                      <a16:creationId xmlns:a16="http://schemas.microsoft.com/office/drawing/2014/main" id="{D5617D1F-1C98-3B1E-FD2F-A0026502D7BF}"/>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91" name="Freeform 15">
                  <a:extLst>
                    <a:ext uri="{FF2B5EF4-FFF2-40B4-BE49-F238E27FC236}">
                      <a16:creationId xmlns:a16="http://schemas.microsoft.com/office/drawing/2014/main" id="{5F264D31-2C9F-5E73-0837-EEBCDD805255}"/>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92" name="Freeform 16">
                  <a:extLst>
                    <a:ext uri="{FF2B5EF4-FFF2-40B4-BE49-F238E27FC236}">
                      <a16:creationId xmlns:a16="http://schemas.microsoft.com/office/drawing/2014/main" id="{C9A3C522-2106-E45E-491C-08C83782A531}"/>
                    </a:ext>
                  </a:extLst>
                </p:cNvPr>
                <p:cNvSpPr>
                  <a:spLocks/>
                </p:cNvSpPr>
                <p:nvPr/>
              </p:nvSpPr>
              <p:spPr bwMode="auto">
                <a:xfrm>
                  <a:off x="6512015" y="615963"/>
                  <a:ext cx="1370012"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86" name="组合 85">
                <a:extLst>
                  <a:ext uri="{FF2B5EF4-FFF2-40B4-BE49-F238E27FC236}">
                    <a16:creationId xmlns:a16="http://schemas.microsoft.com/office/drawing/2014/main" id="{61A03DEA-8881-213C-3736-ADFF8AC9AC61}"/>
                  </a:ext>
                </a:extLst>
              </p:cNvPr>
              <p:cNvGrpSpPr/>
              <p:nvPr/>
            </p:nvGrpSpPr>
            <p:grpSpPr>
              <a:xfrm>
                <a:off x="2883576" y="2528236"/>
                <a:ext cx="620945" cy="402124"/>
                <a:chOff x="6512018" y="615961"/>
                <a:chExt cx="1370013" cy="930278"/>
              </a:xfrm>
            </p:grpSpPr>
            <p:sp>
              <p:nvSpPr>
                <p:cNvPr id="87" name="Freeform 14">
                  <a:extLst>
                    <a:ext uri="{FF2B5EF4-FFF2-40B4-BE49-F238E27FC236}">
                      <a16:creationId xmlns:a16="http://schemas.microsoft.com/office/drawing/2014/main" id="{410093A7-A02E-94AF-FD50-49AC057B4AF5}"/>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88" name="Freeform 15">
                  <a:extLst>
                    <a:ext uri="{FF2B5EF4-FFF2-40B4-BE49-F238E27FC236}">
                      <a16:creationId xmlns:a16="http://schemas.microsoft.com/office/drawing/2014/main" id="{25FB4541-D1DF-30EA-990A-D2842076F4D2}"/>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89" name="Freeform 16">
                  <a:extLst>
                    <a:ext uri="{FF2B5EF4-FFF2-40B4-BE49-F238E27FC236}">
                      <a16:creationId xmlns:a16="http://schemas.microsoft.com/office/drawing/2014/main" id="{FA148B7F-9282-6013-E63A-D773F5382282}"/>
                    </a:ext>
                  </a:extLst>
                </p:cNvPr>
                <p:cNvSpPr>
                  <a:spLocks/>
                </p:cNvSpPr>
                <p:nvPr/>
              </p:nvSpPr>
              <p:spPr bwMode="auto">
                <a:xfrm>
                  <a:off x="6512018" y="615961"/>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sp>
          <p:nvSpPr>
            <p:cNvPr id="84" name="Freeform 45">
              <a:extLst>
                <a:ext uri="{FF2B5EF4-FFF2-40B4-BE49-F238E27FC236}">
                  <a16:creationId xmlns:a16="http://schemas.microsoft.com/office/drawing/2014/main" id="{58807750-DECA-7EC4-08B5-565BC1958C98}"/>
                </a:ext>
              </a:extLst>
            </p:cNvPr>
            <p:cNvSpPr>
              <a:spLocks noEditPoints="1"/>
            </p:cNvSpPr>
            <p:nvPr/>
          </p:nvSpPr>
          <p:spPr bwMode="auto">
            <a:xfrm>
              <a:off x="4108965" y="2456972"/>
              <a:ext cx="233169" cy="233169"/>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HarmonyOS Sans SC Medium" panose="00000600000000000000" pitchFamily="2" charset="-122"/>
                <a:ea typeface="HarmonyOS Sans SC Medium" panose="00000600000000000000" pitchFamily="2" charset="-122"/>
              </a:endParaRPr>
            </a:p>
          </p:txBody>
        </p:sp>
      </p:grpSp>
      <p:sp>
        <p:nvSpPr>
          <p:cNvPr id="93" name="矩形: 圆角 92">
            <a:extLst>
              <a:ext uri="{FF2B5EF4-FFF2-40B4-BE49-F238E27FC236}">
                <a16:creationId xmlns:a16="http://schemas.microsoft.com/office/drawing/2014/main" id="{02B5606B-06B5-B4BA-0929-84B495CDC5C4}"/>
              </a:ext>
            </a:extLst>
          </p:cNvPr>
          <p:cNvSpPr/>
          <p:nvPr/>
        </p:nvSpPr>
        <p:spPr>
          <a:xfrm>
            <a:off x="2661033" y="2257798"/>
            <a:ext cx="90923" cy="679926"/>
          </a:xfrm>
          <a:prstGeom prst="roundRect">
            <a:avLst>
              <a:gd name="adj" fmla="val 50000"/>
            </a:avLst>
          </a:prstGeom>
          <a:gradFill flip="none" rotWithShape="1">
            <a:gsLst>
              <a:gs pos="0">
                <a:srgbClr val="FAFBFF">
                  <a:alpha val="0"/>
                </a:srgbClr>
              </a:gs>
              <a:gs pos="100000">
                <a:schemeClr val="bg1">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矩形: 圆角 93">
            <a:extLst>
              <a:ext uri="{FF2B5EF4-FFF2-40B4-BE49-F238E27FC236}">
                <a16:creationId xmlns:a16="http://schemas.microsoft.com/office/drawing/2014/main" id="{6EE81D7D-64DD-0EE1-FBFB-58F8BAED9956}"/>
              </a:ext>
            </a:extLst>
          </p:cNvPr>
          <p:cNvSpPr/>
          <p:nvPr/>
        </p:nvSpPr>
        <p:spPr>
          <a:xfrm>
            <a:off x="3432748" y="1766629"/>
            <a:ext cx="90923" cy="679926"/>
          </a:xfrm>
          <a:prstGeom prst="roundRect">
            <a:avLst>
              <a:gd name="adj" fmla="val 50000"/>
            </a:avLst>
          </a:prstGeom>
          <a:gradFill flip="none" rotWithShape="1">
            <a:gsLst>
              <a:gs pos="0">
                <a:srgbClr val="FAFBFF">
                  <a:alpha val="0"/>
                </a:srgbClr>
              </a:gs>
              <a:gs pos="100000">
                <a:schemeClr val="bg1">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圆角 94">
            <a:extLst>
              <a:ext uri="{FF2B5EF4-FFF2-40B4-BE49-F238E27FC236}">
                <a16:creationId xmlns:a16="http://schemas.microsoft.com/office/drawing/2014/main" id="{00D16FA0-C144-0C39-824E-CAD3C7BC49C9}"/>
              </a:ext>
            </a:extLst>
          </p:cNvPr>
          <p:cNvSpPr/>
          <p:nvPr/>
        </p:nvSpPr>
        <p:spPr>
          <a:xfrm>
            <a:off x="3861095" y="1766629"/>
            <a:ext cx="90923" cy="679926"/>
          </a:xfrm>
          <a:prstGeom prst="roundRect">
            <a:avLst>
              <a:gd name="adj" fmla="val 50000"/>
            </a:avLst>
          </a:prstGeom>
          <a:gradFill flip="none" rotWithShape="1">
            <a:gsLst>
              <a:gs pos="0">
                <a:srgbClr val="FAFBFF">
                  <a:alpha val="0"/>
                </a:srgbClr>
              </a:gs>
              <a:gs pos="100000">
                <a:schemeClr val="bg1">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圆角 95">
            <a:extLst>
              <a:ext uri="{FF2B5EF4-FFF2-40B4-BE49-F238E27FC236}">
                <a16:creationId xmlns:a16="http://schemas.microsoft.com/office/drawing/2014/main" id="{AF5AFB7F-18AE-924F-77D9-6AE34243AF6D}"/>
              </a:ext>
            </a:extLst>
          </p:cNvPr>
          <p:cNvSpPr/>
          <p:nvPr/>
        </p:nvSpPr>
        <p:spPr>
          <a:xfrm>
            <a:off x="4640115" y="2257798"/>
            <a:ext cx="90923" cy="679926"/>
          </a:xfrm>
          <a:prstGeom prst="roundRect">
            <a:avLst>
              <a:gd name="adj" fmla="val 50000"/>
            </a:avLst>
          </a:prstGeom>
          <a:gradFill flip="none" rotWithShape="1">
            <a:gsLst>
              <a:gs pos="0">
                <a:srgbClr val="FAFBFF">
                  <a:alpha val="0"/>
                </a:srgbClr>
              </a:gs>
              <a:gs pos="100000">
                <a:schemeClr val="bg1">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矩形: 圆角 96">
            <a:extLst>
              <a:ext uri="{FF2B5EF4-FFF2-40B4-BE49-F238E27FC236}">
                <a16:creationId xmlns:a16="http://schemas.microsoft.com/office/drawing/2014/main" id="{B49471D6-577D-3B43-F276-380B3A3A6EEA}"/>
              </a:ext>
            </a:extLst>
          </p:cNvPr>
          <p:cNvSpPr/>
          <p:nvPr/>
        </p:nvSpPr>
        <p:spPr>
          <a:xfrm>
            <a:off x="3655000" y="3824108"/>
            <a:ext cx="90923" cy="679926"/>
          </a:xfrm>
          <a:prstGeom prst="roundRect">
            <a:avLst>
              <a:gd name="adj" fmla="val 50000"/>
            </a:avLst>
          </a:prstGeom>
          <a:gradFill flip="none" rotWithShape="1">
            <a:gsLst>
              <a:gs pos="0">
                <a:srgbClr val="FAFBFF">
                  <a:alpha val="0"/>
                </a:srgbClr>
              </a:gs>
              <a:gs pos="100000">
                <a:schemeClr val="bg1">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矩形: 圆角 97">
            <a:extLst>
              <a:ext uri="{FF2B5EF4-FFF2-40B4-BE49-F238E27FC236}">
                <a16:creationId xmlns:a16="http://schemas.microsoft.com/office/drawing/2014/main" id="{36F55134-ED2A-8120-9031-0485A66C25B3}"/>
              </a:ext>
            </a:extLst>
          </p:cNvPr>
          <p:cNvSpPr/>
          <p:nvPr/>
        </p:nvSpPr>
        <p:spPr>
          <a:xfrm>
            <a:off x="4675768" y="3198184"/>
            <a:ext cx="90923" cy="679926"/>
          </a:xfrm>
          <a:prstGeom prst="roundRect">
            <a:avLst>
              <a:gd name="adj" fmla="val 50000"/>
            </a:avLst>
          </a:prstGeom>
          <a:gradFill flip="none" rotWithShape="1">
            <a:gsLst>
              <a:gs pos="0">
                <a:srgbClr val="FAFBFF">
                  <a:alpha val="0"/>
                </a:srgbClr>
              </a:gs>
              <a:gs pos="100000">
                <a:schemeClr val="bg1">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圆角 98">
            <a:extLst>
              <a:ext uri="{FF2B5EF4-FFF2-40B4-BE49-F238E27FC236}">
                <a16:creationId xmlns:a16="http://schemas.microsoft.com/office/drawing/2014/main" id="{84A925F3-FBAF-209A-9C7E-BC7C711F7198}"/>
              </a:ext>
            </a:extLst>
          </p:cNvPr>
          <p:cNvSpPr/>
          <p:nvPr/>
        </p:nvSpPr>
        <p:spPr>
          <a:xfrm>
            <a:off x="2655228" y="3198184"/>
            <a:ext cx="90923" cy="679926"/>
          </a:xfrm>
          <a:prstGeom prst="roundRect">
            <a:avLst>
              <a:gd name="adj" fmla="val 50000"/>
            </a:avLst>
          </a:prstGeom>
          <a:gradFill flip="none" rotWithShape="1">
            <a:gsLst>
              <a:gs pos="0">
                <a:srgbClr val="FAFBFF">
                  <a:alpha val="0"/>
                </a:srgbClr>
              </a:gs>
              <a:gs pos="100000">
                <a:schemeClr val="bg1">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任意多边形: 形状 101">
            <a:extLst>
              <a:ext uri="{FF2B5EF4-FFF2-40B4-BE49-F238E27FC236}">
                <a16:creationId xmlns:a16="http://schemas.microsoft.com/office/drawing/2014/main" id="{3A997E36-D381-1915-54A4-3AE330D62828}"/>
              </a:ext>
            </a:extLst>
          </p:cNvPr>
          <p:cNvSpPr/>
          <p:nvPr/>
        </p:nvSpPr>
        <p:spPr>
          <a:xfrm>
            <a:off x="3904851" y="1750794"/>
            <a:ext cx="182013" cy="632713"/>
          </a:xfrm>
          <a:custGeom>
            <a:avLst/>
            <a:gdLst>
              <a:gd name="connsiteX0" fmla="*/ 182013 w 182013"/>
              <a:gd name="connsiteY0" fmla="*/ 0 h 632713"/>
              <a:gd name="connsiteX1" fmla="*/ 0 w 182013"/>
              <a:gd name="connsiteY1" fmla="*/ 112675 h 632713"/>
              <a:gd name="connsiteX2" fmla="*/ 0 w 182013"/>
              <a:gd name="connsiteY2" fmla="*/ 632713 h 632713"/>
            </a:gdLst>
            <a:ahLst/>
            <a:cxnLst>
              <a:cxn ang="0">
                <a:pos x="connsiteX0" y="connsiteY0"/>
              </a:cxn>
              <a:cxn ang="0">
                <a:pos x="connsiteX1" y="connsiteY1"/>
              </a:cxn>
              <a:cxn ang="0">
                <a:pos x="connsiteX2" y="connsiteY2"/>
              </a:cxn>
            </a:cxnLst>
            <a:rect l="l" t="t" r="r" b="b"/>
            <a:pathLst>
              <a:path w="182013" h="632713">
                <a:moveTo>
                  <a:pt x="182013" y="0"/>
                </a:moveTo>
                <a:lnTo>
                  <a:pt x="0" y="112675"/>
                </a:lnTo>
                <a:lnTo>
                  <a:pt x="0" y="632713"/>
                </a:lnTo>
              </a:path>
            </a:pathLst>
          </a:custGeom>
          <a:noFill/>
          <a:ln w="6350">
            <a:gradFill flip="none" rotWithShape="1">
              <a:gsLst>
                <a:gs pos="0">
                  <a:srgbClr val="7584E5"/>
                </a:gs>
                <a:gs pos="100000">
                  <a:srgbClr val="02F276"/>
                </a:gs>
              </a:gsLst>
              <a:lin ang="5400000" scaled="1"/>
              <a:tileRect/>
            </a:gradFill>
            <a:prstDash val="dash"/>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AutoShape 28">
            <a:extLst>
              <a:ext uri="{FF2B5EF4-FFF2-40B4-BE49-F238E27FC236}">
                <a16:creationId xmlns:a16="http://schemas.microsoft.com/office/drawing/2014/main" id="{FD54EFBF-C1B5-9225-AF8F-3A3701162FF6}"/>
              </a:ext>
            </a:extLst>
          </p:cNvPr>
          <p:cNvSpPr>
            <a:spLocks noChangeAspect="1" noChangeArrowheads="1" noTextEdit="1"/>
          </p:cNvSpPr>
          <p:nvPr/>
        </p:nvSpPr>
        <p:spPr bwMode="auto">
          <a:xfrm>
            <a:off x="1697831" y="4461832"/>
            <a:ext cx="4029075"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8" name="Freeform 30">
            <a:extLst>
              <a:ext uri="{FF2B5EF4-FFF2-40B4-BE49-F238E27FC236}">
                <a16:creationId xmlns:a16="http://schemas.microsoft.com/office/drawing/2014/main" id="{62BD7F45-6916-ED0E-B910-E4F0371B5714}"/>
              </a:ext>
            </a:extLst>
          </p:cNvPr>
          <p:cNvSpPr>
            <a:spLocks/>
          </p:cNvSpPr>
          <p:nvPr/>
        </p:nvSpPr>
        <p:spPr bwMode="auto">
          <a:xfrm>
            <a:off x="1694656" y="4723770"/>
            <a:ext cx="2020888" cy="1296988"/>
          </a:xfrm>
          <a:custGeom>
            <a:avLst/>
            <a:gdLst>
              <a:gd name="T0" fmla="*/ 988 w 1273"/>
              <a:gd name="T1" fmla="*/ 573 h 817"/>
              <a:gd name="T2" fmla="*/ 0 w 1273"/>
              <a:gd name="T3" fmla="*/ 0 h 817"/>
              <a:gd name="T4" fmla="*/ 0 w 1273"/>
              <a:gd name="T5" fmla="*/ 79 h 817"/>
              <a:gd name="T6" fmla="*/ 988 w 1273"/>
              <a:gd name="T7" fmla="*/ 652 h 817"/>
              <a:gd name="T8" fmla="*/ 1273 w 1273"/>
              <a:gd name="T9" fmla="*/ 817 h 817"/>
              <a:gd name="T10" fmla="*/ 1273 w 1273"/>
              <a:gd name="T11" fmla="*/ 741 h 817"/>
              <a:gd name="T12" fmla="*/ 988 w 1273"/>
              <a:gd name="T13" fmla="*/ 573 h 817"/>
            </a:gdLst>
            <a:ahLst/>
            <a:cxnLst>
              <a:cxn ang="0">
                <a:pos x="T0" y="T1"/>
              </a:cxn>
              <a:cxn ang="0">
                <a:pos x="T2" y="T3"/>
              </a:cxn>
              <a:cxn ang="0">
                <a:pos x="T4" y="T5"/>
              </a:cxn>
              <a:cxn ang="0">
                <a:pos x="T6" y="T7"/>
              </a:cxn>
              <a:cxn ang="0">
                <a:pos x="T8" y="T9"/>
              </a:cxn>
              <a:cxn ang="0">
                <a:pos x="T10" y="T11"/>
              </a:cxn>
              <a:cxn ang="0">
                <a:pos x="T12" y="T13"/>
              </a:cxn>
            </a:cxnLst>
            <a:rect l="0" t="0" r="r" b="b"/>
            <a:pathLst>
              <a:path w="1273" h="817">
                <a:moveTo>
                  <a:pt x="988" y="573"/>
                </a:moveTo>
                <a:lnTo>
                  <a:pt x="0" y="0"/>
                </a:lnTo>
                <a:lnTo>
                  <a:pt x="0" y="79"/>
                </a:lnTo>
                <a:lnTo>
                  <a:pt x="988" y="652"/>
                </a:lnTo>
                <a:lnTo>
                  <a:pt x="1273" y="817"/>
                </a:lnTo>
                <a:lnTo>
                  <a:pt x="1273" y="741"/>
                </a:lnTo>
                <a:lnTo>
                  <a:pt x="988" y="573"/>
                </a:lnTo>
                <a:close/>
              </a:path>
            </a:pathLst>
          </a:custGeom>
          <a:solidFill>
            <a:srgbClr val="CDD2F8"/>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9" name="Freeform 31">
            <a:extLst>
              <a:ext uri="{FF2B5EF4-FFF2-40B4-BE49-F238E27FC236}">
                <a16:creationId xmlns:a16="http://schemas.microsoft.com/office/drawing/2014/main" id="{8BB08E54-1A80-26DB-9EF3-426BF32A8900}"/>
              </a:ext>
            </a:extLst>
          </p:cNvPr>
          <p:cNvSpPr>
            <a:spLocks/>
          </p:cNvSpPr>
          <p:nvPr/>
        </p:nvSpPr>
        <p:spPr bwMode="auto">
          <a:xfrm>
            <a:off x="3715544" y="4723770"/>
            <a:ext cx="2011363" cy="1296988"/>
          </a:xfrm>
          <a:custGeom>
            <a:avLst/>
            <a:gdLst>
              <a:gd name="T0" fmla="*/ 286 w 1267"/>
              <a:gd name="T1" fmla="*/ 573 h 817"/>
              <a:gd name="T2" fmla="*/ 0 w 1267"/>
              <a:gd name="T3" fmla="*/ 741 h 817"/>
              <a:gd name="T4" fmla="*/ 0 w 1267"/>
              <a:gd name="T5" fmla="*/ 817 h 817"/>
              <a:gd name="T6" fmla="*/ 286 w 1267"/>
              <a:gd name="T7" fmla="*/ 652 h 817"/>
              <a:gd name="T8" fmla="*/ 1267 w 1267"/>
              <a:gd name="T9" fmla="*/ 79 h 817"/>
              <a:gd name="T10" fmla="*/ 1267 w 1267"/>
              <a:gd name="T11" fmla="*/ 0 h 817"/>
              <a:gd name="T12" fmla="*/ 286 w 1267"/>
              <a:gd name="T13" fmla="*/ 573 h 817"/>
            </a:gdLst>
            <a:ahLst/>
            <a:cxnLst>
              <a:cxn ang="0">
                <a:pos x="T0" y="T1"/>
              </a:cxn>
              <a:cxn ang="0">
                <a:pos x="T2" y="T3"/>
              </a:cxn>
              <a:cxn ang="0">
                <a:pos x="T4" y="T5"/>
              </a:cxn>
              <a:cxn ang="0">
                <a:pos x="T6" y="T7"/>
              </a:cxn>
              <a:cxn ang="0">
                <a:pos x="T8" y="T9"/>
              </a:cxn>
              <a:cxn ang="0">
                <a:pos x="T10" y="T11"/>
              </a:cxn>
              <a:cxn ang="0">
                <a:pos x="T12" y="T13"/>
              </a:cxn>
            </a:cxnLst>
            <a:rect l="0" t="0" r="r" b="b"/>
            <a:pathLst>
              <a:path w="1267" h="817">
                <a:moveTo>
                  <a:pt x="286" y="573"/>
                </a:moveTo>
                <a:lnTo>
                  <a:pt x="0" y="741"/>
                </a:lnTo>
                <a:lnTo>
                  <a:pt x="0" y="817"/>
                </a:lnTo>
                <a:lnTo>
                  <a:pt x="286" y="652"/>
                </a:lnTo>
                <a:lnTo>
                  <a:pt x="1267" y="79"/>
                </a:lnTo>
                <a:lnTo>
                  <a:pt x="1267" y="0"/>
                </a:lnTo>
                <a:lnTo>
                  <a:pt x="286" y="573"/>
                </a:lnTo>
                <a:close/>
              </a:path>
            </a:pathLst>
          </a:custGeom>
          <a:solidFill>
            <a:srgbClr val="E7EBF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0" name="Freeform 32">
            <a:extLst>
              <a:ext uri="{FF2B5EF4-FFF2-40B4-BE49-F238E27FC236}">
                <a16:creationId xmlns:a16="http://schemas.microsoft.com/office/drawing/2014/main" id="{54A3DC43-6180-FA8A-638E-AB2B8E2DFDB6}"/>
              </a:ext>
            </a:extLst>
          </p:cNvPr>
          <p:cNvSpPr>
            <a:spLocks/>
          </p:cNvSpPr>
          <p:nvPr/>
        </p:nvSpPr>
        <p:spPr bwMode="auto">
          <a:xfrm>
            <a:off x="1694656" y="4458657"/>
            <a:ext cx="4032250" cy="1441450"/>
          </a:xfrm>
          <a:custGeom>
            <a:avLst/>
            <a:gdLst>
              <a:gd name="T0" fmla="*/ 2540 w 2540"/>
              <a:gd name="T1" fmla="*/ 167 h 908"/>
              <a:gd name="T2" fmla="*/ 1559 w 2540"/>
              <a:gd name="T3" fmla="*/ 740 h 908"/>
              <a:gd name="T4" fmla="*/ 1273 w 2540"/>
              <a:gd name="T5" fmla="*/ 908 h 908"/>
              <a:gd name="T6" fmla="*/ 988 w 2540"/>
              <a:gd name="T7" fmla="*/ 740 h 908"/>
              <a:gd name="T8" fmla="*/ 0 w 2540"/>
              <a:gd name="T9" fmla="*/ 167 h 908"/>
              <a:gd name="T10" fmla="*/ 285 w 2540"/>
              <a:gd name="T11" fmla="*/ 0 h 908"/>
              <a:gd name="T12" fmla="*/ 1273 w 2540"/>
              <a:gd name="T13" fmla="*/ 573 h 908"/>
              <a:gd name="T14" fmla="*/ 2255 w 2540"/>
              <a:gd name="T15" fmla="*/ 0 h 908"/>
              <a:gd name="T16" fmla="*/ 2540 w 2540"/>
              <a:gd name="T17" fmla="*/ 167 h 9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40" h="908">
                <a:moveTo>
                  <a:pt x="2540" y="167"/>
                </a:moveTo>
                <a:lnTo>
                  <a:pt x="1559" y="740"/>
                </a:lnTo>
                <a:lnTo>
                  <a:pt x="1273" y="908"/>
                </a:lnTo>
                <a:lnTo>
                  <a:pt x="988" y="740"/>
                </a:lnTo>
                <a:lnTo>
                  <a:pt x="0" y="167"/>
                </a:lnTo>
                <a:lnTo>
                  <a:pt x="285" y="0"/>
                </a:lnTo>
                <a:lnTo>
                  <a:pt x="1273" y="573"/>
                </a:lnTo>
                <a:lnTo>
                  <a:pt x="2255" y="0"/>
                </a:lnTo>
                <a:lnTo>
                  <a:pt x="2540" y="167"/>
                </a:lnTo>
                <a:close/>
              </a:path>
            </a:pathLst>
          </a:custGeom>
          <a:solidFill>
            <a:srgbClr val="E1E5FE"/>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21" name="组合 120">
            <a:extLst>
              <a:ext uri="{FF2B5EF4-FFF2-40B4-BE49-F238E27FC236}">
                <a16:creationId xmlns:a16="http://schemas.microsoft.com/office/drawing/2014/main" id="{626DF807-3EDC-5852-E0D9-F4092FA95A37}"/>
              </a:ext>
            </a:extLst>
          </p:cNvPr>
          <p:cNvGrpSpPr/>
          <p:nvPr/>
        </p:nvGrpSpPr>
        <p:grpSpPr>
          <a:xfrm>
            <a:off x="2001753" y="4514329"/>
            <a:ext cx="673537" cy="513913"/>
            <a:chOff x="3829687" y="2456972"/>
            <a:chExt cx="926115" cy="706631"/>
          </a:xfrm>
        </p:grpSpPr>
        <p:sp>
          <p:nvSpPr>
            <p:cNvPr id="122" name="菱形 121">
              <a:extLst>
                <a:ext uri="{FF2B5EF4-FFF2-40B4-BE49-F238E27FC236}">
                  <a16:creationId xmlns:a16="http://schemas.microsoft.com/office/drawing/2014/main" id="{D3BAC7FB-A812-A76B-8C4D-7F89578DEA8E}"/>
                </a:ext>
              </a:extLst>
            </p:cNvPr>
            <p:cNvSpPr/>
            <p:nvPr/>
          </p:nvSpPr>
          <p:spPr>
            <a:xfrm>
              <a:off x="3829687" y="2661297"/>
              <a:ext cx="815794" cy="452561"/>
            </a:xfrm>
            <a:prstGeom prst="diamond">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sp>
          <p:nvSpPr>
            <p:cNvPr id="123" name="文本框 122">
              <a:extLst>
                <a:ext uri="{FF2B5EF4-FFF2-40B4-BE49-F238E27FC236}">
                  <a16:creationId xmlns:a16="http://schemas.microsoft.com/office/drawing/2014/main" id="{D31F3509-868D-8C8C-A747-ADAD1CE739A8}"/>
                </a:ext>
              </a:extLst>
            </p:cNvPr>
            <p:cNvSpPr txBox="1"/>
            <p:nvPr/>
          </p:nvSpPr>
          <p:spPr>
            <a:xfrm>
              <a:off x="4160767" y="2948159"/>
              <a:ext cx="595035" cy="215444"/>
            </a:xfrm>
            <a:prstGeom prst="rect">
              <a:avLst/>
            </a:prstGeom>
            <a:noFill/>
            <a:scene3d>
              <a:camera prst="isometricTopUp"/>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grpSp>
          <p:nvGrpSpPr>
            <p:cNvPr id="124" name="组合 123">
              <a:extLst>
                <a:ext uri="{FF2B5EF4-FFF2-40B4-BE49-F238E27FC236}">
                  <a16:creationId xmlns:a16="http://schemas.microsoft.com/office/drawing/2014/main" id="{B315EFED-A681-C4C1-B902-D686708E1424}"/>
                </a:ext>
              </a:extLst>
            </p:cNvPr>
            <p:cNvGrpSpPr/>
            <p:nvPr/>
          </p:nvGrpSpPr>
          <p:grpSpPr>
            <a:xfrm>
              <a:off x="3923647" y="2528236"/>
              <a:ext cx="620950" cy="495547"/>
              <a:chOff x="2883571" y="2528236"/>
              <a:chExt cx="620950" cy="495547"/>
            </a:xfrm>
          </p:grpSpPr>
          <p:grpSp>
            <p:nvGrpSpPr>
              <p:cNvPr id="126" name="组合 125">
                <a:extLst>
                  <a:ext uri="{FF2B5EF4-FFF2-40B4-BE49-F238E27FC236}">
                    <a16:creationId xmlns:a16="http://schemas.microsoft.com/office/drawing/2014/main" id="{9B3AAB5F-4D7A-5C30-285B-AFE5002F1F09}"/>
                  </a:ext>
                </a:extLst>
              </p:cNvPr>
              <p:cNvGrpSpPr/>
              <p:nvPr/>
            </p:nvGrpSpPr>
            <p:grpSpPr>
              <a:xfrm>
                <a:off x="2883571" y="2621660"/>
                <a:ext cx="620945" cy="402123"/>
                <a:chOff x="6512015" y="615963"/>
                <a:chExt cx="1370015" cy="930276"/>
              </a:xfrm>
            </p:grpSpPr>
            <p:sp>
              <p:nvSpPr>
                <p:cNvPr id="131" name="Freeform 14">
                  <a:extLst>
                    <a:ext uri="{FF2B5EF4-FFF2-40B4-BE49-F238E27FC236}">
                      <a16:creationId xmlns:a16="http://schemas.microsoft.com/office/drawing/2014/main" id="{E1AD36C9-3C69-5996-AC7D-CA21B32FCEA6}"/>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32" name="Freeform 15">
                  <a:extLst>
                    <a:ext uri="{FF2B5EF4-FFF2-40B4-BE49-F238E27FC236}">
                      <a16:creationId xmlns:a16="http://schemas.microsoft.com/office/drawing/2014/main" id="{6A8F324E-C434-E7E9-51C4-58F1DE6E8174}"/>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33" name="Freeform 16">
                  <a:extLst>
                    <a:ext uri="{FF2B5EF4-FFF2-40B4-BE49-F238E27FC236}">
                      <a16:creationId xmlns:a16="http://schemas.microsoft.com/office/drawing/2014/main" id="{BA0E6E4A-71B2-4975-A77B-2885865976C0}"/>
                    </a:ext>
                  </a:extLst>
                </p:cNvPr>
                <p:cNvSpPr>
                  <a:spLocks/>
                </p:cNvSpPr>
                <p:nvPr/>
              </p:nvSpPr>
              <p:spPr bwMode="auto">
                <a:xfrm>
                  <a:off x="6512015" y="615963"/>
                  <a:ext cx="1370012"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127" name="组合 126">
                <a:extLst>
                  <a:ext uri="{FF2B5EF4-FFF2-40B4-BE49-F238E27FC236}">
                    <a16:creationId xmlns:a16="http://schemas.microsoft.com/office/drawing/2014/main" id="{D10C650F-4C1C-3EE7-5672-1C59ACB49570}"/>
                  </a:ext>
                </a:extLst>
              </p:cNvPr>
              <p:cNvGrpSpPr/>
              <p:nvPr/>
            </p:nvGrpSpPr>
            <p:grpSpPr>
              <a:xfrm>
                <a:off x="2883576" y="2528236"/>
                <a:ext cx="620945" cy="402124"/>
                <a:chOff x="6512018" y="615961"/>
                <a:chExt cx="1370013" cy="930278"/>
              </a:xfrm>
            </p:grpSpPr>
            <p:sp>
              <p:nvSpPr>
                <p:cNvPr id="128" name="Freeform 14">
                  <a:extLst>
                    <a:ext uri="{FF2B5EF4-FFF2-40B4-BE49-F238E27FC236}">
                      <a16:creationId xmlns:a16="http://schemas.microsoft.com/office/drawing/2014/main" id="{3A993ED3-FB47-84C1-6D40-A6A030D92F2C}"/>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29" name="Freeform 15">
                  <a:extLst>
                    <a:ext uri="{FF2B5EF4-FFF2-40B4-BE49-F238E27FC236}">
                      <a16:creationId xmlns:a16="http://schemas.microsoft.com/office/drawing/2014/main" id="{2552EEF5-752D-88D0-7A71-8D0A67D79C1A}"/>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30" name="Freeform 16">
                  <a:extLst>
                    <a:ext uri="{FF2B5EF4-FFF2-40B4-BE49-F238E27FC236}">
                      <a16:creationId xmlns:a16="http://schemas.microsoft.com/office/drawing/2014/main" id="{542F78B3-012F-AB6E-23BF-E97256785835}"/>
                    </a:ext>
                  </a:extLst>
                </p:cNvPr>
                <p:cNvSpPr>
                  <a:spLocks/>
                </p:cNvSpPr>
                <p:nvPr/>
              </p:nvSpPr>
              <p:spPr bwMode="auto">
                <a:xfrm>
                  <a:off x="6512018" y="615961"/>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sp>
          <p:nvSpPr>
            <p:cNvPr id="125" name="Freeform 45">
              <a:extLst>
                <a:ext uri="{FF2B5EF4-FFF2-40B4-BE49-F238E27FC236}">
                  <a16:creationId xmlns:a16="http://schemas.microsoft.com/office/drawing/2014/main" id="{5D5DCE17-2D54-5741-CF5E-884CA040D2BE}"/>
                </a:ext>
              </a:extLst>
            </p:cNvPr>
            <p:cNvSpPr>
              <a:spLocks noEditPoints="1"/>
            </p:cNvSpPr>
            <p:nvPr/>
          </p:nvSpPr>
          <p:spPr bwMode="auto">
            <a:xfrm>
              <a:off x="4108965" y="2456972"/>
              <a:ext cx="233169" cy="233169"/>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HarmonyOS Sans SC Medium" panose="00000600000000000000" pitchFamily="2" charset="-122"/>
                <a:ea typeface="HarmonyOS Sans SC Medium" panose="00000600000000000000" pitchFamily="2" charset="-122"/>
              </a:endParaRPr>
            </a:p>
          </p:txBody>
        </p:sp>
      </p:grpSp>
      <p:grpSp>
        <p:nvGrpSpPr>
          <p:cNvPr id="134" name="组合 133">
            <a:extLst>
              <a:ext uri="{FF2B5EF4-FFF2-40B4-BE49-F238E27FC236}">
                <a16:creationId xmlns:a16="http://schemas.microsoft.com/office/drawing/2014/main" id="{FC5C7C31-97A7-5142-A7D9-6F24F771F3E3}"/>
              </a:ext>
            </a:extLst>
          </p:cNvPr>
          <p:cNvGrpSpPr/>
          <p:nvPr/>
        </p:nvGrpSpPr>
        <p:grpSpPr>
          <a:xfrm>
            <a:off x="2789388" y="4944462"/>
            <a:ext cx="673537" cy="513913"/>
            <a:chOff x="3829687" y="2456972"/>
            <a:chExt cx="926115" cy="706631"/>
          </a:xfrm>
        </p:grpSpPr>
        <p:sp>
          <p:nvSpPr>
            <p:cNvPr id="135" name="菱形 134">
              <a:extLst>
                <a:ext uri="{FF2B5EF4-FFF2-40B4-BE49-F238E27FC236}">
                  <a16:creationId xmlns:a16="http://schemas.microsoft.com/office/drawing/2014/main" id="{B03DA6E2-D260-3965-5555-F91785EEB539}"/>
                </a:ext>
              </a:extLst>
            </p:cNvPr>
            <p:cNvSpPr/>
            <p:nvPr/>
          </p:nvSpPr>
          <p:spPr>
            <a:xfrm>
              <a:off x="3829687" y="2661297"/>
              <a:ext cx="815794" cy="452561"/>
            </a:xfrm>
            <a:prstGeom prst="diamond">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sp>
          <p:nvSpPr>
            <p:cNvPr id="136" name="文本框 135">
              <a:extLst>
                <a:ext uri="{FF2B5EF4-FFF2-40B4-BE49-F238E27FC236}">
                  <a16:creationId xmlns:a16="http://schemas.microsoft.com/office/drawing/2014/main" id="{0D7EF3D6-73C5-D25E-BF57-A6D8FBA9FFC8}"/>
                </a:ext>
              </a:extLst>
            </p:cNvPr>
            <p:cNvSpPr txBox="1"/>
            <p:nvPr/>
          </p:nvSpPr>
          <p:spPr>
            <a:xfrm>
              <a:off x="4160767" y="2948159"/>
              <a:ext cx="595035" cy="215444"/>
            </a:xfrm>
            <a:prstGeom prst="rect">
              <a:avLst/>
            </a:prstGeom>
            <a:noFill/>
            <a:scene3d>
              <a:camera prst="isometricTopUp"/>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grpSp>
          <p:nvGrpSpPr>
            <p:cNvPr id="137" name="组合 136">
              <a:extLst>
                <a:ext uri="{FF2B5EF4-FFF2-40B4-BE49-F238E27FC236}">
                  <a16:creationId xmlns:a16="http://schemas.microsoft.com/office/drawing/2014/main" id="{A21CC5F8-3689-DAAE-AD31-AEC2F2CAE33C}"/>
                </a:ext>
              </a:extLst>
            </p:cNvPr>
            <p:cNvGrpSpPr/>
            <p:nvPr/>
          </p:nvGrpSpPr>
          <p:grpSpPr>
            <a:xfrm>
              <a:off x="3923647" y="2528236"/>
              <a:ext cx="620950" cy="495547"/>
              <a:chOff x="2883571" y="2528236"/>
              <a:chExt cx="620950" cy="495547"/>
            </a:xfrm>
          </p:grpSpPr>
          <p:grpSp>
            <p:nvGrpSpPr>
              <p:cNvPr id="139" name="组合 138">
                <a:extLst>
                  <a:ext uri="{FF2B5EF4-FFF2-40B4-BE49-F238E27FC236}">
                    <a16:creationId xmlns:a16="http://schemas.microsoft.com/office/drawing/2014/main" id="{A0E8688C-57F0-FEBE-82C7-22433AA69BF7}"/>
                  </a:ext>
                </a:extLst>
              </p:cNvPr>
              <p:cNvGrpSpPr/>
              <p:nvPr/>
            </p:nvGrpSpPr>
            <p:grpSpPr>
              <a:xfrm>
                <a:off x="2883571" y="2621660"/>
                <a:ext cx="620945" cy="402123"/>
                <a:chOff x="6512015" y="615963"/>
                <a:chExt cx="1370015" cy="930276"/>
              </a:xfrm>
            </p:grpSpPr>
            <p:sp>
              <p:nvSpPr>
                <p:cNvPr id="144" name="Freeform 14">
                  <a:extLst>
                    <a:ext uri="{FF2B5EF4-FFF2-40B4-BE49-F238E27FC236}">
                      <a16:creationId xmlns:a16="http://schemas.microsoft.com/office/drawing/2014/main" id="{9161FDB7-1497-BDEE-2AA5-4D37D4084FC9}"/>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45" name="Freeform 15">
                  <a:extLst>
                    <a:ext uri="{FF2B5EF4-FFF2-40B4-BE49-F238E27FC236}">
                      <a16:creationId xmlns:a16="http://schemas.microsoft.com/office/drawing/2014/main" id="{0112C031-C265-548E-B571-122E40C3D1DA}"/>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46" name="Freeform 16">
                  <a:extLst>
                    <a:ext uri="{FF2B5EF4-FFF2-40B4-BE49-F238E27FC236}">
                      <a16:creationId xmlns:a16="http://schemas.microsoft.com/office/drawing/2014/main" id="{CE467898-B103-CB94-FB9E-701043894C99}"/>
                    </a:ext>
                  </a:extLst>
                </p:cNvPr>
                <p:cNvSpPr>
                  <a:spLocks/>
                </p:cNvSpPr>
                <p:nvPr/>
              </p:nvSpPr>
              <p:spPr bwMode="auto">
                <a:xfrm>
                  <a:off x="6512015" y="615963"/>
                  <a:ext cx="1370012"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140" name="组合 139">
                <a:extLst>
                  <a:ext uri="{FF2B5EF4-FFF2-40B4-BE49-F238E27FC236}">
                    <a16:creationId xmlns:a16="http://schemas.microsoft.com/office/drawing/2014/main" id="{DF593EDA-76E9-767D-FBE9-249B549275D8}"/>
                  </a:ext>
                </a:extLst>
              </p:cNvPr>
              <p:cNvGrpSpPr/>
              <p:nvPr/>
            </p:nvGrpSpPr>
            <p:grpSpPr>
              <a:xfrm>
                <a:off x="2883576" y="2528236"/>
                <a:ext cx="620945" cy="402124"/>
                <a:chOff x="6512018" y="615961"/>
                <a:chExt cx="1370013" cy="930278"/>
              </a:xfrm>
            </p:grpSpPr>
            <p:sp>
              <p:nvSpPr>
                <p:cNvPr id="141" name="Freeform 14">
                  <a:extLst>
                    <a:ext uri="{FF2B5EF4-FFF2-40B4-BE49-F238E27FC236}">
                      <a16:creationId xmlns:a16="http://schemas.microsoft.com/office/drawing/2014/main" id="{902E260C-DAE5-5FB2-AD9B-44AC771ADE45}"/>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42" name="Freeform 15">
                  <a:extLst>
                    <a:ext uri="{FF2B5EF4-FFF2-40B4-BE49-F238E27FC236}">
                      <a16:creationId xmlns:a16="http://schemas.microsoft.com/office/drawing/2014/main" id="{8181AAA2-FE5A-F268-C455-C3B665D8EF9C}"/>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43" name="Freeform 16">
                  <a:extLst>
                    <a:ext uri="{FF2B5EF4-FFF2-40B4-BE49-F238E27FC236}">
                      <a16:creationId xmlns:a16="http://schemas.microsoft.com/office/drawing/2014/main" id="{6CD2ADA4-FBB8-E29E-7C85-DFF9448E5CD9}"/>
                    </a:ext>
                  </a:extLst>
                </p:cNvPr>
                <p:cNvSpPr>
                  <a:spLocks/>
                </p:cNvSpPr>
                <p:nvPr/>
              </p:nvSpPr>
              <p:spPr bwMode="auto">
                <a:xfrm>
                  <a:off x="6512018" y="615961"/>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sp>
          <p:nvSpPr>
            <p:cNvPr id="138" name="Freeform 45">
              <a:extLst>
                <a:ext uri="{FF2B5EF4-FFF2-40B4-BE49-F238E27FC236}">
                  <a16:creationId xmlns:a16="http://schemas.microsoft.com/office/drawing/2014/main" id="{5F0F59F7-9711-4017-068A-DED7A0379BDE}"/>
                </a:ext>
              </a:extLst>
            </p:cNvPr>
            <p:cNvSpPr>
              <a:spLocks noEditPoints="1"/>
            </p:cNvSpPr>
            <p:nvPr/>
          </p:nvSpPr>
          <p:spPr bwMode="auto">
            <a:xfrm>
              <a:off x="4108965" y="2456972"/>
              <a:ext cx="233169" cy="233169"/>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HarmonyOS Sans SC Medium" panose="00000600000000000000" pitchFamily="2" charset="-122"/>
                <a:ea typeface="HarmonyOS Sans SC Medium" panose="00000600000000000000" pitchFamily="2" charset="-122"/>
              </a:endParaRPr>
            </a:p>
          </p:txBody>
        </p:sp>
      </p:grpSp>
      <p:grpSp>
        <p:nvGrpSpPr>
          <p:cNvPr id="147" name="组合 146">
            <a:extLst>
              <a:ext uri="{FF2B5EF4-FFF2-40B4-BE49-F238E27FC236}">
                <a16:creationId xmlns:a16="http://schemas.microsoft.com/office/drawing/2014/main" id="{CCD08C29-94C2-10AA-D862-197AEE713CA3}"/>
              </a:ext>
            </a:extLst>
          </p:cNvPr>
          <p:cNvGrpSpPr/>
          <p:nvPr/>
        </p:nvGrpSpPr>
        <p:grpSpPr>
          <a:xfrm>
            <a:off x="3846675" y="4948498"/>
            <a:ext cx="781534" cy="514178"/>
            <a:chOff x="3570870" y="2456972"/>
            <a:chExt cx="1074611" cy="706996"/>
          </a:xfrm>
        </p:grpSpPr>
        <p:sp>
          <p:nvSpPr>
            <p:cNvPr id="148" name="菱形 147">
              <a:extLst>
                <a:ext uri="{FF2B5EF4-FFF2-40B4-BE49-F238E27FC236}">
                  <a16:creationId xmlns:a16="http://schemas.microsoft.com/office/drawing/2014/main" id="{EE77EF53-F992-9E05-E321-938D0603D753}"/>
                </a:ext>
              </a:extLst>
            </p:cNvPr>
            <p:cNvSpPr/>
            <p:nvPr/>
          </p:nvSpPr>
          <p:spPr>
            <a:xfrm>
              <a:off x="3829687" y="2661297"/>
              <a:ext cx="815794" cy="452561"/>
            </a:xfrm>
            <a:prstGeom prst="diamond">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sp>
          <p:nvSpPr>
            <p:cNvPr id="149" name="文本框 148">
              <a:extLst>
                <a:ext uri="{FF2B5EF4-FFF2-40B4-BE49-F238E27FC236}">
                  <a16:creationId xmlns:a16="http://schemas.microsoft.com/office/drawing/2014/main" id="{895A4788-25CC-F5D5-0375-DC8AB879C998}"/>
                </a:ext>
              </a:extLst>
            </p:cNvPr>
            <p:cNvSpPr txBox="1"/>
            <p:nvPr/>
          </p:nvSpPr>
          <p:spPr>
            <a:xfrm>
              <a:off x="3570870" y="2948524"/>
              <a:ext cx="595035" cy="215444"/>
            </a:xfrm>
            <a:prstGeom prst="rect">
              <a:avLst/>
            </a:prstGeom>
            <a:noFill/>
            <a:scene3d>
              <a:camera prst="isometricBottomDown"/>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grpSp>
          <p:nvGrpSpPr>
            <p:cNvPr id="150" name="组合 149">
              <a:extLst>
                <a:ext uri="{FF2B5EF4-FFF2-40B4-BE49-F238E27FC236}">
                  <a16:creationId xmlns:a16="http://schemas.microsoft.com/office/drawing/2014/main" id="{35A35F7A-1B3D-82AA-544D-1A87DB9AA2A1}"/>
                </a:ext>
              </a:extLst>
            </p:cNvPr>
            <p:cNvGrpSpPr/>
            <p:nvPr/>
          </p:nvGrpSpPr>
          <p:grpSpPr>
            <a:xfrm>
              <a:off x="3923650" y="2528236"/>
              <a:ext cx="620947" cy="495548"/>
              <a:chOff x="2883574" y="2528236"/>
              <a:chExt cx="620947" cy="495548"/>
            </a:xfrm>
          </p:grpSpPr>
          <p:grpSp>
            <p:nvGrpSpPr>
              <p:cNvPr id="152" name="组合 151">
                <a:extLst>
                  <a:ext uri="{FF2B5EF4-FFF2-40B4-BE49-F238E27FC236}">
                    <a16:creationId xmlns:a16="http://schemas.microsoft.com/office/drawing/2014/main" id="{ED3CBF11-3577-D24B-0BF6-6FBB8439E9FA}"/>
                  </a:ext>
                </a:extLst>
              </p:cNvPr>
              <p:cNvGrpSpPr/>
              <p:nvPr/>
            </p:nvGrpSpPr>
            <p:grpSpPr>
              <a:xfrm>
                <a:off x="2883574" y="2621661"/>
                <a:ext cx="620944" cy="402123"/>
                <a:chOff x="6512018" y="615964"/>
                <a:chExt cx="1370012" cy="930275"/>
              </a:xfrm>
            </p:grpSpPr>
            <p:sp>
              <p:nvSpPr>
                <p:cNvPr id="157" name="Freeform 14">
                  <a:extLst>
                    <a:ext uri="{FF2B5EF4-FFF2-40B4-BE49-F238E27FC236}">
                      <a16:creationId xmlns:a16="http://schemas.microsoft.com/office/drawing/2014/main" id="{277E0ECC-C701-7C9E-CAF6-804813846248}"/>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58" name="Freeform 15">
                  <a:extLst>
                    <a:ext uri="{FF2B5EF4-FFF2-40B4-BE49-F238E27FC236}">
                      <a16:creationId xmlns:a16="http://schemas.microsoft.com/office/drawing/2014/main" id="{71112FE9-469D-2C61-DBF7-3CD8FD32BE23}"/>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59" name="Freeform 16">
                  <a:extLst>
                    <a:ext uri="{FF2B5EF4-FFF2-40B4-BE49-F238E27FC236}">
                      <a16:creationId xmlns:a16="http://schemas.microsoft.com/office/drawing/2014/main" id="{514839F9-0CE9-918A-B10F-84E658099E2E}"/>
                    </a:ext>
                  </a:extLst>
                </p:cNvPr>
                <p:cNvSpPr>
                  <a:spLocks/>
                </p:cNvSpPr>
                <p:nvPr/>
              </p:nvSpPr>
              <p:spPr bwMode="auto">
                <a:xfrm>
                  <a:off x="6512018" y="615964"/>
                  <a:ext cx="1370012"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153" name="组合 152">
                <a:extLst>
                  <a:ext uri="{FF2B5EF4-FFF2-40B4-BE49-F238E27FC236}">
                    <a16:creationId xmlns:a16="http://schemas.microsoft.com/office/drawing/2014/main" id="{39D075C1-56BD-86C6-A815-88CE05EF072F}"/>
                  </a:ext>
                </a:extLst>
              </p:cNvPr>
              <p:cNvGrpSpPr/>
              <p:nvPr/>
            </p:nvGrpSpPr>
            <p:grpSpPr>
              <a:xfrm>
                <a:off x="2883576" y="2528236"/>
                <a:ext cx="620945" cy="402124"/>
                <a:chOff x="6512018" y="615961"/>
                <a:chExt cx="1370013" cy="930278"/>
              </a:xfrm>
            </p:grpSpPr>
            <p:sp>
              <p:nvSpPr>
                <p:cNvPr id="154" name="Freeform 14">
                  <a:extLst>
                    <a:ext uri="{FF2B5EF4-FFF2-40B4-BE49-F238E27FC236}">
                      <a16:creationId xmlns:a16="http://schemas.microsoft.com/office/drawing/2014/main" id="{070BFB03-99BF-D224-1CA8-07BF9F8737C3}"/>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55" name="Freeform 15">
                  <a:extLst>
                    <a:ext uri="{FF2B5EF4-FFF2-40B4-BE49-F238E27FC236}">
                      <a16:creationId xmlns:a16="http://schemas.microsoft.com/office/drawing/2014/main" id="{493DB5BA-2C1B-B08A-CFCB-A290C1C6D6F0}"/>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56" name="Freeform 16">
                  <a:extLst>
                    <a:ext uri="{FF2B5EF4-FFF2-40B4-BE49-F238E27FC236}">
                      <a16:creationId xmlns:a16="http://schemas.microsoft.com/office/drawing/2014/main" id="{4B18696A-77F5-A070-A79A-4BAEF08741DD}"/>
                    </a:ext>
                  </a:extLst>
                </p:cNvPr>
                <p:cNvSpPr>
                  <a:spLocks/>
                </p:cNvSpPr>
                <p:nvPr/>
              </p:nvSpPr>
              <p:spPr bwMode="auto">
                <a:xfrm>
                  <a:off x="6512018" y="615961"/>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sp>
          <p:nvSpPr>
            <p:cNvPr id="151" name="Freeform 45">
              <a:extLst>
                <a:ext uri="{FF2B5EF4-FFF2-40B4-BE49-F238E27FC236}">
                  <a16:creationId xmlns:a16="http://schemas.microsoft.com/office/drawing/2014/main" id="{02B8BE3E-621C-706F-5C98-7E397DA01ED0}"/>
                </a:ext>
              </a:extLst>
            </p:cNvPr>
            <p:cNvSpPr>
              <a:spLocks noEditPoints="1"/>
            </p:cNvSpPr>
            <p:nvPr/>
          </p:nvSpPr>
          <p:spPr bwMode="auto">
            <a:xfrm>
              <a:off x="4108965" y="2456972"/>
              <a:ext cx="233169" cy="233169"/>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HarmonyOS Sans SC Medium" panose="00000600000000000000" pitchFamily="2" charset="-122"/>
                <a:ea typeface="HarmonyOS Sans SC Medium" panose="00000600000000000000" pitchFamily="2" charset="-122"/>
              </a:endParaRPr>
            </a:p>
          </p:txBody>
        </p:sp>
      </p:grpSp>
      <p:grpSp>
        <p:nvGrpSpPr>
          <p:cNvPr id="160" name="组合 159">
            <a:extLst>
              <a:ext uri="{FF2B5EF4-FFF2-40B4-BE49-F238E27FC236}">
                <a16:creationId xmlns:a16="http://schemas.microsoft.com/office/drawing/2014/main" id="{0959D255-9FC1-79D7-D511-CE24EE0EE1FF}"/>
              </a:ext>
            </a:extLst>
          </p:cNvPr>
          <p:cNvGrpSpPr/>
          <p:nvPr/>
        </p:nvGrpSpPr>
        <p:grpSpPr>
          <a:xfrm>
            <a:off x="4582977" y="4494888"/>
            <a:ext cx="781534" cy="514178"/>
            <a:chOff x="3570870" y="2456972"/>
            <a:chExt cx="1074611" cy="706996"/>
          </a:xfrm>
        </p:grpSpPr>
        <p:sp>
          <p:nvSpPr>
            <p:cNvPr id="161" name="菱形 160">
              <a:extLst>
                <a:ext uri="{FF2B5EF4-FFF2-40B4-BE49-F238E27FC236}">
                  <a16:creationId xmlns:a16="http://schemas.microsoft.com/office/drawing/2014/main" id="{C070A7A7-9F03-1A2C-7D1C-61FFD8F2E333}"/>
                </a:ext>
              </a:extLst>
            </p:cNvPr>
            <p:cNvSpPr/>
            <p:nvPr/>
          </p:nvSpPr>
          <p:spPr>
            <a:xfrm>
              <a:off x="3829687" y="2661297"/>
              <a:ext cx="815794" cy="452561"/>
            </a:xfrm>
            <a:prstGeom prst="diamond">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sp>
          <p:nvSpPr>
            <p:cNvPr id="162" name="文本框 161">
              <a:extLst>
                <a:ext uri="{FF2B5EF4-FFF2-40B4-BE49-F238E27FC236}">
                  <a16:creationId xmlns:a16="http://schemas.microsoft.com/office/drawing/2014/main" id="{C6664408-B2F5-8F8D-7D78-E42D75A5DA05}"/>
                </a:ext>
              </a:extLst>
            </p:cNvPr>
            <p:cNvSpPr txBox="1"/>
            <p:nvPr/>
          </p:nvSpPr>
          <p:spPr>
            <a:xfrm>
              <a:off x="3570870" y="2948524"/>
              <a:ext cx="595035" cy="215444"/>
            </a:xfrm>
            <a:prstGeom prst="rect">
              <a:avLst/>
            </a:prstGeom>
            <a:noFill/>
            <a:scene3d>
              <a:camera prst="isometricBottomDown"/>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grpSp>
          <p:nvGrpSpPr>
            <p:cNvPr id="163" name="组合 162">
              <a:extLst>
                <a:ext uri="{FF2B5EF4-FFF2-40B4-BE49-F238E27FC236}">
                  <a16:creationId xmlns:a16="http://schemas.microsoft.com/office/drawing/2014/main" id="{E38B741D-53CA-8BFD-CECF-758501A1CCF4}"/>
                </a:ext>
              </a:extLst>
            </p:cNvPr>
            <p:cNvGrpSpPr/>
            <p:nvPr/>
          </p:nvGrpSpPr>
          <p:grpSpPr>
            <a:xfrm>
              <a:off x="3923650" y="2528236"/>
              <a:ext cx="620947" cy="495548"/>
              <a:chOff x="2883574" y="2528236"/>
              <a:chExt cx="620947" cy="495548"/>
            </a:xfrm>
          </p:grpSpPr>
          <p:grpSp>
            <p:nvGrpSpPr>
              <p:cNvPr id="165" name="组合 164">
                <a:extLst>
                  <a:ext uri="{FF2B5EF4-FFF2-40B4-BE49-F238E27FC236}">
                    <a16:creationId xmlns:a16="http://schemas.microsoft.com/office/drawing/2014/main" id="{A30EA580-52DA-2B31-7EBE-3FD86C56518B}"/>
                  </a:ext>
                </a:extLst>
              </p:cNvPr>
              <p:cNvGrpSpPr/>
              <p:nvPr/>
            </p:nvGrpSpPr>
            <p:grpSpPr>
              <a:xfrm>
                <a:off x="2883574" y="2621661"/>
                <a:ext cx="620944" cy="402123"/>
                <a:chOff x="6512018" y="615964"/>
                <a:chExt cx="1370012" cy="930275"/>
              </a:xfrm>
            </p:grpSpPr>
            <p:sp>
              <p:nvSpPr>
                <p:cNvPr id="170" name="Freeform 14">
                  <a:extLst>
                    <a:ext uri="{FF2B5EF4-FFF2-40B4-BE49-F238E27FC236}">
                      <a16:creationId xmlns:a16="http://schemas.microsoft.com/office/drawing/2014/main" id="{53D604AC-2F07-41D5-3E0E-5F6F4B608DCE}"/>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71" name="Freeform 15">
                  <a:extLst>
                    <a:ext uri="{FF2B5EF4-FFF2-40B4-BE49-F238E27FC236}">
                      <a16:creationId xmlns:a16="http://schemas.microsoft.com/office/drawing/2014/main" id="{0C5C1EA5-5FFC-A061-696E-B672300E80B8}"/>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72" name="Freeform 16">
                  <a:extLst>
                    <a:ext uri="{FF2B5EF4-FFF2-40B4-BE49-F238E27FC236}">
                      <a16:creationId xmlns:a16="http://schemas.microsoft.com/office/drawing/2014/main" id="{8AB88A62-312B-2AEC-07D6-DBD45C168882}"/>
                    </a:ext>
                  </a:extLst>
                </p:cNvPr>
                <p:cNvSpPr>
                  <a:spLocks/>
                </p:cNvSpPr>
                <p:nvPr/>
              </p:nvSpPr>
              <p:spPr bwMode="auto">
                <a:xfrm>
                  <a:off x="6512018" y="615964"/>
                  <a:ext cx="1370012"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166" name="组合 165">
                <a:extLst>
                  <a:ext uri="{FF2B5EF4-FFF2-40B4-BE49-F238E27FC236}">
                    <a16:creationId xmlns:a16="http://schemas.microsoft.com/office/drawing/2014/main" id="{0FEBA8A4-D066-AC1C-E26C-9FF299484337}"/>
                  </a:ext>
                </a:extLst>
              </p:cNvPr>
              <p:cNvGrpSpPr/>
              <p:nvPr/>
            </p:nvGrpSpPr>
            <p:grpSpPr>
              <a:xfrm>
                <a:off x="2883576" y="2528236"/>
                <a:ext cx="620945" cy="402124"/>
                <a:chOff x="6512018" y="615961"/>
                <a:chExt cx="1370013" cy="930278"/>
              </a:xfrm>
            </p:grpSpPr>
            <p:sp>
              <p:nvSpPr>
                <p:cNvPr id="167" name="Freeform 14">
                  <a:extLst>
                    <a:ext uri="{FF2B5EF4-FFF2-40B4-BE49-F238E27FC236}">
                      <a16:creationId xmlns:a16="http://schemas.microsoft.com/office/drawing/2014/main" id="{086FF98F-BCC8-6749-E7FF-10B5601A71B7}"/>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68" name="Freeform 15">
                  <a:extLst>
                    <a:ext uri="{FF2B5EF4-FFF2-40B4-BE49-F238E27FC236}">
                      <a16:creationId xmlns:a16="http://schemas.microsoft.com/office/drawing/2014/main" id="{EE5EDB18-1682-5E0D-7CCE-65AF3E69D4D2}"/>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69" name="Freeform 16">
                  <a:extLst>
                    <a:ext uri="{FF2B5EF4-FFF2-40B4-BE49-F238E27FC236}">
                      <a16:creationId xmlns:a16="http://schemas.microsoft.com/office/drawing/2014/main" id="{646BCA7D-B0E7-6484-CC76-4983F232B536}"/>
                    </a:ext>
                  </a:extLst>
                </p:cNvPr>
                <p:cNvSpPr>
                  <a:spLocks/>
                </p:cNvSpPr>
                <p:nvPr/>
              </p:nvSpPr>
              <p:spPr bwMode="auto">
                <a:xfrm>
                  <a:off x="6512018" y="615961"/>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sp>
          <p:nvSpPr>
            <p:cNvPr id="164" name="Freeform 45">
              <a:extLst>
                <a:ext uri="{FF2B5EF4-FFF2-40B4-BE49-F238E27FC236}">
                  <a16:creationId xmlns:a16="http://schemas.microsoft.com/office/drawing/2014/main" id="{80D0CE81-D4D6-1250-E74C-27429C4A941A}"/>
                </a:ext>
              </a:extLst>
            </p:cNvPr>
            <p:cNvSpPr>
              <a:spLocks noEditPoints="1"/>
            </p:cNvSpPr>
            <p:nvPr/>
          </p:nvSpPr>
          <p:spPr bwMode="auto">
            <a:xfrm>
              <a:off x="4108965" y="2456972"/>
              <a:ext cx="233169" cy="233169"/>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HarmonyOS Sans SC Medium" panose="00000600000000000000" pitchFamily="2" charset="-122"/>
                <a:ea typeface="HarmonyOS Sans SC Medium" panose="00000600000000000000" pitchFamily="2" charset="-122"/>
              </a:endParaRPr>
            </a:p>
          </p:txBody>
        </p:sp>
      </p:grpSp>
      <p:sp>
        <p:nvSpPr>
          <p:cNvPr id="173" name="任意多边形: 形状 172">
            <a:extLst>
              <a:ext uri="{FF2B5EF4-FFF2-40B4-BE49-F238E27FC236}">
                <a16:creationId xmlns:a16="http://schemas.microsoft.com/office/drawing/2014/main" id="{84EBBC5F-D2B6-9046-D232-5407E86E577A}"/>
              </a:ext>
            </a:extLst>
          </p:cNvPr>
          <p:cNvSpPr/>
          <p:nvPr/>
        </p:nvSpPr>
        <p:spPr>
          <a:xfrm flipH="1">
            <a:off x="3289701" y="1750794"/>
            <a:ext cx="182013" cy="632713"/>
          </a:xfrm>
          <a:custGeom>
            <a:avLst/>
            <a:gdLst>
              <a:gd name="connsiteX0" fmla="*/ 182013 w 182013"/>
              <a:gd name="connsiteY0" fmla="*/ 0 h 632713"/>
              <a:gd name="connsiteX1" fmla="*/ 0 w 182013"/>
              <a:gd name="connsiteY1" fmla="*/ 112675 h 632713"/>
              <a:gd name="connsiteX2" fmla="*/ 0 w 182013"/>
              <a:gd name="connsiteY2" fmla="*/ 632713 h 632713"/>
            </a:gdLst>
            <a:ahLst/>
            <a:cxnLst>
              <a:cxn ang="0">
                <a:pos x="connsiteX0" y="connsiteY0"/>
              </a:cxn>
              <a:cxn ang="0">
                <a:pos x="connsiteX1" y="connsiteY1"/>
              </a:cxn>
              <a:cxn ang="0">
                <a:pos x="connsiteX2" y="connsiteY2"/>
              </a:cxn>
            </a:cxnLst>
            <a:rect l="l" t="t" r="r" b="b"/>
            <a:pathLst>
              <a:path w="182013" h="632713">
                <a:moveTo>
                  <a:pt x="182013" y="0"/>
                </a:moveTo>
                <a:lnTo>
                  <a:pt x="0" y="112675"/>
                </a:lnTo>
                <a:lnTo>
                  <a:pt x="0" y="632713"/>
                </a:lnTo>
              </a:path>
            </a:pathLst>
          </a:custGeom>
          <a:noFill/>
          <a:ln w="6350">
            <a:gradFill flip="none" rotWithShape="1">
              <a:gsLst>
                <a:gs pos="0">
                  <a:srgbClr val="7584E5"/>
                </a:gs>
                <a:gs pos="100000">
                  <a:srgbClr val="02F276"/>
                </a:gs>
              </a:gsLst>
              <a:lin ang="5400000" scaled="1"/>
              <a:tileRect/>
            </a:gradFill>
            <a:prstDash val="dash"/>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矩形 175">
            <a:extLst>
              <a:ext uri="{FF2B5EF4-FFF2-40B4-BE49-F238E27FC236}">
                <a16:creationId xmlns:a16="http://schemas.microsoft.com/office/drawing/2014/main" id="{38BA1FE4-EBD6-9C0B-A9B9-66CDF84D237F}"/>
              </a:ext>
            </a:extLst>
          </p:cNvPr>
          <p:cNvSpPr/>
          <p:nvPr/>
        </p:nvSpPr>
        <p:spPr>
          <a:xfrm>
            <a:off x="3491574" y="1330791"/>
            <a:ext cx="452532" cy="452532"/>
          </a:xfrm>
          <a:custGeom>
            <a:avLst/>
            <a:gdLst>
              <a:gd name="connsiteX0" fmla="*/ 0 w 452532"/>
              <a:gd name="connsiteY0" fmla="*/ 0 h 452532"/>
              <a:gd name="connsiteX1" fmla="*/ 452532 w 452532"/>
              <a:gd name="connsiteY1" fmla="*/ 0 h 452532"/>
              <a:gd name="connsiteX2" fmla="*/ 452532 w 452532"/>
              <a:gd name="connsiteY2" fmla="*/ 452532 h 452532"/>
              <a:gd name="connsiteX3" fmla="*/ 0 w 452532"/>
              <a:gd name="connsiteY3" fmla="*/ 452532 h 452532"/>
              <a:gd name="connsiteX4" fmla="*/ 0 w 452532"/>
              <a:gd name="connsiteY4" fmla="*/ 0 h 452532"/>
              <a:gd name="connsiteX0" fmla="*/ 452532 w 543972"/>
              <a:gd name="connsiteY0" fmla="*/ 452532 h 543972"/>
              <a:gd name="connsiteX1" fmla="*/ 0 w 543972"/>
              <a:gd name="connsiteY1" fmla="*/ 452532 h 543972"/>
              <a:gd name="connsiteX2" fmla="*/ 0 w 543972"/>
              <a:gd name="connsiteY2" fmla="*/ 0 h 543972"/>
              <a:gd name="connsiteX3" fmla="*/ 452532 w 543972"/>
              <a:gd name="connsiteY3" fmla="*/ 0 h 543972"/>
              <a:gd name="connsiteX4" fmla="*/ 543972 w 543972"/>
              <a:gd name="connsiteY4" fmla="*/ 543972 h 543972"/>
              <a:gd name="connsiteX0" fmla="*/ 452532 w 452532"/>
              <a:gd name="connsiteY0" fmla="*/ 452532 h 452532"/>
              <a:gd name="connsiteX1" fmla="*/ 0 w 452532"/>
              <a:gd name="connsiteY1" fmla="*/ 452532 h 452532"/>
              <a:gd name="connsiteX2" fmla="*/ 0 w 452532"/>
              <a:gd name="connsiteY2" fmla="*/ 0 h 452532"/>
              <a:gd name="connsiteX3" fmla="*/ 452532 w 452532"/>
              <a:gd name="connsiteY3" fmla="*/ 0 h 452532"/>
              <a:gd name="connsiteX0" fmla="*/ 0 w 452532"/>
              <a:gd name="connsiteY0" fmla="*/ 452532 h 452532"/>
              <a:gd name="connsiteX1" fmla="*/ 0 w 452532"/>
              <a:gd name="connsiteY1" fmla="*/ 0 h 452532"/>
              <a:gd name="connsiteX2" fmla="*/ 452532 w 452532"/>
              <a:gd name="connsiteY2" fmla="*/ 0 h 452532"/>
            </a:gdLst>
            <a:ahLst/>
            <a:cxnLst>
              <a:cxn ang="0">
                <a:pos x="connsiteX0" y="connsiteY0"/>
              </a:cxn>
              <a:cxn ang="0">
                <a:pos x="connsiteX1" y="connsiteY1"/>
              </a:cxn>
              <a:cxn ang="0">
                <a:pos x="connsiteX2" y="connsiteY2"/>
              </a:cxn>
            </a:cxnLst>
            <a:rect l="l" t="t" r="r" b="b"/>
            <a:pathLst>
              <a:path w="452532" h="452532">
                <a:moveTo>
                  <a:pt x="0" y="452532"/>
                </a:moveTo>
                <a:lnTo>
                  <a:pt x="0" y="0"/>
                </a:lnTo>
                <a:lnTo>
                  <a:pt x="452532" y="0"/>
                </a:lnTo>
              </a:path>
            </a:pathLst>
          </a:custGeom>
          <a:noFill/>
          <a:ln w="25400">
            <a:gradFill flip="none" rotWithShape="1">
              <a:gsLst>
                <a:gs pos="0">
                  <a:srgbClr val="3749CC">
                    <a:alpha val="0"/>
                  </a:srgbClr>
                </a:gs>
                <a:gs pos="63000">
                  <a:srgbClr val="3749CC"/>
                </a:gs>
              </a:gsLst>
              <a:lin ang="16200000" scaled="1"/>
              <a:tileRect/>
            </a:gradFill>
            <a:tailEnd type="triangle"/>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任意多边形: 形状 177">
            <a:extLst>
              <a:ext uri="{FF2B5EF4-FFF2-40B4-BE49-F238E27FC236}">
                <a16:creationId xmlns:a16="http://schemas.microsoft.com/office/drawing/2014/main" id="{DE37D618-E5D4-69E0-5883-9840D7C5B780}"/>
              </a:ext>
            </a:extLst>
          </p:cNvPr>
          <p:cNvSpPr/>
          <p:nvPr/>
        </p:nvSpPr>
        <p:spPr>
          <a:xfrm>
            <a:off x="4685082" y="2236478"/>
            <a:ext cx="182013" cy="632713"/>
          </a:xfrm>
          <a:custGeom>
            <a:avLst/>
            <a:gdLst>
              <a:gd name="connsiteX0" fmla="*/ 182013 w 182013"/>
              <a:gd name="connsiteY0" fmla="*/ 0 h 632713"/>
              <a:gd name="connsiteX1" fmla="*/ 0 w 182013"/>
              <a:gd name="connsiteY1" fmla="*/ 112675 h 632713"/>
              <a:gd name="connsiteX2" fmla="*/ 0 w 182013"/>
              <a:gd name="connsiteY2" fmla="*/ 632713 h 632713"/>
            </a:gdLst>
            <a:ahLst/>
            <a:cxnLst>
              <a:cxn ang="0">
                <a:pos x="connsiteX0" y="connsiteY0"/>
              </a:cxn>
              <a:cxn ang="0">
                <a:pos x="connsiteX1" y="connsiteY1"/>
              </a:cxn>
              <a:cxn ang="0">
                <a:pos x="connsiteX2" y="connsiteY2"/>
              </a:cxn>
            </a:cxnLst>
            <a:rect l="l" t="t" r="r" b="b"/>
            <a:pathLst>
              <a:path w="182013" h="632713">
                <a:moveTo>
                  <a:pt x="182013" y="0"/>
                </a:moveTo>
                <a:lnTo>
                  <a:pt x="0" y="112675"/>
                </a:lnTo>
                <a:lnTo>
                  <a:pt x="0" y="632713"/>
                </a:lnTo>
              </a:path>
            </a:pathLst>
          </a:custGeom>
          <a:noFill/>
          <a:ln w="6350">
            <a:gradFill flip="none" rotWithShape="1">
              <a:gsLst>
                <a:gs pos="0">
                  <a:srgbClr val="7584E5"/>
                </a:gs>
                <a:gs pos="100000">
                  <a:srgbClr val="02F276"/>
                </a:gs>
              </a:gsLst>
              <a:lin ang="5400000" scaled="1"/>
              <a:tileRect/>
            </a:gradFill>
            <a:prstDash val="dash"/>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任意多边形: 形状 178">
            <a:extLst>
              <a:ext uri="{FF2B5EF4-FFF2-40B4-BE49-F238E27FC236}">
                <a16:creationId xmlns:a16="http://schemas.microsoft.com/office/drawing/2014/main" id="{07B1F3AA-9BAB-F75C-B00C-3775B7CA5A23}"/>
              </a:ext>
            </a:extLst>
          </p:cNvPr>
          <p:cNvSpPr/>
          <p:nvPr/>
        </p:nvSpPr>
        <p:spPr>
          <a:xfrm flipH="1">
            <a:off x="2523704" y="2236300"/>
            <a:ext cx="182013" cy="632713"/>
          </a:xfrm>
          <a:custGeom>
            <a:avLst/>
            <a:gdLst>
              <a:gd name="connsiteX0" fmla="*/ 182013 w 182013"/>
              <a:gd name="connsiteY0" fmla="*/ 0 h 632713"/>
              <a:gd name="connsiteX1" fmla="*/ 0 w 182013"/>
              <a:gd name="connsiteY1" fmla="*/ 112675 h 632713"/>
              <a:gd name="connsiteX2" fmla="*/ 0 w 182013"/>
              <a:gd name="connsiteY2" fmla="*/ 632713 h 632713"/>
            </a:gdLst>
            <a:ahLst/>
            <a:cxnLst>
              <a:cxn ang="0">
                <a:pos x="connsiteX0" y="connsiteY0"/>
              </a:cxn>
              <a:cxn ang="0">
                <a:pos x="connsiteX1" y="connsiteY1"/>
              </a:cxn>
              <a:cxn ang="0">
                <a:pos x="connsiteX2" y="connsiteY2"/>
              </a:cxn>
            </a:cxnLst>
            <a:rect l="l" t="t" r="r" b="b"/>
            <a:pathLst>
              <a:path w="182013" h="632713">
                <a:moveTo>
                  <a:pt x="182013" y="0"/>
                </a:moveTo>
                <a:lnTo>
                  <a:pt x="0" y="112675"/>
                </a:lnTo>
                <a:lnTo>
                  <a:pt x="0" y="632713"/>
                </a:lnTo>
              </a:path>
            </a:pathLst>
          </a:custGeom>
          <a:noFill/>
          <a:ln w="6350">
            <a:gradFill flip="none" rotWithShape="1">
              <a:gsLst>
                <a:gs pos="0">
                  <a:srgbClr val="7584E5"/>
                </a:gs>
                <a:gs pos="100000">
                  <a:srgbClr val="02F276"/>
                </a:gs>
              </a:gsLst>
              <a:lin ang="5400000" scaled="1"/>
              <a:tileRect/>
            </a:gradFill>
            <a:prstDash val="dash"/>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E04C4463-FE1F-22C6-9596-70A1C8D07A93}"/>
              </a:ext>
            </a:extLst>
          </p:cNvPr>
          <p:cNvCxnSpPr>
            <a:cxnSpLocks/>
          </p:cNvCxnSpPr>
          <p:nvPr/>
        </p:nvCxnSpPr>
        <p:spPr>
          <a:xfrm>
            <a:off x="4495004" y="1942981"/>
            <a:ext cx="343425" cy="0"/>
          </a:xfrm>
          <a:prstGeom prst="line">
            <a:avLst/>
          </a:prstGeom>
          <a:noFill/>
          <a:ln w="25400">
            <a:gradFill flip="none" rotWithShape="1">
              <a:gsLst>
                <a:gs pos="0">
                  <a:srgbClr val="3749CC">
                    <a:alpha val="0"/>
                  </a:srgbClr>
                </a:gs>
                <a:gs pos="63000">
                  <a:srgbClr val="3749CC"/>
                </a:gs>
              </a:gsLst>
              <a:lin ang="0" scaled="1"/>
              <a:tileRect/>
            </a:gradFill>
            <a:tailEnd type="triangle"/>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cxnSp>
      <p:cxnSp>
        <p:nvCxnSpPr>
          <p:cNvPr id="7" name="直接连接符 6">
            <a:extLst>
              <a:ext uri="{FF2B5EF4-FFF2-40B4-BE49-F238E27FC236}">
                <a16:creationId xmlns:a16="http://schemas.microsoft.com/office/drawing/2014/main" id="{83B4CC05-9945-AD7F-AC4C-B0FC796381B6}"/>
              </a:ext>
            </a:extLst>
          </p:cNvPr>
          <p:cNvCxnSpPr>
            <a:cxnSpLocks/>
          </p:cNvCxnSpPr>
          <p:nvPr/>
        </p:nvCxnSpPr>
        <p:spPr>
          <a:xfrm>
            <a:off x="2445963" y="1942981"/>
            <a:ext cx="343425" cy="0"/>
          </a:xfrm>
          <a:prstGeom prst="line">
            <a:avLst/>
          </a:prstGeom>
          <a:noFill/>
          <a:ln w="25400">
            <a:gradFill flip="none" rotWithShape="1">
              <a:gsLst>
                <a:gs pos="0">
                  <a:srgbClr val="3749CC">
                    <a:alpha val="0"/>
                  </a:srgbClr>
                </a:gs>
                <a:gs pos="63000">
                  <a:srgbClr val="3749CC"/>
                </a:gs>
              </a:gsLst>
              <a:lin ang="0" scaled="1"/>
              <a:tileRect/>
            </a:gradFill>
            <a:tailEnd type="triangle"/>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cxnSp>
      <p:sp>
        <p:nvSpPr>
          <p:cNvPr id="8" name="任意多边形: 形状 7">
            <a:extLst>
              <a:ext uri="{FF2B5EF4-FFF2-40B4-BE49-F238E27FC236}">
                <a16:creationId xmlns:a16="http://schemas.microsoft.com/office/drawing/2014/main" id="{552689CC-4F17-CA73-FFBA-1F06BF657D6F}"/>
              </a:ext>
            </a:extLst>
          </p:cNvPr>
          <p:cNvSpPr/>
          <p:nvPr/>
        </p:nvSpPr>
        <p:spPr>
          <a:xfrm flipV="1">
            <a:off x="4716198" y="3806585"/>
            <a:ext cx="182013" cy="632713"/>
          </a:xfrm>
          <a:custGeom>
            <a:avLst/>
            <a:gdLst>
              <a:gd name="connsiteX0" fmla="*/ 182013 w 182013"/>
              <a:gd name="connsiteY0" fmla="*/ 0 h 632713"/>
              <a:gd name="connsiteX1" fmla="*/ 0 w 182013"/>
              <a:gd name="connsiteY1" fmla="*/ 112675 h 632713"/>
              <a:gd name="connsiteX2" fmla="*/ 0 w 182013"/>
              <a:gd name="connsiteY2" fmla="*/ 632713 h 632713"/>
            </a:gdLst>
            <a:ahLst/>
            <a:cxnLst>
              <a:cxn ang="0">
                <a:pos x="connsiteX0" y="connsiteY0"/>
              </a:cxn>
              <a:cxn ang="0">
                <a:pos x="connsiteX1" y="connsiteY1"/>
              </a:cxn>
              <a:cxn ang="0">
                <a:pos x="connsiteX2" y="connsiteY2"/>
              </a:cxn>
            </a:cxnLst>
            <a:rect l="l" t="t" r="r" b="b"/>
            <a:pathLst>
              <a:path w="182013" h="632713">
                <a:moveTo>
                  <a:pt x="182013" y="0"/>
                </a:moveTo>
                <a:lnTo>
                  <a:pt x="0" y="112675"/>
                </a:lnTo>
                <a:lnTo>
                  <a:pt x="0" y="632713"/>
                </a:lnTo>
              </a:path>
            </a:pathLst>
          </a:custGeom>
          <a:noFill/>
          <a:ln w="6350">
            <a:gradFill flip="none" rotWithShape="1">
              <a:gsLst>
                <a:gs pos="0">
                  <a:srgbClr val="7584E5"/>
                </a:gs>
                <a:gs pos="100000">
                  <a:srgbClr val="02F276"/>
                </a:gs>
              </a:gsLst>
              <a:lin ang="5400000" scaled="1"/>
              <a:tileRect/>
            </a:gradFill>
            <a:prstDash val="dash"/>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a:extLst>
              <a:ext uri="{FF2B5EF4-FFF2-40B4-BE49-F238E27FC236}">
                <a16:creationId xmlns:a16="http://schemas.microsoft.com/office/drawing/2014/main" id="{4718BE57-07D0-71CA-FED5-842E5BB1B730}"/>
              </a:ext>
            </a:extLst>
          </p:cNvPr>
          <p:cNvSpPr/>
          <p:nvPr/>
        </p:nvSpPr>
        <p:spPr>
          <a:xfrm flipH="1" flipV="1">
            <a:off x="2516874" y="3806585"/>
            <a:ext cx="182013" cy="632713"/>
          </a:xfrm>
          <a:custGeom>
            <a:avLst/>
            <a:gdLst>
              <a:gd name="connsiteX0" fmla="*/ 182013 w 182013"/>
              <a:gd name="connsiteY0" fmla="*/ 0 h 632713"/>
              <a:gd name="connsiteX1" fmla="*/ 0 w 182013"/>
              <a:gd name="connsiteY1" fmla="*/ 112675 h 632713"/>
              <a:gd name="connsiteX2" fmla="*/ 0 w 182013"/>
              <a:gd name="connsiteY2" fmla="*/ 632713 h 632713"/>
            </a:gdLst>
            <a:ahLst/>
            <a:cxnLst>
              <a:cxn ang="0">
                <a:pos x="connsiteX0" y="connsiteY0"/>
              </a:cxn>
              <a:cxn ang="0">
                <a:pos x="connsiteX1" y="connsiteY1"/>
              </a:cxn>
              <a:cxn ang="0">
                <a:pos x="connsiteX2" y="connsiteY2"/>
              </a:cxn>
            </a:cxnLst>
            <a:rect l="l" t="t" r="r" b="b"/>
            <a:pathLst>
              <a:path w="182013" h="632713">
                <a:moveTo>
                  <a:pt x="182013" y="0"/>
                </a:moveTo>
                <a:lnTo>
                  <a:pt x="0" y="112675"/>
                </a:lnTo>
                <a:lnTo>
                  <a:pt x="0" y="632713"/>
                </a:lnTo>
              </a:path>
            </a:pathLst>
          </a:custGeom>
          <a:noFill/>
          <a:ln w="6350">
            <a:gradFill flip="none" rotWithShape="1">
              <a:gsLst>
                <a:gs pos="0">
                  <a:srgbClr val="7584E5"/>
                </a:gs>
                <a:gs pos="100000">
                  <a:srgbClr val="02F276"/>
                </a:gs>
              </a:gsLst>
              <a:lin ang="5400000" scaled="1"/>
              <a:tileRect/>
            </a:gradFill>
            <a:prstDash val="dash"/>
            <a:headEnd type="none"/>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a:extLst>
              <a:ext uri="{FF2B5EF4-FFF2-40B4-BE49-F238E27FC236}">
                <a16:creationId xmlns:a16="http://schemas.microsoft.com/office/drawing/2014/main" id="{9868C16E-E88E-3160-0EDD-C1F964F4639F}"/>
              </a:ext>
            </a:extLst>
          </p:cNvPr>
          <p:cNvSpPr/>
          <p:nvPr/>
        </p:nvSpPr>
        <p:spPr>
          <a:xfrm>
            <a:off x="3931278" y="3599594"/>
            <a:ext cx="269422" cy="1412422"/>
          </a:xfrm>
          <a:custGeom>
            <a:avLst/>
            <a:gdLst>
              <a:gd name="connsiteX0" fmla="*/ 0 w 269422"/>
              <a:gd name="connsiteY0" fmla="*/ 0 h 1412422"/>
              <a:gd name="connsiteX1" fmla="*/ 106136 w 269422"/>
              <a:gd name="connsiteY1" fmla="*/ 57150 h 1412422"/>
              <a:gd name="connsiteX2" fmla="*/ 106136 w 269422"/>
              <a:gd name="connsiteY2" fmla="*/ 1322615 h 1412422"/>
              <a:gd name="connsiteX3" fmla="*/ 269422 w 269422"/>
              <a:gd name="connsiteY3" fmla="*/ 1412422 h 1412422"/>
            </a:gdLst>
            <a:ahLst/>
            <a:cxnLst>
              <a:cxn ang="0">
                <a:pos x="connsiteX0" y="connsiteY0"/>
              </a:cxn>
              <a:cxn ang="0">
                <a:pos x="connsiteX1" y="connsiteY1"/>
              </a:cxn>
              <a:cxn ang="0">
                <a:pos x="connsiteX2" y="connsiteY2"/>
              </a:cxn>
              <a:cxn ang="0">
                <a:pos x="connsiteX3" y="connsiteY3"/>
              </a:cxn>
            </a:cxnLst>
            <a:rect l="l" t="t" r="r" b="b"/>
            <a:pathLst>
              <a:path w="269422" h="1412422">
                <a:moveTo>
                  <a:pt x="0" y="0"/>
                </a:moveTo>
                <a:lnTo>
                  <a:pt x="106136" y="57150"/>
                </a:lnTo>
                <a:lnTo>
                  <a:pt x="106136" y="1322615"/>
                </a:lnTo>
                <a:lnTo>
                  <a:pt x="269422" y="1412422"/>
                </a:lnTo>
              </a:path>
            </a:pathLst>
          </a:custGeom>
          <a:noFill/>
          <a:ln w="6350">
            <a:gradFill flip="none" rotWithShape="1">
              <a:gsLst>
                <a:gs pos="0">
                  <a:srgbClr val="7584E5"/>
                </a:gs>
                <a:gs pos="100000">
                  <a:srgbClr val="02F276"/>
                </a:gs>
              </a:gsLst>
              <a:lin ang="16200000" scaled="1"/>
              <a:tileRect/>
            </a:gradFill>
            <a:prstDash val="dash"/>
            <a:headEnd type="oval"/>
            <a:tailEnd type="none"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a:extLst>
              <a:ext uri="{FF2B5EF4-FFF2-40B4-BE49-F238E27FC236}">
                <a16:creationId xmlns:a16="http://schemas.microsoft.com/office/drawing/2014/main" id="{EB6D4E35-7FE5-37EE-7AAF-9C509FF97A7C}"/>
              </a:ext>
            </a:extLst>
          </p:cNvPr>
          <p:cNvSpPr/>
          <p:nvPr/>
        </p:nvSpPr>
        <p:spPr>
          <a:xfrm flipH="1">
            <a:off x="3186174" y="3599594"/>
            <a:ext cx="269422" cy="1412422"/>
          </a:xfrm>
          <a:custGeom>
            <a:avLst/>
            <a:gdLst>
              <a:gd name="connsiteX0" fmla="*/ 0 w 269422"/>
              <a:gd name="connsiteY0" fmla="*/ 0 h 1412422"/>
              <a:gd name="connsiteX1" fmla="*/ 106136 w 269422"/>
              <a:gd name="connsiteY1" fmla="*/ 57150 h 1412422"/>
              <a:gd name="connsiteX2" fmla="*/ 106136 w 269422"/>
              <a:gd name="connsiteY2" fmla="*/ 1322615 h 1412422"/>
              <a:gd name="connsiteX3" fmla="*/ 269422 w 269422"/>
              <a:gd name="connsiteY3" fmla="*/ 1412422 h 1412422"/>
            </a:gdLst>
            <a:ahLst/>
            <a:cxnLst>
              <a:cxn ang="0">
                <a:pos x="connsiteX0" y="connsiteY0"/>
              </a:cxn>
              <a:cxn ang="0">
                <a:pos x="connsiteX1" y="connsiteY1"/>
              </a:cxn>
              <a:cxn ang="0">
                <a:pos x="connsiteX2" y="connsiteY2"/>
              </a:cxn>
              <a:cxn ang="0">
                <a:pos x="connsiteX3" y="connsiteY3"/>
              </a:cxn>
            </a:cxnLst>
            <a:rect l="l" t="t" r="r" b="b"/>
            <a:pathLst>
              <a:path w="269422" h="1412422">
                <a:moveTo>
                  <a:pt x="0" y="0"/>
                </a:moveTo>
                <a:lnTo>
                  <a:pt x="106136" y="57150"/>
                </a:lnTo>
                <a:lnTo>
                  <a:pt x="106136" y="1322615"/>
                </a:lnTo>
                <a:lnTo>
                  <a:pt x="269422" y="1412422"/>
                </a:lnTo>
              </a:path>
            </a:pathLst>
          </a:custGeom>
          <a:noFill/>
          <a:ln w="6350">
            <a:gradFill flip="none" rotWithShape="1">
              <a:gsLst>
                <a:gs pos="0">
                  <a:srgbClr val="7584E5"/>
                </a:gs>
                <a:gs pos="100000">
                  <a:srgbClr val="02F276"/>
                </a:gs>
              </a:gsLst>
              <a:lin ang="16200000" scaled="1"/>
              <a:tileRect/>
            </a:gradFill>
            <a:prstDash val="dash"/>
            <a:headEnd type="oval"/>
            <a:tailEnd type="none"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2BD91C5-469A-0ABB-C872-63377C5BB537}"/>
              </a:ext>
            </a:extLst>
          </p:cNvPr>
          <p:cNvSpPr/>
          <p:nvPr/>
        </p:nvSpPr>
        <p:spPr>
          <a:xfrm>
            <a:off x="3537655" y="3202010"/>
            <a:ext cx="246077" cy="300761"/>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TopUp"/>
            <a:lightRig rig="threePt" dir="t"/>
          </a:scene3d>
        </p:spPr>
        <p:txBody>
          <a:bodyPr rtlCol="0" anchor="ctr"/>
          <a:lstStyle/>
          <a:p>
            <a:pPr algn="ctr"/>
            <a:endParaRPr lang="zh-CN" altLang="en-US"/>
          </a:p>
        </p:txBody>
      </p:sp>
      <p:sp>
        <p:nvSpPr>
          <p:cNvPr id="13" name="文本框 12">
            <a:extLst>
              <a:ext uri="{FF2B5EF4-FFF2-40B4-BE49-F238E27FC236}">
                <a16:creationId xmlns:a16="http://schemas.microsoft.com/office/drawing/2014/main" id="{E575C6AC-6634-6373-4313-B485954D802D}"/>
              </a:ext>
            </a:extLst>
          </p:cNvPr>
          <p:cNvSpPr txBox="1"/>
          <p:nvPr/>
        </p:nvSpPr>
        <p:spPr>
          <a:xfrm>
            <a:off x="3538088" y="3354671"/>
            <a:ext cx="595035" cy="215444"/>
          </a:xfrm>
          <a:prstGeom prst="rect">
            <a:avLst/>
          </a:prstGeom>
          <a:noFill/>
          <a:scene3d>
            <a:camera prst="isometricTopUp"/>
            <a:lightRig rig="threePt" dir="t"/>
          </a:scene3d>
        </p:spPr>
        <p:txBody>
          <a:bodyPr wrap="none" rtlCol="0">
            <a:spAutoFit/>
          </a:bodyPr>
          <a:lstStyle/>
          <a:p>
            <a:pPr algn="ctr"/>
            <a:r>
              <a:rPr lang="zh-CN" altLang="en-US" sz="800" dirty="0">
                <a:solidFill>
                  <a:schemeClr val="bg1"/>
                </a:solidFill>
                <a:latin typeface="HarmonyOS Sans SC Medium" panose="00000600000000000000" pitchFamily="2" charset="-122"/>
                <a:ea typeface="HarmonyOS Sans SC Medium" panose="00000600000000000000" pitchFamily="2" charset="-122"/>
              </a:rPr>
              <a:t>标注文字</a:t>
            </a:r>
          </a:p>
        </p:txBody>
      </p:sp>
      <p:sp>
        <p:nvSpPr>
          <p:cNvPr id="14" name="菱形 13">
            <a:extLst>
              <a:ext uri="{FF2B5EF4-FFF2-40B4-BE49-F238E27FC236}">
                <a16:creationId xmlns:a16="http://schemas.microsoft.com/office/drawing/2014/main" id="{F00C8940-280D-78F0-EF91-75CD2214A06C}"/>
              </a:ext>
            </a:extLst>
          </p:cNvPr>
          <p:cNvSpPr/>
          <p:nvPr/>
        </p:nvSpPr>
        <p:spPr>
          <a:xfrm>
            <a:off x="1876911" y="2278413"/>
            <a:ext cx="3647099" cy="2112984"/>
          </a:xfrm>
          <a:prstGeom prst="diamond">
            <a:avLst/>
          </a:prstGeom>
          <a:noFill/>
          <a:ln w="6350">
            <a:solidFill>
              <a:srgbClr val="8E9CE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文本框 107">
            <a:extLst>
              <a:ext uri="{FF2B5EF4-FFF2-40B4-BE49-F238E27FC236}">
                <a16:creationId xmlns:a16="http://schemas.microsoft.com/office/drawing/2014/main" id="{EE7A3687-AD45-220B-4412-BCE48114D033}"/>
              </a:ext>
            </a:extLst>
          </p:cNvPr>
          <p:cNvSpPr txBox="1"/>
          <p:nvPr/>
        </p:nvSpPr>
        <p:spPr>
          <a:xfrm>
            <a:off x="7031479" y="1961329"/>
            <a:ext cx="3733714" cy="707886"/>
          </a:xfrm>
          <a:prstGeom prst="rect">
            <a:avLst/>
          </a:prstGeom>
          <a:noFill/>
        </p:spPr>
        <p:txBody>
          <a:bodyPr wrap="none" rtlCol="0">
            <a:spAutoFit/>
          </a:bodyPr>
          <a:lstStyle/>
          <a:p>
            <a:r>
              <a:rPr lang="en-US" altLang="zh-CN" sz="40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rPr>
              <a:t>YOUR BRAND</a:t>
            </a:r>
            <a:endParaRPr lang="zh-CN" altLang="en-US" sz="40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endParaRPr>
          </a:p>
        </p:txBody>
      </p:sp>
      <p:sp>
        <p:nvSpPr>
          <p:cNvPr id="109" name="文本框 108">
            <a:extLst>
              <a:ext uri="{FF2B5EF4-FFF2-40B4-BE49-F238E27FC236}">
                <a16:creationId xmlns:a16="http://schemas.microsoft.com/office/drawing/2014/main" id="{1507BE6A-B0ED-A0B7-99F0-3D3A328A5E2D}"/>
              </a:ext>
            </a:extLst>
          </p:cNvPr>
          <p:cNvSpPr txBox="1"/>
          <p:nvPr/>
        </p:nvSpPr>
        <p:spPr>
          <a:xfrm>
            <a:off x="7031479" y="1775930"/>
            <a:ext cx="1484702" cy="369332"/>
          </a:xfrm>
          <a:prstGeom prst="rect">
            <a:avLst/>
          </a:prstGeom>
          <a:noFill/>
        </p:spPr>
        <p:txBody>
          <a:bodyPr wrap="none" rtlCol="0">
            <a:spAutoFit/>
          </a:bodyPr>
          <a:lstStyle/>
          <a:p>
            <a:r>
              <a:rPr lang="en-US" altLang="zh-CN" dirty="0">
                <a:solidFill>
                  <a:srgbClr val="02F276"/>
                </a:solidFill>
                <a:latin typeface="HarmonyOS Sans SC Black" panose="00000A00000000000000" pitchFamily="2" charset="-122"/>
                <a:ea typeface="HarmonyOS Sans SC Black" panose="00000A00000000000000" pitchFamily="2" charset="-122"/>
              </a:rPr>
              <a:t>TEXT TITLE</a:t>
            </a:r>
            <a:endParaRPr lang="zh-CN" altLang="en-US" dirty="0">
              <a:solidFill>
                <a:srgbClr val="02F276"/>
              </a:solidFill>
              <a:latin typeface="HarmonyOS Sans SC Black" panose="00000A00000000000000" pitchFamily="2" charset="-122"/>
              <a:ea typeface="HarmonyOS Sans SC Black" panose="00000A00000000000000" pitchFamily="2" charset="-122"/>
            </a:endParaRPr>
          </a:p>
        </p:txBody>
      </p:sp>
      <p:sp>
        <p:nvSpPr>
          <p:cNvPr id="110" name="文本框 109">
            <a:extLst>
              <a:ext uri="{FF2B5EF4-FFF2-40B4-BE49-F238E27FC236}">
                <a16:creationId xmlns:a16="http://schemas.microsoft.com/office/drawing/2014/main" id="{932F6821-653D-81A2-7D0C-30DB81808932}"/>
              </a:ext>
            </a:extLst>
          </p:cNvPr>
          <p:cNvSpPr txBox="1"/>
          <p:nvPr/>
        </p:nvSpPr>
        <p:spPr>
          <a:xfrm>
            <a:off x="7031479" y="3489212"/>
            <a:ext cx="3489741" cy="369332"/>
          </a:xfrm>
          <a:prstGeom prst="rect">
            <a:avLst/>
          </a:prstGeom>
          <a:noFill/>
        </p:spPr>
        <p:txBody>
          <a:bodyPr wrap="square" rtlCol="0">
            <a:spAutoFit/>
          </a:bodyPr>
          <a:lstStyle/>
          <a:p>
            <a:r>
              <a:rPr lang="zh-CN" altLang="en-US" dirty="0">
                <a:solidFill>
                  <a:srgbClr val="3749CC"/>
                </a:solidFill>
                <a:latin typeface="HarmonyOS Sans SC Black" panose="00000A00000000000000" pitchFamily="2" charset="-122"/>
                <a:ea typeface="HarmonyOS Sans SC Black" panose="00000A00000000000000" pitchFamily="2" charset="-122"/>
              </a:rPr>
              <a:t>颜色形状可自由编辑</a:t>
            </a:r>
          </a:p>
        </p:txBody>
      </p:sp>
      <p:sp>
        <p:nvSpPr>
          <p:cNvPr id="111" name="文本框 110">
            <a:extLst>
              <a:ext uri="{FF2B5EF4-FFF2-40B4-BE49-F238E27FC236}">
                <a16:creationId xmlns:a16="http://schemas.microsoft.com/office/drawing/2014/main" id="{E69D9AF2-BE92-0ED2-77D2-3B78E449ADE2}"/>
              </a:ext>
            </a:extLst>
          </p:cNvPr>
          <p:cNvSpPr txBox="1"/>
          <p:nvPr/>
        </p:nvSpPr>
        <p:spPr>
          <a:xfrm>
            <a:off x="7031479" y="3831729"/>
            <a:ext cx="4073751" cy="1277209"/>
          </a:xfrm>
          <a:prstGeom prst="rect">
            <a:avLst/>
          </a:prstGeom>
          <a:noFill/>
        </p:spPr>
        <p:txBody>
          <a:bodyPr wrap="square" rtlCol="0">
            <a:spAutoFit/>
          </a:bodyPr>
          <a:lstStyle/>
          <a:p>
            <a:pPr>
              <a:lnSpc>
                <a:spcPct val="150000"/>
              </a:lnSpc>
            </a:pPr>
            <a:r>
              <a:rPr lang="zh-CN" altLang="en-US" sz="1050" dirty="0">
                <a:solidFill>
                  <a:schemeClr val="bg1">
                    <a:lumMod val="50000"/>
                  </a:schemeClr>
                </a:solidFill>
                <a:latin typeface="HarmonyOS Sans SC Light" panose="00000400000000000000" pitchFamily="2" charset="-122"/>
                <a:ea typeface="HarmonyOS Sans SC Light" panose="00000400000000000000" pitchFamily="2" charset="-122"/>
              </a:rPr>
              <a:t>企业形象是企业自身在消费者心日中的地位和价值的体现，也是企业在市场竞争中取胜的有力武器。品牌营销战略和企业形象息息相关，知名品牌往往就是企业形象良好的具体证明。品牌营销战略有助于企业形象的改善，良好的企业形象也有助于品牌营销战略的实施，二者相互促进，相互保障。</a:t>
            </a:r>
          </a:p>
        </p:txBody>
      </p:sp>
      <p:sp>
        <p:nvSpPr>
          <p:cNvPr id="112" name="文本框 111">
            <a:extLst>
              <a:ext uri="{FF2B5EF4-FFF2-40B4-BE49-F238E27FC236}">
                <a16:creationId xmlns:a16="http://schemas.microsoft.com/office/drawing/2014/main" id="{4D329A98-C452-BA60-9B39-6FFEC749CDF3}"/>
              </a:ext>
            </a:extLst>
          </p:cNvPr>
          <p:cNvSpPr txBox="1"/>
          <p:nvPr/>
        </p:nvSpPr>
        <p:spPr>
          <a:xfrm>
            <a:off x="7031479" y="2604744"/>
            <a:ext cx="4298768" cy="584775"/>
          </a:xfrm>
          <a:prstGeom prst="rect">
            <a:avLst/>
          </a:prstGeom>
          <a:noFill/>
        </p:spPr>
        <p:txBody>
          <a:bodyPr wrap="square" rtlCol="0">
            <a:spAutoFit/>
          </a:bodyPr>
          <a:lstStyle/>
          <a:p>
            <a:r>
              <a:rPr lang="zh-CN" altLang="en-US" sz="32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rPr>
              <a:t>图标文字均可替换修改</a:t>
            </a:r>
          </a:p>
        </p:txBody>
      </p:sp>
    </p:spTree>
    <p:extLst>
      <p:ext uri="{BB962C8B-B14F-4D97-AF65-F5344CB8AC3E}">
        <p14:creationId xmlns:p14="http://schemas.microsoft.com/office/powerpoint/2010/main" val="3254149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AB4CDA48-7D6F-0CCB-5CEB-DB9BB265089F}"/>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C7E6F923-980A-1A69-58ED-620D8D769988}"/>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946B4536-D060-E405-BBBB-B902F30778E1}"/>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006836BF-F5C0-5B40-EBCE-1894741692A1}"/>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7834E734-3424-575A-50BE-63CDA04AF145}"/>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749D202E-AA91-4C0E-C218-8964A2E85F3D}"/>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8" name="文本框 7">
              <a:extLst>
                <a:ext uri="{FF2B5EF4-FFF2-40B4-BE49-F238E27FC236}">
                  <a16:creationId xmlns:a16="http://schemas.microsoft.com/office/drawing/2014/main" id="{B3961889-6266-1B77-42CF-0E4E3CBBC480}"/>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9" name="文本框 8">
              <a:extLst>
                <a:ext uri="{FF2B5EF4-FFF2-40B4-BE49-F238E27FC236}">
                  <a16:creationId xmlns:a16="http://schemas.microsoft.com/office/drawing/2014/main" id="{5E72640A-F7B5-615A-3E32-36A9D647AD09}"/>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10"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D5CA9A9F-F18A-1533-E346-2735CCA0FBBA}"/>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11" name="文本框 10">
              <a:extLst>
                <a:ext uri="{FF2B5EF4-FFF2-40B4-BE49-F238E27FC236}">
                  <a16:creationId xmlns:a16="http://schemas.microsoft.com/office/drawing/2014/main" id="{E70AECAC-0C68-173A-8A47-F57EA3C66C3E}"/>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12" name="文本框 11">
              <a:extLst>
                <a:ext uri="{FF2B5EF4-FFF2-40B4-BE49-F238E27FC236}">
                  <a16:creationId xmlns:a16="http://schemas.microsoft.com/office/drawing/2014/main" id="{6BD5CB47-1D00-99FB-0A35-0FF974F4A8B3}"/>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grpSp>
        <p:nvGrpSpPr>
          <p:cNvPr id="160" name="组合 159">
            <a:extLst>
              <a:ext uri="{FF2B5EF4-FFF2-40B4-BE49-F238E27FC236}">
                <a16:creationId xmlns:a16="http://schemas.microsoft.com/office/drawing/2014/main" id="{B0679FDC-0834-D058-57BA-B92D4A747D62}"/>
              </a:ext>
            </a:extLst>
          </p:cNvPr>
          <p:cNvGrpSpPr/>
          <p:nvPr/>
        </p:nvGrpSpPr>
        <p:grpSpPr>
          <a:xfrm>
            <a:off x="6010478" y="1258167"/>
            <a:ext cx="4612416" cy="4341665"/>
            <a:chOff x="3170123" y="1353662"/>
            <a:chExt cx="4612416" cy="4341665"/>
          </a:xfrm>
        </p:grpSpPr>
        <p:sp>
          <p:nvSpPr>
            <p:cNvPr id="58" name="矩形 57">
              <a:extLst>
                <a:ext uri="{FF2B5EF4-FFF2-40B4-BE49-F238E27FC236}">
                  <a16:creationId xmlns:a16="http://schemas.microsoft.com/office/drawing/2014/main" id="{AB8B0300-C9D1-C1E2-F39C-08B359E463A0}"/>
                </a:ext>
              </a:extLst>
            </p:cNvPr>
            <p:cNvSpPr/>
            <p:nvPr/>
          </p:nvSpPr>
          <p:spPr>
            <a:xfrm>
              <a:off x="5419288" y="3899391"/>
              <a:ext cx="1291831" cy="1795936"/>
            </a:xfrm>
            <a:prstGeom prst="rect">
              <a:avLst/>
            </a:prstGeom>
            <a:gradFill flip="none" rotWithShape="1">
              <a:gsLst>
                <a:gs pos="65000">
                  <a:srgbClr val="FAFBFF">
                    <a:alpha val="0"/>
                  </a:srgbClr>
                </a:gs>
                <a:gs pos="100000">
                  <a:srgbClr val="8E9CEF">
                    <a:alpha val="57000"/>
                  </a:srgbClr>
                </a:gs>
              </a:gsLst>
              <a:lin ang="16200000" scaled="1"/>
              <a:tileRect/>
            </a:gradFill>
            <a:ln>
              <a:no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a:extLst>
                <a:ext uri="{FF2B5EF4-FFF2-40B4-BE49-F238E27FC236}">
                  <a16:creationId xmlns:a16="http://schemas.microsoft.com/office/drawing/2014/main" id="{422F21C0-4131-EAB9-E766-BD2FAA6FAE22}"/>
                </a:ext>
              </a:extLst>
            </p:cNvPr>
            <p:cNvSpPr/>
            <p:nvPr/>
          </p:nvSpPr>
          <p:spPr>
            <a:xfrm>
              <a:off x="5290010" y="2701218"/>
              <a:ext cx="1877799" cy="1795936"/>
            </a:xfrm>
            <a:prstGeom prst="rect">
              <a:avLst/>
            </a:prstGeom>
            <a:gradFill flip="none" rotWithShape="1">
              <a:gsLst>
                <a:gs pos="65000">
                  <a:srgbClr val="FAFBFF">
                    <a:alpha val="0"/>
                  </a:srgbClr>
                </a:gs>
                <a:gs pos="100000">
                  <a:srgbClr val="8E9CEF">
                    <a:alpha val="30000"/>
                  </a:srgbClr>
                </a:gs>
              </a:gsLst>
              <a:lin ang="16200000" scaled="1"/>
              <a:tileRect/>
            </a:gradFill>
            <a:ln>
              <a:no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a:extLst>
                <a:ext uri="{FF2B5EF4-FFF2-40B4-BE49-F238E27FC236}">
                  <a16:creationId xmlns:a16="http://schemas.microsoft.com/office/drawing/2014/main" id="{20DC1CD7-6D03-AEED-F7E7-2B864FEB0E6A}"/>
                </a:ext>
              </a:extLst>
            </p:cNvPr>
            <p:cNvSpPr/>
            <p:nvPr/>
          </p:nvSpPr>
          <p:spPr>
            <a:xfrm>
              <a:off x="4456113" y="3787802"/>
              <a:ext cx="1340962" cy="1795936"/>
            </a:xfrm>
            <a:prstGeom prst="rect">
              <a:avLst/>
            </a:prstGeom>
            <a:gradFill flip="none" rotWithShape="1">
              <a:gsLst>
                <a:gs pos="65000">
                  <a:srgbClr val="FAFBFF">
                    <a:alpha val="0"/>
                  </a:srgbClr>
                </a:gs>
                <a:gs pos="100000">
                  <a:srgbClr val="8E9CEF">
                    <a:alpha val="30000"/>
                  </a:srgbClr>
                </a:gs>
              </a:gsLst>
              <a:lin ang="16200000" scaled="1"/>
              <a:tileRect/>
            </a:gradFill>
            <a:ln>
              <a:no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Freeform 15">
              <a:extLst>
                <a:ext uri="{FF2B5EF4-FFF2-40B4-BE49-F238E27FC236}">
                  <a16:creationId xmlns:a16="http://schemas.microsoft.com/office/drawing/2014/main" id="{1D2F6B9C-EC3D-4DA8-FB00-C66959F8AF0F}"/>
                </a:ext>
              </a:extLst>
            </p:cNvPr>
            <p:cNvSpPr>
              <a:spLocks/>
            </p:cNvSpPr>
            <p:nvPr/>
          </p:nvSpPr>
          <p:spPr bwMode="auto">
            <a:xfrm>
              <a:off x="4638432" y="3250009"/>
              <a:ext cx="1885601" cy="1093121"/>
            </a:xfrm>
            <a:custGeom>
              <a:avLst/>
              <a:gdLst>
                <a:gd name="T0" fmla="*/ 1430 w 1430"/>
                <a:gd name="T1" fmla="*/ 414 h 829"/>
                <a:gd name="T2" fmla="*/ 717 w 1430"/>
                <a:gd name="T3" fmla="*/ 829 h 829"/>
                <a:gd name="T4" fmla="*/ 0 w 1430"/>
                <a:gd name="T5" fmla="*/ 414 h 829"/>
                <a:gd name="T6" fmla="*/ 713 w 1430"/>
                <a:gd name="T7" fmla="*/ 0 h 829"/>
                <a:gd name="T8" fmla="*/ 1430 w 1430"/>
                <a:gd name="T9" fmla="*/ 414 h 829"/>
              </a:gdLst>
              <a:ahLst/>
              <a:cxnLst>
                <a:cxn ang="0">
                  <a:pos x="T0" y="T1"/>
                </a:cxn>
                <a:cxn ang="0">
                  <a:pos x="T2" y="T3"/>
                </a:cxn>
                <a:cxn ang="0">
                  <a:pos x="T4" y="T5"/>
                </a:cxn>
                <a:cxn ang="0">
                  <a:pos x="T6" y="T7"/>
                </a:cxn>
                <a:cxn ang="0">
                  <a:pos x="T8" y="T9"/>
                </a:cxn>
              </a:cxnLst>
              <a:rect l="0" t="0" r="r" b="b"/>
              <a:pathLst>
                <a:path w="1430" h="829">
                  <a:moveTo>
                    <a:pt x="1430" y="414"/>
                  </a:moveTo>
                  <a:lnTo>
                    <a:pt x="717" y="829"/>
                  </a:lnTo>
                  <a:lnTo>
                    <a:pt x="0" y="414"/>
                  </a:lnTo>
                  <a:lnTo>
                    <a:pt x="713" y="0"/>
                  </a:lnTo>
                  <a:lnTo>
                    <a:pt x="1430" y="414"/>
                  </a:lnTo>
                  <a:close/>
                </a:path>
              </a:pathLst>
            </a:custGeom>
            <a:solidFill>
              <a:srgbClr val="E7EBF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0" name="Freeform 15">
              <a:extLst>
                <a:ext uri="{FF2B5EF4-FFF2-40B4-BE49-F238E27FC236}">
                  <a16:creationId xmlns:a16="http://schemas.microsoft.com/office/drawing/2014/main" id="{D16C50C7-75A1-B3C7-1F4E-348CD95ECB28}"/>
                </a:ext>
              </a:extLst>
            </p:cNvPr>
            <p:cNvSpPr>
              <a:spLocks/>
            </p:cNvSpPr>
            <p:nvPr/>
          </p:nvSpPr>
          <p:spPr bwMode="auto">
            <a:xfrm>
              <a:off x="4638432" y="3124560"/>
              <a:ext cx="1885601" cy="1093121"/>
            </a:xfrm>
            <a:custGeom>
              <a:avLst/>
              <a:gdLst>
                <a:gd name="T0" fmla="*/ 1430 w 1430"/>
                <a:gd name="T1" fmla="*/ 414 h 829"/>
                <a:gd name="T2" fmla="*/ 717 w 1430"/>
                <a:gd name="T3" fmla="*/ 829 h 829"/>
                <a:gd name="T4" fmla="*/ 0 w 1430"/>
                <a:gd name="T5" fmla="*/ 414 h 829"/>
                <a:gd name="T6" fmla="*/ 713 w 1430"/>
                <a:gd name="T7" fmla="*/ 0 h 829"/>
                <a:gd name="T8" fmla="*/ 1430 w 1430"/>
                <a:gd name="T9" fmla="*/ 414 h 829"/>
              </a:gdLst>
              <a:ahLst/>
              <a:cxnLst>
                <a:cxn ang="0">
                  <a:pos x="T0" y="T1"/>
                </a:cxn>
                <a:cxn ang="0">
                  <a:pos x="T2" y="T3"/>
                </a:cxn>
                <a:cxn ang="0">
                  <a:pos x="T4" y="T5"/>
                </a:cxn>
                <a:cxn ang="0">
                  <a:pos x="T6" y="T7"/>
                </a:cxn>
                <a:cxn ang="0">
                  <a:pos x="T8" y="T9"/>
                </a:cxn>
              </a:cxnLst>
              <a:rect l="0" t="0" r="r" b="b"/>
              <a:pathLst>
                <a:path w="1430" h="829">
                  <a:moveTo>
                    <a:pt x="1430" y="414"/>
                  </a:moveTo>
                  <a:lnTo>
                    <a:pt x="717" y="829"/>
                  </a:lnTo>
                  <a:lnTo>
                    <a:pt x="0" y="414"/>
                  </a:lnTo>
                  <a:lnTo>
                    <a:pt x="713" y="0"/>
                  </a:lnTo>
                  <a:lnTo>
                    <a:pt x="1430" y="414"/>
                  </a:ln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5">
              <a:extLst>
                <a:ext uri="{FF2B5EF4-FFF2-40B4-BE49-F238E27FC236}">
                  <a16:creationId xmlns:a16="http://schemas.microsoft.com/office/drawing/2014/main" id="{CD37535A-37CB-AE7C-BFA7-04D4CBA8A0BF}"/>
                </a:ext>
              </a:extLst>
            </p:cNvPr>
            <p:cNvSpPr>
              <a:spLocks/>
            </p:cNvSpPr>
            <p:nvPr/>
          </p:nvSpPr>
          <p:spPr bwMode="auto">
            <a:xfrm>
              <a:off x="6900394" y="2635343"/>
              <a:ext cx="882145" cy="613151"/>
            </a:xfrm>
            <a:custGeom>
              <a:avLst/>
              <a:gdLst>
                <a:gd name="T0" fmla="*/ 669 w 669"/>
                <a:gd name="T1" fmla="*/ 0 h 465"/>
                <a:gd name="T2" fmla="*/ 668 w 669"/>
                <a:gd name="T3" fmla="*/ 76 h 465"/>
                <a:gd name="T4" fmla="*/ 0 w 669"/>
                <a:gd name="T5" fmla="*/ 465 h 465"/>
                <a:gd name="T6" fmla="*/ 0 w 669"/>
                <a:gd name="T7" fmla="*/ 389 h 465"/>
                <a:gd name="T8" fmla="*/ 669 w 669"/>
                <a:gd name="T9" fmla="*/ 0 h 465"/>
              </a:gdLst>
              <a:ahLst/>
              <a:cxnLst>
                <a:cxn ang="0">
                  <a:pos x="T0" y="T1"/>
                </a:cxn>
                <a:cxn ang="0">
                  <a:pos x="T2" y="T3"/>
                </a:cxn>
                <a:cxn ang="0">
                  <a:pos x="T4" y="T5"/>
                </a:cxn>
                <a:cxn ang="0">
                  <a:pos x="T6" y="T7"/>
                </a:cxn>
                <a:cxn ang="0">
                  <a:pos x="T8" y="T9"/>
                </a:cxn>
              </a:cxnLst>
              <a:rect l="0" t="0" r="r" b="b"/>
              <a:pathLst>
                <a:path w="669" h="465">
                  <a:moveTo>
                    <a:pt x="669" y="0"/>
                  </a:moveTo>
                  <a:lnTo>
                    <a:pt x="668" y="76"/>
                  </a:lnTo>
                  <a:lnTo>
                    <a:pt x="0" y="465"/>
                  </a:lnTo>
                  <a:lnTo>
                    <a:pt x="0" y="389"/>
                  </a:lnTo>
                  <a:lnTo>
                    <a:pt x="669" y="0"/>
                  </a:lnTo>
                  <a:close/>
                </a:path>
              </a:pathLst>
            </a:custGeom>
            <a:solidFill>
              <a:srgbClr val="E7E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Freeform 6">
              <a:extLst>
                <a:ext uri="{FF2B5EF4-FFF2-40B4-BE49-F238E27FC236}">
                  <a16:creationId xmlns:a16="http://schemas.microsoft.com/office/drawing/2014/main" id="{DEE9742E-B7F9-86BD-5DC3-27BF113EB0A9}"/>
                </a:ext>
              </a:extLst>
            </p:cNvPr>
            <p:cNvSpPr>
              <a:spLocks/>
            </p:cNvSpPr>
            <p:nvPr/>
          </p:nvSpPr>
          <p:spPr bwMode="auto">
            <a:xfrm>
              <a:off x="5565968" y="2378216"/>
              <a:ext cx="1334425" cy="870278"/>
            </a:xfrm>
            <a:custGeom>
              <a:avLst/>
              <a:gdLst>
                <a:gd name="T0" fmla="*/ 1012 w 1012"/>
                <a:gd name="T1" fmla="*/ 584 h 660"/>
                <a:gd name="T2" fmla="*/ 1012 w 1012"/>
                <a:gd name="T3" fmla="*/ 660 h 660"/>
                <a:gd name="T4" fmla="*/ 0 w 1012"/>
                <a:gd name="T5" fmla="*/ 76 h 660"/>
                <a:gd name="T6" fmla="*/ 0 w 1012"/>
                <a:gd name="T7" fmla="*/ 0 h 660"/>
                <a:gd name="T8" fmla="*/ 1012 w 1012"/>
                <a:gd name="T9" fmla="*/ 584 h 660"/>
              </a:gdLst>
              <a:ahLst/>
              <a:cxnLst>
                <a:cxn ang="0">
                  <a:pos x="T0" y="T1"/>
                </a:cxn>
                <a:cxn ang="0">
                  <a:pos x="T2" y="T3"/>
                </a:cxn>
                <a:cxn ang="0">
                  <a:pos x="T4" y="T5"/>
                </a:cxn>
                <a:cxn ang="0">
                  <a:pos x="T6" y="T7"/>
                </a:cxn>
                <a:cxn ang="0">
                  <a:pos x="T8" y="T9"/>
                </a:cxn>
              </a:cxnLst>
              <a:rect l="0" t="0" r="r" b="b"/>
              <a:pathLst>
                <a:path w="1012" h="660">
                  <a:moveTo>
                    <a:pt x="1012" y="584"/>
                  </a:moveTo>
                  <a:lnTo>
                    <a:pt x="1012" y="660"/>
                  </a:lnTo>
                  <a:lnTo>
                    <a:pt x="0" y="76"/>
                  </a:lnTo>
                  <a:lnTo>
                    <a:pt x="0" y="0"/>
                  </a:lnTo>
                  <a:lnTo>
                    <a:pt x="1012" y="584"/>
                  </a:lnTo>
                  <a:close/>
                </a:path>
              </a:pathLst>
            </a:custGeom>
            <a:solidFill>
              <a:srgbClr val="CDD2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Freeform 7">
              <a:extLst>
                <a:ext uri="{FF2B5EF4-FFF2-40B4-BE49-F238E27FC236}">
                  <a16:creationId xmlns:a16="http://schemas.microsoft.com/office/drawing/2014/main" id="{2360C057-FA60-BE4E-80C6-E0A00759F564}"/>
                </a:ext>
              </a:extLst>
            </p:cNvPr>
            <p:cNvSpPr>
              <a:spLocks/>
            </p:cNvSpPr>
            <p:nvPr/>
          </p:nvSpPr>
          <p:spPr bwMode="auto">
            <a:xfrm>
              <a:off x="4242092" y="2378216"/>
              <a:ext cx="1323877" cy="870278"/>
            </a:xfrm>
            <a:custGeom>
              <a:avLst/>
              <a:gdLst>
                <a:gd name="T0" fmla="*/ 1004 w 1004"/>
                <a:gd name="T1" fmla="*/ 0 h 660"/>
                <a:gd name="T2" fmla="*/ 1004 w 1004"/>
                <a:gd name="T3" fmla="*/ 76 h 660"/>
                <a:gd name="T4" fmla="*/ 0 w 1004"/>
                <a:gd name="T5" fmla="*/ 660 h 660"/>
                <a:gd name="T6" fmla="*/ 0 w 1004"/>
                <a:gd name="T7" fmla="*/ 584 h 660"/>
                <a:gd name="T8" fmla="*/ 1004 w 1004"/>
                <a:gd name="T9" fmla="*/ 0 h 660"/>
              </a:gdLst>
              <a:ahLst/>
              <a:cxnLst>
                <a:cxn ang="0">
                  <a:pos x="T0" y="T1"/>
                </a:cxn>
                <a:cxn ang="0">
                  <a:pos x="T2" y="T3"/>
                </a:cxn>
                <a:cxn ang="0">
                  <a:pos x="T4" y="T5"/>
                </a:cxn>
                <a:cxn ang="0">
                  <a:pos x="T6" y="T7"/>
                </a:cxn>
                <a:cxn ang="0">
                  <a:pos x="T8" y="T9"/>
                </a:cxn>
              </a:cxnLst>
              <a:rect l="0" t="0" r="r" b="b"/>
              <a:pathLst>
                <a:path w="1004" h="660">
                  <a:moveTo>
                    <a:pt x="1004" y="0"/>
                  </a:moveTo>
                  <a:lnTo>
                    <a:pt x="1004" y="76"/>
                  </a:lnTo>
                  <a:lnTo>
                    <a:pt x="0" y="660"/>
                  </a:lnTo>
                  <a:lnTo>
                    <a:pt x="0" y="584"/>
                  </a:lnTo>
                  <a:lnTo>
                    <a:pt x="1004" y="0"/>
                  </a:lnTo>
                  <a:close/>
                </a:path>
              </a:pathLst>
            </a:custGeom>
            <a:solidFill>
              <a:srgbClr val="E7E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p>
          </p:txBody>
        </p:sp>
        <p:sp>
          <p:nvSpPr>
            <p:cNvPr id="25" name="Freeform 8">
              <a:extLst>
                <a:ext uri="{FF2B5EF4-FFF2-40B4-BE49-F238E27FC236}">
                  <a16:creationId xmlns:a16="http://schemas.microsoft.com/office/drawing/2014/main" id="{A504E057-6D90-8378-5C71-1F1D4299854D}"/>
                </a:ext>
              </a:extLst>
            </p:cNvPr>
            <p:cNvSpPr>
              <a:spLocks/>
            </p:cNvSpPr>
            <p:nvPr/>
          </p:nvSpPr>
          <p:spPr bwMode="auto">
            <a:xfrm>
              <a:off x="3353354" y="2635343"/>
              <a:ext cx="888738" cy="613151"/>
            </a:xfrm>
            <a:custGeom>
              <a:avLst/>
              <a:gdLst>
                <a:gd name="T0" fmla="*/ 674 w 674"/>
                <a:gd name="T1" fmla="*/ 389 h 465"/>
                <a:gd name="T2" fmla="*/ 674 w 674"/>
                <a:gd name="T3" fmla="*/ 465 h 465"/>
                <a:gd name="T4" fmla="*/ 0 w 674"/>
                <a:gd name="T5" fmla="*/ 76 h 465"/>
                <a:gd name="T6" fmla="*/ 0 w 674"/>
                <a:gd name="T7" fmla="*/ 0 h 465"/>
                <a:gd name="T8" fmla="*/ 674 w 674"/>
                <a:gd name="T9" fmla="*/ 389 h 465"/>
              </a:gdLst>
              <a:ahLst/>
              <a:cxnLst>
                <a:cxn ang="0">
                  <a:pos x="T0" y="T1"/>
                </a:cxn>
                <a:cxn ang="0">
                  <a:pos x="T2" y="T3"/>
                </a:cxn>
                <a:cxn ang="0">
                  <a:pos x="T4" y="T5"/>
                </a:cxn>
                <a:cxn ang="0">
                  <a:pos x="T6" y="T7"/>
                </a:cxn>
                <a:cxn ang="0">
                  <a:pos x="T8" y="T9"/>
                </a:cxn>
              </a:cxnLst>
              <a:rect l="0" t="0" r="r" b="b"/>
              <a:pathLst>
                <a:path w="674" h="465">
                  <a:moveTo>
                    <a:pt x="674" y="389"/>
                  </a:moveTo>
                  <a:lnTo>
                    <a:pt x="674" y="465"/>
                  </a:lnTo>
                  <a:lnTo>
                    <a:pt x="0" y="76"/>
                  </a:lnTo>
                  <a:lnTo>
                    <a:pt x="0" y="0"/>
                  </a:lnTo>
                  <a:lnTo>
                    <a:pt x="674" y="389"/>
                  </a:lnTo>
                  <a:close/>
                </a:path>
              </a:pathLst>
            </a:custGeom>
            <a:solidFill>
              <a:srgbClr val="CDD2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Freeform 9">
              <a:extLst>
                <a:ext uri="{FF2B5EF4-FFF2-40B4-BE49-F238E27FC236}">
                  <a16:creationId xmlns:a16="http://schemas.microsoft.com/office/drawing/2014/main" id="{E75B502D-2D5D-15B1-0E92-6701F08FCD81}"/>
                </a:ext>
              </a:extLst>
            </p:cNvPr>
            <p:cNvSpPr>
              <a:spLocks/>
            </p:cNvSpPr>
            <p:nvPr/>
          </p:nvSpPr>
          <p:spPr bwMode="auto">
            <a:xfrm>
              <a:off x="3353354" y="1353662"/>
              <a:ext cx="4429185" cy="1794618"/>
            </a:xfrm>
            <a:custGeom>
              <a:avLst/>
              <a:gdLst>
                <a:gd name="T0" fmla="*/ 3359 w 3359"/>
                <a:gd name="T1" fmla="*/ 972 h 1361"/>
                <a:gd name="T2" fmla="*/ 2690 w 3359"/>
                <a:gd name="T3" fmla="*/ 1361 h 1361"/>
                <a:gd name="T4" fmla="*/ 1678 w 3359"/>
                <a:gd name="T5" fmla="*/ 777 h 1361"/>
                <a:gd name="T6" fmla="*/ 674 w 3359"/>
                <a:gd name="T7" fmla="*/ 1361 h 1361"/>
                <a:gd name="T8" fmla="*/ 0 w 3359"/>
                <a:gd name="T9" fmla="*/ 972 h 1361"/>
                <a:gd name="T10" fmla="*/ 1005 w 3359"/>
                <a:gd name="T11" fmla="*/ 388 h 1361"/>
                <a:gd name="T12" fmla="*/ 1674 w 3359"/>
                <a:gd name="T13" fmla="*/ 0 h 1361"/>
                <a:gd name="T14" fmla="*/ 2347 w 3359"/>
                <a:gd name="T15" fmla="*/ 388 h 1361"/>
                <a:gd name="T16" fmla="*/ 3359 w 3359"/>
                <a:gd name="T17" fmla="*/ 972 h 1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9" h="1361">
                  <a:moveTo>
                    <a:pt x="3359" y="972"/>
                  </a:moveTo>
                  <a:lnTo>
                    <a:pt x="2690" y="1361"/>
                  </a:lnTo>
                  <a:lnTo>
                    <a:pt x="1678" y="777"/>
                  </a:lnTo>
                  <a:lnTo>
                    <a:pt x="674" y="1361"/>
                  </a:lnTo>
                  <a:lnTo>
                    <a:pt x="0" y="972"/>
                  </a:lnTo>
                  <a:lnTo>
                    <a:pt x="1005" y="388"/>
                  </a:lnTo>
                  <a:lnTo>
                    <a:pt x="1674" y="0"/>
                  </a:lnTo>
                  <a:lnTo>
                    <a:pt x="2347" y="388"/>
                  </a:lnTo>
                  <a:lnTo>
                    <a:pt x="3359" y="972"/>
                  </a:lnTo>
                  <a:close/>
                </a:path>
              </a:pathLst>
            </a:custGeom>
            <a:solidFill>
              <a:srgbClr val="DADFFE">
                <a:alpha val="8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10">
              <a:extLst>
                <a:ext uri="{FF2B5EF4-FFF2-40B4-BE49-F238E27FC236}">
                  <a16:creationId xmlns:a16="http://schemas.microsoft.com/office/drawing/2014/main" id="{B98EBC4A-CE1F-3F15-88C9-9A424CD7834B}"/>
                </a:ext>
              </a:extLst>
            </p:cNvPr>
            <p:cNvSpPr>
              <a:spLocks/>
            </p:cNvSpPr>
            <p:nvPr/>
          </p:nvSpPr>
          <p:spPr bwMode="auto">
            <a:xfrm>
              <a:off x="3354014" y="4300738"/>
              <a:ext cx="2220526" cy="1383214"/>
            </a:xfrm>
            <a:custGeom>
              <a:avLst/>
              <a:gdLst>
                <a:gd name="T0" fmla="*/ 1011 w 1684"/>
                <a:gd name="T1" fmla="*/ 584 h 1049"/>
                <a:gd name="T2" fmla="*/ 0 w 1684"/>
                <a:gd name="T3" fmla="*/ 0 h 1049"/>
                <a:gd name="T4" fmla="*/ 0 w 1684"/>
                <a:gd name="T5" fmla="*/ 76 h 1049"/>
                <a:gd name="T6" fmla="*/ 1011 w 1684"/>
                <a:gd name="T7" fmla="*/ 660 h 1049"/>
                <a:gd name="T8" fmla="*/ 1684 w 1684"/>
                <a:gd name="T9" fmla="*/ 1049 h 1049"/>
                <a:gd name="T10" fmla="*/ 1684 w 1684"/>
                <a:gd name="T11" fmla="*/ 973 h 1049"/>
                <a:gd name="T12" fmla="*/ 1011 w 1684"/>
                <a:gd name="T13" fmla="*/ 584 h 1049"/>
              </a:gdLst>
              <a:ahLst/>
              <a:cxnLst>
                <a:cxn ang="0">
                  <a:pos x="T0" y="T1"/>
                </a:cxn>
                <a:cxn ang="0">
                  <a:pos x="T2" y="T3"/>
                </a:cxn>
                <a:cxn ang="0">
                  <a:pos x="T4" y="T5"/>
                </a:cxn>
                <a:cxn ang="0">
                  <a:pos x="T6" y="T7"/>
                </a:cxn>
                <a:cxn ang="0">
                  <a:pos x="T8" y="T9"/>
                </a:cxn>
                <a:cxn ang="0">
                  <a:pos x="T10" y="T11"/>
                </a:cxn>
                <a:cxn ang="0">
                  <a:pos x="T12" y="T13"/>
                </a:cxn>
              </a:cxnLst>
              <a:rect l="0" t="0" r="r" b="b"/>
              <a:pathLst>
                <a:path w="1684" h="1049">
                  <a:moveTo>
                    <a:pt x="1011" y="584"/>
                  </a:moveTo>
                  <a:lnTo>
                    <a:pt x="0" y="0"/>
                  </a:lnTo>
                  <a:lnTo>
                    <a:pt x="0" y="76"/>
                  </a:lnTo>
                  <a:lnTo>
                    <a:pt x="1011" y="660"/>
                  </a:lnTo>
                  <a:lnTo>
                    <a:pt x="1684" y="1049"/>
                  </a:lnTo>
                  <a:lnTo>
                    <a:pt x="1684" y="973"/>
                  </a:lnTo>
                  <a:lnTo>
                    <a:pt x="1011" y="584"/>
                  </a:lnTo>
                  <a:close/>
                </a:path>
              </a:pathLst>
            </a:custGeom>
            <a:solidFill>
              <a:srgbClr val="CDD2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Freeform 11">
              <a:extLst>
                <a:ext uri="{FF2B5EF4-FFF2-40B4-BE49-F238E27FC236}">
                  <a16:creationId xmlns:a16="http://schemas.microsoft.com/office/drawing/2014/main" id="{D576F448-FD9A-1942-8B6F-73B6FE8896A1}"/>
                </a:ext>
              </a:extLst>
            </p:cNvPr>
            <p:cNvSpPr>
              <a:spLocks/>
            </p:cNvSpPr>
            <p:nvPr/>
          </p:nvSpPr>
          <p:spPr bwMode="auto">
            <a:xfrm>
              <a:off x="5574540" y="4300738"/>
              <a:ext cx="2207340" cy="1383214"/>
            </a:xfrm>
            <a:custGeom>
              <a:avLst/>
              <a:gdLst>
                <a:gd name="T0" fmla="*/ 669 w 1674"/>
                <a:gd name="T1" fmla="*/ 584 h 1049"/>
                <a:gd name="T2" fmla="*/ 0 w 1674"/>
                <a:gd name="T3" fmla="*/ 973 h 1049"/>
                <a:gd name="T4" fmla="*/ 0 w 1674"/>
                <a:gd name="T5" fmla="*/ 1049 h 1049"/>
                <a:gd name="T6" fmla="*/ 669 w 1674"/>
                <a:gd name="T7" fmla="*/ 660 h 1049"/>
                <a:gd name="T8" fmla="*/ 1674 w 1674"/>
                <a:gd name="T9" fmla="*/ 76 h 1049"/>
                <a:gd name="T10" fmla="*/ 1674 w 1674"/>
                <a:gd name="T11" fmla="*/ 0 h 1049"/>
                <a:gd name="T12" fmla="*/ 669 w 1674"/>
                <a:gd name="T13" fmla="*/ 584 h 1049"/>
              </a:gdLst>
              <a:ahLst/>
              <a:cxnLst>
                <a:cxn ang="0">
                  <a:pos x="T0" y="T1"/>
                </a:cxn>
                <a:cxn ang="0">
                  <a:pos x="T2" y="T3"/>
                </a:cxn>
                <a:cxn ang="0">
                  <a:pos x="T4" y="T5"/>
                </a:cxn>
                <a:cxn ang="0">
                  <a:pos x="T6" y="T7"/>
                </a:cxn>
                <a:cxn ang="0">
                  <a:pos x="T8" y="T9"/>
                </a:cxn>
                <a:cxn ang="0">
                  <a:pos x="T10" y="T11"/>
                </a:cxn>
                <a:cxn ang="0">
                  <a:pos x="T12" y="T13"/>
                </a:cxn>
              </a:cxnLst>
              <a:rect l="0" t="0" r="r" b="b"/>
              <a:pathLst>
                <a:path w="1674" h="1049">
                  <a:moveTo>
                    <a:pt x="669" y="584"/>
                  </a:moveTo>
                  <a:lnTo>
                    <a:pt x="0" y="973"/>
                  </a:lnTo>
                  <a:lnTo>
                    <a:pt x="0" y="1049"/>
                  </a:lnTo>
                  <a:lnTo>
                    <a:pt x="669" y="660"/>
                  </a:lnTo>
                  <a:lnTo>
                    <a:pt x="1674" y="76"/>
                  </a:lnTo>
                  <a:lnTo>
                    <a:pt x="1674" y="0"/>
                  </a:lnTo>
                  <a:lnTo>
                    <a:pt x="669" y="584"/>
                  </a:lnTo>
                  <a:close/>
                </a:path>
              </a:pathLst>
            </a:custGeom>
            <a:solidFill>
              <a:srgbClr val="E7E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12">
              <a:extLst>
                <a:ext uri="{FF2B5EF4-FFF2-40B4-BE49-F238E27FC236}">
                  <a16:creationId xmlns:a16="http://schemas.microsoft.com/office/drawing/2014/main" id="{9C725A3A-C2E5-79CB-ADEA-807BBDBE2B0A}"/>
                </a:ext>
              </a:extLst>
            </p:cNvPr>
            <p:cNvSpPr>
              <a:spLocks/>
            </p:cNvSpPr>
            <p:nvPr/>
          </p:nvSpPr>
          <p:spPr bwMode="auto">
            <a:xfrm>
              <a:off x="3354014" y="3787801"/>
              <a:ext cx="4427866" cy="1795936"/>
            </a:xfrm>
            <a:custGeom>
              <a:avLst/>
              <a:gdLst>
                <a:gd name="T0" fmla="*/ 3358 w 3358"/>
                <a:gd name="T1" fmla="*/ 389 h 1362"/>
                <a:gd name="T2" fmla="*/ 2353 w 3358"/>
                <a:gd name="T3" fmla="*/ 973 h 1362"/>
                <a:gd name="T4" fmla="*/ 1684 w 3358"/>
                <a:gd name="T5" fmla="*/ 1362 h 1362"/>
                <a:gd name="T6" fmla="*/ 1011 w 3358"/>
                <a:gd name="T7" fmla="*/ 973 h 1362"/>
                <a:gd name="T8" fmla="*/ 0 w 3358"/>
                <a:gd name="T9" fmla="*/ 389 h 1362"/>
                <a:gd name="T10" fmla="*/ 669 w 3358"/>
                <a:gd name="T11" fmla="*/ 0 h 1362"/>
                <a:gd name="T12" fmla="*/ 1680 w 3358"/>
                <a:gd name="T13" fmla="*/ 584 h 1362"/>
                <a:gd name="T14" fmla="*/ 2685 w 3358"/>
                <a:gd name="T15" fmla="*/ 0 h 1362"/>
                <a:gd name="T16" fmla="*/ 3358 w 3358"/>
                <a:gd name="T17" fmla="*/ 389 h 1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8" h="1362">
                  <a:moveTo>
                    <a:pt x="3358" y="389"/>
                  </a:moveTo>
                  <a:lnTo>
                    <a:pt x="2353" y="973"/>
                  </a:lnTo>
                  <a:lnTo>
                    <a:pt x="1684" y="1362"/>
                  </a:lnTo>
                  <a:lnTo>
                    <a:pt x="1011" y="973"/>
                  </a:lnTo>
                  <a:lnTo>
                    <a:pt x="0" y="389"/>
                  </a:lnTo>
                  <a:lnTo>
                    <a:pt x="669" y="0"/>
                  </a:lnTo>
                  <a:lnTo>
                    <a:pt x="1680" y="584"/>
                  </a:lnTo>
                  <a:lnTo>
                    <a:pt x="2685" y="0"/>
                  </a:lnTo>
                  <a:lnTo>
                    <a:pt x="3358" y="389"/>
                  </a:lnTo>
                  <a:close/>
                </a:path>
              </a:pathLst>
            </a:custGeom>
            <a:solidFill>
              <a:srgbClr val="E7E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1" name="组合 50">
              <a:extLst>
                <a:ext uri="{FF2B5EF4-FFF2-40B4-BE49-F238E27FC236}">
                  <a16:creationId xmlns:a16="http://schemas.microsoft.com/office/drawing/2014/main" id="{E9BB4EAD-4303-C025-6145-03CA4032A186}"/>
                </a:ext>
              </a:extLst>
            </p:cNvPr>
            <p:cNvGrpSpPr/>
            <p:nvPr/>
          </p:nvGrpSpPr>
          <p:grpSpPr>
            <a:xfrm>
              <a:off x="4637772" y="2897745"/>
              <a:ext cx="1886920" cy="1193335"/>
              <a:chOff x="3855066" y="2807938"/>
              <a:chExt cx="1886920" cy="1193335"/>
            </a:xfrm>
          </p:grpSpPr>
          <p:sp>
            <p:nvSpPr>
              <p:cNvPr id="30" name="Freeform 13">
                <a:extLst>
                  <a:ext uri="{FF2B5EF4-FFF2-40B4-BE49-F238E27FC236}">
                    <a16:creationId xmlns:a16="http://schemas.microsoft.com/office/drawing/2014/main" id="{08FED9BD-A094-68F2-0455-C1416907FF84}"/>
                  </a:ext>
                </a:extLst>
              </p:cNvPr>
              <p:cNvSpPr>
                <a:spLocks/>
              </p:cNvSpPr>
              <p:nvPr/>
            </p:nvSpPr>
            <p:spPr bwMode="auto">
              <a:xfrm>
                <a:off x="4801822" y="3353839"/>
                <a:ext cx="940164" cy="647434"/>
              </a:xfrm>
              <a:custGeom>
                <a:avLst/>
                <a:gdLst>
                  <a:gd name="T0" fmla="*/ 713 w 713"/>
                  <a:gd name="T1" fmla="*/ 0 h 491"/>
                  <a:gd name="T2" fmla="*/ 713 w 713"/>
                  <a:gd name="T3" fmla="*/ 76 h 491"/>
                  <a:gd name="T4" fmla="*/ 0 w 713"/>
                  <a:gd name="T5" fmla="*/ 491 h 491"/>
                  <a:gd name="T6" fmla="*/ 0 w 713"/>
                  <a:gd name="T7" fmla="*/ 415 h 491"/>
                  <a:gd name="T8" fmla="*/ 713 w 713"/>
                  <a:gd name="T9" fmla="*/ 0 h 491"/>
                </a:gdLst>
                <a:ahLst/>
                <a:cxnLst>
                  <a:cxn ang="0">
                    <a:pos x="T0" y="T1"/>
                  </a:cxn>
                  <a:cxn ang="0">
                    <a:pos x="T2" y="T3"/>
                  </a:cxn>
                  <a:cxn ang="0">
                    <a:pos x="T4" y="T5"/>
                  </a:cxn>
                  <a:cxn ang="0">
                    <a:pos x="T6" y="T7"/>
                  </a:cxn>
                  <a:cxn ang="0">
                    <a:pos x="T8" y="T9"/>
                  </a:cxn>
                </a:cxnLst>
                <a:rect l="0" t="0" r="r" b="b"/>
                <a:pathLst>
                  <a:path w="713" h="491">
                    <a:moveTo>
                      <a:pt x="713" y="0"/>
                    </a:moveTo>
                    <a:lnTo>
                      <a:pt x="713" y="76"/>
                    </a:lnTo>
                    <a:lnTo>
                      <a:pt x="0" y="491"/>
                    </a:lnTo>
                    <a:lnTo>
                      <a:pt x="0" y="415"/>
                    </a:lnTo>
                    <a:lnTo>
                      <a:pt x="713"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14">
                <a:extLst>
                  <a:ext uri="{FF2B5EF4-FFF2-40B4-BE49-F238E27FC236}">
                    <a16:creationId xmlns:a16="http://schemas.microsoft.com/office/drawing/2014/main" id="{86D1F099-3BF5-F8E8-5C46-416CB2384EA2}"/>
                  </a:ext>
                </a:extLst>
              </p:cNvPr>
              <p:cNvSpPr>
                <a:spLocks/>
              </p:cNvSpPr>
              <p:nvPr/>
            </p:nvSpPr>
            <p:spPr bwMode="auto">
              <a:xfrm>
                <a:off x="3855066" y="3353839"/>
                <a:ext cx="946756" cy="647434"/>
              </a:xfrm>
              <a:custGeom>
                <a:avLst/>
                <a:gdLst>
                  <a:gd name="T0" fmla="*/ 718 w 718"/>
                  <a:gd name="T1" fmla="*/ 415 h 491"/>
                  <a:gd name="T2" fmla="*/ 718 w 718"/>
                  <a:gd name="T3" fmla="*/ 491 h 491"/>
                  <a:gd name="T4" fmla="*/ 0 w 718"/>
                  <a:gd name="T5" fmla="*/ 76 h 491"/>
                  <a:gd name="T6" fmla="*/ 1 w 718"/>
                  <a:gd name="T7" fmla="*/ 0 h 491"/>
                  <a:gd name="T8" fmla="*/ 718 w 718"/>
                  <a:gd name="T9" fmla="*/ 415 h 491"/>
                </a:gdLst>
                <a:ahLst/>
                <a:cxnLst>
                  <a:cxn ang="0">
                    <a:pos x="T0" y="T1"/>
                  </a:cxn>
                  <a:cxn ang="0">
                    <a:pos x="T2" y="T3"/>
                  </a:cxn>
                  <a:cxn ang="0">
                    <a:pos x="T4" y="T5"/>
                  </a:cxn>
                  <a:cxn ang="0">
                    <a:pos x="T6" y="T7"/>
                  </a:cxn>
                  <a:cxn ang="0">
                    <a:pos x="T8" y="T9"/>
                  </a:cxn>
                </a:cxnLst>
                <a:rect l="0" t="0" r="r" b="b"/>
                <a:pathLst>
                  <a:path w="718" h="491">
                    <a:moveTo>
                      <a:pt x="718" y="415"/>
                    </a:moveTo>
                    <a:lnTo>
                      <a:pt x="718" y="491"/>
                    </a:lnTo>
                    <a:lnTo>
                      <a:pt x="0" y="76"/>
                    </a:lnTo>
                    <a:lnTo>
                      <a:pt x="1" y="0"/>
                    </a:lnTo>
                    <a:lnTo>
                      <a:pt x="718" y="415"/>
                    </a:lnTo>
                    <a:close/>
                  </a:path>
                </a:pathLst>
              </a:custGeom>
              <a:solidFill>
                <a:srgbClr val="8E9CE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Freeform 15">
                <a:extLst>
                  <a:ext uri="{FF2B5EF4-FFF2-40B4-BE49-F238E27FC236}">
                    <a16:creationId xmlns:a16="http://schemas.microsoft.com/office/drawing/2014/main" id="{7675C38B-4021-8B6F-9463-955B870BC28B}"/>
                  </a:ext>
                </a:extLst>
              </p:cNvPr>
              <p:cNvSpPr>
                <a:spLocks/>
              </p:cNvSpPr>
              <p:nvPr/>
            </p:nvSpPr>
            <p:spPr bwMode="auto">
              <a:xfrm>
                <a:off x="3856384" y="2807938"/>
                <a:ext cx="1885601" cy="1093121"/>
              </a:xfrm>
              <a:custGeom>
                <a:avLst/>
                <a:gdLst>
                  <a:gd name="T0" fmla="*/ 1430 w 1430"/>
                  <a:gd name="T1" fmla="*/ 414 h 829"/>
                  <a:gd name="T2" fmla="*/ 717 w 1430"/>
                  <a:gd name="T3" fmla="*/ 829 h 829"/>
                  <a:gd name="T4" fmla="*/ 0 w 1430"/>
                  <a:gd name="T5" fmla="*/ 414 h 829"/>
                  <a:gd name="T6" fmla="*/ 713 w 1430"/>
                  <a:gd name="T7" fmla="*/ 0 h 829"/>
                  <a:gd name="T8" fmla="*/ 1430 w 1430"/>
                  <a:gd name="T9" fmla="*/ 414 h 829"/>
                </a:gdLst>
                <a:ahLst/>
                <a:cxnLst>
                  <a:cxn ang="0">
                    <a:pos x="T0" y="T1"/>
                  </a:cxn>
                  <a:cxn ang="0">
                    <a:pos x="T2" y="T3"/>
                  </a:cxn>
                  <a:cxn ang="0">
                    <a:pos x="T4" y="T5"/>
                  </a:cxn>
                  <a:cxn ang="0">
                    <a:pos x="T6" y="T7"/>
                  </a:cxn>
                  <a:cxn ang="0">
                    <a:pos x="T8" y="T9"/>
                  </a:cxn>
                </a:cxnLst>
                <a:rect l="0" t="0" r="r" b="b"/>
                <a:pathLst>
                  <a:path w="1430" h="829">
                    <a:moveTo>
                      <a:pt x="1430" y="414"/>
                    </a:moveTo>
                    <a:lnTo>
                      <a:pt x="717" y="829"/>
                    </a:lnTo>
                    <a:lnTo>
                      <a:pt x="0" y="414"/>
                    </a:lnTo>
                    <a:lnTo>
                      <a:pt x="713" y="0"/>
                    </a:lnTo>
                    <a:lnTo>
                      <a:pt x="1430" y="414"/>
                    </a:lnTo>
                    <a:close/>
                  </a:path>
                </a:pathLst>
              </a:custGeom>
              <a:solidFill>
                <a:srgbClr val="6578F0"/>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56" name="矩形 55">
              <a:extLst>
                <a:ext uri="{FF2B5EF4-FFF2-40B4-BE49-F238E27FC236}">
                  <a16:creationId xmlns:a16="http://schemas.microsoft.com/office/drawing/2014/main" id="{32666F54-C5C3-0044-8AE0-37EC80542CAA}"/>
                </a:ext>
              </a:extLst>
            </p:cNvPr>
            <p:cNvSpPr/>
            <p:nvPr/>
          </p:nvSpPr>
          <p:spPr>
            <a:xfrm>
              <a:off x="3170123" y="2826937"/>
              <a:ext cx="1238367" cy="1795936"/>
            </a:xfrm>
            <a:prstGeom prst="rect">
              <a:avLst/>
            </a:prstGeom>
            <a:gradFill flip="none" rotWithShape="1">
              <a:gsLst>
                <a:gs pos="65000">
                  <a:srgbClr val="FAFBFF">
                    <a:alpha val="0"/>
                  </a:srgbClr>
                </a:gs>
                <a:gs pos="100000">
                  <a:srgbClr val="8E9CEF">
                    <a:alpha val="30000"/>
                  </a:srgbClr>
                </a:gs>
              </a:gsLst>
              <a:lin ang="16200000" scaled="1"/>
              <a:tileRect/>
            </a:gradFill>
            <a:ln>
              <a:no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8" name="组合 97">
              <a:extLst>
                <a:ext uri="{FF2B5EF4-FFF2-40B4-BE49-F238E27FC236}">
                  <a16:creationId xmlns:a16="http://schemas.microsoft.com/office/drawing/2014/main" id="{8B21F3E9-4F3F-E391-FE12-36CCEA92432C}"/>
                </a:ext>
              </a:extLst>
            </p:cNvPr>
            <p:cNvGrpSpPr/>
            <p:nvPr/>
          </p:nvGrpSpPr>
          <p:grpSpPr>
            <a:xfrm>
              <a:off x="3963380" y="1991936"/>
              <a:ext cx="1082865" cy="815340"/>
              <a:chOff x="3719768" y="2456972"/>
              <a:chExt cx="925713" cy="697013"/>
            </a:xfrm>
          </p:grpSpPr>
          <p:sp>
            <p:nvSpPr>
              <p:cNvPr id="99" name="菱形 98">
                <a:extLst>
                  <a:ext uri="{FF2B5EF4-FFF2-40B4-BE49-F238E27FC236}">
                    <a16:creationId xmlns:a16="http://schemas.microsoft.com/office/drawing/2014/main" id="{AC371D14-62CA-4676-E112-B46E9D3E1E05}"/>
                  </a:ext>
                </a:extLst>
              </p:cNvPr>
              <p:cNvSpPr/>
              <p:nvPr/>
            </p:nvSpPr>
            <p:spPr>
              <a:xfrm>
                <a:off x="3829687" y="2661297"/>
                <a:ext cx="815794" cy="452561"/>
              </a:xfrm>
              <a:prstGeom prst="diamond">
                <a:avLst/>
              </a:prstGeom>
              <a:solidFill>
                <a:schemeClr val="bg1"/>
              </a:solidFill>
              <a:ln>
                <a:noFill/>
              </a:ln>
            </p:spPr>
            <p:txBody>
              <a:bodyPr vert="horz" wrap="square" lIns="91440" tIns="45720" rIns="91440" bIns="45720" numCol="1" anchor="t" anchorCtr="0" compatLnSpc="1">
                <a:prstTxWarp prst="textNoShape">
                  <a:avLst/>
                </a:prstTxWarp>
              </a:bodyPr>
              <a:lstStyle/>
              <a:p>
                <a:pPr algn="ctr"/>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sp>
            <p:nvSpPr>
              <p:cNvPr id="100" name="文本框 99">
                <a:extLst>
                  <a:ext uri="{FF2B5EF4-FFF2-40B4-BE49-F238E27FC236}">
                    <a16:creationId xmlns:a16="http://schemas.microsoft.com/office/drawing/2014/main" id="{0DBE2F2C-FF5E-7500-7CF1-72B9558C6EB3}"/>
                  </a:ext>
                </a:extLst>
              </p:cNvPr>
              <p:cNvSpPr txBox="1"/>
              <p:nvPr/>
            </p:nvSpPr>
            <p:spPr>
              <a:xfrm>
                <a:off x="3719768" y="2969808"/>
                <a:ext cx="508680" cy="184177"/>
              </a:xfrm>
              <a:prstGeom prst="rect">
                <a:avLst/>
              </a:prstGeom>
              <a:noFill/>
              <a:scene3d>
                <a:camera prst="isometricBottomDown"/>
                <a:lightRig rig="threePt" dir="t"/>
              </a:scene3d>
            </p:spPr>
            <p:txBody>
              <a:bodyPr wrap="none" rtlCol="0">
                <a:spAutoFit/>
              </a:bodyPr>
              <a:lstStyle/>
              <a:p>
                <a:pPr algn="ctr"/>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grpSp>
            <p:nvGrpSpPr>
              <p:cNvPr id="101" name="组合 100">
                <a:extLst>
                  <a:ext uri="{FF2B5EF4-FFF2-40B4-BE49-F238E27FC236}">
                    <a16:creationId xmlns:a16="http://schemas.microsoft.com/office/drawing/2014/main" id="{D607FEDD-45E8-6079-C99A-996798C42476}"/>
                  </a:ext>
                </a:extLst>
              </p:cNvPr>
              <p:cNvGrpSpPr/>
              <p:nvPr/>
            </p:nvGrpSpPr>
            <p:grpSpPr>
              <a:xfrm>
                <a:off x="3923650" y="2528236"/>
                <a:ext cx="620947" cy="495548"/>
                <a:chOff x="2883574" y="2528236"/>
                <a:chExt cx="620947" cy="495548"/>
              </a:xfrm>
            </p:grpSpPr>
            <p:grpSp>
              <p:nvGrpSpPr>
                <p:cNvPr id="103" name="组合 102">
                  <a:extLst>
                    <a:ext uri="{FF2B5EF4-FFF2-40B4-BE49-F238E27FC236}">
                      <a16:creationId xmlns:a16="http://schemas.microsoft.com/office/drawing/2014/main" id="{D34C89AE-3FCF-F68F-E4BB-6C3866B135B0}"/>
                    </a:ext>
                  </a:extLst>
                </p:cNvPr>
                <p:cNvGrpSpPr/>
                <p:nvPr/>
              </p:nvGrpSpPr>
              <p:grpSpPr>
                <a:xfrm>
                  <a:off x="2883574" y="2621661"/>
                  <a:ext cx="620944" cy="402123"/>
                  <a:chOff x="6512018" y="615964"/>
                  <a:chExt cx="1370012" cy="930275"/>
                </a:xfrm>
              </p:grpSpPr>
              <p:sp>
                <p:nvSpPr>
                  <p:cNvPr id="108" name="Freeform 14">
                    <a:extLst>
                      <a:ext uri="{FF2B5EF4-FFF2-40B4-BE49-F238E27FC236}">
                        <a16:creationId xmlns:a16="http://schemas.microsoft.com/office/drawing/2014/main" id="{D2115431-F727-2047-9B0D-EBB5E9339AA1}"/>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pPr algn="ctr"/>
                    <a:endParaRPr lang="zh-CN" altLang="en-US">
                      <a:latin typeface="HarmonyOS Sans SC Medium" panose="00000600000000000000" pitchFamily="2" charset="-122"/>
                      <a:ea typeface="HarmonyOS Sans SC Medium" panose="00000600000000000000" pitchFamily="2" charset="-122"/>
                    </a:endParaRPr>
                  </a:p>
                </p:txBody>
              </p:sp>
              <p:sp>
                <p:nvSpPr>
                  <p:cNvPr id="109" name="Freeform 15">
                    <a:extLst>
                      <a:ext uri="{FF2B5EF4-FFF2-40B4-BE49-F238E27FC236}">
                        <a16:creationId xmlns:a16="http://schemas.microsoft.com/office/drawing/2014/main" id="{859193D0-A74F-015F-E7EA-8953FAD9A762}"/>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pPr algn="ctr"/>
                    <a:endParaRPr lang="zh-CN" altLang="en-US">
                      <a:latin typeface="HarmonyOS Sans SC Medium" panose="00000600000000000000" pitchFamily="2" charset="-122"/>
                      <a:ea typeface="HarmonyOS Sans SC Medium" panose="00000600000000000000" pitchFamily="2" charset="-122"/>
                    </a:endParaRPr>
                  </a:p>
                </p:txBody>
              </p:sp>
              <p:sp>
                <p:nvSpPr>
                  <p:cNvPr id="110" name="Freeform 16">
                    <a:extLst>
                      <a:ext uri="{FF2B5EF4-FFF2-40B4-BE49-F238E27FC236}">
                        <a16:creationId xmlns:a16="http://schemas.microsoft.com/office/drawing/2014/main" id="{69D6FAD5-2A01-5FC0-9B26-8D8FE3C0C52E}"/>
                      </a:ext>
                    </a:extLst>
                  </p:cNvPr>
                  <p:cNvSpPr>
                    <a:spLocks/>
                  </p:cNvSpPr>
                  <p:nvPr/>
                </p:nvSpPr>
                <p:spPr bwMode="auto">
                  <a:xfrm>
                    <a:off x="6512018" y="615964"/>
                    <a:ext cx="1370012"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pPr algn="ctr"/>
                    <a:endParaRPr lang="zh-CN" altLang="en-US">
                      <a:latin typeface="HarmonyOS Sans SC Medium" panose="00000600000000000000" pitchFamily="2" charset="-122"/>
                      <a:ea typeface="HarmonyOS Sans SC Medium" panose="00000600000000000000" pitchFamily="2" charset="-122"/>
                    </a:endParaRPr>
                  </a:p>
                </p:txBody>
              </p:sp>
            </p:grpSp>
            <p:grpSp>
              <p:nvGrpSpPr>
                <p:cNvPr id="104" name="组合 103">
                  <a:extLst>
                    <a:ext uri="{FF2B5EF4-FFF2-40B4-BE49-F238E27FC236}">
                      <a16:creationId xmlns:a16="http://schemas.microsoft.com/office/drawing/2014/main" id="{75BCDEAA-B37F-4284-522D-EEA3CDE8D7B2}"/>
                    </a:ext>
                  </a:extLst>
                </p:cNvPr>
                <p:cNvGrpSpPr/>
                <p:nvPr/>
              </p:nvGrpSpPr>
              <p:grpSpPr>
                <a:xfrm>
                  <a:off x="2883576" y="2528236"/>
                  <a:ext cx="620945" cy="402124"/>
                  <a:chOff x="6512018" y="615961"/>
                  <a:chExt cx="1370013" cy="930278"/>
                </a:xfrm>
              </p:grpSpPr>
              <p:sp>
                <p:nvSpPr>
                  <p:cNvPr id="105" name="Freeform 14">
                    <a:extLst>
                      <a:ext uri="{FF2B5EF4-FFF2-40B4-BE49-F238E27FC236}">
                        <a16:creationId xmlns:a16="http://schemas.microsoft.com/office/drawing/2014/main" id="{560BF977-BF84-7635-3319-5313AC8D75CC}"/>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pPr algn="ctr"/>
                    <a:endParaRPr lang="zh-CN" altLang="en-US">
                      <a:latin typeface="HarmonyOS Sans SC Medium" panose="00000600000000000000" pitchFamily="2" charset="-122"/>
                      <a:ea typeface="HarmonyOS Sans SC Medium" panose="00000600000000000000" pitchFamily="2" charset="-122"/>
                    </a:endParaRPr>
                  </a:p>
                </p:txBody>
              </p:sp>
              <p:sp>
                <p:nvSpPr>
                  <p:cNvPr id="106" name="Freeform 15">
                    <a:extLst>
                      <a:ext uri="{FF2B5EF4-FFF2-40B4-BE49-F238E27FC236}">
                        <a16:creationId xmlns:a16="http://schemas.microsoft.com/office/drawing/2014/main" id="{0AC24751-606B-2C9B-BE4B-E8326927B350}"/>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pPr algn="ctr"/>
                    <a:endParaRPr lang="zh-CN" altLang="en-US">
                      <a:latin typeface="HarmonyOS Sans SC Medium" panose="00000600000000000000" pitchFamily="2" charset="-122"/>
                      <a:ea typeface="HarmonyOS Sans SC Medium" panose="00000600000000000000" pitchFamily="2" charset="-122"/>
                    </a:endParaRPr>
                  </a:p>
                </p:txBody>
              </p:sp>
              <p:sp>
                <p:nvSpPr>
                  <p:cNvPr id="107" name="Freeform 16">
                    <a:extLst>
                      <a:ext uri="{FF2B5EF4-FFF2-40B4-BE49-F238E27FC236}">
                        <a16:creationId xmlns:a16="http://schemas.microsoft.com/office/drawing/2014/main" id="{B6C9953A-AA10-2886-E077-5B4B68067451}"/>
                      </a:ext>
                    </a:extLst>
                  </p:cNvPr>
                  <p:cNvSpPr>
                    <a:spLocks/>
                  </p:cNvSpPr>
                  <p:nvPr/>
                </p:nvSpPr>
                <p:spPr bwMode="auto">
                  <a:xfrm>
                    <a:off x="6512018" y="615961"/>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pPr algn="ctr"/>
                    <a:endParaRPr lang="zh-CN" altLang="en-US">
                      <a:latin typeface="HarmonyOS Sans SC Medium" panose="00000600000000000000" pitchFamily="2" charset="-122"/>
                      <a:ea typeface="HarmonyOS Sans SC Medium" panose="00000600000000000000" pitchFamily="2" charset="-122"/>
                    </a:endParaRPr>
                  </a:p>
                </p:txBody>
              </p:sp>
            </p:grpSp>
          </p:grpSp>
          <p:sp>
            <p:nvSpPr>
              <p:cNvPr id="102" name="Freeform 45">
                <a:extLst>
                  <a:ext uri="{FF2B5EF4-FFF2-40B4-BE49-F238E27FC236}">
                    <a16:creationId xmlns:a16="http://schemas.microsoft.com/office/drawing/2014/main" id="{F869A0FF-C717-A07D-FF11-D49E32C891BC}"/>
                  </a:ext>
                </a:extLst>
              </p:cNvPr>
              <p:cNvSpPr>
                <a:spLocks noEditPoints="1"/>
              </p:cNvSpPr>
              <p:nvPr/>
            </p:nvSpPr>
            <p:spPr bwMode="auto">
              <a:xfrm>
                <a:off x="4108965" y="2456972"/>
                <a:ext cx="233169" cy="233169"/>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atin typeface="HarmonyOS Sans SC Medium" panose="00000600000000000000" pitchFamily="2" charset="-122"/>
                  <a:ea typeface="HarmonyOS Sans SC Medium" panose="00000600000000000000" pitchFamily="2" charset="-122"/>
                </a:endParaRPr>
              </a:p>
            </p:txBody>
          </p:sp>
        </p:grpSp>
        <p:grpSp>
          <p:nvGrpSpPr>
            <p:cNvPr id="111" name="组合 110">
              <a:extLst>
                <a:ext uri="{FF2B5EF4-FFF2-40B4-BE49-F238E27FC236}">
                  <a16:creationId xmlns:a16="http://schemas.microsoft.com/office/drawing/2014/main" id="{EEA2B351-31EE-C800-9BB5-D83F76D798C0}"/>
                </a:ext>
              </a:extLst>
            </p:cNvPr>
            <p:cNvGrpSpPr/>
            <p:nvPr/>
          </p:nvGrpSpPr>
          <p:grpSpPr>
            <a:xfrm>
              <a:off x="6203303" y="1991936"/>
              <a:ext cx="1157224" cy="768403"/>
              <a:chOff x="3829687" y="2456972"/>
              <a:chExt cx="989280" cy="656886"/>
            </a:xfrm>
          </p:grpSpPr>
          <p:sp>
            <p:nvSpPr>
              <p:cNvPr id="112" name="菱形 111">
                <a:extLst>
                  <a:ext uri="{FF2B5EF4-FFF2-40B4-BE49-F238E27FC236}">
                    <a16:creationId xmlns:a16="http://schemas.microsoft.com/office/drawing/2014/main" id="{CE59CA35-D602-5329-4F52-221329E4069D}"/>
                  </a:ext>
                </a:extLst>
              </p:cNvPr>
              <p:cNvSpPr/>
              <p:nvPr/>
            </p:nvSpPr>
            <p:spPr>
              <a:xfrm>
                <a:off x="3829687" y="2661297"/>
                <a:ext cx="815794" cy="452561"/>
              </a:xfrm>
              <a:prstGeom prst="diamond">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sp>
            <p:nvSpPr>
              <p:cNvPr id="113" name="文本框 112">
                <a:extLst>
                  <a:ext uri="{FF2B5EF4-FFF2-40B4-BE49-F238E27FC236}">
                    <a16:creationId xmlns:a16="http://schemas.microsoft.com/office/drawing/2014/main" id="{B8D8459A-458F-8843-4B11-BCEF5E3E9129}"/>
                  </a:ext>
                </a:extLst>
              </p:cNvPr>
              <p:cNvSpPr txBox="1"/>
              <p:nvPr/>
            </p:nvSpPr>
            <p:spPr>
              <a:xfrm>
                <a:off x="4310287" y="2926750"/>
                <a:ext cx="508680" cy="184177"/>
              </a:xfrm>
              <a:prstGeom prst="rect">
                <a:avLst/>
              </a:prstGeom>
              <a:noFill/>
              <a:scene3d>
                <a:camera prst="isometricTopUp"/>
                <a:lightRig rig="threePt" dir="t"/>
              </a:scene3d>
            </p:spPr>
            <p:txBody>
              <a:bodyPr wrap="none" rtlCol="0">
                <a:spAutoFit/>
              </a:bodyPr>
              <a:lstStyle/>
              <a:p>
                <a:pPr algn="ctr"/>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grpSp>
            <p:nvGrpSpPr>
              <p:cNvPr id="114" name="组合 113">
                <a:extLst>
                  <a:ext uri="{FF2B5EF4-FFF2-40B4-BE49-F238E27FC236}">
                    <a16:creationId xmlns:a16="http://schemas.microsoft.com/office/drawing/2014/main" id="{33779FEF-9DE0-2897-E6BC-D079F582AA72}"/>
                  </a:ext>
                </a:extLst>
              </p:cNvPr>
              <p:cNvGrpSpPr/>
              <p:nvPr/>
            </p:nvGrpSpPr>
            <p:grpSpPr>
              <a:xfrm>
                <a:off x="3923647" y="2528236"/>
                <a:ext cx="620950" cy="495547"/>
                <a:chOff x="2883571" y="2528236"/>
                <a:chExt cx="620950" cy="495547"/>
              </a:xfrm>
            </p:grpSpPr>
            <p:grpSp>
              <p:nvGrpSpPr>
                <p:cNvPr id="116" name="组合 115">
                  <a:extLst>
                    <a:ext uri="{FF2B5EF4-FFF2-40B4-BE49-F238E27FC236}">
                      <a16:creationId xmlns:a16="http://schemas.microsoft.com/office/drawing/2014/main" id="{FD5C66F5-1A9B-760A-3EBA-8F05831819CC}"/>
                    </a:ext>
                  </a:extLst>
                </p:cNvPr>
                <p:cNvGrpSpPr/>
                <p:nvPr/>
              </p:nvGrpSpPr>
              <p:grpSpPr>
                <a:xfrm>
                  <a:off x="2883571" y="2621660"/>
                  <a:ext cx="620945" cy="402123"/>
                  <a:chOff x="6512015" y="615963"/>
                  <a:chExt cx="1370015" cy="930276"/>
                </a:xfrm>
              </p:grpSpPr>
              <p:sp>
                <p:nvSpPr>
                  <p:cNvPr id="121" name="Freeform 14">
                    <a:extLst>
                      <a:ext uri="{FF2B5EF4-FFF2-40B4-BE49-F238E27FC236}">
                        <a16:creationId xmlns:a16="http://schemas.microsoft.com/office/drawing/2014/main" id="{6ACB8D93-6E7D-585B-A8C5-23AD794745CC}"/>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22" name="Freeform 15">
                    <a:extLst>
                      <a:ext uri="{FF2B5EF4-FFF2-40B4-BE49-F238E27FC236}">
                        <a16:creationId xmlns:a16="http://schemas.microsoft.com/office/drawing/2014/main" id="{545E3277-141A-6A15-D836-243CA39D48B4}"/>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23" name="Freeform 16">
                    <a:extLst>
                      <a:ext uri="{FF2B5EF4-FFF2-40B4-BE49-F238E27FC236}">
                        <a16:creationId xmlns:a16="http://schemas.microsoft.com/office/drawing/2014/main" id="{06353B9B-30E5-134A-8A31-B9835A42B4EB}"/>
                      </a:ext>
                    </a:extLst>
                  </p:cNvPr>
                  <p:cNvSpPr>
                    <a:spLocks/>
                  </p:cNvSpPr>
                  <p:nvPr/>
                </p:nvSpPr>
                <p:spPr bwMode="auto">
                  <a:xfrm>
                    <a:off x="6512015" y="615963"/>
                    <a:ext cx="1370012"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117" name="组合 116">
                  <a:extLst>
                    <a:ext uri="{FF2B5EF4-FFF2-40B4-BE49-F238E27FC236}">
                      <a16:creationId xmlns:a16="http://schemas.microsoft.com/office/drawing/2014/main" id="{668875DD-591D-AB7D-81D1-FAFD13ADFADB}"/>
                    </a:ext>
                  </a:extLst>
                </p:cNvPr>
                <p:cNvGrpSpPr/>
                <p:nvPr/>
              </p:nvGrpSpPr>
              <p:grpSpPr>
                <a:xfrm>
                  <a:off x="2883576" y="2528236"/>
                  <a:ext cx="620945" cy="402124"/>
                  <a:chOff x="6512018" y="615961"/>
                  <a:chExt cx="1370013" cy="930278"/>
                </a:xfrm>
              </p:grpSpPr>
              <p:sp>
                <p:nvSpPr>
                  <p:cNvPr id="118" name="Freeform 14">
                    <a:extLst>
                      <a:ext uri="{FF2B5EF4-FFF2-40B4-BE49-F238E27FC236}">
                        <a16:creationId xmlns:a16="http://schemas.microsoft.com/office/drawing/2014/main" id="{CA23F690-D746-5470-1A23-91858824D5E2}"/>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19" name="Freeform 15">
                    <a:extLst>
                      <a:ext uri="{FF2B5EF4-FFF2-40B4-BE49-F238E27FC236}">
                        <a16:creationId xmlns:a16="http://schemas.microsoft.com/office/drawing/2014/main" id="{88AAF27C-B623-65EA-C5E6-D9D5940A746E}"/>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20" name="Freeform 16">
                    <a:extLst>
                      <a:ext uri="{FF2B5EF4-FFF2-40B4-BE49-F238E27FC236}">
                        <a16:creationId xmlns:a16="http://schemas.microsoft.com/office/drawing/2014/main" id="{1FCA303C-6400-F02F-CCE5-9B7915ADFC6F}"/>
                      </a:ext>
                    </a:extLst>
                  </p:cNvPr>
                  <p:cNvSpPr>
                    <a:spLocks/>
                  </p:cNvSpPr>
                  <p:nvPr/>
                </p:nvSpPr>
                <p:spPr bwMode="auto">
                  <a:xfrm>
                    <a:off x="6512018" y="615961"/>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sp>
            <p:nvSpPr>
              <p:cNvPr id="115" name="Freeform 45">
                <a:extLst>
                  <a:ext uri="{FF2B5EF4-FFF2-40B4-BE49-F238E27FC236}">
                    <a16:creationId xmlns:a16="http://schemas.microsoft.com/office/drawing/2014/main" id="{3BC7FB10-A973-7AFA-CEDD-5CC1B93EA364}"/>
                  </a:ext>
                </a:extLst>
              </p:cNvPr>
              <p:cNvSpPr>
                <a:spLocks noEditPoints="1"/>
              </p:cNvSpPr>
              <p:nvPr/>
            </p:nvSpPr>
            <p:spPr bwMode="auto">
              <a:xfrm>
                <a:off x="4108965" y="2456972"/>
                <a:ext cx="233169" cy="233169"/>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HarmonyOS Sans SC Medium" panose="00000600000000000000" pitchFamily="2" charset="-122"/>
                  <a:ea typeface="HarmonyOS Sans SC Medium" panose="00000600000000000000" pitchFamily="2" charset="-122"/>
                </a:endParaRPr>
              </a:p>
            </p:txBody>
          </p:sp>
        </p:grpSp>
        <p:sp>
          <p:nvSpPr>
            <p:cNvPr id="150" name="矩形 175">
              <a:extLst>
                <a:ext uri="{FF2B5EF4-FFF2-40B4-BE49-F238E27FC236}">
                  <a16:creationId xmlns:a16="http://schemas.microsoft.com/office/drawing/2014/main" id="{6341A3A2-2D49-FDA5-1340-BC4A38438600}"/>
                </a:ext>
              </a:extLst>
            </p:cNvPr>
            <p:cNvSpPr/>
            <p:nvPr/>
          </p:nvSpPr>
          <p:spPr>
            <a:xfrm>
              <a:off x="5107453" y="1784745"/>
              <a:ext cx="965454" cy="965454"/>
            </a:xfrm>
            <a:custGeom>
              <a:avLst/>
              <a:gdLst>
                <a:gd name="connsiteX0" fmla="*/ 0 w 452532"/>
                <a:gd name="connsiteY0" fmla="*/ 0 h 452532"/>
                <a:gd name="connsiteX1" fmla="*/ 452532 w 452532"/>
                <a:gd name="connsiteY1" fmla="*/ 0 h 452532"/>
                <a:gd name="connsiteX2" fmla="*/ 452532 w 452532"/>
                <a:gd name="connsiteY2" fmla="*/ 452532 h 452532"/>
                <a:gd name="connsiteX3" fmla="*/ 0 w 452532"/>
                <a:gd name="connsiteY3" fmla="*/ 452532 h 452532"/>
                <a:gd name="connsiteX4" fmla="*/ 0 w 452532"/>
                <a:gd name="connsiteY4" fmla="*/ 0 h 452532"/>
                <a:gd name="connsiteX0" fmla="*/ 452532 w 543972"/>
                <a:gd name="connsiteY0" fmla="*/ 452532 h 543972"/>
                <a:gd name="connsiteX1" fmla="*/ 0 w 543972"/>
                <a:gd name="connsiteY1" fmla="*/ 452532 h 543972"/>
                <a:gd name="connsiteX2" fmla="*/ 0 w 543972"/>
                <a:gd name="connsiteY2" fmla="*/ 0 h 543972"/>
                <a:gd name="connsiteX3" fmla="*/ 452532 w 543972"/>
                <a:gd name="connsiteY3" fmla="*/ 0 h 543972"/>
                <a:gd name="connsiteX4" fmla="*/ 543972 w 543972"/>
                <a:gd name="connsiteY4" fmla="*/ 543972 h 543972"/>
                <a:gd name="connsiteX0" fmla="*/ 452532 w 452532"/>
                <a:gd name="connsiteY0" fmla="*/ 452532 h 452532"/>
                <a:gd name="connsiteX1" fmla="*/ 0 w 452532"/>
                <a:gd name="connsiteY1" fmla="*/ 452532 h 452532"/>
                <a:gd name="connsiteX2" fmla="*/ 0 w 452532"/>
                <a:gd name="connsiteY2" fmla="*/ 0 h 452532"/>
                <a:gd name="connsiteX3" fmla="*/ 452532 w 452532"/>
                <a:gd name="connsiteY3" fmla="*/ 0 h 452532"/>
                <a:gd name="connsiteX0" fmla="*/ 0 w 452532"/>
                <a:gd name="connsiteY0" fmla="*/ 452532 h 452532"/>
                <a:gd name="connsiteX1" fmla="*/ 0 w 452532"/>
                <a:gd name="connsiteY1" fmla="*/ 0 h 452532"/>
                <a:gd name="connsiteX2" fmla="*/ 452532 w 452532"/>
                <a:gd name="connsiteY2" fmla="*/ 0 h 452532"/>
              </a:gdLst>
              <a:ahLst/>
              <a:cxnLst>
                <a:cxn ang="0">
                  <a:pos x="connsiteX0" y="connsiteY0"/>
                </a:cxn>
                <a:cxn ang="0">
                  <a:pos x="connsiteX1" y="connsiteY1"/>
                </a:cxn>
                <a:cxn ang="0">
                  <a:pos x="connsiteX2" y="connsiteY2"/>
                </a:cxn>
              </a:cxnLst>
              <a:rect l="l" t="t" r="r" b="b"/>
              <a:pathLst>
                <a:path w="452532" h="452532">
                  <a:moveTo>
                    <a:pt x="0" y="452532"/>
                  </a:moveTo>
                  <a:lnTo>
                    <a:pt x="0" y="0"/>
                  </a:lnTo>
                  <a:lnTo>
                    <a:pt x="452532" y="0"/>
                  </a:lnTo>
                </a:path>
              </a:pathLst>
            </a:custGeom>
            <a:noFill/>
            <a:ln w="25400">
              <a:gradFill flip="none" rotWithShape="1">
                <a:gsLst>
                  <a:gs pos="0">
                    <a:srgbClr val="3749CC">
                      <a:alpha val="0"/>
                    </a:srgbClr>
                  </a:gs>
                  <a:gs pos="63000">
                    <a:srgbClr val="3749CC"/>
                  </a:gs>
                </a:gsLst>
                <a:lin ang="16200000" scaled="1"/>
                <a:tileRect/>
              </a:gradFill>
              <a:tailEnd type="triangle"/>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a:extLst>
                <a:ext uri="{FF2B5EF4-FFF2-40B4-BE49-F238E27FC236}">
                  <a16:creationId xmlns:a16="http://schemas.microsoft.com/office/drawing/2014/main" id="{CF1F6D42-2A5A-A545-BFF3-58739D9FD82A}"/>
                </a:ext>
              </a:extLst>
            </p:cNvPr>
            <p:cNvSpPr/>
            <p:nvPr/>
          </p:nvSpPr>
          <p:spPr>
            <a:xfrm>
              <a:off x="5683563" y="1681397"/>
              <a:ext cx="227024" cy="227024"/>
            </a:xfrm>
            <a:prstGeom prst="rect">
              <a:avLst/>
            </a:prstGeom>
            <a:solidFill>
              <a:srgbClr val="6578F0"/>
            </a:solidFill>
            <a:ln>
              <a:noFill/>
            </a:ln>
            <a:scene3d>
              <a:camera prst="isometricTopUp"/>
              <a:lightRig rig="threePt" dir="t"/>
            </a:scene3d>
          </p:spPr>
          <p:txBody>
            <a:bodyPr vert="horz" wrap="square" lIns="91440" tIns="45720" rIns="91440" bIns="45720" numCol="1" anchor="t" anchorCtr="0" compatLnSpc="1">
              <a:prstTxWarp prst="textNoShape">
                <a:avLst/>
              </a:prstTxWarp>
            </a:bodyPr>
            <a:lstStyle/>
            <a:p>
              <a:r>
                <a:rPr lang="en-US" altLang="zh-CN" sz="1050" dirty="0">
                  <a:solidFill>
                    <a:schemeClr val="bg1"/>
                  </a:solidFill>
                </a:rPr>
                <a:t>1</a:t>
              </a:r>
              <a:endParaRPr lang="zh-CN" altLang="en-US" sz="1050" dirty="0">
                <a:solidFill>
                  <a:schemeClr val="bg1"/>
                </a:solidFill>
              </a:endParaRPr>
            </a:p>
          </p:txBody>
        </p:sp>
        <p:sp>
          <p:nvSpPr>
            <p:cNvPr id="152"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1E11F295-5DAF-6102-3981-B22C9FB93FC3}"/>
                </a:ext>
              </a:extLst>
            </p:cNvPr>
            <p:cNvSpPr/>
            <p:nvPr/>
          </p:nvSpPr>
          <p:spPr>
            <a:xfrm>
              <a:off x="5371986" y="3159125"/>
              <a:ext cx="385801" cy="471535"/>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TopUp"/>
              <a:lightRig rig="threePt" dir="t"/>
            </a:scene3d>
          </p:spPr>
          <p:txBody>
            <a:bodyPr rtlCol="0" anchor="ctr"/>
            <a:lstStyle/>
            <a:p>
              <a:pPr algn="ctr"/>
              <a:endParaRPr lang="zh-CN" altLang="en-US" sz="2800"/>
            </a:p>
          </p:txBody>
        </p:sp>
        <p:sp>
          <p:nvSpPr>
            <p:cNvPr id="153" name="文本框 152">
              <a:extLst>
                <a:ext uri="{FF2B5EF4-FFF2-40B4-BE49-F238E27FC236}">
                  <a16:creationId xmlns:a16="http://schemas.microsoft.com/office/drawing/2014/main" id="{6A3186AE-DC0B-1E92-386B-6ED4E5B7524A}"/>
                </a:ext>
              </a:extLst>
            </p:cNvPr>
            <p:cNvSpPr txBox="1"/>
            <p:nvPr/>
          </p:nvSpPr>
          <p:spPr>
            <a:xfrm>
              <a:off x="5499602" y="3478090"/>
              <a:ext cx="723275" cy="253916"/>
            </a:xfrm>
            <a:prstGeom prst="rect">
              <a:avLst/>
            </a:prstGeom>
            <a:noFill/>
            <a:scene3d>
              <a:camera prst="isometricTopUp"/>
              <a:lightRig rig="threePt" dir="t"/>
            </a:scene3d>
          </p:spPr>
          <p:txBody>
            <a:bodyPr wrap="none" rtlCol="0">
              <a:spAutoFit/>
            </a:bodyPr>
            <a:lstStyle/>
            <a:p>
              <a:pPr algn="ctr"/>
              <a:r>
                <a:rPr lang="zh-CN" altLang="en-US" sz="1050" dirty="0">
                  <a:solidFill>
                    <a:schemeClr val="bg1"/>
                  </a:solidFill>
                  <a:latin typeface="HarmonyOS Sans SC Medium" panose="00000600000000000000" pitchFamily="2" charset="-122"/>
                  <a:ea typeface="HarmonyOS Sans SC Medium" panose="00000600000000000000" pitchFamily="2" charset="-122"/>
                </a:rPr>
                <a:t>标注文字</a:t>
              </a:r>
            </a:p>
          </p:txBody>
        </p:sp>
        <p:sp>
          <p:nvSpPr>
            <p:cNvPr id="154" name="矩形 153">
              <a:extLst>
                <a:ext uri="{FF2B5EF4-FFF2-40B4-BE49-F238E27FC236}">
                  <a16:creationId xmlns:a16="http://schemas.microsoft.com/office/drawing/2014/main" id="{C1DEF816-2592-C5CA-E290-779AA3FE96E8}"/>
                </a:ext>
              </a:extLst>
            </p:cNvPr>
            <p:cNvSpPr/>
            <p:nvPr/>
          </p:nvSpPr>
          <p:spPr>
            <a:xfrm>
              <a:off x="7528917" y="2939658"/>
              <a:ext cx="227024" cy="227024"/>
            </a:xfrm>
            <a:prstGeom prst="rect">
              <a:avLst/>
            </a:prstGeom>
            <a:solidFill>
              <a:srgbClr val="6578F0"/>
            </a:solidFill>
            <a:ln>
              <a:noFill/>
            </a:ln>
            <a:scene3d>
              <a:camera prst="isometricRightUp"/>
              <a:lightRig rig="threePt" dir="t"/>
            </a:scene3d>
          </p:spPr>
          <p:txBody>
            <a:bodyPr vert="horz" wrap="square" lIns="91440" tIns="45720" rIns="91440" bIns="45720" numCol="1" anchor="t" anchorCtr="0" compatLnSpc="1">
              <a:prstTxWarp prst="textNoShape">
                <a:avLst/>
              </a:prstTxWarp>
            </a:bodyPr>
            <a:lstStyle/>
            <a:p>
              <a:r>
                <a:rPr lang="en-US" altLang="zh-CN" sz="1050" dirty="0">
                  <a:solidFill>
                    <a:schemeClr val="bg1"/>
                  </a:solidFill>
                </a:rPr>
                <a:t>2</a:t>
              </a:r>
              <a:endParaRPr lang="zh-CN" altLang="en-US" sz="1050" dirty="0">
                <a:solidFill>
                  <a:schemeClr val="bg1"/>
                </a:solidFill>
              </a:endParaRPr>
            </a:p>
          </p:txBody>
        </p:sp>
        <p:sp>
          <p:nvSpPr>
            <p:cNvPr id="155" name="任意多边形: 形状 154">
              <a:extLst>
                <a:ext uri="{FF2B5EF4-FFF2-40B4-BE49-F238E27FC236}">
                  <a16:creationId xmlns:a16="http://schemas.microsoft.com/office/drawing/2014/main" id="{7DA902E5-A31C-E07F-5209-1C10E4218CD2}"/>
                </a:ext>
              </a:extLst>
            </p:cNvPr>
            <p:cNvSpPr/>
            <p:nvPr/>
          </p:nvSpPr>
          <p:spPr>
            <a:xfrm>
              <a:off x="6947807" y="2694214"/>
              <a:ext cx="555172" cy="1534886"/>
            </a:xfrm>
            <a:custGeom>
              <a:avLst/>
              <a:gdLst>
                <a:gd name="connsiteX0" fmla="*/ 195943 w 555172"/>
                <a:gd name="connsiteY0" fmla="*/ 0 h 1534886"/>
                <a:gd name="connsiteX1" fmla="*/ 555172 w 555172"/>
                <a:gd name="connsiteY1" fmla="*/ 204107 h 1534886"/>
                <a:gd name="connsiteX2" fmla="*/ 555172 w 555172"/>
                <a:gd name="connsiteY2" fmla="*/ 1200150 h 1534886"/>
                <a:gd name="connsiteX3" fmla="*/ 0 w 555172"/>
                <a:gd name="connsiteY3" fmla="*/ 1534886 h 1534886"/>
              </a:gdLst>
              <a:ahLst/>
              <a:cxnLst>
                <a:cxn ang="0">
                  <a:pos x="connsiteX0" y="connsiteY0"/>
                </a:cxn>
                <a:cxn ang="0">
                  <a:pos x="connsiteX1" y="connsiteY1"/>
                </a:cxn>
                <a:cxn ang="0">
                  <a:pos x="connsiteX2" y="connsiteY2"/>
                </a:cxn>
                <a:cxn ang="0">
                  <a:pos x="connsiteX3" y="connsiteY3"/>
                </a:cxn>
              </a:cxnLst>
              <a:rect l="l" t="t" r="r" b="b"/>
              <a:pathLst>
                <a:path w="555172" h="1534886">
                  <a:moveTo>
                    <a:pt x="195943" y="0"/>
                  </a:moveTo>
                  <a:lnTo>
                    <a:pt x="555172" y="204107"/>
                  </a:lnTo>
                  <a:lnTo>
                    <a:pt x="555172" y="1200150"/>
                  </a:lnTo>
                  <a:lnTo>
                    <a:pt x="0" y="1534886"/>
                  </a:lnTo>
                </a:path>
              </a:pathLst>
            </a:custGeom>
            <a:noFill/>
            <a:ln>
              <a:gradFill>
                <a:gsLst>
                  <a:gs pos="0">
                    <a:schemeClr val="accent1">
                      <a:lumMod val="5000"/>
                      <a:lumOff val="95000"/>
                      <a:alpha val="0"/>
                    </a:schemeClr>
                  </a:gs>
                  <a:gs pos="22000">
                    <a:srgbClr val="3749CC"/>
                  </a:gs>
                </a:gsLst>
                <a:lin ang="5400000" scaled="1"/>
              </a:gra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a:extLst>
                <a:ext uri="{FF2B5EF4-FFF2-40B4-BE49-F238E27FC236}">
                  <a16:creationId xmlns:a16="http://schemas.microsoft.com/office/drawing/2014/main" id="{6DDDEFEA-A8E4-466B-7AD2-B9C9E7949284}"/>
                </a:ext>
              </a:extLst>
            </p:cNvPr>
            <p:cNvSpPr/>
            <p:nvPr/>
          </p:nvSpPr>
          <p:spPr>
            <a:xfrm>
              <a:off x="5594824" y="2619818"/>
              <a:ext cx="227024" cy="227024"/>
            </a:xfrm>
            <a:prstGeom prst="rect">
              <a:avLst/>
            </a:prstGeom>
            <a:solidFill>
              <a:srgbClr val="6578F0"/>
            </a:solidFill>
            <a:ln>
              <a:noFill/>
            </a:ln>
            <a:scene3d>
              <a:camera prst="isometricLeftDown"/>
              <a:lightRig rig="threePt" dir="t"/>
            </a:scene3d>
          </p:spPr>
          <p:txBody>
            <a:bodyPr vert="horz" wrap="square" lIns="91440" tIns="45720" rIns="91440" bIns="45720" numCol="1" anchor="t" anchorCtr="0" compatLnSpc="1">
              <a:prstTxWarp prst="textNoShape">
                <a:avLst/>
              </a:prstTxWarp>
            </a:bodyPr>
            <a:lstStyle/>
            <a:p>
              <a:r>
                <a:rPr lang="en-US" altLang="zh-CN" sz="1050" dirty="0">
                  <a:solidFill>
                    <a:schemeClr val="bg1"/>
                  </a:solidFill>
                </a:rPr>
                <a:t>3</a:t>
              </a:r>
              <a:endParaRPr lang="zh-CN" altLang="en-US" sz="1050" dirty="0">
                <a:solidFill>
                  <a:schemeClr val="bg1"/>
                </a:solidFill>
              </a:endParaRPr>
            </a:p>
          </p:txBody>
        </p:sp>
        <p:sp>
          <p:nvSpPr>
            <p:cNvPr id="157" name="任意多边形: 形状 156">
              <a:extLst>
                <a:ext uri="{FF2B5EF4-FFF2-40B4-BE49-F238E27FC236}">
                  <a16:creationId xmlns:a16="http://schemas.microsoft.com/office/drawing/2014/main" id="{D546E850-5C01-2108-E83C-58B3153AF4D7}"/>
                </a:ext>
              </a:extLst>
            </p:cNvPr>
            <p:cNvSpPr/>
            <p:nvPr/>
          </p:nvSpPr>
          <p:spPr>
            <a:xfrm>
              <a:off x="6017079" y="2571749"/>
              <a:ext cx="342900" cy="612322"/>
            </a:xfrm>
            <a:custGeom>
              <a:avLst/>
              <a:gdLst>
                <a:gd name="connsiteX0" fmla="*/ 383721 w 383721"/>
                <a:gd name="connsiteY0" fmla="*/ 0 h 571500"/>
                <a:gd name="connsiteX1" fmla="*/ 146957 w 383721"/>
                <a:gd name="connsiteY1" fmla="*/ 97972 h 571500"/>
                <a:gd name="connsiteX2" fmla="*/ 146957 w 383721"/>
                <a:gd name="connsiteY2" fmla="*/ 498022 h 571500"/>
                <a:gd name="connsiteX3" fmla="*/ 0 w 383721"/>
                <a:gd name="connsiteY3" fmla="*/ 571500 h 571500"/>
                <a:gd name="connsiteX0" fmla="*/ 342900 w 342900"/>
                <a:gd name="connsiteY0" fmla="*/ 0 h 612322"/>
                <a:gd name="connsiteX1" fmla="*/ 146957 w 342900"/>
                <a:gd name="connsiteY1" fmla="*/ 138794 h 612322"/>
                <a:gd name="connsiteX2" fmla="*/ 146957 w 342900"/>
                <a:gd name="connsiteY2" fmla="*/ 538844 h 612322"/>
                <a:gd name="connsiteX3" fmla="*/ 0 w 342900"/>
                <a:gd name="connsiteY3" fmla="*/ 612322 h 612322"/>
              </a:gdLst>
              <a:ahLst/>
              <a:cxnLst>
                <a:cxn ang="0">
                  <a:pos x="connsiteX0" y="connsiteY0"/>
                </a:cxn>
                <a:cxn ang="0">
                  <a:pos x="connsiteX1" y="connsiteY1"/>
                </a:cxn>
                <a:cxn ang="0">
                  <a:pos x="connsiteX2" y="connsiteY2"/>
                </a:cxn>
                <a:cxn ang="0">
                  <a:pos x="connsiteX3" y="connsiteY3"/>
                </a:cxn>
              </a:cxnLst>
              <a:rect l="l" t="t" r="r" b="b"/>
              <a:pathLst>
                <a:path w="342900" h="612322">
                  <a:moveTo>
                    <a:pt x="342900" y="0"/>
                  </a:moveTo>
                  <a:lnTo>
                    <a:pt x="146957" y="138794"/>
                  </a:lnTo>
                  <a:lnTo>
                    <a:pt x="146957" y="538844"/>
                  </a:lnTo>
                  <a:lnTo>
                    <a:pt x="0" y="612322"/>
                  </a:lnTo>
                </a:path>
              </a:pathLst>
            </a:custGeom>
            <a:noFill/>
            <a:ln>
              <a:gradFill flip="none" rotWithShape="1">
                <a:gsLst>
                  <a:gs pos="0">
                    <a:schemeClr val="accent1">
                      <a:lumMod val="5000"/>
                      <a:lumOff val="95000"/>
                      <a:alpha val="0"/>
                    </a:schemeClr>
                  </a:gs>
                  <a:gs pos="24000">
                    <a:srgbClr val="3749CC"/>
                  </a:gs>
                </a:gsLst>
                <a:lin ang="0" scaled="1"/>
                <a:tileRect/>
              </a:gradFill>
              <a:head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任意多边形: 形状 157">
              <a:extLst>
                <a:ext uri="{FF2B5EF4-FFF2-40B4-BE49-F238E27FC236}">
                  <a16:creationId xmlns:a16="http://schemas.microsoft.com/office/drawing/2014/main" id="{189C7696-85ED-AD8A-486F-B177A56FC463}"/>
                </a:ext>
              </a:extLst>
            </p:cNvPr>
            <p:cNvSpPr/>
            <p:nvPr/>
          </p:nvSpPr>
          <p:spPr>
            <a:xfrm>
              <a:off x="4732580" y="3747781"/>
              <a:ext cx="342900" cy="612322"/>
            </a:xfrm>
            <a:custGeom>
              <a:avLst/>
              <a:gdLst>
                <a:gd name="connsiteX0" fmla="*/ 383721 w 383721"/>
                <a:gd name="connsiteY0" fmla="*/ 0 h 571500"/>
                <a:gd name="connsiteX1" fmla="*/ 146957 w 383721"/>
                <a:gd name="connsiteY1" fmla="*/ 97972 h 571500"/>
                <a:gd name="connsiteX2" fmla="*/ 146957 w 383721"/>
                <a:gd name="connsiteY2" fmla="*/ 498022 h 571500"/>
                <a:gd name="connsiteX3" fmla="*/ 0 w 383721"/>
                <a:gd name="connsiteY3" fmla="*/ 571500 h 571500"/>
                <a:gd name="connsiteX0" fmla="*/ 342900 w 342900"/>
                <a:gd name="connsiteY0" fmla="*/ 0 h 612322"/>
                <a:gd name="connsiteX1" fmla="*/ 146957 w 342900"/>
                <a:gd name="connsiteY1" fmla="*/ 138794 h 612322"/>
                <a:gd name="connsiteX2" fmla="*/ 146957 w 342900"/>
                <a:gd name="connsiteY2" fmla="*/ 538844 h 612322"/>
                <a:gd name="connsiteX3" fmla="*/ 0 w 342900"/>
                <a:gd name="connsiteY3" fmla="*/ 612322 h 612322"/>
              </a:gdLst>
              <a:ahLst/>
              <a:cxnLst>
                <a:cxn ang="0">
                  <a:pos x="connsiteX0" y="connsiteY0"/>
                </a:cxn>
                <a:cxn ang="0">
                  <a:pos x="connsiteX1" y="connsiteY1"/>
                </a:cxn>
                <a:cxn ang="0">
                  <a:pos x="connsiteX2" y="connsiteY2"/>
                </a:cxn>
                <a:cxn ang="0">
                  <a:pos x="connsiteX3" y="connsiteY3"/>
                </a:cxn>
              </a:cxnLst>
              <a:rect l="l" t="t" r="r" b="b"/>
              <a:pathLst>
                <a:path w="342900" h="612322">
                  <a:moveTo>
                    <a:pt x="342900" y="0"/>
                  </a:moveTo>
                  <a:lnTo>
                    <a:pt x="146957" y="138794"/>
                  </a:lnTo>
                  <a:lnTo>
                    <a:pt x="146957" y="538844"/>
                  </a:lnTo>
                  <a:lnTo>
                    <a:pt x="0" y="612322"/>
                  </a:lnTo>
                </a:path>
              </a:pathLst>
            </a:custGeom>
            <a:noFill/>
            <a:ln>
              <a:gradFill flip="none" rotWithShape="1">
                <a:gsLst>
                  <a:gs pos="0">
                    <a:schemeClr val="accent1">
                      <a:lumMod val="5000"/>
                      <a:lumOff val="95000"/>
                      <a:alpha val="0"/>
                    </a:schemeClr>
                  </a:gs>
                  <a:gs pos="24000">
                    <a:srgbClr val="3749CC"/>
                  </a:gs>
                </a:gsLst>
                <a:lin ang="0" scaled="1"/>
                <a:tileRect/>
              </a:gradFill>
              <a:head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任意多边形: 形状 158">
              <a:extLst>
                <a:ext uri="{FF2B5EF4-FFF2-40B4-BE49-F238E27FC236}">
                  <a16:creationId xmlns:a16="http://schemas.microsoft.com/office/drawing/2014/main" id="{7EED8C83-B582-E081-71D2-0B67C9795531}"/>
                </a:ext>
              </a:extLst>
            </p:cNvPr>
            <p:cNvSpPr/>
            <p:nvPr/>
          </p:nvSpPr>
          <p:spPr>
            <a:xfrm flipH="1">
              <a:off x="6068689" y="3747781"/>
              <a:ext cx="342900" cy="612322"/>
            </a:xfrm>
            <a:custGeom>
              <a:avLst/>
              <a:gdLst>
                <a:gd name="connsiteX0" fmla="*/ 383721 w 383721"/>
                <a:gd name="connsiteY0" fmla="*/ 0 h 571500"/>
                <a:gd name="connsiteX1" fmla="*/ 146957 w 383721"/>
                <a:gd name="connsiteY1" fmla="*/ 97972 h 571500"/>
                <a:gd name="connsiteX2" fmla="*/ 146957 w 383721"/>
                <a:gd name="connsiteY2" fmla="*/ 498022 h 571500"/>
                <a:gd name="connsiteX3" fmla="*/ 0 w 383721"/>
                <a:gd name="connsiteY3" fmla="*/ 571500 h 571500"/>
                <a:gd name="connsiteX0" fmla="*/ 342900 w 342900"/>
                <a:gd name="connsiteY0" fmla="*/ 0 h 612322"/>
                <a:gd name="connsiteX1" fmla="*/ 146957 w 342900"/>
                <a:gd name="connsiteY1" fmla="*/ 138794 h 612322"/>
                <a:gd name="connsiteX2" fmla="*/ 146957 w 342900"/>
                <a:gd name="connsiteY2" fmla="*/ 538844 h 612322"/>
                <a:gd name="connsiteX3" fmla="*/ 0 w 342900"/>
                <a:gd name="connsiteY3" fmla="*/ 612322 h 612322"/>
              </a:gdLst>
              <a:ahLst/>
              <a:cxnLst>
                <a:cxn ang="0">
                  <a:pos x="connsiteX0" y="connsiteY0"/>
                </a:cxn>
                <a:cxn ang="0">
                  <a:pos x="connsiteX1" y="connsiteY1"/>
                </a:cxn>
                <a:cxn ang="0">
                  <a:pos x="connsiteX2" y="connsiteY2"/>
                </a:cxn>
                <a:cxn ang="0">
                  <a:pos x="connsiteX3" y="connsiteY3"/>
                </a:cxn>
              </a:cxnLst>
              <a:rect l="l" t="t" r="r" b="b"/>
              <a:pathLst>
                <a:path w="342900" h="612322">
                  <a:moveTo>
                    <a:pt x="342900" y="0"/>
                  </a:moveTo>
                  <a:lnTo>
                    <a:pt x="146957" y="138794"/>
                  </a:lnTo>
                  <a:lnTo>
                    <a:pt x="146957" y="538844"/>
                  </a:lnTo>
                  <a:lnTo>
                    <a:pt x="0" y="612322"/>
                  </a:lnTo>
                </a:path>
              </a:pathLst>
            </a:custGeom>
            <a:noFill/>
            <a:ln>
              <a:gradFill flip="none" rotWithShape="1">
                <a:gsLst>
                  <a:gs pos="0">
                    <a:schemeClr val="accent1">
                      <a:lumMod val="5000"/>
                      <a:lumOff val="95000"/>
                      <a:alpha val="0"/>
                    </a:schemeClr>
                  </a:gs>
                  <a:gs pos="24000">
                    <a:srgbClr val="3749CC"/>
                  </a:gs>
                </a:gsLst>
                <a:lin ang="0" scaled="1"/>
                <a:tileRect/>
              </a:gradFill>
              <a:head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4" name="组合 123">
              <a:extLst>
                <a:ext uri="{FF2B5EF4-FFF2-40B4-BE49-F238E27FC236}">
                  <a16:creationId xmlns:a16="http://schemas.microsoft.com/office/drawing/2014/main" id="{4AB47E23-A2C6-E763-0D3D-EA0848DC34BE}"/>
                </a:ext>
              </a:extLst>
            </p:cNvPr>
            <p:cNvGrpSpPr/>
            <p:nvPr/>
          </p:nvGrpSpPr>
          <p:grpSpPr>
            <a:xfrm>
              <a:off x="4084242" y="4075492"/>
              <a:ext cx="1127797" cy="788584"/>
              <a:chOff x="3829687" y="2456972"/>
              <a:chExt cx="964123" cy="674139"/>
            </a:xfrm>
          </p:grpSpPr>
          <p:sp>
            <p:nvSpPr>
              <p:cNvPr id="125" name="菱形 124">
                <a:extLst>
                  <a:ext uri="{FF2B5EF4-FFF2-40B4-BE49-F238E27FC236}">
                    <a16:creationId xmlns:a16="http://schemas.microsoft.com/office/drawing/2014/main" id="{4D7AE179-51EB-4BD2-B3E5-3A58F669FB6D}"/>
                  </a:ext>
                </a:extLst>
              </p:cNvPr>
              <p:cNvSpPr/>
              <p:nvPr/>
            </p:nvSpPr>
            <p:spPr>
              <a:xfrm>
                <a:off x="3829687" y="2661297"/>
                <a:ext cx="815794" cy="452561"/>
              </a:xfrm>
              <a:prstGeom prst="diamond">
                <a:avLst/>
              </a:prstGeom>
              <a:solidFill>
                <a:schemeClr val="bg1"/>
              </a:solidFill>
              <a:ln>
                <a:noFill/>
              </a:ln>
            </p:spPr>
            <p:txBody>
              <a:bodyPr vert="horz" wrap="square" lIns="91440" tIns="45720" rIns="91440" bIns="45720" numCol="1" anchor="t" anchorCtr="0" compatLnSpc="1">
                <a:prstTxWarp prst="textNoShape">
                  <a:avLst/>
                </a:prstTxWarp>
              </a:bodyPr>
              <a:lstStyle/>
              <a:p>
                <a:pPr algn="ctr"/>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sp>
            <p:nvSpPr>
              <p:cNvPr id="126" name="文本框 125">
                <a:extLst>
                  <a:ext uri="{FF2B5EF4-FFF2-40B4-BE49-F238E27FC236}">
                    <a16:creationId xmlns:a16="http://schemas.microsoft.com/office/drawing/2014/main" id="{CE8BBCD3-BEC7-7AEB-FC4B-20ED0A6571AA}"/>
                  </a:ext>
                </a:extLst>
              </p:cNvPr>
              <p:cNvSpPr txBox="1"/>
              <p:nvPr/>
            </p:nvSpPr>
            <p:spPr>
              <a:xfrm>
                <a:off x="4285131" y="2946934"/>
                <a:ext cx="508679" cy="184177"/>
              </a:xfrm>
              <a:prstGeom prst="rect">
                <a:avLst/>
              </a:prstGeom>
              <a:noFill/>
              <a:scene3d>
                <a:camera prst="isometricTopUp"/>
                <a:lightRig rig="threePt" dir="t"/>
              </a:scene3d>
            </p:spPr>
            <p:txBody>
              <a:bodyPr wrap="none" rtlCol="0">
                <a:spAutoFit/>
              </a:bodyPr>
              <a:lstStyle/>
              <a:p>
                <a:pPr algn="ctr"/>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grpSp>
            <p:nvGrpSpPr>
              <p:cNvPr id="127" name="组合 126">
                <a:extLst>
                  <a:ext uri="{FF2B5EF4-FFF2-40B4-BE49-F238E27FC236}">
                    <a16:creationId xmlns:a16="http://schemas.microsoft.com/office/drawing/2014/main" id="{176F0DDA-5761-3DF5-A938-D4DD70721BB9}"/>
                  </a:ext>
                </a:extLst>
              </p:cNvPr>
              <p:cNvGrpSpPr/>
              <p:nvPr/>
            </p:nvGrpSpPr>
            <p:grpSpPr>
              <a:xfrm>
                <a:off x="3923647" y="2528236"/>
                <a:ext cx="620950" cy="495547"/>
                <a:chOff x="2883571" y="2528236"/>
                <a:chExt cx="620950" cy="495547"/>
              </a:xfrm>
            </p:grpSpPr>
            <p:grpSp>
              <p:nvGrpSpPr>
                <p:cNvPr id="129" name="组合 128">
                  <a:extLst>
                    <a:ext uri="{FF2B5EF4-FFF2-40B4-BE49-F238E27FC236}">
                      <a16:creationId xmlns:a16="http://schemas.microsoft.com/office/drawing/2014/main" id="{FD9573C0-D68D-E4C8-7010-8EEA07C66E39}"/>
                    </a:ext>
                  </a:extLst>
                </p:cNvPr>
                <p:cNvGrpSpPr/>
                <p:nvPr/>
              </p:nvGrpSpPr>
              <p:grpSpPr>
                <a:xfrm>
                  <a:off x="2883571" y="2621660"/>
                  <a:ext cx="620945" cy="402123"/>
                  <a:chOff x="6512015" y="615963"/>
                  <a:chExt cx="1370015" cy="930276"/>
                </a:xfrm>
              </p:grpSpPr>
              <p:sp>
                <p:nvSpPr>
                  <p:cNvPr id="134" name="Freeform 14">
                    <a:extLst>
                      <a:ext uri="{FF2B5EF4-FFF2-40B4-BE49-F238E27FC236}">
                        <a16:creationId xmlns:a16="http://schemas.microsoft.com/office/drawing/2014/main" id="{3AFDEAA6-EEA0-5CA2-1AD3-506B404D175A}"/>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pPr algn="ctr"/>
                    <a:endParaRPr lang="zh-CN" altLang="en-US">
                      <a:latin typeface="HarmonyOS Sans SC Medium" panose="00000600000000000000" pitchFamily="2" charset="-122"/>
                      <a:ea typeface="HarmonyOS Sans SC Medium" panose="00000600000000000000" pitchFamily="2" charset="-122"/>
                    </a:endParaRPr>
                  </a:p>
                </p:txBody>
              </p:sp>
              <p:sp>
                <p:nvSpPr>
                  <p:cNvPr id="135" name="Freeform 15">
                    <a:extLst>
                      <a:ext uri="{FF2B5EF4-FFF2-40B4-BE49-F238E27FC236}">
                        <a16:creationId xmlns:a16="http://schemas.microsoft.com/office/drawing/2014/main" id="{D318C728-0A28-CBB7-1E01-B93623B09211}"/>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pPr algn="ctr"/>
                    <a:endParaRPr lang="zh-CN" altLang="en-US">
                      <a:latin typeface="HarmonyOS Sans SC Medium" panose="00000600000000000000" pitchFamily="2" charset="-122"/>
                      <a:ea typeface="HarmonyOS Sans SC Medium" panose="00000600000000000000" pitchFamily="2" charset="-122"/>
                    </a:endParaRPr>
                  </a:p>
                </p:txBody>
              </p:sp>
              <p:sp>
                <p:nvSpPr>
                  <p:cNvPr id="136" name="Freeform 16">
                    <a:extLst>
                      <a:ext uri="{FF2B5EF4-FFF2-40B4-BE49-F238E27FC236}">
                        <a16:creationId xmlns:a16="http://schemas.microsoft.com/office/drawing/2014/main" id="{A47DF60A-4E82-0108-A7D3-EE2C454E12CF}"/>
                      </a:ext>
                    </a:extLst>
                  </p:cNvPr>
                  <p:cNvSpPr>
                    <a:spLocks/>
                  </p:cNvSpPr>
                  <p:nvPr/>
                </p:nvSpPr>
                <p:spPr bwMode="auto">
                  <a:xfrm>
                    <a:off x="6512015" y="615963"/>
                    <a:ext cx="1370012"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pPr algn="ctr"/>
                    <a:endParaRPr lang="zh-CN" altLang="en-US">
                      <a:latin typeface="HarmonyOS Sans SC Medium" panose="00000600000000000000" pitchFamily="2" charset="-122"/>
                      <a:ea typeface="HarmonyOS Sans SC Medium" panose="00000600000000000000" pitchFamily="2" charset="-122"/>
                    </a:endParaRPr>
                  </a:p>
                </p:txBody>
              </p:sp>
            </p:grpSp>
            <p:grpSp>
              <p:nvGrpSpPr>
                <p:cNvPr id="130" name="组合 129">
                  <a:extLst>
                    <a:ext uri="{FF2B5EF4-FFF2-40B4-BE49-F238E27FC236}">
                      <a16:creationId xmlns:a16="http://schemas.microsoft.com/office/drawing/2014/main" id="{4FBC352B-A15A-6E6C-A977-BCD688FFAFA2}"/>
                    </a:ext>
                  </a:extLst>
                </p:cNvPr>
                <p:cNvGrpSpPr/>
                <p:nvPr/>
              </p:nvGrpSpPr>
              <p:grpSpPr>
                <a:xfrm>
                  <a:off x="2883576" y="2528236"/>
                  <a:ext cx="620945" cy="402124"/>
                  <a:chOff x="6512018" y="615961"/>
                  <a:chExt cx="1370013" cy="930278"/>
                </a:xfrm>
              </p:grpSpPr>
              <p:sp>
                <p:nvSpPr>
                  <p:cNvPr id="131" name="Freeform 14">
                    <a:extLst>
                      <a:ext uri="{FF2B5EF4-FFF2-40B4-BE49-F238E27FC236}">
                        <a16:creationId xmlns:a16="http://schemas.microsoft.com/office/drawing/2014/main" id="{4ACF926C-6538-75B2-BD04-F0E49F62B7A6}"/>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pPr algn="ctr"/>
                    <a:endParaRPr lang="zh-CN" altLang="en-US">
                      <a:latin typeface="HarmonyOS Sans SC Medium" panose="00000600000000000000" pitchFamily="2" charset="-122"/>
                      <a:ea typeface="HarmonyOS Sans SC Medium" panose="00000600000000000000" pitchFamily="2" charset="-122"/>
                    </a:endParaRPr>
                  </a:p>
                </p:txBody>
              </p:sp>
              <p:sp>
                <p:nvSpPr>
                  <p:cNvPr id="132" name="Freeform 15">
                    <a:extLst>
                      <a:ext uri="{FF2B5EF4-FFF2-40B4-BE49-F238E27FC236}">
                        <a16:creationId xmlns:a16="http://schemas.microsoft.com/office/drawing/2014/main" id="{AE7005A8-B9F0-CCBB-1E3A-983E24AB2EE4}"/>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pPr algn="ctr"/>
                    <a:endParaRPr lang="zh-CN" altLang="en-US">
                      <a:latin typeface="HarmonyOS Sans SC Medium" panose="00000600000000000000" pitchFamily="2" charset="-122"/>
                      <a:ea typeface="HarmonyOS Sans SC Medium" panose="00000600000000000000" pitchFamily="2" charset="-122"/>
                    </a:endParaRPr>
                  </a:p>
                </p:txBody>
              </p:sp>
              <p:sp>
                <p:nvSpPr>
                  <p:cNvPr id="133" name="Freeform 16">
                    <a:extLst>
                      <a:ext uri="{FF2B5EF4-FFF2-40B4-BE49-F238E27FC236}">
                        <a16:creationId xmlns:a16="http://schemas.microsoft.com/office/drawing/2014/main" id="{B346192E-881D-3B50-FA8C-9F4C9AE8816B}"/>
                      </a:ext>
                    </a:extLst>
                  </p:cNvPr>
                  <p:cNvSpPr>
                    <a:spLocks/>
                  </p:cNvSpPr>
                  <p:nvPr/>
                </p:nvSpPr>
                <p:spPr bwMode="auto">
                  <a:xfrm>
                    <a:off x="6512018" y="615961"/>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pPr algn="ctr"/>
                    <a:endParaRPr lang="zh-CN" altLang="en-US">
                      <a:latin typeface="HarmonyOS Sans SC Medium" panose="00000600000000000000" pitchFamily="2" charset="-122"/>
                      <a:ea typeface="HarmonyOS Sans SC Medium" panose="00000600000000000000" pitchFamily="2" charset="-122"/>
                    </a:endParaRPr>
                  </a:p>
                </p:txBody>
              </p:sp>
            </p:grpSp>
          </p:grpSp>
          <p:sp>
            <p:nvSpPr>
              <p:cNvPr id="128" name="Freeform 45">
                <a:extLst>
                  <a:ext uri="{FF2B5EF4-FFF2-40B4-BE49-F238E27FC236}">
                    <a16:creationId xmlns:a16="http://schemas.microsoft.com/office/drawing/2014/main" id="{B42EC2C0-3EBB-0169-7203-B6C23BBF64B7}"/>
                  </a:ext>
                </a:extLst>
              </p:cNvPr>
              <p:cNvSpPr>
                <a:spLocks noEditPoints="1"/>
              </p:cNvSpPr>
              <p:nvPr/>
            </p:nvSpPr>
            <p:spPr bwMode="auto">
              <a:xfrm>
                <a:off x="4108965" y="2456972"/>
                <a:ext cx="233169" cy="233169"/>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atin typeface="HarmonyOS Sans SC Medium" panose="00000600000000000000" pitchFamily="2" charset="-122"/>
                  <a:ea typeface="HarmonyOS Sans SC Medium" panose="00000600000000000000" pitchFamily="2" charset="-122"/>
                </a:endParaRPr>
              </a:p>
            </p:txBody>
          </p:sp>
        </p:grpSp>
        <p:grpSp>
          <p:nvGrpSpPr>
            <p:cNvPr id="137" name="组合 136">
              <a:extLst>
                <a:ext uri="{FF2B5EF4-FFF2-40B4-BE49-F238E27FC236}">
                  <a16:creationId xmlns:a16="http://schemas.microsoft.com/office/drawing/2014/main" id="{103574E4-2784-7C4E-178B-4522BD238FFD}"/>
                </a:ext>
              </a:extLst>
            </p:cNvPr>
            <p:cNvGrpSpPr/>
            <p:nvPr/>
          </p:nvGrpSpPr>
          <p:grpSpPr>
            <a:xfrm>
              <a:off x="5972344" y="4060934"/>
              <a:ext cx="1112892" cy="803142"/>
              <a:chOff x="3694099" y="2456972"/>
              <a:chExt cx="951382" cy="686585"/>
            </a:xfrm>
          </p:grpSpPr>
          <p:sp>
            <p:nvSpPr>
              <p:cNvPr id="138" name="菱形 137">
                <a:extLst>
                  <a:ext uri="{FF2B5EF4-FFF2-40B4-BE49-F238E27FC236}">
                    <a16:creationId xmlns:a16="http://schemas.microsoft.com/office/drawing/2014/main" id="{F93ED795-21E5-9010-5A28-ACBAA68FFA1D}"/>
                  </a:ext>
                </a:extLst>
              </p:cNvPr>
              <p:cNvSpPr/>
              <p:nvPr/>
            </p:nvSpPr>
            <p:spPr>
              <a:xfrm>
                <a:off x="3829687" y="2661297"/>
                <a:ext cx="815794" cy="452561"/>
              </a:xfrm>
              <a:prstGeom prst="diamond">
                <a:avLst/>
              </a:prstGeom>
              <a:solidFill>
                <a:schemeClr val="bg1"/>
              </a:solidFill>
              <a:ln>
                <a:noFill/>
              </a:ln>
            </p:spPr>
            <p:txBody>
              <a:bodyPr vert="horz" wrap="square" lIns="91440" tIns="45720" rIns="91440" bIns="45720" numCol="1" anchor="t" anchorCtr="0" compatLnSpc="1">
                <a:prstTxWarp prst="textNoShape">
                  <a:avLst/>
                </a:prstTxWarp>
              </a:bodyPr>
              <a:lstStyle/>
              <a:p>
                <a:pPr algn="ctr"/>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sp>
            <p:nvSpPr>
              <p:cNvPr id="139" name="文本框 138">
                <a:extLst>
                  <a:ext uri="{FF2B5EF4-FFF2-40B4-BE49-F238E27FC236}">
                    <a16:creationId xmlns:a16="http://schemas.microsoft.com/office/drawing/2014/main" id="{E89597AC-3805-FD4D-FD63-BCA5C4C88141}"/>
                  </a:ext>
                </a:extLst>
              </p:cNvPr>
              <p:cNvSpPr txBox="1"/>
              <p:nvPr/>
            </p:nvSpPr>
            <p:spPr>
              <a:xfrm>
                <a:off x="3694099" y="2959380"/>
                <a:ext cx="508680" cy="184177"/>
              </a:xfrm>
              <a:prstGeom prst="rect">
                <a:avLst/>
              </a:prstGeom>
              <a:noFill/>
              <a:scene3d>
                <a:camera prst="isometricBottomDown"/>
                <a:lightRig rig="threePt" dir="t"/>
              </a:scene3d>
            </p:spPr>
            <p:txBody>
              <a:bodyPr wrap="none" rtlCol="0">
                <a:spAutoFit/>
              </a:bodyPr>
              <a:lstStyle/>
              <a:p>
                <a:pPr algn="ctr"/>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grpSp>
            <p:nvGrpSpPr>
              <p:cNvPr id="140" name="组合 139">
                <a:extLst>
                  <a:ext uri="{FF2B5EF4-FFF2-40B4-BE49-F238E27FC236}">
                    <a16:creationId xmlns:a16="http://schemas.microsoft.com/office/drawing/2014/main" id="{4A56A523-15C9-4F88-71C8-F8D715BFF178}"/>
                  </a:ext>
                </a:extLst>
              </p:cNvPr>
              <p:cNvGrpSpPr/>
              <p:nvPr/>
            </p:nvGrpSpPr>
            <p:grpSpPr>
              <a:xfrm>
                <a:off x="3923650" y="2528236"/>
                <a:ext cx="620947" cy="495548"/>
                <a:chOff x="2883574" y="2528236"/>
                <a:chExt cx="620947" cy="495548"/>
              </a:xfrm>
            </p:grpSpPr>
            <p:grpSp>
              <p:nvGrpSpPr>
                <p:cNvPr id="142" name="组合 141">
                  <a:extLst>
                    <a:ext uri="{FF2B5EF4-FFF2-40B4-BE49-F238E27FC236}">
                      <a16:creationId xmlns:a16="http://schemas.microsoft.com/office/drawing/2014/main" id="{76EDDCFB-CDD0-4E03-6516-238BF19085EC}"/>
                    </a:ext>
                  </a:extLst>
                </p:cNvPr>
                <p:cNvGrpSpPr/>
                <p:nvPr/>
              </p:nvGrpSpPr>
              <p:grpSpPr>
                <a:xfrm>
                  <a:off x="2883574" y="2621661"/>
                  <a:ext cx="620944" cy="402123"/>
                  <a:chOff x="6512018" y="615964"/>
                  <a:chExt cx="1370012" cy="930275"/>
                </a:xfrm>
              </p:grpSpPr>
              <p:sp>
                <p:nvSpPr>
                  <p:cNvPr id="147" name="Freeform 14">
                    <a:extLst>
                      <a:ext uri="{FF2B5EF4-FFF2-40B4-BE49-F238E27FC236}">
                        <a16:creationId xmlns:a16="http://schemas.microsoft.com/office/drawing/2014/main" id="{243D9DC5-FF8E-B038-4A7C-8E66CCC1D6A7}"/>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pPr algn="ctr"/>
                    <a:endParaRPr lang="zh-CN" altLang="en-US">
                      <a:latin typeface="HarmonyOS Sans SC Medium" panose="00000600000000000000" pitchFamily="2" charset="-122"/>
                      <a:ea typeface="HarmonyOS Sans SC Medium" panose="00000600000000000000" pitchFamily="2" charset="-122"/>
                    </a:endParaRPr>
                  </a:p>
                </p:txBody>
              </p:sp>
              <p:sp>
                <p:nvSpPr>
                  <p:cNvPr id="148" name="Freeform 15">
                    <a:extLst>
                      <a:ext uri="{FF2B5EF4-FFF2-40B4-BE49-F238E27FC236}">
                        <a16:creationId xmlns:a16="http://schemas.microsoft.com/office/drawing/2014/main" id="{995F9769-0FA9-6BA1-147C-84DEC15DB832}"/>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pPr algn="ctr"/>
                    <a:endParaRPr lang="zh-CN" altLang="en-US">
                      <a:latin typeface="HarmonyOS Sans SC Medium" panose="00000600000000000000" pitchFamily="2" charset="-122"/>
                      <a:ea typeface="HarmonyOS Sans SC Medium" panose="00000600000000000000" pitchFamily="2" charset="-122"/>
                    </a:endParaRPr>
                  </a:p>
                </p:txBody>
              </p:sp>
              <p:sp>
                <p:nvSpPr>
                  <p:cNvPr id="149" name="Freeform 16">
                    <a:extLst>
                      <a:ext uri="{FF2B5EF4-FFF2-40B4-BE49-F238E27FC236}">
                        <a16:creationId xmlns:a16="http://schemas.microsoft.com/office/drawing/2014/main" id="{8D2D405C-374F-3109-D221-D0B72E0ACAF6}"/>
                      </a:ext>
                    </a:extLst>
                  </p:cNvPr>
                  <p:cNvSpPr>
                    <a:spLocks/>
                  </p:cNvSpPr>
                  <p:nvPr/>
                </p:nvSpPr>
                <p:spPr bwMode="auto">
                  <a:xfrm>
                    <a:off x="6512018" y="615964"/>
                    <a:ext cx="1370012"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pPr algn="ctr"/>
                    <a:endParaRPr lang="zh-CN" altLang="en-US">
                      <a:latin typeface="HarmonyOS Sans SC Medium" panose="00000600000000000000" pitchFamily="2" charset="-122"/>
                      <a:ea typeface="HarmonyOS Sans SC Medium" panose="00000600000000000000" pitchFamily="2" charset="-122"/>
                    </a:endParaRPr>
                  </a:p>
                </p:txBody>
              </p:sp>
            </p:grpSp>
            <p:grpSp>
              <p:nvGrpSpPr>
                <p:cNvPr id="143" name="组合 142">
                  <a:extLst>
                    <a:ext uri="{FF2B5EF4-FFF2-40B4-BE49-F238E27FC236}">
                      <a16:creationId xmlns:a16="http://schemas.microsoft.com/office/drawing/2014/main" id="{055650CC-F4AB-687C-BD24-23CA3E0EA424}"/>
                    </a:ext>
                  </a:extLst>
                </p:cNvPr>
                <p:cNvGrpSpPr/>
                <p:nvPr/>
              </p:nvGrpSpPr>
              <p:grpSpPr>
                <a:xfrm>
                  <a:off x="2883576" y="2528236"/>
                  <a:ext cx="620945" cy="402124"/>
                  <a:chOff x="6512018" y="615961"/>
                  <a:chExt cx="1370013" cy="930278"/>
                </a:xfrm>
              </p:grpSpPr>
              <p:sp>
                <p:nvSpPr>
                  <p:cNvPr id="144" name="Freeform 14">
                    <a:extLst>
                      <a:ext uri="{FF2B5EF4-FFF2-40B4-BE49-F238E27FC236}">
                        <a16:creationId xmlns:a16="http://schemas.microsoft.com/office/drawing/2014/main" id="{744F3B5D-8470-06D5-DC55-BD671DE07BFB}"/>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pPr algn="ctr"/>
                    <a:endParaRPr lang="zh-CN" altLang="en-US">
                      <a:latin typeface="HarmonyOS Sans SC Medium" panose="00000600000000000000" pitchFamily="2" charset="-122"/>
                      <a:ea typeface="HarmonyOS Sans SC Medium" panose="00000600000000000000" pitchFamily="2" charset="-122"/>
                    </a:endParaRPr>
                  </a:p>
                </p:txBody>
              </p:sp>
              <p:sp>
                <p:nvSpPr>
                  <p:cNvPr id="145" name="Freeform 15">
                    <a:extLst>
                      <a:ext uri="{FF2B5EF4-FFF2-40B4-BE49-F238E27FC236}">
                        <a16:creationId xmlns:a16="http://schemas.microsoft.com/office/drawing/2014/main" id="{B96A500D-F1BD-638E-C3FC-176EC15B23BB}"/>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pPr algn="ctr"/>
                    <a:endParaRPr lang="zh-CN" altLang="en-US">
                      <a:latin typeface="HarmonyOS Sans SC Medium" panose="00000600000000000000" pitchFamily="2" charset="-122"/>
                      <a:ea typeface="HarmonyOS Sans SC Medium" panose="00000600000000000000" pitchFamily="2" charset="-122"/>
                    </a:endParaRPr>
                  </a:p>
                </p:txBody>
              </p:sp>
              <p:sp>
                <p:nvSpPr>
                  <p:cNvPr id="146" name="Freeform 16">
                    <a:extLst>
                      <a:ext uri="{FF2B5EF4-FFF2-40B4-BE49-F238E27FC236}">
                        <a16:creationId xmlns:a16="http://schemas.microsoft.com/office/drawing/2014/main" id="{3D759787-F354-EC47-37ED-86027151048D}"/>
                      </a:ext>
                    </a:extLst>
                  </p:cNvPr>
                  <p:cNvSpPr>
                    <a:spLocks/>
                  </p:cNvSpPr>
                  <p:nvPr/>
                </p:nvSpPr>
                <p:spPr bwMode="auto">
                  <a:xfrm>
                    <a:off x="6512018" y="615961"/>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pPr algn="ctr"/>
                    <a:endParaRPr lang="zh-CN" altLang="en-US">
                      <a:latin typeface="HarmonyOS Sans SC Medium" panose="00000600000000000000" pitchFamily="2" charset="-122"/>
                      <a:ea typeface="HarmonyOS Sans SC Medium" panose="00000600000000000000" pitchFamily="2" charset="-122"/>
                    </a:endParaRPr>
                  </a:p>
                </p:txBody>
              </p:sp>
            </p:grpSp>
          </p:grpSp>
          <p:sp>
            <p:nvSpPr>
              <p:cNvPr id="141" name="Freeform 45">
                <a:extLst>
                  <a:ext uri="{FF2B5EF4-FFF2-40B4-BE49-F238E27FC236}">
                    <a16:creationId xmlns:a16="http://schemas.microsoft.com/office/drawing/2014/main" id="{C318F1A8-04DF-B093-4F4B-5F0A3E5FC21F}"/>
                  </a:ext>
                </a:extLst>
              </p:cNvPr>
              <p:cNvSpPr>
                <a:spLocks noEditPoints="1"/>
              </p:cNvSpPr>
              <p:nvPr/>
            </p:nvSpPr>
            <p:spPr bwMode="auto">
              <a:xfrm>
                <a:off x="4108965" y="2456972"/>
                <a:ext cx="233169" cy="233169"/>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latin typeface="HarmonyOS Sans SC Medium" panose="00000600000000000000" pitchFamily="2" charset="-122"/>
                  <a:ea typeface="HarmonyOS Sans SC Medium" panose="00000600000000000000" pitchFamily="2" charset="-122"/>
                </a:endParaRPr>
              </a:p>
            </p:txBody>
          </p:sp>
        </p:grpSp>
      </p:grpSp>
      <p:sp>
        <p:nvSpPr>
          <p:cNvPr id="161" name="文本框 160">
            <a:extLst>
              <a:ext uri="{FF2B5EF4-FFF2-40B4-BE49-F238E27FC236}">
                <a16:creationId xmlns:a16="http://schemas.microsoft.com/office/drawing/2014/main" id="{70F6DFFC-1E8B-A1F7-C9E9-55176939CBC4}"/>
              </a:ext>
            </a:extLst>
          </p:cNvPr>
          <p:cNvSpPr txBox="1"/>
          <p:nvPr/>
        </p:nvSpPr>
        <p:spPr>
          <a:xfrm>
            <a:off x="1167065" y="1961329"/>
            <a:ext cx="3733714" cy="707886"/>
          </a:xfrm>
          <a:prstGeom prst="rect">
            <a:avLst/>
          </a:prstGeom>
          <a:noFill/>
        </p:spPr>
        <p:txBody>
          <a:bodyPr wrap="none" rtlCol="0">
            <a:spAutoFit/>
          </a:bodyPr>
          <a:lstStyle/>
          <a:p>
            <a:r>
              <a:rPr lang="en-US" altLang="zh-CN" sz="40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rPr>
              <a:t>YOUR BRAND</a:t>
            </a:r>
            <a:endParaRPr lang="zh-CN" altLang="en-US" sz="40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endParaRPr>
          </a:p>
        </p:txBody>
      </p:sp>
      <p:sp>
        <p:nvSpPr>
          <p:cNvPr id="162" name="文本框 161">
            <a:extLst>
              <a:ext uri="{FF2B5EF4-FFF2-40B4-BE49-F238E27FC236}">
                <a16:creationId xmlns:a16="http://schemas.microsoft.com/office/drawing/2014/main" id="{2F60A034-40E9-CB54-A420-384F4768E0E1}"/>
              </a:ext>
            </a:extLst>
          </p:cNvPr>
          <p:cNvSpPr txBox="1"/>
          <p:nvPr/>
        </p:nvSpPr>
        <p:spPr>
          <a:xfrm>
            <a:off x="1167065" y="1775930"/>
            <a:ext cx="1484702" cy="369332"/>
          </a:xfrm>
          <a:prstGeom prst="rect">
            <a:avLst/>
          </a:prstGeom>
          <a:noFill/>
        </p:spPr>
        <p:txBody>
          <a:bodyPr wrap="none" rtlCol="0">
            <a:spAutoFit/>
          </a:bodyPr>
          <a:lstStyle/>
          <a:p>
            <a:r>
              <a:rPr lang="en-US" altLang="zh-CN" dirty="0">
                <a:solidFill>
                  <a:srgbClr val="02F276"/>
                </a:solidFill>
                <a:latin typeface="HarmonyOS Sans SC Black" panose="00000A00000000000000" pitchFamily="2" charset="-122"/>
                <a:ea typeface="HarmonyOS Sans SC Black" panose="00000A00000000000000" pitchFamily="2" charset="-122"/>
              </a:rPr>
              <a:t>TEXT TITLE</a:t>
            </a:r>
            <a:endParaRPr lang="zh-CN" altLang="en-US" dirty="0">
              <a:solidFill>
                <a:srgbClr val="02F276"/>
              </a:solidFill>
              <a:latin typeface="HarmonyOS Sans SC Black" panose="00000A00000000000000" pitchFamily="2" charset="-122"/>
              <a:ea typeface="HarmonyOS Sans SC Black" panose="00000A00000000000000" pitchFamily="2" charset="-122"/>
            </a:endParaRPr>
          </a:p>
        </p:txBody>
      </p:sp>
      <p:sp>
        <p:nvSpPr>
          <p:cNvPr id="163" name="文本框 162">
            <a:extLst>
              <a:ext uri="{FF2B5EF4-FFF2-40B4-BE49-F238E27FC236}">
                <a16:creationId xmlns:a16="http://schemas.microsoft.com/office/drawing/2014/main" id="{AC73F27C-98B8-CC68-369B-6D7F693071A2}"/>
              </a:ext>
            </a:extLst>
          </p:cNvPr>
          <p:cNvSpPr txBox="1"/>
          <p:nvPr/>
        </p:nvSpPr>
        <p:spPr>
          <a:xfrm>
            <a:off x="1167065" y="3489212"/>
            <a:ext cx="3489741" cy="369332"/>
          </a:xfrm>
          <a:prstGeom prst="rect">
            <a:avLst/>
          </a:prstGeom>
          <a:noFill/>
        </p:spPr>
        <p:txBody>
          <a:bodyPr wrap="square" rtlCol="0">
            <a:spAutoFit/>
          </a:bodyPr>
          <a:lstStyle/>
          <a:p>
            <a:r>
              <a:rPr lang="zh-CN" altLang="en-US" dirty="0">
                <a:solidFill>
                  <a:srgbClr val="3749CC"/>
                </a:solidFill>
                <a:latin typeface="HarmonyOS Sans SC Black" panose="00000A00000000000000" pitchFamily="2" charset="-122"/>
                <a:ea typeface="HarmonyOS Sans SC Black" panose="00000A00000000000000" pitchFamily="2" charset="-122"/>
              </a:rPr>
              <a:t>颜色形状可自由编辑</a:t>
            </a:r>
          </a:p>
        </p:txBody>
      </p:sp>
      <p:sp>
        <p:nvSpPr>
          <p:cNvPr id="164" name="文本框 163">
            <a:extLst>
              <a:ext uri="{FF2B5EF4-FFF2-40B4-BE49-F238E27FC236}">
                <a16:creationId xmlns:a16="http://schemas.microsoft.com/office/drawing/2014/main" id="{6F341175-38CC-4CEC-279A-E6F54B27AA7B}"/>
              </a:ext>
            </a:extLst>
          </p:cNvPr>
          <p:cNvSpPr txBox="1"/>
          <p:nvPr/>
        </p:nvSpPr>
        <p:spPr>
          <a:xfrm>
            <a:off x="1167065" y="3831729"/>
            <a:ext cx="4073751" cy="1277209"/>
          </a:xfrm>
          <a:prstGeom prst="rect">
            <a:avLst/>
          </a:prstGeom>
          <a:noFill/>
        </p:spPr>
        <p:txBody>
          <a:bodyPr wrap="square" rtlCol="0">
            <a:spAutoFit/>
          </a:bodyPr>
          <a:lstStyle/>
          <a:p>
            <a:pPr>
              <a:lnSpc>
                <a:spcPct val="150000"/>
              </a:lnSpc>
            </a:pPr>
            <a:r>
              <a:rPr lang="zh-CN" altLang="en-US" sz="1050" dirty="0">
                <a:solidFill>
                  <a:schemeClr val="bg1">
                    <a:lumMod val="50000"/>
                  </a:schemeClr>
                </a:solidFill>
                <a:latin typeface="HarmonyOS Sans SC Light" panose="00000400000000000000" pitchFamily="2" charset="-122"/>
                <a:ea typeface="HarmonyOS Sans SC Light" panose="00000400000000000000" pitchFamily="2" charset="-122"/>
              </a:rPr>
              <a:t>企业形象是企业自身在消费者心日中的地位和价值的体现，也是企业在市场竞争中取胜的有力武器。品牌营销战略和企业形象息息相关，知名品牌往往就是企业形象良好的具体证明。品牌营销战略有助于企业形象的改善，良好的企业形象也有助于品牌营销战略的实施，二者相互促进，相互保障。</a:t>
            </a:r>
          </a:p>
        </p:txBody>
      </p:sp>
      <p:sp>
        <p:nvSpPr>
          <p:cNvPr id="165" name="文本框 164">
            <a:extLst>
              <a:ext uri="{FF2B5EF4-FFF2-40B4-BE49-F238E27FC236}">
                <a16:creationId xmlns:a16="http://schemas.microsoft.com/office/drawing/2014/main" id="{A813B7D1-3D41-74FC-25A6-FEDE2CDDFAD6}"/>
              </a:ext>
            </a:extLst>
          </p:cNvPr>
          <p:cNvSpPr txBox="1"/>
          <p:nvPr/>
        </p:nvSpPr>
        <p:spPr>
          <a:xfrm>
            <a:off x="1167065" y="2604744"/>
            <a:ext cx="4437900" cy="584775"/>
          </a:xfrm>
          <a:prstGeom prst="rect">
            <a:avLst/>
          </a:prstGeom>
          <a:noFill/>
        </p:spPr>
        <p:txBody>
          <a:bodyPr wrap="square" rtlCol="0">
            <a:spAutoFit/>
          </a:bodyPr>
          <a:lstStyle/>
          <a:p>
            <a:r>
              <a:rPr lang="zh-CN" altLang="en-US" sz="32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rPr>
              <a:t>图标文字均可替换修改</a:t>
            </a:r>
          </a:p>
        </p:txBody>
      </p:sp>
    </p:spTree>
    <p:extLst>
      <p:ext uri="{BB962C8B-B14F-4D97-AF65-F5344CB8AC3E}">
        <p14:creationId xmlns:p14="http://schemas.microsoft.com/office/powerpoint/2010/main" val="1387946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D83D5B1-F00E-B0F1-7D9A-F59B56A4B0A1}"/>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E1E4E283-FB12-1A08-BE52-C50689A090D2}"/>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934B96CD-D4DB-2AA7-9E07-49869D0BEA7F}"/>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59C5F121-5277-9FC3-6F77-02011A8430BD}"/>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164935D0-FD6F-0210-2DE0-D4543E6C9166}"/>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C7D7437E-1E63-4AAA-D90B-03A4BA131557}"/>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9" name="文本框 8">
              <a:extLst>
                <a:ext uri="{FF2B5EF4-FFF2-40B4-BE49-F238E27FC236}">
                  <a16:creationId xmlns:a16="http://schemas.microsoft.com/office/drawing/2014/main" id="{B186D85D-DA82-8D89-9076-273F946F5A3D}"/>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14" name="文本框 13">
              <a:extLst>
                <a:ext uri="{FF2B5EF4-FFF2-40B4-BE49-F238E27FC236}">
                  <a16:creationId xmlns:a16="http://schemas.microsoft.com/office/drawing/2014/main" id="{8D7D6B93-9511-95C7-89D0-E3BDD24F5708}"/>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20"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04E1762A-24EB-D6DA-6C1E-9A5C10416FB7}"/>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25" name="文本框 24">
              <a:extLst>
                <a:ext uri="{FF2B5EF4-FFF2-40B4-BE49-F238E27FC236}">
                  <a16:creationId xmlns:a16="http://schemas.microsoft.com/office/drawing/2014/main" id="{8A839ED4-CAC4-9055-E26F-004F31DA68CB}"/>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115" name="文本框 114">
              <a:extLst>
                <a:ext uri="{FF2B5EF4-FFF2-40B4-BE49-F238E27FC236}">
                  <a16:creationId xmlns:a16="http://schemas.microsoft.com/office/drawing/2014/main" id="{E8CBFAA5-ABE8-59FE-7C6C-FB52DA7E6B16}"/>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grpSp>
        <p:nvGrpSpPr>
          <p:cNvPr id="6" name="组合 5">
            <a:extLst>
              <a:ext uri="{FF2B5EF4-FFF2-40B4-BE49-F238E27FC236}">
                <a16:creationId xmlns:a16="http://schemas.microsoft.com/office/drawing/2014/main" id="{F90A921C-F09F-D7D6-66AE-C852D7D557DF}"/>
              </a:ext>
            </a:extLst>
          </p:cNvPr>
          <p:cNvGrpSpPr/>
          <p:nvPr/>
        </p:nvGrpSpPr>
        <p:grpSpPr>
          <a:xfrm>
            <a:off x="4040461" y="1442963"/>
            <a:ext cx="7188827" cy="4229476"/>
            <a:chOff x="3381827" y="1108505"/>
            <a:chExt cx="8005763" cy="4710112"/>
          </a:xfrm>
        </p:grpSpPr>
        <p:sp>
          <p:nvSpPr>
            <p:cNvPr id="12" name="Freeform 5">
              <a:extLst>
                <a:ext uri="{FF2B5EF4-FFF2-40B4-BE49-F238E27FC236}">
                  <a16:creationId xmlns:a16="http://schemas.microsoft.com/office/drawing/2014/main" id="{283D360D-2A0E-564B-DB74-4A9588D47326}"/>
                </a:ext>
              </a:extLst>
            </p:cNvPr>
            <p:cNvSpPr>
              <a:spLocks/>
            </p:cNvSpPr>
            <p:nvPr/>
          </p:nvSpPr>
          <p:spPr bwMode="auto">
            <a:xfrm>
              <a:off x="3402464" y="2665842"/>
              <a:ext cx="7961313" cy="3152775"/>
            </a:xfrm>
            <a:custGeom>
              <a:avLst/>
              <a:gdLst>
                <a:gd name="T0" fmla="*/ 3376 w 3403"/>
                <a:gd name="T1" fmla="*/ 688 h 1347"/>
                <a:gd name="T2" fmla="*/ 2335 w 3403"/>
                <a:gd name="T3" fmla="*/ 1293 h 1347"/>
                <a:gd name="T4" fmla="*/ 2201 w 3403"/>
                <a:gd name="T5" fmla="*/ 1293 h 1347"/>
                <a:gd name="T6" fmla="*/ 28 w 3403"/>
                <a:gd name="T7" fmla="*/ 39 h 1347"/>
                <a:gd name="T8" fmla="*/ 0 w 3403"/>
                <a:gd name="T9" fmla="*/ 0 h 1347"/>
                <a:gd name="T10" fmla="*/ 0 w 3403"/>
                <a:gd name="T11" fmla="*/ 32 h 1347"/>
                <a:gd name="T12" fmla="*/ 28 w 3403"/>
                <a:gd name="T13" fmla="*/ 71 h 1347"/>
                <a:gd name="T14" fmla="*/ 2201 w 3403"/>
                <a:gd name="T15" fmla="*/ 1326 h 1347"/>
                <a:gd name="T16" fmla="*/ 2335 w 3403"/>
                <a:gd name="T17" fmla="*/ 1326 h 1347"/>
                <a:gd name="T18" fmla="*/ 3376 w 3403"/>
                <a:gd name="T19" fmla="*/ 721 h 1347"/>
                <a:gd name="T20" fmla="*/ 3403 w 3403"/>
                <a:gd name="T21" fmla="*/ 682 h 1347"/>
                <a:gd name="T22" fmla="*/ 3403 w 3403"/>
                <a:gd name="T23" fmla="*/ 649 h 1347"/>
                <a:gd name="T24" fmla="*/ 3376 w 3403"/>
                <a:gd name="T25" fmla="*/ 688 h 1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03" h="1347">
                  <a:moveTo>
                    <a:pt x="3376" y="688"/>
                  </a:moveTo>
                  <a:cubicBezTo>
                    <a:pt x="2335" y="1293"/>
                    <a:pt x="2335" y="1293"/>
                    <a:pt x="2335" y="1293"/>
                  </a:cubicBezTo>
                  <a:cubicBezTo>
                    <a:pt x="2298" y="1314"/>
                    <a:pt x="2238" y="1314"/>
                    <a:pt x="2201" y="1293"/>
                  </a:cubicBezTo>
                  <a:cubicBezTo>
                    <a:pt x="28" y="39"/>
                    <a:pt x="28" y="39"/>
                    <a:pt x="28" y="39"/>
                  </a:cubicBezTo>
                  <a:cubicBezTo>
                    <a:pt x="10" y="28"/>
                    <a:pt x="0" y="14"/>
                    <a:pt x="0" y="0"/>
                  </a:cubicBezTo>
                  <a:cubicBezTo>
                    <a:pt x="0" y="32"/>
                    <a:pt x="0" y="32"/>
                    <a:pt x="0" y="32"/>
                  </a:cubicBezTo>
                  <a:cubicBezTo>
                    <a:pt x="0" y="46"/>
                    <a:pt x="9" y="60"/>
                    <a:pt x="28" y="71"/>
                  </a:cubicBezTo>
                  <a:cubicBezTo>
                    <a:pt x="2201" y="1326"/>
                    <a:pt x="2201" y="1326"/>
                    <a:pt x="2201" y="1326"/>
                  </a:cubicBezTo>
                  <a:cubicBezTo>
                    <a:pt x="2238" y="1347"/>
                    <a:pt x="2298" y="1347"/>
                    <a:pt x="2335" y="1326"/>
                  </a:cubicBezTo>
                  <a:cubicBezTo>
                    <a:pt x="3376" y="721"/>
                    <a:pt x="3376" y="721"/>
                    <a:pt x="3376" y="721"/>
                  </a:cubicBezTo>
                  <a:cubicBezTo>
                    <a:pt x="3394" y="710"/>
                    <a:pt x="3403" y="696"/>
                    <a:pt x="3403" y="682"/>
                  </a:cubicBezTo>
                  <a:cubicBezTo>
                    <a:pt x="3403" y="649"/>
                    <a:pt x="3403" y="649"/>
                    <a:pt x="3403" y="649"/>
                  </a:cubicBezTo>
                  <a:cubicBezTo>
                    <a:pt x="3403" y="663"/>
                    <a:pt x="3394" y="677"/>
                    <a:pt x="3376" y="688"/>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13" name="Freeform 6">
              <a:extLst>
                <a:ext uri="{FF2B5EF4-FFF2-40B4-BE49-F238E27FC236}">
                  <a16:creationId xmlns:a16="http://schemas.microsoft.com/office/drawing/2014/main" id="{FFBF80CC-B372-FF9F-D1CD-E5733A7E3C1A}"/>
                </a:ext>
              </a:extLst>
            </p:cNvPr>
            <p:cNvSpPr>
              <a:spLocks/>
            </p:cNvSpPr>
            <p:nvPr/>
          </p:nvSpPr>
          <p:spPr bwMode="auto">
            <a:xfrm>
              <a:off x="3381827" y="1108505"/>
              <a:ext cx="8005763" cy="4632325"/>
            </a:xfrm>
            <a:custGeom>
              <a:avLst/>
              <a:gdLst>
                <a:gd name="T0" fmla="*/ 3384 w 3422"/>
                <a:gd name="T1" fmla="*/ 1275 h 1979"/>
                <a:gd name="T2" fmla="*/ 3385 w 3422"/>
                <a:gd name="T3" fmla="*/ 1353 h 1979"/>
                <a:gd name="T4" fmla="*/ 2344 w 3422"/>
                <a:gd name="T5" fmla="*/ 1958 h 1979"/>
                <a:gd name="T6" fmla="*/ 2210 w 3422"/>
                <a:gd name="T7" fmla="*/ 1958 h 1979"/>
                <a:gd name="T8" fmla="*/ 37 w 3422"/>
                <a:gd name="T9" fmla="*/ 704 h 1979"/>
                <a:gd name="T10" fmla="*/ 37 w 3422"/>
                <a:gd name="T11" fmla="*/ 626 h 1979"/>
                <a:gd name="T12" fmla="*/ 1078 w 3422"/>
                <a:gd name="T13" fmla="*/ 21 h 1979"/>
                <a:gd name="T14" fmla="*/ 1212 w 3422"/>
                <a:gd name="T15" fmla="*/ 21 h 1979"/>
                <a:gd name="T16" fmla="*/ 3384 w 3422"/>
                <a:gd name="T17" fmla="*/ 1275 h 1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22" h="1979">
                  <a:moveTo>
                    <a:pt x="3384" y="1275"/>
                  </a:moveTo>
                  <a:cubicBezTo>
                    <a:pt x="3422" y="1297"/>
                    <a:pt x="3422" y="1331"/>
                    <a:pt x="3385" y="1353"/>
                  </a:cubicBezTo>
                  <a:cubicBezTo>
                    <a:pt x="2344" y="1958"/>
                    <a:pt x="2344" y="1958"/>
                    <a:pt x="2344" y="1958"/>
                  </a:cubicBezTo>
                  <a:cubicBezTo>
                    <a:pt x="2307" y="1979"/>
                    <a:pt x="2247" y="1979"/>
                    <a:pt x="2210" y="1958"/>
                  </a:cubicBezTo>
                  <a:cubicBezTo>
                    <a:pt x="37" y="704"/>
                    <a:pt x="37" y="704"/>
                    <a:pt x="37" y="704"/>
                  </a:cubicBezTo>
                  <a:cubicBezTo>
                    <a:pt x="0" y="682"/>
                    <a:pt x="0" y="647"/>
                    <a:pt x="37" y="626"/>
                  </a:cubicBezTo>
                  <a:cubicBezTo>
                    <a:pt x="1078" y="21"/>
                    <a:pt x="1078" y="21"/>
                    <a:pt x="1078" y="21"/>
                  </a:cubicBezTo>
                  <a:cubicBezTo>
                    <a:pt x="1115" y="0"/>
                    <a:pt x="1175" y="0"/>
                    <a:pt x="1212" y="21"/>
                  </a:cubicBezTo>
                  <a:lnTo>
                    <a:pt x="3384" y="1275"/>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30" name="组合 29">
            <a:extLst>
              <a:ext uri="{FF2B5EF4-FFF2-40B4-BE49-F238E27FC236}">
                <a16:creationId xmlns:a16="http://schemas.microsoft.com/office/drawing/2014/main" id="{5356D722-3E29-112E-27E5-2F9801A9E1AC}"/>
              </a:ext>
            </a:extLst>
          </p:cNvPr>
          <p:cNvGrpSpPr/>
          <p:nvPr/>
        </p:nvGrpSpPr>
        <p:grpSpPr>
          <a:xfrm>
            <a:off x="9277589" y="3488273"/>
            <a:ext cx="1003353" cy="899927"/>
            <a:chOff x="8544973" y="3222682"/>
            <a:chExt cx="1276805" cy="1145191"/>
          </a:xfrm>
        </p:grpSpPr>
        <p:sp>
          <p:nvSpPr>
            <p:cNvPr id="29" name="Freeform 8">
              <a:extLst>
                <a:ext uri="{FF2B5EF4-FFF2-40B4-BE49-F238E27FC236}">
                  <a16:creationId xmlns:a16="http://schemas.microsoft.com/office/drawing/2014/main" id="{94564975-25F6-42DF-D9E9-ACE51361643F}"/>
                </a:ext>
              </a:extLst>
            </p:cNvPr>
            <p:cNvSpPr>
              <a:spLocks/>
            </p:cNvSpPr>
            <p:nvPr/>
          </p:nvSpPr>
          <p:spPr bwMode="auto">
            <a:xfrm>
              <a:off x="8544973" y="3630238"/>
              <a:ext cx="1276805" cy="737635"/>
            </a:xfrm>
            <a:custGeom>
              <a:avLst/>
              <a:gdLst>
                <a:gd name="T0" fmla="*/ 398 w 485"/>
                <a:gd name="T1" fmla="*/ 50 h 281"/>
                <a:gd name="T2" fmla="*/ 399 w 485"/>
                <a:gd name="T3" fmla="*/ 231 h 281"/>
                <a:gd name="T4" fmla="*/ 87 w 485"/>
                <a:gd name="T5" fmla="*/ 231 h 281"/>
                <a:gd name="T6" fmla="*/ 86 w 485"/>
                <a:gd name="T7" fmla="*/ 50 h 281"/>
                <a:gd name="T8" fmla="*/ 398 w 485"/>
                <a:gd name="T9" fmla="*/ 50 h 281"/>
              </a:gdLst>
              <a:ahLst/>
              <a:cxnLst>
                <a:cxn ang="0">
                  <a:pos x="T0" y="T1"/>
                </a:cxn>
                <a:cxn ang="0">
                  <a:pos x="T2" y="T3"/>
                </a:cxn>
                <a:cxn ang="0">
                  <a:pos x="T4" y="T5"/>
                </a:cxn>
                <a:cxn ang="0">
                  <a:pos x="T6" y="T7"/>
                </a:cxn>
                <a:cxn ang="0">
                  <a:pos x="T8" y="T9"/>
                </a:cxn>
              </a:cxnLst>
              <a:rect l="0" t="0" r="r" b="b"/>
              <a:pathLst>
                <a:path w="485" h="281">
                  <a:moveTo>
                    <a:pt x="398" y="50"/>
                  </a:moveTo>
                  <a:cubicBezTo>
                    <a:pt x="484" y="100"/>
                    <a:pt x="485" y="181"/>
                    <a:pt x="399" y="231"/>
                  </a:cubicBezTo>
                  <a:cubicBezTo>
                    <a:pt x="313" y="281"/>
                    <a:pt x="173" y="281"/>
                    <a:pt x="87" y="231"/>
                  </a:cubicBezTo>
                  <a:cubicBezTo>
                    <a:pt x="0" y="181"/>
                    <a:pt x="0" y="100"/>
                    <a:pt x="86" y="50"/>
                  </a:cubicBezTo>
                  <a:cubicBezTo>
                    <a:pt x="172" y="0"/>
                    <a:pt x="311" y="0"/>
                    <a:pt x="398" y="50"/>
                  </a:cubicBezTo>
                  <a:close/>
                </a:path>
              </a:pathLst>
            </a:custGeom>
            <a:solidFill>
              <a:srgbClr val="CDD2F8">
                <a:alpha val="27000"/>
              </a:srgbClr>
            </a:solidFill>
            <a:ln>
              <a:solidFill>
                <a:srgbClr val="8E9CEF">
                  <a:alpha val="20000"/>
                </a:srgbClr>
              </a:solidFill>
            </a:ln>
          </p:spPr>
          <p:txBody>
            <a:bodyPr vert="horz" wrap="square" lIns="91440" tIns="45720" rIns="91440" bIns="45720" numCol="1" anchor="t" anchorCtr="0" compatLnSpc="1">
              <a:prstTxWarp prst="textNoShape">
                <a:avLst/>
              </a:prstTxWarp>
            </a:bodyPr>
            <a:lstStyle/>
            <a:p>
              <a:endParaRPr lang="zh-CN" altLang="en-US"/>
            </a:p>
          </p:txBody>
        </p:sp>
        <p:grpSp>
          <p:nvGrpSpPr>
            <p:cNvPr id="28" name="组合 27">
              <a:extLst>
                <a:ext uri="{FF2B5EF4-FFF2-40B4-BE49-F238E27FC236}">
                  <a16:creationId xmlns:a16="http://schemas.microsoft.com/office/drawing/2014/main" id="{27AC49A9-D64F-53D4-7405-C0A9BC721B97}"/>
                </a:ext>
              </a:extLst>
            </p:cNvPr>
            <p:cNvGrpSpPr/>
            <p:nvPr/>
          </p:nvGrpSpPr>
          <p:grpSpPr>
            <a:xfrm>
              <a:off x="8818242" y="3222682"/>
              <a:ext cx="730266" cy="956030"/>
              <a:chOff x="7939602" y="1498602"/>
              <a:chExt cx="1956238" cy="2561013"/>
            </a:xfrm>
          </p:grpSpPr>
          <p:grpSp>
            <p:nvGrpSpPr>
              <p:cNvPr id="21" name="组合 20">
                <a:extLst>
                  <a:ext uri="{FF2B5EF4-FFF2-40B4-BE49-F238E27FC236}">
                    <a16:creationId xmlns:a16="http://schemas.microsoft.com/office/drawing/2014/main" id="{5573F8D1-CE20-B843-312A-63B27D2DCEE4}"/>
                  </a:ext>
                </a:extLst>
              </p:cNvPr>
              <p:cNvGrpSpPr/>
              <p:nvPr/>
            </p:nvGrpSpPr>
            <p:grpSpPr>
              <a:xfrm>
                <a:off x="7939602" y="1498602"/>
                <a:ext cx="1956238" cy="2561013"/>
                <a:chOff x="7959922" y="1505376"/>
                <a:chExt cx="709945" cy="929426"/>
              </a:xfrm>
            </p:grpSpPr>
            <p:sp>
              <p:nvSpPr>
                <p:cNvPr id="10" name="AutoShape 3">
                  <a:extLst>
                    <a:ext uri="{FF2B5EF4-FFF2-40B4-BE49-F238E27FC236}">
                      <a16:creationId xmlns:a16="http://schemas.microsoft.com/office/drawing/2014/main" id="{0FBCC98F-71B4-490E-AFC8-A9FDF7DD374A}"/>
                    </a:ext>
                  </a:extLst>
                </p:cNvPr>
                <p:cNvSpPr>
                  <a:spLocks noChangeAspect="1" noChangeArrowheads="1" noTextEdit="1"/>
                </p:cNvSpPr>
                <p:nvPr/>
              </p:nvSpPr>
              <p:spPr bwMode="auto">
                <a:xfrm>
                  <a:off x="7989963" y="1523155"/>
                  <a:ext cx="649863" cy="911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19" name="组合 18">
                  <a:extLst>
                    <a:ext uri="{FF2B5EF4-FFF2-40B4-BE49-F238E27FC236}">
                      <a16:creationId xmlns:a16="http://schemas.microsoft.com/office/drawing/2014/main" id="{4B7BEAE7-8532-907F-D022-4E5BB1E342F6}"/>
                    </a:ext>
                  </a:extLst>
                </p:cNvPr>
                <p:cNvGrpSpPr/>
                <p:nvPr/>
              </p:nvGrpSpPr>
              <p:grpSpPr>
                <a:xfrm>
                  <a:off x="7994254" y="1701393"/>
                  <a:ext cx="641280" cy="710231"/>
                  <a:chOff x="5178425" y="523875"/>
                  <a:chExt cx="1660525" cy="2039938"/>
                </a:xfrm>
              </p:grpSpPr>
              <p:sp>
                <p:nvSpPr>
                  <p:cNvPr id="11" name="Freeform 5">
                    <a:extLst>
                      <a:ext uri="{FF2B5EF4-FFF2-40B4-BE49-F238E27FC236}">
                        <a16:creationId xmlns:a16="http://schemas.microsoft.com/office/drawing/2014/main" id="{3F3E360D-D2B5-66BA-B836-AD68EF1F0C48}"/>
                      </a:ext>
                    </a:extLst>
                  </p:cNvPr>
                  <p:cNvSpPr>
                    <a:spLocks/>
                  </p:cNvSpPr>
                  <p:nvPr/>
                </p:nvSpPr>
                <p:spPr bwMode="auto">
                  <a:xfrm>
                    <a:off x="5178425" y="523875"/>
                    <a:ext cx="1660525" cy="1512887"/>
                  </a:xfrm>
                  <a:custGeom>
                    <a:avLst/>
                    <a:gdLst>
                      <a:gd name="T0" fmla="*/ 438 w 438"/>
                      <a:gd name="T1" fmla="*/ 139 h 400"/>
                      <a:gd name="T2" fmla="*/ 437 w 438"/>
                      <a:gd name="T3" fmla="*/ 400 h 400"/>
                      <a:gd name="T4" fmla="*/ 373 w 438"/>
                      <a:gd name="T5" fmla="*/ 310 h 400"/>
                      <a:gd name="T6" fmla="*/ 63 w 438"/>
                      <a:gd name="T7" fmla="*/ 310 h 400"/>
                      <a:gd name="T8" fmla="*/ 0 w 438"/>
                      <a:gd name="T9" fmla="*/ 399 h 400"/>
                      <a:gd name="T10" fmla="*/ 0 w 438"/>
                      <a:gd name="T11" fmla="*/ 138 h 400"/>
                      <a:gd name="T12" fmla="*/ 64 w 438"/>
                      <a:gd name="T13" fmla="*/ 49 h 400"/>
                      <a:gd name="T14" fmla="*/ 373 w 438"/>
                      <a:gd name="T15" fmla="*/ 49 h 400"/>
                      <a:gd name="T16" fmla="*/ 438 w 438"/>
                      <a:gd name="T17" fmla="*/ 139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400">
                        <a:moveTo>
                          <a:pt x="438" y="139"/>
                        </a:moveTo>
                        <a:cubicBezTo>
                          <a:pt x="437" y="400"/>
                          <a:pt x="437" y="400"/>
                          <a:pt x="437" y="400"/>
                        </a:cubicBezTo>
                        <a:cubicBezTo>
                          <a:pt x="437" y="368"/>
                          <a:pt x="416" y="335"/>
                          <a:pt x="373" y="310"/>
                        </a:cubicBezTo>
                        <a:cubicBezTo>
                          <a:pt x="287" y="260"/>
                          <a:pt x="148" y="261"/>
                          <a:pt x="63" y="310"/>
                        </a:cubicBezTo>
                        <a:cubicBezTo>
                          <a:pt x="21" y="334"/>
                          <a:pt x="0" y="367"/>
                          <a:pt x="0" y="399"/>
                        </a:cubicBezTo>
                        <a:cubicBezTo>
                          <a:pt x="0" y="138"/>
                          <a:pt x="0" y="138"/>
                          <a:pt x="0" y="138"/>
                        </a:cubicBezTo>
                        <a:cubicBezTo>
                          <a:pt x="1" y="106"/>
                          <a:pt x="22" y="74"/>
                          <a:pt x="64" y="49"/>
                        </a:cubicBezTo>
                        <a:cubicBezTo>
                          <a:pt x="149" y="0"/>
                          <a:pt x="288" y="0"/>
                          <a:pt x="373" y="49"/>
                        </a:cubicBezTo>
                        <a:cubicBezTo>
                          <a:pt x="417" y="74"/>
                          <a:pt x="438" y="107"/>
                          <a:pt x="438" y="139"/>
                        </a:cubicBezTo>
                        <a:close/>
                      </a:path>
                    </a:pathLst>
                  </a:custGeom>
                  <a:gradFill>
                    <a:gsLst>
                      <a:gs pos="0">
                        <a:srgbClr val="3749CC"/>
                      </a:gs>
                      <a:gs pos="100000">
                        <a:srgbClr val="6578F0"/>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6">
                    <a:extLst>
                      <a:ext uri="{FF2B5EF4-FFF2-40B4-BE49-F238E27FC236}">
                        <a16:creationId xmlns:a16="http://schemas.microsoft.com/office/drawing/2014/main" id="{99B12927-389C-63A2-C36B-857F8892A6BA}"/>
                      </a:ext>
                    </a:extLst>
                  </p:cNvPr>
                  <p:cNvSpPr>
                    <a:spLocks/>
                  </p:cNvSpPr>
                  <p:nvPr/>
                </p:nvSpPr>
                <p:spPr bwMode="auto">
                  <a:xfrm>
                    <a:off x="5178425" y="1046163"/>
                    <a:ext cx="1660525" cy="1517650"/>
                  </a:xfrm>
                  <a:custGeom>
                    <a:avLst/>
                    <a:gdLst>
                      <a:gd name="T0" fmla="*/ 64 w 438"/>
                      <a:gd name="T1" fmla="*/ 351 h 401"/>
                      <a:gd name="T2" fmla="*/ 0 w 438"/>
                      <a:gd name="T3" fmla="*/ 261 h 401"/>
                      <a:gd name="T4" fmla="*/ 0 w 438"/>
                      <a:gd name="T5" fmla="*/ 0 h 401"/>
                      <a:gd name="T6" fmla="*/ 65 w 438"/>
                      <a:gd name="T7" fmla="*/ 90 h 401"/>
                      <a:gd name="T8" fmla="*/ 374 w 438"/>
                      <a:gd name="T9" fmla="*/ 90 h 401"/>
                      <a:gd name="T10" fmla="*/ 438 w 438"/>
                      <a:gd name="T11" fmla="*/ 1 h 401"/>
                      <a:gd name="T12" fmla="*/ 437 w 438"/>
                      <a:gd name="T13" fmla="*/ 262 h 401"/>
                      <a:gd name="T14" fmla="*/ 374 w 438"/>
                      <a:gd name="T15" fmla="*/ 351 h 401"/>
                      <a:gd name="T16" fmla="*/ 64 w 438"/>
                      <a:gd name="T17" fmla="*/ 35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401">
                        <a:moveTo>
                          <a:pt x="64" y="351"/>
                        </a:moveTo>
                        <a:cubicBezTo>
                          <a:pt x="21" y="326"/>
                          <a:pt x="0" y="294"/>
                          <a:pt x="0" y="261"/>
                        </a:cubicBezTo>
                        <a:cubicBezTo>
                          <a:pt x="0" y="0"/>
                          <a:pt x="0" y="0"/>
                          <a:pt x="0" y="0"/>
                        </a:cubicBezTo>
                        <a:cubicBezTo>
                          <a:pt x="0" y="33"/>
                          <a:pt x="22" y="65"/>
                          <a:pt x="65" y="90"/>
                        </a:cubicBezTo>
                        <a:cubicBezTo>
                          <a:pt x="151" y="140"/>
                          <a:pt x="289" y="140"/>
                          <a:pt x="374" y="90"/>
                        </a:cubicBezTo>
                        <a:cubicBezTo>
                          <a:pt x="417" y="66"/>
                          <a:pt x="438" y="34"/>
                          <a:pt x="438" y="1"/>
                        </a:cubicBezTo>
                        <a:cubicBezTo>
                          <a:pt x="437" y="262"/>
                          <a:pt x="437" y="262"/>
                          <a:pt x="437" y="262"/>
                        </a:cubicBezTo>
                        <a:cubicBezTo>
                          <a:pt x="437" y="294"/>
                          <a:pt x="416" y="327"/>
                          <a:pt x="374" y="351"/>
                        </a:cubicBezTo>
                        <a:cubicBezTo>
                          <a:pt x="289" y="401"/>
                          <a:pt x="150" y="401"/>
                          <a:pt x="64" y="351"/>
                        </a:cubicBezTo>
                        <a:close/>
                      </a:path>
                    </a:pathLst>
                  </a:custGeom>
                  <a:gradFill flip="none" rotWithShape="1">
                    <a:gsLst>
                      <a:gs pos="0">
                        <a:srgbClr val="DADFFE"/>
                      </a:gs>
                      <a:gs pos="100000">
                        <a:srgbClr val="6578F0"/>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6" name="Freeform 7">
                  <a:extLst>
                    <a:ext uri="{FF2B5EF4-FFF2-40B4-BE49-F238E27FC236}">
                      <a16:creationId xmlns:a16="http://schemas.microsoft.com/office/drawing/2014/main" id="{4334BC98-979F-8290-75FB-34BD656F34E4}"/>
                    </a:ext>
                  </a:extLst>
                </p:cNvPr>
                <p:cNvSpPr>
                  <a:spLocks/>
                </p:cNvSpPr>
                <p:nvPr/>
              </p:nvSpPr>
              <p:spPr bwMode="auto">
                <a:xfrm>
                  <a:off x="7991189" y="1707079"/>
                  <a:ext cx="647411" cy="301021"/>
                </a:xfrm>
                <a:custGeom>
                  <a:avLst/>
                  <a:gdLst>
                    <a:gd name="T0" fmla="*/ 442 w 442"/>
                    <a:gd name="T1" fmla="*/ 1 h 206"/>
                    <a:gd name="T2" fmla="*/ 442 w 442"/>
                    <a:gd name="T3" fmla="*/ 67 h 206"/>
                    <a:gd name="T4" fmla="*/ 378 w 442"/>
                    <a:gd name="T5" fmla="*/ 156 h 206"/>
                    <a:gd name="T6" fmla="*/ 65 w 442"/>
                    <a:gd name="T7" fmla="*/ 156 h 206"/>
                    <a:gd name="T8" fmla="*/ 0 w 442"/>
                    <a:gd name="T9" fmla="*/ 65 h 206"/>
                    <a:gd name="T10" fmla="*/ 0 w 442"/>
                    <a:gd name="T11" fmla="*/ 0 h 206"/>
                    <a:gd name="T12" fmla="*/ 66 w 442"/>
                    <a:gd name="T13" fmla="*/ 91 h 206"/>
                    <a:gd name="T14" fmla="*/ 378 w 442"/>
                    <a:gd name="T15" fmla="*/ 91 h 206"/>
                    <a:gd name="T16" fmla="*/ 442 w 442"/>
                    <a:gd name="T17" fmla="*/ 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2" h="206">
                      <a:moveTo>
                        <a:pt x="442" y="1"/>
                      </a:moveTo>
                      <a:cubicBezTo>
                        <a:pt x="442" y="67"/>
                        <a:pt x="442" y="67"/>
                        <a:pt x="442" y="67"/>
                      </a:cubicBezTo>
                      <a:cubicBezTo>
                        <a:pt x="442" y="99"/>
                        <a:pt x="420" y="132"/>
                        <a:pt x="378" y="156"/>
                      </a:cubicBezTo>
                      <a:cubicBezTo>
                        <a:pt x="292" y="206"/>
                        <a:pt x="152" y="206"/>
                        <a:pt x="65" y="156"/>
                      </a:cubicBezTo>
                      <a:cubicBezTo>
                        <a:pt x="22" y="131"/>
                        <a:pt x="0" y="98"/>
                        <a:pt x="0" y="65"/>
                      </a:cubicBezTo>
                      <a:cubicBezTo>
                        <a:pt x="0" y="0"/>
                        <a:pt x="0" y="0"/>
                        <a:pt x="0" y="0"/>
                      </a:cubicBezTo>
                      <a:cubicBezTo>
                        <a:pt x="0" y="33"/>
                        <a:pt x="22" y="66"/>
                        <a:pt x="66" y="91"/>
                      </a:cubicBezTo>
                      <a:cubicBezTo>
                        <a:pt x="152" y="141"/>
                        <a:pt x="292" y="141"/>
                        <a:pt x="378" y="91"/>
                      </a:cubicBezTo>
                      <a:cubicBezTo>
                        <a:pt x="421" y="66"/>
                        <a:pt x="442" y="34"/>
                        <a:pt x="442" y="1"/>
                      </a:cubicBezTo>
                      <a:close/>
                    </a:path>
                  </a:pathLst>
                </a:custGeom>
                <a:gradFill flip="none" rotWithShape="1">
                  <a:gsLst>
                    <a:gs pos="0">
                      <a:srgbClr val="DADFFE"/>
                    </a:gs>
                    <a:gs pos="100000">
                      <a:srgbClr val="6578F0"/>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8">
                  <a:extLst>
                    <a:ext uri="{FF2B5EF4-FFF2-40B4-BE49-F238E27FC236}">
                      <a16:creationId xmlns:a16="http://schemas.microsoft.com/office/drawing/2014/main" id="{1F81F383-F91B-512C-FE77-C0E2B42DA4CC}"/>
                    </a:ext>
                  </a:extLst>
                </p:cNvPr>
                <p:cNvSpPr>
                  <a:spLocks/>
                </p:cNvSpPr>
                <p:nvPr/>
              </p:nvSpPr>
              <p:spPr bwMode="auto">
                <a:xfrm>
                  <a:off x="7959922" y="1505376"/>
                  <a:ext cx="709945" cy="410149"/>
                </a:xfrm>
                <a:custGeom>
                  <a:avLst/>
                  <a:gdLst>
                    <a:gd name="T0" fmla="*/ 398 w 485"/>
                    <a:gd name="T1" fmla="*/ 50 h 281"/>
                    <a:gd name="T2" fmla="*/ 399 w 485"/>
                    <a:gd name="T3" fmla="*/ 231 h 281"/>
                    <a:gd name="T4" fmla="*/ 87 w 485"/>
                    <a:gd name="T5" fmla="*/ 231 h 281"/>
                    <a:gd name="T6" fmla="*/ 86 w 485"/>
                    <a:gd name="T7" fmla="*/ 50 h 281"/>
                    <a:gd name="T8" fmla="*/ 398 w 485"/>
                    <a:gd name="T9" fmla="*/ 50 h 281"/>
                  </a:gdLst>
                  <a:ahLst/>
                  <a:cxnLst>
                    <a:cxn ang="0">
                      <a:pos x="T0" y="T1"/>
                    </a:cxn>
                    <a:cxn ang="0">
                      <a:pos x="T2" y="T3"/>
                    </a:cxn>
                    <a:cxn ang="0">
                      <a:pos x="T4" y="T5"/>
                    </a:cxn>
                    <a:cxn ang="0">
                      <a:pos x="T6" y="T7"/>
                    </a:cxn>
                    <a:cxn ang="0">
                      <a:pos x="T8" y="T9"/>
                    </a:cxn>
                  </a:cxnLst>
                  <a:rect l="0" t="0" r="r" b="b"/>
                  <a:pathLst>
                    <a:path w="485" h="281">
                      <a:moveTo>
                        <a:pt x="398" y="50"/>
                      </a:moveTo>
                      <a:cubicBezTo>
                        <a:pt x="484" y="100"/>
                        <a:pt x="485" y="181"/>
                        <a:pt x="399" y="231"/>
                      </a:cubicBezTo>
                      <a:cubicBezTo>
                        <a:pt x="313" y="281"/>
                        <a:pt x="173" y="281"/>
                        <a:pt x="87" y="231"/>
                      </a:cubicBezTo>
                      <a:cubicBezTo>
                        <a:pt x="0" y="181"/>
                        <a:pt x="0" y="100"/>
                        <a:pt x="86" y="50"/>
                      </a:cubicBezTo>
                      <a:cubicBezTo>
                        <a:pt x="172" y="0"/>
                        <a:pt x="311" y="0"/>
                        <a:pt x="398" y="50"/>
                      </a:cubicBezTo>
                      <a:close/>
                    </a:path>
                  </a:pathLst>
                </a:custGeom>
                <a:gradFill>
                  <a:gsLst>
                    <a:gs pos="0">
                      <a:srgbClr val="FAFBFF"/>
                    </a:gs>
                    <a:gs pos="100000">
                      <a:srgbClr val="CDD2F8"/>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Freeform 9">
                  <a:extLst>
                    <a:ext uri="{FF2B5EF4-FFF2-40B4-BE49-F238E27FC236}">
                      <a16:creationId xmlns:a16="http://schemas.microsoft.com/office/drawing/2014/main" id="{961250BF-1757-88BA-8660-6BF3A812FFBF}"/>
                    </a:ext>
                  </a:extLst>
                </p:cNvPr>
                <p:cNvSpPr>
                  <a:spLocks noEditPoints="1"/>
                </p:cNvSpPr>
                <p:nvPr/>
              </p:nvSpPr>
              <p:spPr bwMode="auto">
                <a:xfrm>
                  <a:off x="8043030" y="1556037"/>
                  <a:ext cx="543729" cy="301021"/>
                </a:xfrm>
                <a:custGeom>
                  <a:avLst/>
                  <a:gdLst>
                    <a:gd name="T0" fmla="*/ 276 w 336"/>
                    <a:gd name="T1" fmla="*/ 35 h 195"/>
                    <a:gd name="T2" fmla="*/ 277 w 336"/>
                    <a:gd name="T3" fmla="*/ 160 h 195"/>
                    <a:gd name="T4" fmla="*/ 60 w 336"/>
                    <a:gd name="T5" fmla="*/ 160 h 195"/>
                    <a:gd name="T6" fmla="*/ 60 w 336"/>
                    <a:gd name="T7" fmla="*/ 35 h 195"/>
                    <a:gd name="T8" fmla="*/ 276 w 336"/>
                    <a:gd name="T9" fmla="*/ 35 h 195"/>
                    <a:gd name="T10" fmla="*/ 62 w 336"/>
                    <a:gd name="T11" fmla="*/ 159 h 195"/>
                    <a:gd name="T12" fmla="*/ 275 w 336"/>
                    <a:gd name="T13" fmla="*/ 159 h 195"/>
                    <a:gd name="T14" fmla="*/ 274 w 336"/>
                    <a:gd name="T15" fmla="*/ 36 h 195"/>
                    <a:gd name="T16" fmla="*/ 62 w 336"/>
                    <a:gd name="T17" fmla="*/ 36 h 195"/>
                    <a:gd name="T18" fmla="*/ 62 w 336"/>
                    <a:gd name="T19" fmla="*/ 159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6" h="195">
                      <a:moveTo>
                        <a:pt x="276" y="35"/>
                      </a:moveTo>
                      <a:cubicBezTo>
                        <a:pt x="336" y="70"/>
                        <a:pt x="336" y="126"/>
                        <a:pt x="277" y="160"/>
                      </a:cubicBezTo>
                      <a:cubicBezTo>
                        <a:pt x="217" y="195"/>
                        <a:pt x="120" y="195"/>
                        <a:pt x="60" y="160"/>
                      </a:cubicBezTo>
                      <a:cubicBezTo>
                        <a:pt x="1" y="126"/>
                        <a:pt x="0" y="70"/>
                        <a:pt x="60" y="35"/>
                      </a:cubicBezTo>
                      <a:cubicBezTo>
                        <a:pt x="119" y="0"/>
                        <a:pt x="216" y="0"/>
                        <a:pt x="276" y="35"/>
                      </a:cubicBezTo>
                      <a:close/>
                      <a:moveTo>
                        <a:pt x="62" y="159"/>
                      </a:moveTo>
                      <a:cubicBezTo>
                        <a:pt x="121" y="193"/>
                        <a:pt x="216" y="193"/>
                        <a:pt x="275" y="159"/>
                      </a:cubicBezTo>
                      <a:cubicBezTo>
                        <a:pt x="333" y="125"/>
                        <a:pt x="333" y="70"/>
                        <a:pt x="274" y="36"/>
                      </a:cubicBezTo>
                      <a:cubicBezTo>
                        <a:pt x="215" y="2"/>
                        <a:pt x="120" y="2"/>
                        <a:pt x="62" y="36"/>
                      </a:cubicBezTo>
                      <a:cubicBezTo>
                        <a:pt x="3" y="70"/>
                        <a:pt x="4" y="125"/>
                        <a:pt x="62" y="159"/>
                      </a:cubicBezTo>
                    </a:path>
                  </a:pathLst>
                </a:custGeom>
                <a:solidFill>
                  <a:srgbClr val="3749CC"/>
                </a:solidFill>
                <a:ln>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7" name="组合 26">
                <a:extLst>
                  <a:ext uri="{FF2B5EF4-FFF2-40B4-BE49-F238E27FC236}">
                    <a16:creationId xmlns:a16="http://schemas.microsoft.com/office/drawing/2014/main" id="{74A9009E-9B84-2B36-04E8-1796323B61F0}"/>
                  </a:ext>
                </a:extLst>
              </p:cNvPr>
              <p:cNvGrpSpPr/>
              <p:nvPr/>
            </p:nvGrpSpPr>
            <p:grpSpPr>
              <a:xfrm>
                <a:off x="9687157" y="2993287"/>
                <a:ext cx="69024" cy="493977"/>
                <a:chOff x="9687157" y="2993287"/>
                <a:chExt cx="69024" cy="493977"/>
              </a:xfrm>
            </p:grpSpPr>
            <p:sp>
              <p:nvSpPr>
                <p:cNvPr id="22" name="椭圆 21">
                  <a:extLst>
                    <a:ext uri="{FF2B5EF4-FFF2-40B4-BE49-F238E27FC236}">
                      <a16:creationId xmlns:a16="http://schemas.microsoft.com/office/drawing/2014/main" id="{03456782-2F1A-F9E6-9C7D-E7F6DCCADF52}"/>
                    </a:ext>
                  </a:extLst>
                </p:cNvPr>
                <p:cNvSpPr/>
                <p:nvPr/>
              </p:nvSpPr>
              <p:spPr>
                <a:xfrm>
                  <a:off x="9687157" y="2993287"/>
                  <a:ext cx="69024" cy="69024"/>
                </a:xfrm>
                <a:prstGeom prst="ellipse">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A9CEDC5C-6D1E-6D3E-6D60-BE4D43B23C27}"/>
                    </a:ext>
                  </a:extLst>
                </p:cNvPr>
                <p:cNvSpPr/>
                <p:nvPr/>
              </p:nvSpPr>
              <p:spPr>
                <a:xfrm>
                  <a:off x="9687157" y="3111301"/>
                  <a:ext cx="69024" cy="375963"/>
                </a:xfrm>
                <a:prstGeom prst="roundRect">
                  <a:avLst>
                    <a:gd name="adj" fmla="val 50000"/>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nvGrpSpPr>
          <p:cNvPr id="31" name="组合 30">
            <a:extLst>
              <a:ext uri="{FF2B5EF4-FFF2-40B4-BE49-F238E27FC236}">
                <a16:creationId xmlns:a16="http://schemas.microsoft.com/office/drawing/2014/main" id="{767BE371-40C9-232D-69C8-603DF62801EF}"/>
              </a:ext>
            </a:extLst>
          </p:cNvPr>
          <p:cNvGrpSpPr/>
          <p:nvPr/>
        </p:nvGrpSpPr>
        <p:grpSpPr>
          <a:xfrm>
            <a:off x="8217421" y="2893778"/>
            <a:ext cx="1003353" cy="899927"/>
            <a:chOff x="8544973" y="3222682"/>
            <a:chExt cx="1276805" cy="1145191"/>
          </a:xfrm>
        </p:grpSpPr>
        <p:sp>
          <p:nvSpPr>
            <p:cNvPr id="32" name="Freeform 8">
              <a:extLst>
                <a:ext uri="{FF2B5EF4-FFF2-40B4-BE49-F238E27FC236}">
                  <a16:creationId xmlns:a16="http://schemas.microsoft.com/office/drawing/2014/main" id="{0E5A0CF6-9520-CC31-C46B-DC542A3EC856}"/>
                </a:ext>
              </a:extLst>
            </p:cNvPr>
            <p:cNvSpPr>
              <a:spLocks/>
            </p:cNvSpPr>
            <p:nvPr/>
          </p:nvSpPr>
          <p:spPr bwMode="auto">
            <a:xfrm>
              <a:off x="8544973" y="3630238"/>
              <a:ext cx="1276805" cy="737635"/>
            </a:xfrm>
            <a:custGeom>
              <a:avLst/>
              <a:gdLst>
                <a:gd name="T0" fmla="*/ 398 w 485"/>
                <a:gd name="T1" fmla="*/ 50 h 281"/>
                <a:gd name="T2" fmla="*/ 399 w 485"/>
                <a:gd name="T3" fmla="*/ 231 h 281"/>
                <a:gd name="T4" fmla="*/ 87 w 485"/>
                <a:gd name="T5" fmla="*/ 231 h 281"/>
                <a:gd name="T6" fmla="*/ 86 w 485"/>
                <a:gd name="T7" fmla="*/ 50 h 281"/>
                <a:gd name="T8" fmla="*/ 398 w 485"/>
                <a:gd name="T9" fmla="*/ 50 h 281"/>
              </a:gdLst>
              <a:ahLst/>
              <a:cxnLst>
                <a:cxn ang="0">
                  <a:pos x="T0" y="T1"/>
                </a:cxn>
                <a:cxn ang="0">
                  <a:pos x="T2" y="T3"/>
                </a:cxn>
                <a:cxn ang="0">
                  <a:pos x="T4" y="T5"/>
                </a:cxn>
                <a:cxn ang="0">
                  <a:pos x="T6" y="T7"/>
                </a:cxn>
                <a:cxn ang="0">
                  <a:pos x="T8" y="T9"/>
                </a:cxn>
              </a:cxnLst>
              <a:rect l="0" t="0" r="r" b="b"/>
              <a:pathLst>
                <a:path w="485" h="281">
                  <a:moveTo>
                    <a:pt x="398" y="50"/>
                  </a:moveTo>
                  <a:cubicBezTo>
                    <a:pt x="484" y="100"/>
                    <a:pt x="485" y="181"/>
                    <a:pt x="399" y="231"/>
                  </a:cubicBezTo>
                  <a:cubicBezTo>
                    <a:pt x="313" y="281"/>
                    <a:pt x="173" y="281"/>
                    <a:pt x="87" y="231"/>
                  </a:cubicBezTo>
                  <a:cubicBezTo>
                    <a:pt x="0" y="181"/>
                    <a:pt x="0" y="100"/>
                    <a:pt x="86" y="50"/>
                  </a:cubicBezTo>
                  <a:cubicBezTo>
                    <a:pt x="172" y="0"/>
                    <a:pt x="311" y="0"/>
                    <a:pt x="398" y="50"/>
                  </a:cubicBezTo>
                  <a:close/>
                </a:path>
              </a:pathLst>
            </a:custGeom>
            <a:solidFill>
              <a:srgbClr val="CDD2F8">
                <a:alpha val="27000"/>
              </a:srgbClr>
            </a:solidFill>
            <a:ln>
              <a:solidFill>
                <a:srgbClr val="8E9CEF">
                  <a:alpha val="20000"/>
                </a:srgbClr>
              </a:solidFill>
            </a:ln>
          </p:spPr>
          <p:txBody>
            <a:bodyPr vert="horz" wrap="square" lIns="91440" tIns="45720" rIns="91440" bIns="45720" numCol="1" anchor="t" anchorCtr="0" compatLnSpc="1">
              <a:prstTxWarp prst="textNoShape">
                <a:avLst/>
              </a:prstTxWarp>
            </a:bodyPr>
            <a:lstStyle/>
            <a:p>
              <a:endParaRPr lang="zh-CN" altLang="en-US"/>
            </a:p>
          </p:txBody>
        </p:sp>
        <p:grpSp>
          <p:nvGrpSpPr>
            <p:cNvPr id="33" name="组合 32">
              <a:extLst>
                <a:ext uri="{FF2B5EF4-FFF2-40B4-BE49-F238E27FC236}">
                  <a16:creationId xmlns:a16="http://schemas.microsoft.com/office/drawing/2014/main" id="{D6F1B298-3CA2-C690-4F98-D34B5BBF9141}"/>
                </a:ext>
              </a:extLst>
            </p:cNvPr>
            <p:cNvGrpSpPr/>
            <p:nvPr/>
          </p:nvGrpSpPr>
          <p:grpSpPr>
            <a:xfrm>
              <a:off x="8818242" y="3222682"/>
              <a:ext cx="730266" cy="956030"/>
              <a:chOff x="7939602" y="1498602"/>
              <a:chExt cx="1956238" cy="2561013"/>
            </a:xfrm>
          </p:grpSpPr>
          <p:grpSp>
            <p:nvGrpSpPr>
              <p:cNvPr id="34" name="组合 33">
                <a:extLst>
                  <a:ext uri="{FF2B5EF4-FFF2-40B4-BE49-F238E27FC236}">
                    <a16:creationId xmlns:a16="http://schemas.microsoft.com/office/drawing/2014/main" id="{66399887-E718-EEB6-D822-35A229633235}"/>
                  </a:ext>
                </a:extLst>
              </p:cNvPr>
              <p:cNvGrpSpPr/>
              <p:nvPr/>
            </p:nvGrpSpPr>
            <p:grpSpPr>
              <a:xfrm>
                <a:off x="7939602" y="1498602"/>
                <a:ext cx="1956238" cy="2561013"/>
                <a:chOff x="7959922" y="1505376"/>
                <a:chExt cx="709945" cy="929426"/>
              </a:xfrm>
            </p:grpSpPr>
            <p:sp>
              <p:nvSpPr>
                <p:cNvPr id="38" name="AutoShape 3">
                  <a:extLst>
                    <a:ext uri="{FF2B5EF4-FFF2-40B4-BE49-F238E27FC236}">
                      <a16:creationId xmlns:a16="http://schemas.microsoft.com/office/drawing/2014/main" id="{A6B2934A-4772-3DF7-D29D-60DCA4261F9C}"/>
                    </a:ext>
                  </a:extLst>
                </p:cNvPr>
                <p:cNvSpPr>
                  <a:spLocks noChangeAspect="1" noChangeArrowheads="1" noTextEdit="1"/>
                </p:cNvSpPr>
                <p:nvPr/>
              </p:nvSpPr>
              <p:spPr bwMode="auto">
                <a:xfrm>
                  <a:off x="7989963" y="1523155"/>
                  <a:ext cx="649863" cy="911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39" name="组合 38">
                  <a:extLst>
                    <a:ext uri="{FF2B5EF4-FFF2-40B4-BE49-F238E27FC236}">
                      <a16:creationId xmlns:a16="http://schemas.microsoft.com/office/drawing/2014/main" id="{00535D1B-B95A-5584-F4B4-72E536F6CE5E}"/>
                    </a:ext>
                  </a:extLst>
                </p:cNvPr>
                <p:cNvGrpSpPr/>
                <p:nvPr/>
              </p:nvGrpSpPr>
              <p:grpSpPr>
                <a:xfrm>
                  <a:off x="7994254" y="1701393"/>
                  <a:ext cx="641280" cy="710231"/>
                  <a:chOff x="5178425" y="523875"/>
                  <a:chExt cx="1660525" cy="2039938"/>
                </a:xfrm>
              </p:grpSpPr>
              <p:sp>
                <p:nvSpPr>
                  <p:cNvPr id="43" name="Freeform 5">
                    <a:extLst>
                      <a:ext uri="{FF2B5EF4-FFF2-40B4-BE49-F238E27FC236}">
                        <a16:creationId xmlns:a16="http://schemas.microsoft.com/office/drawing/2014/main" id="{3145A029-55CD-794C-30B6-D38FDEA445C8}"/>
                      </a:ext>
                    </a:extLst>
                  </p:cNvPr>
                  <p:cNvSpPr>
                    <a:spLocks/>
                  </p:cNvSpPr>
                  <p:nvPr/>
                </p:nvSpPr>
                <p:spPr bwMode="auto">
                  <a:xfrm>
                    <a:off x="5178425" y="523875"/>
                    <a:ext cx="1660525" cy="1512887"/>
                  </a:xfrm>
                  <a:custGeom>
                    <a:avLst/>
                    <a:gdLst>
                      <a:gd name="T0" fmla="*/ 438 w 438"/>
                      <a:gd name="T1" fmla="*/ 139 h 400"/>
                      <a:gd name="T2" fmla="*/ 437 w 438"/>
                      <a:gd name="T3" fmla="*/ 400 h 400"/>
                      <a:gd name="T4" fmla="*/ 373 w 438"/>
                      <a:gd name="T5" fmla="*/ 310 h 400"/>
                      <a:gd name="T6" fmla="*/ 63 w 438"/>
                      <a:gd name="T7" fmla="*/ 310 h 400"/>
                      <a:gd name="T8" fmla="*/ 0 w 438"/>
                      <a:gd name="T9" fmla="*/ 399 h 400"/>
                      <a:gd name="T10" fmla="*/ 0 w 438"/>
                      <a:gd name="T11" fmla="*/ 138 h 400"/>
                      <a:gd name="T12" fmla="*/ 64 w 438"/>
                      <a:gd name="T13" fmla="*/ 49 h 400"/>
                      <a:gd name="T14" fmla="*/ 373 w 438"/>
                      <a:gd name="T15" fmla="*/ 49 h 400"/>
                      <a:gd name="T16" fmla="*/ 438 w 438"/>
                      <a:gd name="T17" fmla="*/ 139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400">
                        <a:moveTo>
                          <a:pt x="438" y="139"/>
                        </a:moveTo>
                        <a:cubicBezTo>
                          <a:pt x="437" y="400"/>
                          <a:pt x="437" y="400"/>
                          <a:pt x="437" y="400"/>
                        </a:cubicBezTo>
                        <a:cubicBezTo>
                          <a:pt x="437" y="368"/>
                          <a:pt x="416" y="335"/>
                          <a:pt x="373" y="310"/>
                        </a:cubicBezTo>
                        <a:cubicBezTo>
                          <a:pt x="287" y="260"/>
                          <a:pt x="148" y="261"/>
                          <a:pt x="63" y="310"/>
                        </a:cubicBezTo>
                        <a:cubicBezTo>
                          <a:pt x="21" y="334"/>
                          <a:pt x="0" y="367"/>
                          <a:pt x="0" y="399"/>
                        </a:cubicBezTo>
                        <a:cubicBezTo>
                          <a:pt x="0" y="138"/>
                          <a:pt x="0" y="138"/>
                          <a:pt x="0" y="138"/>
                        </a:cubicBezTo>
                        <a:cubicBezTo>
                          <a:pt x="1" y="106"/>
                          <a:pt x="22" y="74"/>
                          <a:pt x="64" y="49"/>
                        </a:cubicBezTo>
                        <a:cubicBezTo>
                          <a:pt x="149" y="0"/>
                          <a:pt x="288" y="0"/>
                          <a:pt x="373" y="49"/>
                        </a:cubicBezTo>
                        <a:cubicBezTo>
                          <a:pt x="417" y="74"/>
                          <a:pt x="438" y="107"/>
                          <a:pt x="438" y="139"/>
                        </a:cubicBezTo>
                        <a:close/>
                      </a:path>
                    </a:pathLst>
                  </a:custGeom>
                  <a:gradFill>
                    <a:gsLst>
                      <a:gs pos="0">
                        <a:srgbClr val="3749CC"/>
                      </a:gs>
                      <a:gs pos="100000">
                        <a:srgbClr val="6578F0"/>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4" name="Freeform 6">
                    <a:extLst>
                      <a:ext uri="{FF2B5EF4-FFF2-40B4-BE49-F238E27FC236}">
                        <a16:creationId xmlns:a16="http://schemas.microsoft.com/office/drawing/2014/main" id="{63A5525E-D08F-E0FE-85A7-F2EB477E2404}"/>
                      </a:ext>
                    </a:extLst>
                  </p:cNvPr>
                  <p:cNvSpPr>
                    <a:spLocks/>
                  </p:cNvSpPr>
                  <p:nvPr/>
                </p:nvSpPr>
                <p:spPr bwMode="auto">
                  <a:xfrm>
                    <a:off x="5178425" y="1046163"/>
                    <a:ext cx="1660525" cy="1517650"/>
                  </a:xfrm>
                  <a:custGeom>
                    <a:avLst/>
                    <a:gdLst>
                      <a:gd name="T0" fmla="*/ 64 w 438"/>
                      <a:gd name="T1" fmla="*/ 351 h 401"/>
                      <a:gd name="T2" fmla="*/ 0 w 438"/>
                      <a:gd name="T3" fmla="*/ 261 h 401"/>
                      <a:gd name="T4" fmla="*/ 0 w 438"/>
                      <a:gd name="T5" fmla="*/ 0 h 401"/>
                      <a:gd name="T6" fmla="*/ 65 w 438"/>
                      <a:gd name="T7" fmla="*/ 90 h 401"/>
                      <a:gd name="T8" fmla="*/ 374 w 438"/>
                      <a:gd name="T9" fmla="*/ 90 h 401"/>
                      <a:gd name="T10" fmla="*/ 438 w 438"/>
                      <a:gd name="T11" fmla="*/ 1 h 401"/>
                      <a:gd name="T12" fmla="*/ 437 w 438"/>
                      <a:gd name="T13" fmla="*/ 262 h 401"/>
                      <a:gd name="T14" fmla="*/ 374 w 438"/>
                      <a:gd name="T15" fmla="*/ 351 h 401"/>
                      <a:gd name="T16" fmla="*/ 64 w 438"/>
                      <a:gd name="T17" fmla="*/ 35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401">
                        <a:moveTo>
                          <a:pt x="64" y="351"/>
                        </a:moveTo>
                        <a:cubicBezTo>
                          <a:pt x="21" y="326"/>
                          <a:pt x="0" y="294"/>
                          <a:pt x="0" y="261"/>
                        </a:cubicBezTo>
                        <a:cubicBezTo>
                          <a:pt x="0" y="0"/>
                          <a:pt x="0" y="0"/>
                          <a:pt x="0" y="0"/>
                        </a:cubicBezTo>
                        <a:cubicBezTo>
                          <a:pt x="0" y="33"/>
                          <a:pt x="22" y="65"/>
                          <a:pt x="65" y="90"/>
                        </a:cubicBezTo>
                        <a:cubicBezTo>
                          <a:pt x="151" y="140"/>
                          <a:pt x="289" y="140"/>
                          <a:pt x="374" y="90"/>
                        </a:cubicBezTo>
                        <a:cubicBezTo>
                          <a:pt x="417" y="66"/>
                          <a:pt x="438" y="34"/>
                          <a:pt x="438" y="1"/>
                        </a:cubicBezTo>
                        <a:cubicBezTo>
                          <a:pt x="437" y="262"/>
                          <a:pt x="437" y="262"/>
                          <a:pt x="437" y="262"/>
                        </a:cubicBezTo>
                        <a:cubicBezTo>
                          <a:pt x="437" y="294"/>
                          <a:pt x="416" y="327"/>
                          <a:pt x="374" y="351"/>
                        </a:cubicBezTo>
                        <a:cubicBezTo>
                          <a:pt x="289" y="401"/>
                          <a:pt x="150" y="401"/>
                          <a:pt x="64" y="351"/>
                        </a:cubicBezTo>
                        <a:close/>
                      </a:path>
                    </a:pathLst>
                  </a:custGeom>
                  <a:gradFill flip="none" rotWithShape="1">
                    <a:gsLst>
                      <a:gs pos="0">
                        <a:srgbClr val="DADFFE"/>
                      </a:gs>
                      <a:gs pos="100000">
                        <a:srgbClr val="6578F0"/>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40" name="Freeform 7">
                  <a:extLst>
                    <a:ext uri="{FF2B5EF4-FFF2-40B4-BE49-F238E27FC236}">
                      <a16:creationId xmlns:a16="http://schemas.microsoft.com/office/drawing/2014/main" id="{ED7B126F-721D-1F85-B9E7-79905A1499F4}"/>
                    </a:ext>
                  </a:extLst>
                </p:cNvPr>
                <p:cNvSpPr>
                  <a:spLocks/>
                </p:cNvSpPr>
                <p:nvPr/>
              </p:nvSpPr>
              <p:spPr bwMode="auto">
                <a:xfrm>
                  <a:off x="7991189" y="1707079"/>
                  <a:ext cx="647411" cy="301021"/>
                </a:xfrm>
                <a:custGeom>
                  <a:avLst/>
                  <a:gdLst>
                    <a:gd name="T0" fmla="*/ 442 w 442"/>
                    <a:gd name="T1" fmla="*/ 1 h 206"/>
                    <a:gd name="T2" fmla="*/ 442 w 442"/>
                    <a:gd name="T3" fmla="*/ 67 h 206"/>
                    <a:gd name="T4" fmla="*/ 378 w 442"/>
                    <a:gd name="T5" fmla="*/ 156 h 206"/>
                    <a:gd name="T6" fmla="*/ 65 w 442"/>
                    <a:gd name="T7" fmla="*/ 156 h 206"/>
                    <a:gd name="T8" fmla="*/ 0 w 442"/>
                    <a:gd name="T9" fmla="*/ 65 h 206"/>
                    <a:gd name="T10" fmla="*/ 0 w 442"/>
                    <a:gd name="T11" fmla="*/ 0 h 206"/>
                    <a:gd name="T12" fmla="*/ 66 w 442"/>
                    <a:gd name="T13" fmla="*/ 91 h 206"/>
                    <a:gd name="T14" fmla="*/ 378 w 442"/>
                    <a:gd name="T15" fmla="*/ 91 h 206"/>
                    <a:gd name="T16" fmla="*/ 442 w 442"/>
                    <a:gd name="T17" fmla="*/ 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2" h="206">
                      <a:moveTo>
                        <a:pt x="442" y="1"/>
                      </a:moveTo>
                      <a:cubicBezTo>
                        <a:pt x="442" y="67"/>
                        <a:pt x="442" y="67"/>
                        <a:pt x="442" y="67"/>
                      </a:cubicBezTo>
                      <a:cubicBezTo>
                        <a:pt x="442" y="99"/>
                        <a:pt x="420" y="132"/>
                        <a:pt x="378" y="156"/>
                      </a:cubicBezTo>
                      <a:cubicBezTo>
                        <a:pt x="292" y="206"/>
                        <a:pt x="152" y="206"/>
                        <a:pt x="65" y="156"/>
                      </a:cubicBezTo>
                      <a:cubicBezTo>
                        <a:pt x="22" y="131"/>
                        <a:pt x="0" y="98"/>
                        <a:pt x="0" y="65"/>
                      </a:cubicBezTo>
                      <a:cubicBezTo>
                        <a:pt x="0" y="0"/>
                        <a:pt x="0" y="0"/>
                        <a:pt x="0" y="0"/>
                      </a:cubicBezTo>
                      <a:cubicBezTo>
                        <a:pt x="0" y="33"/>
                        <a:pt x="22" y="66"/>
                        <a:pt x="66" y="91"/>
                      </a:cubicBezTo>
                      <a:cubicBezTo>
                        <a:pt x="152" y="141"/>
                        <a:pt x="292" y="141"/>
                        <a:pt x="378" y="91"/>
                      </a:cubicBezTo>
                      <a:cubicBezTo>
                        <a:pt x="421" y="66"/>
                        <a:pt x="442" y="34"/>
                        <a:pt x="442" y="1"/>
                      </a:cubicBezTo>
                      <a:close/>
                    </a:path>
                  </a:pathLst>
                </a:custGeom>
                <a:gradFill flip="none" rotWithShape="1">
                  <a:gsLst>
                    <a:gs pos="0">
                      <a:srgbClr val="DADFFE"/>
                    </a:gs>
                    <a:gs pos="100000">
                      <a:srgbClr val="6578F0"/>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1" name="Freeform 8">
                  <a:extLst>
                    <a:ext uri="{FF2B5EF4-FFF2-40B4-BE49-F238E27FC236}">
                      <a16:creationId xmlns:a16="http://schemas.microsoft.com/office/drawing/2014/main" id="{9E359754-53A0-D732-E958-FF37D5949451}"/>
                    </a:ext>
                  </a:extLst>
                </p:cNvPr>
                <p:cNvSpPr>
                  <a:spLocks/>
                </p:cNvSpPr>
                <p:nvPr/>
              </p:nvSpPr>
              <p:spPr bwMode="auto">
                <a:xfrm>
                  <a:off x="7959922" y="1505376"/>
                  <a:ext cx="709945" cy="410149"/>
                </a:xfrm>
                <a:custGeom>
                  <a:avLst/>
                  <a:gdLst>
                    <a:gd name="T0" fmla="*/ 398 w 485"/>
                    <a:gd name="T1" fmla="*/ 50 h 281"/>
                    <a:gd name="T2" fmla="*/ 399 w 485"/>
                    <a:gd name="T3" fmla="*/ 231 h 281"/>
                    <a:gd name="T4" fmla="*/ 87 w 485"/>
                    <a:gd name="T5" fmla="*/ 231 h 281"/>
                    <a:gd name="T6" fmla="*/ 86 w 485"/>
                    <a:gd name="T7" fmla="*/ 50 h 281"/>
                    <a:gd name="T8" fmla="*/ 398 w 485"/>
                    <a:gd name="T9" fmla="*/ 50 h 281"/>
                  </a:gdLst>
                  <a:ahLst/>
                  <a:cxnLst>
                    <a:cxn ang="0">
                      <a:pos x="T0" y="T1"/>
                    </a:cxn>
                    <a:cxn ang="0">
                      <a:pos x="T2" y="T3"/>
                    </a:cxn>
                    <a:cxn ang="0">
                      <a:pos x="T4" y="T5"/>
                    </a:cxn>
                    <a:cxn ang="0">
                      <a:pos x="T6" y="T7"/>
                    </a:cxn>
                    <a:cxn ang="0">
                      <a:pos x="T8" y="T9"/>
                    </a:cxn>
                  </a:cxnLst>
                  <a:rect l="0" t="0" r="r" b="b"/>
                  <a:pathLst>
                    <a:path w="485" h="281">
                      <a:moveTo>
                        <a:pt x="398" y="50"/>
                      </a:moveTo>
                      <a:cubicBezTo>
                        <a:pt x="484" y="100"/>
                        <a:pt x="485" y="181"/>
                        <a:pt x="399" y="231"/>
                      </a:cubicBezTo>
                      <a:cubicBezTo>
                        <a:pt x="313" y="281"/>
                        <a:pt x="173" y="281"/>
                        <a:pt x="87" y="231"/>
                      </a:cubicBezTo>
                      <a:cubicBezTo>
                        <a:pt x="0" y="181"/>
                        <a:pt x="0" y="100"/>
                        <a:pt x="86" y="50"/>
                      </a:cubicBezTo>
                      <a:cubicBezTo>
                        <a:pt x="172" y="0"/>
                        <a:pt x="311" y="0"/>
                        <a:pt x="398" y="50"/>
                      </a:cubicBezTo>
                      <a:close/>
                    </a:path>
                  </a:pathLst>
                </a:custGeom>
                <a:gradFill>
                  <a:gsLst>
                    <a:gs pos="0">
                      <a:srgbClr val="FAFBFF"/>
                    </a:gs>
                    <a:gs pos="100000">
                      <a:srgbClr val="CDD2F8"/>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2" name="Freeform 9">
                  <a:extLst>
                    <a:ext uri="{FF2B5EF4-FFF2-40B4-BE49-F238E27FC236}">
                      <a16:creationId xmlns:a16="http://schemas.microsoft.com/office/drawing/2014/main" id="{C93EBEFA-A384-F963-8328-92D45B5D45B2}"/>
                    </a:ext>
                  </a:extLst>
                </p:cNvPr>
                <p:cNvSpPr>
                  <a:spLocks noEditPoints="1"/>
                </p:cNvSpPr>
                <p:nvPr/>
              </p:nvSpPr>
              <p:spPr bwMode="auto">
                <a:xfrm>
                  <a:off x="8043030" y="1556037"/>
                  <a:ext cx="543729" cy="301021"/>
                </a:xfrm>
                <a:custGeom>
                  <a:avLst/>
                  <a:gdLst>
                    <a:gd name="T0" fmla="*/ 276 w 336"/>
                    <a:gd name="T1" fmla="*/ 35 h 195"/>
                    <a:gd name="T2" fmla="*/ 277 w 336"/>
                    <a:gd name="T3" fmla="*/ 160 h 195"/>
                    <a:gd name="T4" fmla="*/ 60 w 336"/>
                    <a:gd name="T5" fmla="*/ 160 h 195"/>
                    <a:gd name="T6" fmla="*/ 60 w 336"/>
                    <a:gd name="T7" fmla="*/ 35 h 195"/>
                    <a:gd name="T8" fmla="*/ 276 w 336"/>
                    <a:gd name="T9" fmla="*/ 35 h 195"/>
                    <a:gd name="T10" fmla="*/ 62 w 336"/>
                    <a:gd name="T11" fmla="*/ 159 h 195"/>
                    <a:gd name="T12" fmla="*/ 275 w 336"/>
                    <a:gd name="T13" fmla="*/ 159 h 195"/>
                    <a:gd name="T14" fmla="*/ 274 w 336"/>
                    <a:gd name="T15" fmla="*/ 36 h 195"/>
                    <a:gd name="T16" fmla="*/ 62 w 336"/>
                    <a:gd name="T17" fmla="*/ 36 h 195"/>
                    <a:gd name="T18" fmla="*/ 62 w 336"/>
                    <a:gd name="T19" fmla="*/ 159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6" h="195">
                      <a:moveTo>
                        <a:pt x="276" y="35"/>
                      </a:moveTo>
                      <a:cubicBezTo>
                        <a:pt x="336" y="70"/>
                        <a:pt x="336" y="126"/>
                        <a:pt x="277" y="160"/>
                      </a:cubicBezTo>
                      <a:cubicBezTo>
                        <a:pt x="217" y="195"/>
                        <a:pt x="120" y="195"/>
                        <a:pt x="60" y="160"/>
                      </a:cubicBezTo>
                      <a:cubicBezTo>
                        <a:pt x="1" y="126"/>
                        <a:pt x="0" y="70"/>
                        <a:pt x="60" y="35"/>
                      </a:cubicBezTo>
                      <a:cubicBezTo>
                        <a:pt x="119" y="0"/>
                        <a:pt x="216" y="0"/>
                        <a:pt x="276" y="35"/>
                      </a:cubicBezTo>
                      <a:close/>
                      <a:moveTo>
                        <a:pt x="62" y="159"/>
                      </a:moveTo>
                      <a:cubicBezTo>
                        <a:pt x="121" y="193"/>
                        <a:pt x="216" y="193"/>
                        <a:pt x="275" y="159"/>
                      </a:cubicBezTo>
                      <a:cubicBezTo>
                        <a:pt x="333" y="125"/>
                        <a:pt x="333" y="70"/>
                        <a:pt x="274" y="36"/>
                      </a:cubicBezTo>
                      <a:cubicBezTo>
                        <a:pt x="215" y="2"/>
                        <a:pt x="120" y="2"/>
                        <a:pt x="62" y="36"/>
                      </a:cubicBezTo>
                      <a:cubicBezTo>
                        <a:pt x="3" y="70"/>
                        <a:pt x="4" y="125"/>
                        <a:pt x="62" y="159"/>
                      </a:cubicBezTo>
                    </a:path>
                  </a:pathLst>
                </a:custGeom>
                <a:solidFill>
                  <a:srgbClr val="3749CC"/>
                </a:solidFill>
                <a:ln>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35" name="组合 34">
                <a:extLst>
                  <a:ext uri="{FF2B5EF4-FFF2-40B4-BE49-F238E27FC236}">
                    <a16:creationId xmlns:a16="http://schemas.microsoft.com/office/drawing/2014/main" id="{BB27A567-3586-1E4A-EE1B-37FD938D78BB}"/>
                  </a:ext>
                </a:extLst>
              </p:cNvPr>
              <p:cNvGrpSpPr/>
              <p:nvPr/>
            </p:nvGrpSpPr>
            <p:grpSpPr>
              <a:xfrm>
                <a:off x="9687157" y="2993287"/>
                <a:ext cx="69024" cy="493977"/>
                <a:chOff x="9687157" y="2993287"/>
                <a:chExt cx="69024" cy="493977"/>
              </a:xfrm>
            </p:grpSpPr>
            <p:sp>
              <p:nvSpPr>
                <p:cNvPr id="36" name="椭圆 35">
                  <a:extLst>
                    <a:ext uri="{FF2B5EF4-FFF2-40B4-BE49-F238E27FC236}">
                      <a16:creationId xmlns:a16="http://schemas.microsoft.com/office/drawing/2014/main" id="{D37433FC-7383-EDEB-F00E-037AF1BC8463}"/>
                    </a:ext>
                  </a:extLst>
                </p:cNvPr>
                <p:cNvSpPr/>
                <p:nvPr/>
              </p:nvSpPr>
              <p:spPr>
                <a:xfrm>
                  <a:off x="9687157" y="2993287"/>
                  <a:ext cx="69024" cy="69024"/>
                </a:xfrm>
                <a:prstGeom prst="ellipse">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圆角 36">
                  <a:extLst>
                    <a:ext uri="{FF2B5EF4-FFF2-40B4-BE49-F238E27FC236}">
                      <a16:creationId xmlns:a16="http://schemas.microsoft.com/office/drawing/2014/main" id="{B603D91F-8A11-BC21-91B7-9A18FC46BEE7}"/>
                    </a:ext>
                  </a:extLst>
                </p:cNvPr>
                <p:cNvSpPr/>
                <p:nvPr/>
              </p:nvSpPr>
              <p:spPr>
                <a:xfrm>
                  <a:off x="9687157" y="3111301"/>
                  <a:ext cx="69024" cy="375963"/>
                </a:xfrm>
                <a:prstGeom prst="roundRect">
                  <a:avLst>
                    <a:gd name="adj" fmla="val 50000"/>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nvGrpSpPr>
          <p:cNvPr id="45" name="组合 44">
            <a:extLst>
              <a:ext uri="{FF2B5EF4-FFF2-40B4-BE49-F238E27FC236}">
                <a16:creationId xmlns:a16="http://schemas.microsoft.com/office/drawing/2014/main" id="{F0DE04E0-85BA-0396-A87C-81B08DD9564A}"/>
              </a:ext>
            </a:extLst>
          </p:cNvPr>
          <p:cNvGrpSpPr/>
          <p:nvPr/>
        </p:nvGrpSpPr>
        <p:grpSpPr>
          <a:xfrm>
            <a:off x="7157252" y="2278125"/>
            <a:ext cx="1003353" cy="899927"/>
            <a:chOff x="8544973" y="3222682"/>
            <a:chExt cx="1276805" cy="1145191"/>
          </a:xfrm>
        </p:grpSpPr>
        <p:sp>
          <p:nvSpPr>
            <p:cNvPr id="46" name="Freeform 8">
              <a:extLst>
                <a:ext uri="{FF2B5EF4-FFF2-40B4-BE49-F238E27FC236}">
                  <a16:creationId xmlns:a16="http://schemas.microsoft.com/office/drawing/2014/main" id="{C12879FB-7F66-FDE8-F7F7-498DDABE8F11}"/>
                </a:ext>
              </a:extLst>
            </p:cNvPr>
            <p:cNvSpPr>
              <a:spLocks/>
            </p:cNvSpPr>
            <p:nvPr/>
          </p:nvSpPr>
          <p:spPr bwMode="auto">
            <a:xfrm>
              <a:off x="8544973" y="3630238"/>
              <a:ext cx="1276805" cy="737635"/>
            </a:xfrm>
            <a:custGeom>
              <a:avLst/>
              <a:gdLst>
                <a:gd name="T0" fmla="*/ 398 w 485"/>
                <a:gd name="T1" fmla="*/ 50 h 281"/>
                <a:gd name="T2" fmla="*/ 399 w 485"/>
                <a:gd name="T3" fmla="*/ 231 h 281"/>
                <a:gd name="T4" fmla="*/ 87 w 485"/>
                <a:gd name="T5" fmla="*/ 231 h 281"/>
                <a:gd name="T6" fmla="*/ 86 w 485"/>
                <a:gd name="T7" fmla="*/ 50 h 281"/>
                <a:gd name="T8" fmla="*/ 398 w 485"/>
                <a:gd name="T9" fmla="*/ 50 h 281"/>
              </a:gdLst>
              <a:ahLst/>
              <a:cxnLst>
                <a:cxn ang="0">
                  <a:pos x="T0" y="T1"/>
                </a:cxn>
                <a:cxn ang="0">
                  <a:pos x="T2" y="T3"/>
                </a:cxn>
                <a:cxn ang="0">
                  <a:pos x="T4" y="T5"/>
                </a:cxn>
                <a:cxn ang="0">
                  <a:pos x="T6" y="T7"/>
                </a:cxn>
                <a:cxn ang="0">
                  <a:pos x="T8" y="T9"/>
                </a:cxn>
              </a:cxnLst>
              <a:rect l="0" t="0" r="r" b="b"/>
              <a:pathLst>
                <a:path w="485" h="281">
                  <a:moveTo>
                    <a:pt x="398" y="50"/>
                  </a:moveTo>
                  <a:cubicBezTo>
                    <a:pt x="484" y="100"/>
                    <a:pt x="485" y="181"/>
                    <a:pt x="399" y="231"/>
                  </a:cubicBezTo>
                  <a:cubicBezTo>
                    <a:pt x="313" y="281"/>
                    <a:pt x="173" y="281"/>
                    <a:pt x="87" y="231"/>
                  </a:cubicBezTo>
                  <a:cubicBezTo>
                    <a:pt x="0" y="181"/>
                    <a:pt x="0" y="100"/>
                    <a:pt x="86" y="50"/>
                  </a:cubicBezTo>
                  <a:cubicBezTo>
                    <a:pt x="172" y="0"/>
                    <a:pt x="311" y="0"/>
                    <a:pt x="398" y="50"/>
                  </a:cubicBezTo>
                  <a:close/>
                </a:path>
              </a:pathLst>
            </a:custGeom>
            <a:solidFill>
              <a:srgbClr val="CDD2F8">
                <a:alpha val="27000"/>
              </a:srgbClr>
            </a:solidFill>
            <a:ln>
              <a:solidFill>
                <a:srgbClr val="8E9CEF">
                  <a:alpha val="20000"/>
                </a:srgbClr>
              </a:solidFill>
            </a:ln>
          </p:spPr>
          <p:txBody>
            <a:bodyPr vert="horz" wrap="square" lIns="91440" tIns="45720" rIns="91440" bIns="45720" numCol="1" anchor="t" anchorCtr="0" compatLnSpc="1">
              <a:prstTxWarp prst="textNoShape">
                <a:avLst/>
              </a:prstTxWarp>
            </a:bodyPr>
            <a:lstStyle/>
            <a:p>
              <a:endParaRPr lang="zh-CN" altLang="en-US"/>
            </a:p>
          </p:txBody>
        </p:sp>
        <p:grpSp>
          <p:nvGrpSpPr>
            <p:cNvPr id="47" name="组合 46">
              <a:extLst>
                <a:ext uri="{FF2B5EF4-FFF2-40B4-BE49-F238E27FC236}">
                  <a16:creationId xmlns:a16="http://schemas.microsoft.com/office/drawing/2014/main" id="{C7F211D9-39E7-B5D3-FB9E-EFBC327DB173}"/>
                </a:ext>
              </a:extLst>
            </p:cNvPr>
            <p:cNvGrpSpPr/>
            <p:nvPr/>
          </p:nvGrpSpPr>
          <p:grpSpPr>
            <a:xfrm>
              <a:off x="8818242" y="3222682"/>
              <a:ext cx="730266" cy="956030"/>
              <a:chOff x="7939602" y="1498602"/>
              <a:chExt cx="1956238" cy="2561013"/>
            </a:xfrm>
          </p:grpSpPr>
          <p:grpSp>
            <p:nvGrpSpPr>
              <p:cNvPr id="48" name="组合 47">
                <a:extLst>
                  <a:ext uri="{FF2B5EF4-FFF2-40B4-BE49-F238E27FC236}">
                    <a16:creationId xmlns:a16="http://schemas.microsoft.com/office/drawing/2014/main" id="{F66FD1B9-04F8-335D-A254-98E600ACE429}"/>
                  </a:ext>
                </a:extLst>
              </p:cNvPr>
              <p:cNvGrpSpPr/>
              <p:nvPr/>
            </p:nvGrpSpPr>
            <p:grpSpPr>
              <a:xfrm>
                <a:off x="7939602" y="1498602"/>
                <a:ext cx="1956238" cy="2561013"/>
                <a:chOff x="7959922" y="1505376"/>
                <a:chExt cx="709945" cy="929426"/>
              </a:xfrm>
            </p:grpSpPr>
            <p:sp>
              <p:nvSpPr>
                <p:cNvPr id="52" name="AutoShape 3">
                  <a:extLst>
                    <a:ext uri="{FF2B5EF4-FFF2-40B4-BE49-F238E27FC236}">
                      <a16:creationId xmlns:a16="http://schemas.microsoft.com/office/drawing/2014/main" id="{411D12C6-B1A0-D5AE-ECC1-A1F34A9DBF74}"/>
                    </a:ext>
                  </a:extLst>
                </p:cNvPr>
                <p:cNvSpPr>
                  <a:spLocks noChangeAspect="1" noChangeArrowheads="1" noTextEdit="1"/>
                </p:cNvSpPr>
                <p:nvPr/>
              </p:nvSpPr>
              <p:spPr bwMode="auto">
                <a:xfrm>
                  <a:off x="7989963" y="1523155"/>
                  <a:ext cx="649863" cy="911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3" name="组合 52">
                  <a:extLst>
                    <a:ext uri="{FF2B5EF4-FFF2-40B4-BE49-F238E27FC236}">
                      <a16:creationId xmlns:a16="http://schemas.microsoft.com/office/drawing/2014/main" id="{DB65AF40-B37A-FEE6-9274-9805D07D0E97}"/>
                    </a:ext>
                  </a:extLst>
                </p:cNvPr>
                <p:cNvGrpSpPr/>
                <p:nvPr/>
              </p:nvGrpSpPr>
              <p:grpSpPr>
                <a:xfrm>
                  <a:off x="7994254" y="1701393"/>
                  <a:ext cx="641280" cy="710231"/>
                  <a:chOff x="5178425" y="523875"/>
                  <a:chExt cx="1660525" cy="2039938"/>
                </a:xfrm>
              </p:grpSpPr>
              <p:sp>
                <p:nvSpPr>
                  <p:cNvPr id="57" name="Freeform 5">
                    <a:extLst>
                      <a:ext uri="{FF2B5EF4-FFF2-40B4-BE49-F238E27FC236}">
                        <a16:creationId xmlns:a16="http://schemas.microsoft.com/office/drawing/2014/main" id="{B6726437-D7A5-1A91-69DE-91B1A080AFFF}"/>
                      </a:ext>
                    </a:extLst>
                  </p:cNvPr>
                  <p:cNvSpPr>
                    <a:spLocks/>
                  </p:cNvSpPr>
                  <p:nvPr/>
                </p:nvSpPr>
                <p:spPr bwMode="auto">
                  <a:xfrm>
                    <a:off x="5178425" y="523875"/>
                    <a:ext cx="1660525" cy="1512887"/>
                  </a:xfrm>
                  <a:custGeom>
                    <a:avLst/>
                    <a:gdLst>
                      <a:gd name="T0" fmla="*/ 438 w 438"/>
                      <a:gd name="T1" fmla="*/ 139 h 400"/>
                      <a:gd name="T2" fmla="*/ 437 w 438"/>
                      <a:gd name="T3" fmla="*/ 400 h 400"/>
                      <a:gd name="T4" fmla="*/ 373 w 438"/>
                      <a:gd name="T5" fmla="*/ 310 h 400"/>
                      <a:gd name="T6" fmla="*/ 63 w 438"/>
                      <a:gd name="T7" fmla="*/ 310 h 400"/>
                      <a:gd name="T8" fmla="*/ 0 w 438"/>
                      <a:gd name="T9" fmla="*/ 399 h 400"/>
                      <a:gd name="T10" fmla="*/ 0 w 438"/>
                      <a:gd name="T11" fmla="*/ 138 h 400"/>
                      <a:gd name="T12" fmla="*/ 64 w 438"/>
                      <a:gd name="T13" fmla="*/ 49 h 400"/>
                      <a:gd name="T14" fmla="*/ 373 w 438"/>
                      <a:gd name="T15" fmla="*/ 49 h 400"/>
                      <a:gd name="T16" fmla="*/ 438 w 438"/>
                      <a:gd name="T17" fmla="*/ 139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400">
                        <a:moveTo>
                          <a:pt x="438" y="139"/>
                        </a:moveTo>
                        <a:cubicBezTo>
                          <a:pt x="437" y="400"/>
                          <a:pt x="437" y="400"/>
                          <a:pt x="437" y="400"/>
                        </a:cubicBezTo>
                        <a:cubicBezTo>
                          <a:pt x="437" y="368"/>
                          <a:pt x="416" y="335"/>
                          <a:pt x="373" y="310"/>
                        </a:cubicBezTo>
                        <a:cubicBezTo>
                          <a:pt x="287" y="260"/>
                          <a:pt x="148" y="261"/>
                          <a:pt x="63" y="310"/>
                        </a:cubicBezTo>
                        <a:cubicBezTo>
                          <a:pt x="21" y="334"/>
                          <a:pt x="0" y="367"/>
                          <a:pt x="0" y="399"/>
                        </a:cubicBezTo>
                        <a:cubicBezTo>
                          <a:pt x="0" y="138"/>
                          <a:pt x="0" y="138"/>
                          <a:pt x="0" y="138"/>
                        </a:cubicBezTo>
                        <a:cubicBezTo>
                          <a:pt x="1" y="106"/>
                          <a:pt x="22" y="74"/>
                          <a:pt x="64" y="49"/>
                        </a:cubicBezTo>
                        <a:cubicBezTo>
                          <a:pt x="149" y="0"/>
                          <a:pt x="288" y="0"/>
                          <a:pt x="373" y="49"/>
                        </a:cubicBezTo>
                        <a:cubicBezTo>
                          <a:pt x="417" y="74"/>
                          <a:pt x="438" y="107"/>
                          <a:pt x="438" y="139"/>
                        </a:cubicBezTo>
                        <a:close/>
                      </a:path>
                    </a:pathLst>
                  </a:custGeom>
                  <a:gradFill>
                    <a:gsLst>
                      <a:gs pos="0">
                        <a:srgbClr val="3749CC"/>
                      </a:gs>
                      <a:gs pos="100000">
                        <a:srgbClr val="6578F0"/>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8" name="Freeform 6">
                    <a:extLst>
                      <a:ext uri="{FF2B5EF4-FFF2-40B4-BE49-F238E27FC236}">
                        <a16:creationId xmlns:a16="http://schemas.microsoft.com/office/drawing/2014/main" id="{E2FCD9F7-492E-9337-1CFE-4E693E1B6A51}"/>
                      </a:ext>
                    </a:extLst>
                  </p:cNvPr>
                  <p:cNvSpPr>
                    <a:spLocks/>
                  </p:cNvSpPr>
                  <p:nvPr/>
                </p:nvSpPr>
                <p:spPr bwMode="auto">
                  <a:xfrm>
                    <a:off x="5178425" y="1046163"/>
                    <a:ext cx="1660525" cy="1517650"/>
                  </a:xfrm>
                  <a:custGeom>
                    <a:avLst/>
                    <a:gdLst>
                      <a:gd name="T0" fmla="*/ 64 w 438"/>
                      <a:gd name="T1" fmla="*/ 351 h 401"/>
                      <a:gd name="T2" fmla="*/ 0 w 438"/>
                      <a:gd name="T3" fmla="*/ 261 h 401"/>
                      <a:gd name="T4" fmla="*/ 0 w 438"/>
                      <a:gd name="T5" fmla="*/ 0 h 401"/>
                      <a:gd name="T6" fmla="*/ 65 w 438"/>
                      <a:gd name="T7" fmla="*/ 90 h 401"/>
                      <a:gd name="T8" fmla="*/ 374 w 438"/>
                      <a:gd name="T9" fmla="*/ 90 h 401"/>
                      <a:gd name="T10" fmla="*/ 438 w 438"/>
                      <a:gd name="T11" fmla="*/ 1 h 401"/>
                      <a:gd name="T12" fmla="*/ 437 w 438"/>
                      <a:gd name="T13" fmla="*/ 262 h 401"/>
                      <a:gd name="T14" fmla="*/ 374 w 438"/>
                      <a:gd name="T15" fmla="*/ 351 h 401"/>
                      <a:gd name="T16" fmla="*/ 64 w 438"/>
                      <a:gd name="T17" fmla="*/ 35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401">
                        <a:moveTo>
                          <a:pt x="64" y="351"/>
                        </a:moveTo>
                        <a:cubicBezTo>
                          <a:pt x="21" y="326"/>
                          <a:pt x="0" y="294"/>
                          <a:pt x="0" y="261"/>
                        </a:cubicBezTo>
                        <a:cubicBezTo>
                          <a:pt x="0" y="0"/>
                          <a:pt x="0" y="0"/>
                          <a:pt x="0" y="0"/>
                        </a:cubicBezTo>
                        <a:cubicBezTo>
                          <a:pt x="0" y="33"/>
                          <a:pt x="22" y="65"/>
                          <a:pt x="65" y="90"/>
                        </a:cubicBezTo>
                        <a:cubicBezTo>
                          <a:pt x="151" y="140"/>
                          <a:pt x="289" y="140"/>
                          <a:pt x="374" y="90"/>
                        </a:cubicBezTo>
                        <a:cubicBezTo>
                          <a:pt x="417" y="66"/>
                          <a:pt x="438" y="34"/>
                          <a:pt x="438" y="1"/>
                        </a:cubicBezTo>
                        <a:cubicBezTo>
                          <a:pt x="437" y="262"/>
                          <a:pt x="437" y="262"/>
                          <a:pt x="437" y="262"/>
                        </a:cubicBezTo>
                        <a:cubicBezTo>
                          <a:pt x="437" y="294"/>
                          <a:pt x="416" y="327"/>
                          <a:pt x="374" y="351"/>
                        </a:cubicBezTo>
                        <a:cubicBezTo>
                          <a:pt x="289" y="401"/>
                          <a:pt x="150" y="401"/>
                          <a:pt x="64" y="351"/>
                        </a:cubicBezTo>
                        <a:close/>
                      </a:path>
                    </a:pathLst>
                  </a:custGeom>
                  <a:gradFill flip="none" rotWithShape="1">
                    <a:gsLst>
                      <a:gs pos="0">
                        <a:srgbClr val="DADFFE"/>
                      </a:gs>
                      <a:gs pos="100000">
                        <a:srgbClr val="6578F0"/>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54" name="Freeform 7">
                  <a:extLst>
                    <a:ext uri="{FF2B5EF4-FFF2-40B4-BE49-F238E27FC236}">
                      <a16:creationId xmlns:a16="http://schemas.microsoft.com/office/drawing/2014/main" id="{B7DCD12E-1E9F-C448-249E-4A4A0936ED2A}"/>
                    </a:ext>
                  </a:extLst>
                </p:cNvPr>
                <p:cNvSpPr>
                  <a:spLocks/>
                </p:cNvSpPr>
                <p:nvPr/>
              </p:nvSpPr>
              <p:spPr bwMode="auto">
                <a:xfrm>
                  <a:off x="7991189" y="1707079"/>
                  <a:ext cx="647411" cy="301021"/>
                </a:xfrm>
                <a:custGeom>
                  <a:avLst/>
                  <a:gdLst>
                    <a:gd name="T0" fmla="*/ 442 w 442"/>
                    <a:gd name="T1" fmla="*/ 1 h 206"/>
                    <a:gd name="T2" fmla="*/ 442 w 442"/>
                    <a:gd name="T3" fmla="*/ 67 h 206"/>
                    <a:gd name="T4" fmla="*/ 378 w 442"/>
                    <a:gd name="T5" fmla="*/ 156 h 206"/>
                    <a:gd name="T6" fmla="*/ 65 w 442"/>
                    <a:gd name="T7" fmla="*/ 156 h 206"/>
                    <a:gd name="T8" fmla="*/ 0 w 442"/>
                    <a:gd name="T9" fmla="*/ 65 h 206"/>
                    <a:gd name="T10" fmla="*/ 0 w 442"/>
                    <a:gd name="T11" fmla="*/ 0 h 206"/>
                    <a:gd name="T12" fmla="*/ 66 w 442"/>
                    <a:gd name="T13" fmla="*/ 91 h 206"/>
                    <a:gd name="T14" fmla="*/ 378 w 442"/>
                    <a:gd name="T15" fmla="*/ 91 h 206"/>
                    <a:gd name="T16" fmla="*/ 442 w 442"/>
                    <a:gd name="T17" fmla="*/ 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2" h="206">
                      <a:moveTo>
                        <a:pt x="442" y="1"/>
                      </a:moveTo>
                      <a:cubicBezTo>
                        <a:pt x="442" y="67"/>
                        <a:pt x="442" y="67"/>
                        <a:pt x="442" y="67"/>
                      </a:cubicBezTo>
                      <a:cubicBezTo>
                        <a:pt x="442" y="99"/>
                        <a:pt x="420" y="132"/>
                        <a:pt x="378" y="156"/>
                      </a:cubicBezTo>
                      <a:cubicBezTo>
                        <a:pt x="292" y="206"/>
                        <a:pt x="152" y="206"/>
                        <a:pt x="65" y="156"/>
                      </a:cubicBezTo>
                      <a:cubicBezTo>
                        <a:pt x="22" y="131"/>
                        <a:pt x="0" y="98"/>
                        <a:pt x="0" y="65"/>
                      </a:cubicBezTo>
                      <a:cubicBezTo>
                        <a:pt x="0" y="0"/>
                        <a:pt x="0" y="0"/>
                        <a:pt x="0" y="0"/>
                      </a:cubicBezTo>
                      <a:cubicBezTo>
                        <a:pt x="0" y="33"/>
                        <a:pt x="22" y="66"/>
                        <a:pt x="66" y="91"/>
                      </a:cubicBezTo>
                      <a:cubicBezTo>
                        <a:pt x="152" y="141"/>
                        <a:pt x="292" y="141"/>
                        <a:pt x="378" y="91"/>
                      </a:cubicBezTo>
                      <a:cubicBezTo>
                        <a:pt x="421" y="66"/>
                        <a:pt x="442" y="34"/>
                        <a:pt x="442" y="1"/>
                      </a:cubicBezTo>
                      <a:close/>
                    </a:path>
                  </a:pathLst>
                </a:custGeom>
                <a:gradFill flip="none" rotWithShape="1">
                  <a:gsLst>
                    <a:gs pos="0">
                      <a:srgbClr val="DADFFE"/>
                    </a:gs>
                    <a:gs pos="100000">
                      <a:srgbClr val="6578F0"/>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5" name="Freeform 8">
                  <a:extLst>
                    <a:ext uri="{FF2B5EF4-FFF2-40B4-BE49-F238E27FC236}">
                      <a16:creationId xmlns:a16="http://schemas.microsoft.com/office/drawing/2014/main" id="{A11D2EA9-A923-0947-AE63-A67F38190C0B}"/>
                    </a:ext>
                  </a:extLst>
                </p:cNvPr>
                <p:cNvSpPr>
                  <a:spLocks/>
                </p:cNvSpPr>
                <p:nvPr/>
              </p:nvSpPr>
              <p:spPr bwMode="auto">
                <a:xfrm>
                  <a:off x="7959922" y="1505376"/>
                  <a:ext cx="709945" cy="410149"/>
                </a:xfrm>
                <a:custGeom>
                  <a:avLst/>
                  <a:gdLst>
                    <a:gd name="T0" fmla="*/ 398 w 485"/>
                    <a:gd name="T1" fmla="*/ 50 h 281"/>
                    <a:gd name="T2" fmla="*/ 399 w 485"/>
                    <a:gd name="T3" fmla="*/ 231 h 281"/>
                    <a:gd name="T4" fmla="*/ 87 w 485"/>
                    <a:gd name="T5" fmla="*/ 231 h 281"/>
                    <a:gd name="T6" fmla="*/ 86 w 485"/>
                    <a:gd name="T7" fmla="*/ 50 h 281"/>
                    <a:gd name="T8" fmla="*/ 398 w 485"/>
                    <a:gd name="T9" fmla="*/ 50 h 281"/>
                  </a:gdLst>
                  <a:ahLst/>
                  <a:cxnLst>
                    <a:cxn ang="0">
                      <a:pos x="T0" y="T1"/>
                    </a:cxn>
                    <a:cxn ang="0">
                      <a:pos x="T2" y="T3"/>
                    </a:cxn>
                    <a:cxn ang="0">
                      <a:pos x="T4" y="T5"/>
                    </a:cxn>
                    <a:cxn ang="0">
                      <a:pos x="T6" y="T7"/>
                    </a:cxn>
                    <a:cxn ang="0">
                      <a:pos x="T8" y="T9"/>
                    </a:cxn>
                  </a:cxnLst>
                  <a:rect l="0" t="0" r="r" b="b"/>
                  <a:pathLst>
                    <a:path w="485" h="281">
                      <a:moveTo>
                        <a:pt x="398" y="50"/>
                      </a:moveTo>
                      <a:cubicBezTo>
                        <a:pt x="484" y="100"/>
                        <a:pt x="485" y="181"/>
                        <a:pt x="399" y="231"/>
                      </a:cubicBezTo>
                      <a:cubicBezTo>
                        <a:pt x="313" y="281"/>
                        <a:pt x="173" y="281"/>
                        <a:pt x="87" y="231"/>
                      </a:cubicBezTo>
                      <a:cubicBezTo>
                        <a:pt x="0" y="181"/>
                        <a:pt x="0" y="100"/>
                        <a:pt x="86" y="50"/>
                      </a:cubicBezTo>
                      <a:cubicBezTo>
                        <a:pt x="172" y="0"/>
                        <a:pt x="311" y="0"/>
                        <a:pt x="398" y="50"/>
                      </a:cubicBezTo>
                      <a:close/>
                    </a:path>
                  </a:pathLst>
                </a:custGeom>
                <a:gradFill>
                  <a:gsLst>
                    <a:gs pos="0">
                      <a:srgbClr val="FAFBFF"/>
                    </a:gs>
                    <a:gs pos="100000">
                      <a:srgbClr val="CDD2F8"/>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6" name="Freeform 9">
                  <a:extLst>
                    <a:ext uri="{FF2B5EF4-FFF2-40B4-BE49-F238E27FC236}">
                      <a16:creationId xmlns:a16="http://schemas.microsoft.com/office/drawing/2014/main" id="{43AB49B9-5955-69EE-7797-6FCADB13A88D}"/>
                    </a:ext>
                  </a:extLst>
                </p:cNvPr>
                <p:cNvSpPr>
                  <a:spLocks noEditPoints="1"/>
                </p:cNvSpPr>
                <p:nvPr/>
              </p:nvSpPr>
              <p:spPr bwMode="auto">
                <a:xfrm>
                  <a:off x="8043030" y="1556037"/>
                  <a:ext cx="543729" cy="301021"/>
                </a:xfrm>
                <a:custGeom>
                  <a:avLst/>
                  <a:gdLst>
                    <a:gd name="T0" fmla="*/ 276 w 336"/>
                    <a:gd name="T1" fmla="*/ 35 h 195"/>
                    <a:gd name="T2" fmla="*/ 277 w 336"/>
                    <a:gd name="T3" fmla="*/ 160 h 195"/>
                    <a:gd name="T4" fmla="*/ 60 w 336"/>
                    <a:gd name="T5" fmla="*/ 160 h 195"/>
                    <a:gd name="T6" fmla="*/ 60 w 336"/>
                    <a:gd name="T7" fmla="*/ 35 h 195"/>
                    <a:gd name="T8" fmla="*/ 276 w 336"/>
                    <a:gd name="T9" fmla="*/ 35 h 195"/>
                    <a:gd name="T10" fmla="*/ 62 w 336"/>
                    <a:gd name="T11" fmla="*/ 159 h 195"/>
                    <a:gd name="T12" fmla="*/ 275 w 336"/>
                    <a:gd name="T13" fmla="*/ 159 h 195"/>
                    <a:gd name="T14" fmla="*/ 274 w 336"/>
                    <a:gd name="T15" fmla="*/ 36 h 195"/>
                    <a:gd name="T16" fmla="*/ 62 w 336"/>
                    <a:gd name="T17" fmla="*/ 36 h 195"/>
                    <a:gd name="T18" fmla="*/ 62 w 336"/>
                    <a:gd name="T19" fmla="*/ 159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6" h="195">
                      <a:moveTo>
                        <a:pt x="276" y="35"/>
                      </a:moveTo>
                      <a:cubicBezTo>
                        <a:pt x="336" y="70"/>
                        <a:pt x="336" y="126"/>
                        <a:pt x="277" y="160"/>
                      </a:cubicBezTo>
                      <a:cubicBezTo>
                        <a:pt x="217" y="195"/>
                        <a:pt x="120" y="195"/>
                        <a:pt x="60" y="160"/>
                      </a:cubicBezTo>
                      <a:cubicBezTo>
                        <a:pt x="1" y="126"/>
                        <a:pt x="0" y="70"/>
                        <a:pt x="60" y="35"/>
                      </a:cubicBezTo>
                      <a:cubicBezTo>
                        <a:pt x="119" y="0"/>
                        <a:pt x="216" y="0"/>
                        <a:pt x="276" y="35"/>
                      </a:cubicBezTo>
                      <a:close/>
                      <a:moveTo>
                        <a:pt x="62" y="159"/>
                      </a:moveTo>
                      <a:cubicBezTo>
                        <a:pt x="121" y="193"/>
                        <a:pt x="216" y="193"/>
                        <a:pt x="275" y="159"/>
                      </a:cubicBezTo>
                      <a:cubicBezTo>
                        <a:pt x="333" y="125"/>
                        <a:pt x="333" y="70"/>
                        <a:pt x="274" y="36"/>
                      </a:cubicBezTo>
                      <a:cubicBezTo>
                        <a:pt x="215" y="2"/>
                        <a:pt x="120" y="2"/>
                        <a:pt x="62" y="36"/>
                      </a:cubicBezTo>
                      <a:cubicBezTo>
                        <a:pt x="3" y="70"/>
                        <a:pt x="4" y="125"/>
                        <a:pt x="62" y="159"/>
                      </a:cubicBezTo>
                    </a:path>
                  </a:pathLst>
                </a:custGeom>
                <a:solidFill>
                  <a:srgbClr val="3749CC"/>
                </a:solidFill>
                <a:ln>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49" name="组合 48">
                <a:extLst>
                  <a:ext uri="{FF2B5EF4-FFF2-40B4-BE49-F238E27FC236}">
                    <a16:creationId xmlns:a16="http://schemas.microsoft.com/office/drawing/2014/main" id="{2FB115E4-E118-D7EC-3977-513EBDFB08F7}"/>
                  </a:ext>
                </a:extLst>
              </p:cNvPr>
              <p:cNvGrpSpPr/>
              <p:nvPr/>
            </p:nvGrpSpPr>
            <p:grpSpPr>
              <a:xfrm>
                <a:off x="9687157" y="2993287"/>
                <a:ext cx="69024" cy="493977"/>
                <a:chOff x="9687157" y="2993287"/>
                <a:chExt cx="69024" cy="493977"/>
              </a:xfrm>
            </p:grpSpPr>
            <p:sp>
              <p:nvSpPr>
                <p:cNvPr id="50" name="椭圆 49">
                  <a:extLst>
                    <a:ext uri="{FF2B5EF4-FFF2-40B4-BE49-F238E27FC236}">
                      <a16:creationId xmlns:a16="http://schemas.microsoft.com/office/drawing/2014/main" id="{98D2BDA9-AB87-5B53-A294-22BEA8723803}"/>
                    </a:ext>
                  </a:extLst>
                </p:cNvPr>
                <p:cNvSpPr/>
                <p:nvPr/>
              </p:nvSpPr>
              <p:spPr>
                <a:xfrm>
                  <a:off x="9687157" y="2993287"/>
                  <a:ext cx="69024" cy="69024"/>
                </a:xfrm>
                <a:prstGeom prst="ellipse">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圆角 50">
                  <a:extLst>
                    <a:ext uri="{FF2B5EF4-FFF2-40B4-BE49-F238E27FC236}">
                      <a16:creationId xmlns:a16="http://schemas.microsoft.com/office/drawing/2014/main" id="{B9777F68-1376-CA8C-F23E-3BDCE16658B7}"/>
                    </a:ext>
                  </a:extLst>
                </p:cNvPr>
                <p:cNvSpPr/>
                <p:nvPr/>
              </p:nvSpPr>
              <p:spPr>
                <a:xfrm>
                  <a:off x="9687157" y="3111301"/>
                  <a:ext cx="69024" cy="375963"/>
                </a:xfrm>
                <a:prstGeom prst="roundRect">
                  <a:avLst>
                    <a:gd name="adj" fmla="val 50000"/>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nvGrpSpPr>
          <p:cNvPr id="59" name="组合 58">
            <a:extLst>
              <a:ext uri="{FF2B5EF4-FFF2-40B4-BE49-F238E27FC236}">
                <a16:creationId xmlns:a16="http://schemas.microsoft.com/office/drawing/2014/main" id="{0E3E5741-E0BF-9F04-6C81-9449D7CE6A47}"/>
              </a:ext>
            </a:extLst>
          </p:cNvPr>
          <p:cNvGrpSpPr/>
          <p:nvPr/>
        </p:nvGrpSpPr>
        <p:grpSpPr>
          <a:xfrm>
            <a:off x="5532710" y="1925151"/>
            <a:ext cx="1003353" cy="899927"/>
            <a:chOff x="8544973" y="3222682"/>
            <a:chExt cx="1276805" cy="1145191"/>
          </a:xfrm>
        </p:grpSpPr>
        <p:sp>
          <p:nvSpPr>
            <p:cNvPr id="60" name="Freeform 8">
              <a:extLst>
                <a:ext uri="{FF2B5EF4-FFF2-40B4-BE49-F238E27FC236}">
                  <a16:creationId xmlns:a16="http://schemas.microsoft.com/office/drawing/2014/main" id="{D427A4CB-925F-38B4-4DB1-E5D468946D72}"/>
                </a:ext>
              </a:extLst>
            </p:cNvPr>
            <p:cNvSpPr>
              <a:spLocks/>
            </p:cNvSpPr>
            <p:nvPr/>
          </p:nvSpPr>
          <p:spPr bwMode="auto">
            <a:xfrm>
              <a:off x="8544973" y="3630238"/>
              <a:ext cx="1276805" cy="737635"/>
            </a:xfrm>
            <a:custGeom>
              <a:avLst/>
              <a:gdLst>
                <a:gd name="T0" fmla="*/ 398 w 485"/>
                <a:gd name="T1" fmla="*/ 50 h 281"/>
                <a:gd name="T2" fmla="*/ 399 w 485"/>
                <a:gd name="T3" fmla="*/ 231 h 281"/>
                <a:gd name="T4" fmla="*/ 87 w 485"/>
                <a:gd name="T5" fmla="*/ 231 h 281"/>
                <a:gd name="T6" fmla="*/ 86 w 485"/>
                <a:gd name="T7" fmla="*/ 50 h 281"/>
                <a:gd name="T8" fmla="*/ 398 w 485"/>
                <a:gd name="T9" fmla="*/ 50 h 281"/>
              </a:gdLst>
              <a:ahLst/>
              <a:cxnLst>
                <a:cxn ang="0">
                  <a:pos x="T0" y="T1"/>
                </a:cxn>
                <a:cxn ang="0">
                  <a:pos x="T2" y="T3"/>
                </a:cxn>
                <a:cxn ang="0">
                  <a:pos x="T4" y="T5"/>
                </a:cxn>
                <a:cxn ang="0">
                  <a:pos x="T6" y="T7"/>
                </a:cxn>
                <a:cxn ang="0">
                  <a:pos x="T8" y="T9"/>
                </a:cxn>
              </a:cxnLst>
              <a:rect l="0" t="0" r="r" b="b"/>
              <a:pathLst>
                <a:path w="485" h="281">
                  <a:moveTo>
                    <a:pt x="398" y="50"/>
                  </a:moveTo>
                  <a:cubicBezTo>
                    <a:pt x="484" y="100"/>
                    <a:pt x="485" y="181"/>
                    <a:pt x="399" y="231"/>
                  </a:cubicBezTo>
                  <a:cubicBezTo>
                    <a:pt x="313" y="281"/>
                    <a:pt x="173" y="281"/>
                    <a:pt x="87" y="231"/>
                  </a:cubicBezTo>
                  <a:cubicBezTo>
                    <a:pt x="0" y="181"/>
                    <a:pt x="0" y="100"/>
                    <a:pt x="86" y="50"/>
                  </a:cubicBezTo>
                  <a:cubicBezTo>
                    <a:pt x="172" y="0"/>
                    <a:pt x="311" y="0"/>
                    <a:pt x="398" y="50"/>
                  </a:cubicBezTo>
                  <a:close/>
                </a:path>
              </a:pathLst>
            </a:custGeom>
            <a:solidFill>
              <a:srgbClr val="CDD2F8">
                <a:alpha val="27000"/>
              </a:srgbClr>
            </a:solidFill>
            <a:ln>
              <a:solidFill>
                <a:srgbClr val="8E9CEF">
                  <a:alpha val="20000"/>
                </a:srgbClr>
              </a:solidFill>
            </a:ln>
          </p:spPr>
          <p:txBody>
            <a:bodyPr vert="horz" wrap="square" lIns="91440" tIns="45720" rIns="91440" bIns="45720" numCol="1" anchor="t" anchorCtr="0" compatLnSpc="1">
              <a:prstTxWarp prst="textNoShape">
                <a:avLst/>
              </a:prstTxWarp>
            </a:bodyPr>
            <a:lstStyle/>
            <a:p>
              <a:endParaRPr lang="zh-CN" altLang="en-US"/>
            </a:p>
          </p:txBody>
        </p:sp>
        <p:grpSp>
          <p:nvGrpSpPr>
            <p:cNvPr id="61" name="组合 60">
              <a:extLst>
                <a:ext uri="{FF2B5EF4-FFF2-40B4-BE49-F238E27FC236}">
                  <a16:creationId xmlns:a16="http://schemas.microsoft.com/office/drawing/2014/main" id="{EFC2A20E-1939-646A-C15D-F69AB45E503D}"/>
                </a:ext>
              </a:extLst>
            </p:cNvPr>
            <p:cNvGrpSpPr/>
            <p:nvPr/>
          </p:nvGrpSpPr>
          <p:grpSpPr>
            <a:xfrm>
              <a:off x="8818242" y="3222682"/>
              <a:ext cx="730266" cy="956030"/>
              <a:chOff x="7939602" y="1498602"/>
              <a:chExt cx="1956238" cy="2561013"/>
            </a:xfrm>
          </p:grpSpPr>
          <p:grpSp>
            <p:nvGrpSpPr>
              <p:cNvPr id="62" name="组合 61">
                <a:extLst>
                  <a:ext uri="{FF2B5EF4-FFF2-40B4-BE49-F238E27FC236}">
                    <a16:creationId xmlns:a16="http://schemas.microsoft.com/office/drawing/2014/main" id="{78456B63-6450-91FC-1ABF-B1D2C6F3FD71}"/>
                  </a:ext>
                </a:extLst>
              </p:cNvPr>
              <p:cNvGrpSpPr/>
              <p:nvPr/>
            </p:nvGrpSpPr>
            <p:grpSpPr>
              <a:xfrm>
                <a:off x="7939602" y="1498602"/>
                <a:ext cx="1956238" cy="2561013"/>
                <a:chOff x="7959922" y="1505376"/>
                <a:chExt cx="709945" cy="929426"/>
              </a:xfrm>
            </p:grpSpPr>
            <p:sp>
              <p:nvSpPr>
                <p:cNvPr id="66" name="AutoShape 3">
                  <a:extLst>
                    <a:ext uri="{FF2B5EF4-FFF2-40B4-BE49-F238E27FC236}">
                      <a16:creationId xmlns:a16="http://schemas.microsoft.com/office/drawing/2014/main" id="{69A751D6-2D58-86DA-65CF-F0219F8DB5E2}"/>
                    </a:ext>
                  </a:extLst>
                </p:cNvPr>
                <p:cNvSpPr>
                  <a:spLocks noChangeAspect="1" noChangeArrowheads="1" noTextEdit="1"/>
                </p:cNvSpPr>
                <p:nvPr/>
              </p:nvSpPr>
              <p:spPr bwMode="auto">
                <a:xfrm>
                  <a:off x="7989963" y="1523155"/>
                  <a:ext cx="649863" cy="911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67" name="组合 66">
                  <a:extLst>
                    <a:ext uri="{FF2B5EF4-FFF2-40B4-BE49-F238E27FC236}">
                      <a16:creationId xmlns:a16="http://schemas.microsoft.com/office/drawing/2014/main" id="{B16384DC-A92A-5EAB-DB6D-A56ABC35B8FB}"/>
                    </a:ext>
                  </a:extLst>
                </p:cNvPr>
                <p:cNvGrpSpPr/>
                <p:nvPr/>
              </p:nvGrpSpPr>
              <p:grpSpPr>
                <a:xfrm>
                  <a:off x="7994254" y="1701393"/>
                  <a:ext cx="641280" cy="710231"/>
                  <a:chOff x="5178425" y="523875"/>
                  <a:chExt cx="1660525" cy="2039938"/>
                </a:xfrm>
              </p:grpSpPr>
              <p:sp>
                <p:nvSpPr>
                  <p:cNvPr id="71" name="Freeform 5">
                    <a:extLst>
                      <a:ext uri="{FF2B5EF4-FFF2-40B4-BE49-F238E27FC236}">
                        <a16:creationId xmlns:a16="http://schemas.microsoft.com/office/drawing/2014/main" id="{31D0F57E-7903-379D-C8C3-59A077FDEC94}"/>
                      </a:ext>
                    </a:extLst>
                  </p:cNvPr>
                  <p:cNvSpPr>
                    <a:spLocks/>
                  </p:cNvSpPr>
                  <p:nvPr/>
                </p:nvSpPr>
                <p:spPr bwMode="auto">
                  <a:xfrm>
                    <a:off x="5178425" y="523875"/>
                    <a:ext cx="1660525" cy="1512887"/>
                  </a:xfrm>
                  <a:custGeom>
                    <a:avLst/>
                    <a:gdLst>
                      <a:gd name="T0" fmla="*/ 438 w 438"/>
                      <a:gd name="T1" fmla="*/ 139 h 400"/>
                      <a:gd name="T2" fmla="*/ 437 w 438"/>
                      <a:gd name="T3" fmla="*/ 400 h 400"/>
                      <a:gd name="T4" fmla="*/ 373 w 438"/>
                      <a:gd name="T5" fmla="*/ 310 h 400"/>
                      <a:gd name="T6" fmla="*/ 63 w 438"/>
                      <a:gd name="T7" fmla="*/ 310 h 400"/>
                      <a:gd name="T8" fmla="*/ 0 w 438"/>
                      <a:gd name="T9" fmla="*/ 399 h 400"/>
                      <a:gd name="T10" fmla="*/ 0 w 438"/>
                      <a:gd name="T11" fmla="*/ 138 h 400"/>
                      <a:gd name="T12" fmla="*/ 64 w 438"/>
                      <a:gd name="T13" fmla="*/ 49 h 400"/>
                      <a:gd name="T14" fmla="*/ 373 w 438"/>
                      <a:gd name="T15" fmla="*/ 49 h 400"/>
                      <a:gd name="T16" fmla="*/ 438 w 438"/>
                      <a:gd name="T17" fmla="*/ 139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400">
                        <a:moveTo>
                          <a:pt x="438" y="139"/>
                        </a:moveTo>
                        <a:cubicBezTo>
                          <a:pt x="437" y="400"/>
                          <a:pt x="437" y="400"/>
                          <a:pt x="437" y="400"/>
                        </a:cubicBezTo>
                        <a:cubicBezTo>
                          <a:pt x="437" y="368"/>
                          <a:pt x="416" y="335"/>
                          <a:pt x="373" y="310"/>
                        </a:cubicBezTo>
                        <a:cubicBezTo>
                          <a:pt x="287" y="260"/>
                          <a:pt x="148" y="261"/>
                          <a:pt x="63" y="310"/>
                        </a:cubicBezTo>
                        <a:cubicBezTo>
                          <a:pt x="21" y="334"/>
                          <a:pt x="0" y="367"/>
                          <a:pt x="0" y="399"/>
                        </a:cubicBezTo>
                        <a:cubicBezTo>
                          <a:pt x="0" y="138"/>
                          <a:pt x="0" y="138"/>
                          <a:pt x="0" y="138"/>
                        </a:cubicBezTo>
                        <a:cubicBezTo>
                          <a:pt x="1" y="106"/>
                          <a:pt x="22" y="74"/>
                          <a:pt x="64" y="49"/>
                        </a:cubicBezTo>
                        <a:cubicBezTo>
                          <a:pt x="149" y="0"/>
                          <a:pt x="288" y="0"/>
                          <a:pt x="373" y="49"/>
                        </a:cubicBezTo>
                        <a:cubicBezTo>
                          <a:pt x="417" y="74"/>
                          <a:pt x="438" y="107"/>
                          <a:pt x="438" y="139"/>
                        </a:cubicBezTo>
                        <a:close/>
                      </a:path>
                    </a:pathLst>
                  </a:custGeom>
                  <a:gradFill>
                    <a:gsLst>
                      <a:gs pos="0">
                        <a:srgbClr val="3749CC"/>
                      </a:gs>
                      <a:gs pos="100000">
                        <a:srgbClr val="6578F0"/>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2" name="Freeform 6">
                    <a:extLst>
                      <a:ext uri="{FF2B5EF4-FFF2-40B4-BE49-F238E27FC236}">
                        <a16:creationId xmlns:a16="http://schemas.microsoft.com/office/drawing/2014/main" id="{362D1950-54E6-A593-DE5E-F4F0849C7AD5}"/>
                      </a:ext>
                    </a:extLst>
                  </p:cNvPr>
                  <p:cNvSpPr>
                    <a:spLocks/>
                  </p:cNvSpPr>
                  <p:nvPr/>
                </p:nvSpPr>
                <p:spPr bwMode="auto">
                  <a:xfrm>
                    <a:off x="5178425" y="1046163"/>
                    <a:ext cx="1660525" cy="1517650"/>
                  </a:xfrm>
                  <a:custGeom>
                    <a:avLst/>
                    <a:gdLst>
                      <a:gd name="T0" fmla="*/ 64 w 438"/>
                      <a:gd name="T1" fmla="*/ 351 h 401"/>
                      <a:gd name="T2" fmla="*/ 0 w 438"/>
                      <a:gd name="T3" fmla="*/ 261 h 401"/>
                      <a:gd name="T4" fmla="*/ 0 w 438"/>
                      <a:gd name="T5" fmla="*/ 0 h 401"/>
                      <a:gd name="T6" fmla="*/ 65 w 438"/>
                      <a:gd name="T7" fmla="*/ 90 h 401"/>
                      <a:gd name="T8" fmla="*/ 374 w 438"/>
                      <a:gd name="T9" fmla="*/ 90 h 401"/>
                      <a:gd name="T10" fmla="*/ 438 w 438"/>
                      <a:gd name="T11" fmla="*/ 1 h 401"/>
                      <a:gd name="T12" fmla="*/ 437 w 438"/>
                      <a:gd name="T13" fmla="*/ 262 h 401"/>
                      <a:gd name="T14" fmla="*/ 374 w 438"/>
                      <a:gd name="T15" fmla="*/ 351 h 401"/>
                      <a:gd name="T16" fmla="*/ 64 w 438"/>
                      <a:gd name="T17" fmla="*/ 35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401">
                        <a:moveTo>
                          <a:pt x="64" y="351"/>
                        </a:moveTo>
                        <a:cubicBezTo>
                          <a:pt x="21" y="326"/>
                          <a:pt x="0" y="294"/>
                          <a:pt x="0" y="261"/>
                        </a:cubicBezTo>
                        <a:cubicBezTo>
                          <a:pt x="0" y="0"/>
                          <a:pt x="0" y="0"/>
                          <a:pt x="0" y="0"/>
                        </a:cubicBezTo>
                        <a:cubicBezTo>
                          <a:pt x="0" y="33"/>
                          <a:pt x="22" y="65"/>
                          <a:pt x="65" y="90"/>
                        </a:cubicBezTo>
                        <a:cubicBezTo>
                          <a:pt x="151" y="140"/>
                          <a:pt x="289" y="140"/>
                          <a:pt x="374" y="90"/>
                        </a:cubicBezTo>
                        <a:cubicBezTo>
                          <a:pt x="417" y="66"/>
                          <a:pt x="438" y="34"/>
                          <a:pt x="438" y="1"/>
                        </a:cubicBezTo>
                        <a:cubicBezTo>
                          <a:pt x="437" y="262"/>
                          <a:pt x="437" y="262"/>
                          <a:pt x="437" y="262"/>
                        </a:cubicBezTo>
                        <a:cubicBezTo>
                          <a:pt x="437" y="294"/>
                          <a:pt x="416" y="327"/>
                          <a:pt x="374" y="351"/>
                        </a:cubicBezTo>
                        <a:cubicBezTo>
                          <a:pt x="289" y="401"/>
                          <a:pt x="150" y="401"/>
                          <a:pt x="64" y="351"/>
                        </a:cubicBezTo>
                        <a:close/>
                      </a:path>
                    </a:pathLst>
                  </a:custGeom>
                  <a:gradFill flip="none" rotWithShape="1">
                    <a:gsLst>
                      <a:gs pos="0">
                        <a:srgbClr val="DADFFE"/>
                      </a:gs>
                      <a:gs pos="100000">
                        <a:srgbClr val="6578F0"/>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68" name="Freeform 7">
                  <a:extLst>
                    <a:ext uri="{FF2B5EF4-FFF2-40B4-BE49-F238E27FC236}">
                      <a16:creationId xmlns:a16="http://schemas.microsoft.com/office/drawing/2014/main" id="{E3B928C7-D3B7-8C6B-B677-F33168E7F4ED}"/>
                    </a:ext>
                  </a:extLst>
                </p:cNvPr>
                <p:cNvSpPr>
                  <a:spLocks/>
                </p:cNvSpPr>
                <p:nvPr/>
              </p:nvSpPr>
              <p:spPr bwMode="auto">
                <a:xfrm>
                  <a:off x="7991189" y="1707079"/>
                  <a:ext cx="647411" cy="301021"/>
                </a:xfrm>
                <a:custGeom>
                  <a:avLst/>
                  <a:gdLst>
                    <a:gd name="T0" fmla="*/ 442 w 442"/>
                    <a:gd name="T1" fmla="*/ 1 h 206"/>
                    <a:gd name="T2" fmla="*/ 442 w 442"/>
                    <a:gd name="T3" fmla="*/ 67 h 206"/>
                    <a:gd name="T4" fmla="*/ 378 w 442"/>
                    <a:gd name="T5" fmla="*/ 156 h 206"/>
                    <a:gd name="T6" fmla="*/ 65 w 442"/>
                    <a:gd name="T7" fmla="*/ 156 h 206"/>
                    <a:gd name="T8" fmla="*/ 0 w 442"/>
                    <a:gd name="T9" fmla="*/ 65 h 206"/>
                    <a:gd name="T10" fmla="*/ 0 w 442"/>
                    <a:gd name="T11" fmla="*/ 0 h 206"/>
                    <a:gd name="T12" fmla="*/ 66 w 442"/>
                    <a:gd name="T13" fmla="*/ 91 h 206"/>
                    <a:gd name="T14" fmla="*/ 378 w 442"/>
                    <a:gd name="T15" fmla="*/ 91 h 206"/>
                    <a:gd name="T16" fmla="*/ 442 w 442"/>
                    <a:gd name="T17" fmla="*/ 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2" h="206">
                      <a:moveTo>
                        <a:pt x="442" y="1"/>
                      </a:moveTo>
                      <a:cubicBezTo>
                        <a:pt x="442" y="67"/>
                        <a:pt x="442" y="67"/>
                        <a:pt x="442" y="67"/>
                      </a:cubicBezTo>
                      <a:cubicBezTo>
                        <a:pt x="442" y="99"/>
                        <a:pt x="420" y="132"/>
                        <a:pt x="378" y="156"/>
                      </a:cubicBezTo>
                      <a:cubicBezTo>
                        <a:pt x="292" y="206"/>
                        <a:pt x="152" y="206"/>
                        <a:pt x="65" y="156"/>
                      </a:cubicBezTo>
                      <a:cubicBezTo>
                        <a:pt x="22" y="131"/>
                        <a:pt x="0" y="98"/>
                        <a:pt x="0" y="65"/>
                      </a:cubicBezTo>
                      <a:cubicBezTo>
                        <a:pt x="0" y="0"/>
                        <a:pt x="0" y="0"/>
                        <a:pt x="0" y="0"/>
                      </a:cubicBezTo>
                      <a:cubicBezTo>
                        <a:pt x="0" y="33"/>
                        <a:pt x="22" y="66"/>
                        <a:pt x="66" y="91"/>
                      </a:cubicBezTo>
                      <a:cubicBezTo>
                        <a:pt x="152" y="141"/>
                        <a:pt x="292" y="141"/>
                        <a:pt x="378" y="91"/>
                      </a:cubicBezTo>
                      <a:cubicBezTo>
                        <a:pt x="421" y="66"/>
                        <a:pt x="442" y="34"/>
                        <a:pt x="442" y="1"/>
                      </a:cubicBezTo>
                      <a:close/>
                    </a:path>
                  </a:pathLst>
                </a:custGeom>
                <a:gradFill flip="none" rotWithShape="1">
                  <a:gsLst>
                    <a:gs pos="0">
                      <a:srgbClr val="DADFFE"/>
                    </a:gs>
                    <a:gs pos="100000">
                      <a:srgbClr val="6578F0"/>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9" name="Freeform 8">
                  <a:extLst>
                    <a:ext uri="{FF2B5EF4-FFF2-40B4-BE49-F238E27FC236}">
                      <a16:creationId xmlns:a16="http://schemas.microsoft.com/office/drawing/2014/main" id="{91D4BF92-5C43-7271-BEF3-2C11689C4F7E}"/>
                    </a:ext>
                  </a:extLst>
                </p:cNvPr>
                <p:cNvSpPr>
                  <a:spLocks/>
                </p:cNvSpPr>
                <p:nvPr/>
              </p:nvSpPr>
              <p:spPr bwMode="auto">
                <a:xfrm>
                  <a:off x="7959922" y="1505376"/>
                  <a:ext cx="709945" cy="410149"/>
                </a:xfrm>
                <a:custGeom>
                  <a:avLst/>
                  <a:gdLst>
                    <a:gd name="T0" fmla="*/ 398 w 485"/>
                    <a:gd name="T1" fmla="*/ 50 h 281"/>
                    <a:gd name="T2" fmla="*/ 399 w 485"/>
                    <a:gd name="T3" fmla="*/ 231 h 281"/>
                    <a:gd name="T4" fmla="*/ 87 w 485"/>
                    <a:gd name="T5" fmla="*/ 231 h 281"/>
                    <a:gd name="T6" fmla="*/ 86 w 485"/>
                    <a:gd name="T7" fmla="*/ 50 h 281"/>
                    <a:gd name="T8" fmla="*/ 398 w 485"/>
                    <a:gd name="T9" fmla="*/ 50 h 281"/>
                  </a:gdLst>
                  <a:ahLst/>
                  <a:cxnLst>
                    <a:cxn ang="0">
                      <a:pos x="T0" y="T1"/>
                    </a:cxn>
                    <a:cxn ang="0">
                      <a:pos x="T2" y="T3"/>
                    </a:cxn>
                    <a:cxn ang="0">
                      <a:pos x="T4" y="T5"/>
                    </a:cxn>
                    <a:cxn ang="0">
                      <a:pos x="T6" y="T7"/>
                    </a:cxn>
                    <a:cxn ang="0">
                      <a:pos x="T8" y="T9"/>
                    </a:cxn>
                  </a:cxnLst>
                  <a:rect l="0" t="0" r="r" b="b"/>
                  <a:pathLst>
                    <a:path w="485" h="281">
                      <a:moveTo>
                        <a:pt x="398" y="50"/>
                      </a:moveTo>
                      <a:cubicBezTo>
                        <a:pt x="484" y="100"/>
                        <a:pt x="485" y="181"/>
                        <a:pt x="399" y="231"/>
                      </a:cubicBezTo>
                      <a:cubicBezTo>
                        <a:pt x="313" y="281"/>
                        <a:pt x="173" y="281"/>
                        <a:pt x="87" y="231"/>
                      </a:cubicBezTo>
                      <a:cubicBezTo>
                        <a:pt x="0" y="181"/>
                        <a:pt x="0" y="100"/>
                        <a:pt x="86" y="50"/>
                      </a:cubicBezTo>
                      <a:cubicBezTo>
                        <a:pt x="172" y="0"/>
                        <a:pt x="311" y="0"/>
                        <a:pt x="398" y="50"/>
                      </a:cubicBezTo>
                      <a:close/>
                    </a:path>
                  </a:pathLst>
                </a:custGeom>
                <a:gradFill>
                  <a:gsLst>
                    <a:gs pos="0">
                      <a:srgbClr val="FAFBFF"/>
                    </a:gs>
                    <a:gs pos="100000">
                      <a:srgbClr val="CDD2F8"/>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0" name="Freeform 9">
                  <a:extLst>
                    <a:ext uri="{FF2B5EF4-FFF2-40B4-BE49-F238E27FC236}">
                      <a16:creationId xmlns:a16="http://schemas.microsoft.com/office/drawing/2014/main" id="{8D1A1B97-2440-CC6A-C330-BE650AD5F69F}"/>
                    </a:ext>
                  </a:extLst>
                </p:cNvPr>
                <p:cNvSpPr>
                  <a:spLocks noEditPoints="1"/>
                </p:cNvSpPr>
                <p:nvPr/>
              </p:nvSpPr>
              <p:spPr bwMode="auto">
                <a:xfrm>
                  <a:off x="8043030" y="1556037"/>
                  <a:ext cx="543729" cy="301021"/>
                </a:xfrm>
                <a:custGeom>
                  <a:avLst/>
                  <a:gdLst>
                    <a:gd name="T0" fmla="*/ 276 w 336"/>
                    <a:gd name="T1" fmla="*/ 35 h 195"/>
                    <a:gd name="T2" fmla="*/ 277 w 336"/>
                    <a:gd name="T3" fmla="*/ 160 h 195"/>
                    <a:gd name="T4" fmla="*/ 60 w 336"/>
                    <a:gd name="T5" fmla="*/ 160 h 195"/>
                    <a:gd name="T6" fmla="*/ 60 w 336"/>
                    <a:gd name="T7" fmla="*/ 35 h 195"/>
                    <a:gd name="T8" fmla="*/ 276 w 336"/>
                    <a:gd name="T9" fmla="*/ 35 h 195"/>
                    <a:gd name="T10" fmla="*/ 62 w 336"/>
                    <a:gd name="T11" fmla="*/ 159 h 195"/>
                    <a:gd name="T12" fmla="*/ 275 w 336"/>
                    <a:gd name="T13" fmla="*/ 159 h 195"/>
                    <a:gd name="T14" fmla="*/ 274 w 336"/>
                    <a:gd name="T15" fmla="*/ 36 h 195"/>
                    <a:gd name="T16" fmla="*/ 62 w 336"/>
                    <a:gd name="T17" fmla="*/ 36 h 195"/>
                    <a:gd name="T18" fmla="*/ 62 w 336"/>
                    <a:gd name="T19" fmla="*/ 159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6" h="195">
                      <a:moveTo>
                        <a:pt x="276" y="35"/>
                      </a:moveTo>
                      <a:cubicBezTo>
                        <a:pt x="336" y="70"/>
                        <a:pt x="336" y="126"/>
                        <a:pt x="277" y="160"/>
                      </a:cubicBezTo>
                      <a:cubicBezTo>
                        <a:pt x="217" y="195"/>
                        <a:pt x="120" y="195"/>
                        <a:pt x="60" y="160"/>
                      </a:cubicBezTo>
                      <a:cubicBezTo>
                        <a:pt x="1" y="126"/>
                        <a:pt x="0" y="70"/>
                        <a:pt x="60" y="35"/>
                      </a:cubicBezTo>
                      <a:cubicBezTo>
                        <a:pt x="119" y="0"/>
                        <a:pt x="216" y="0"/>
                        <a:pt x="276" y="35"/>
                      </a:cubicBezTo>
                      <a:close/>
                      <a:moveTo>
                        <a:pt x="62" y="159"/>
                      </a:moveTo>
                      <a:cubicBezTo>
                        <a:pt x="121" y="193"/>
                        <a:pt x="216" y="193"/>
                        <a:pt x="275" y="159"/>
                      </a:cubicBezTo>
                      <a:cubicBezTo>
                        <a:pt x="333" y="125"/>
                        <a:pt x="333" y="70"/>
                        <a:pt x="274" y="36"/>
                      </a:cubicBezTo>
                      <a:cubicBezTo>
                        <a:pt x="215" y="2"/>
                        <a:pt x="120" y="2"/>
                        <a:pt x="62" y="36"/>
                      </a:cubicBezTo>
                      <a:cubicBezTo>
                        <a:pt x="3" y="70"/>
                        <a:pt x="4" y="125"/>
                        <a:pt x="62" y="159"/>
                      </a:cubicBezTo>
                    </a:path>
                  </a:pathLst>
                </a:custGeom>
                <a:solidFill>
                  <a:srgbClr val="3749CC"/>
                </a:solidFill>
                <a:ln w="0">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63" name="组合 62">
                <a:extLst>
                  <a:ext uri="{FF2B5EF4-FFF2-40B4-BE49-F238E27FC236}">
                    <a16:creationId xmlns:a16="http://schemas.microsoft.com/office/drawing/2014/main" id="{B3712465-0612-2FC7-FE29-B2FA3ABBBFFC}"/>
                  </a:ext>
                </a:extLst>
              </p:cNvPr>
              <p:cNvGrpSpPr/>
              <p:nvPr/>
            </p:nvGrpSpPr>
            <p:grpSpPr>
              <a:xfrm>
                <a:off x="9687157" y="2993287"/>
                <a:ext cx="69024" cy="493977"/>
                <a:chOff x="9687157" y="2993287"/>
                <a:chExt cx="69024" cy="493977"/>
              </a:xfrm>
            </p:grpSpPr>
            <p:sp>
              <p:nvSpPr>
                <p:cNvPr id="64" name="椭圆 63">
                  <a:extLst>
                    <a:ext uri="{FF2B5EF4-FFF2-40B4-BE49-F238E27FC236}">
                      <a16:creationId xmlns:a16="http://schemas.microsoft.com/office/drawing/2014/main" id="{4E0BA252-474A-32BE-54FF-7F1B7D4D9D92}"/>
                    </a:ext>
                  </a:extLst>
                </p:cNvPr>
                <p:cNvSpPr/>
                <p:nvPr/>
              </p:nvSpPr>
              <p:spPr>
                <a:xfrm>
                  <a:off x="9687157" y="2993287"/>
                  <a:ext cx="69024" cy="69024"/>
                </a:xfrm>
                <a:prstGeom prst="ellipse">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圆角 64">
                  <a:extLst>
                    <a:ext uri="{FF2B5EF4-FFF2-40B4-BE49-F238E27FC236}">
                      <a16:creationId xmlns:a16="http://schemas.microsoft.com/office/drawing/2014/main" id="{0F67173C-C81A-23BC-DDEE-884570B5F895}"/>
                    </a:ext>
                  </a:extLst>
                </p:cNvPr>
                <p:cNvSpPr/>
                <p:nvPr/>
              </p:nvSpPr>
              <p:spPr>
                <a:xfrm>
                  <a:off x="9687157" y="3111301"/>
                  <a:ext cx="69024" cy="375963"/>
                </a:xfrm>
                <a:prstGeom prst="roundRect">
                  <a:avLst>
                    <a:gd name="adj" fmla="val 50000"/>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nvGrpSpPr>
          <p:cNvPr id="73" name="组合 72">
            <a:extLst>
              <a:ext uri="{FF2B5EF4-FFF2-40B4-BE49-F238E27FC236}">
                <a16:creationId xmlns:a16="http://schemas.microsoft.com/office/drawing/2014/main" id="{C93CFCF1-49D1-5B7E-D803-610AA28C6E5A}"/>
              </a:ext>
            </a:extLst>
          </p:cNvPr>
          <p:cNvGrpSpPr/>
          <p:nvPr/>
        </p:nvGrpSpPr>
        <p:grpSpPr>
          <a:xfrm>
            <a:off x="8270766" y="4055780"/>
            <a:ext cx="1003353" cy="899927"/>
            <a:chOff x="8544973" y="3222682"/>
            <a:chExt cx="1276805" cy="1145191"/>
          </a:xfrm>
        </p:grpSpPr>
        <p:sp>
          <p:nvSpPr>
            <p:cNvPr id="74" name="Freeform 8">
              <a:extLst>
                <a:ext uri="{FF2B5EF4-FFF2-40B4-BE49-F238E27FC236}">
                  <a16:creationId xmlns:a16="http://schemas.microsoft.com/office/drawing/2014/main" id="{AB708E20-F925-1948-D21F-56E5D5C7044C}"/>
                </a:ext>
              </a:extLst>
            </p:cNvPr>
            <p:cNvSpPr>
              <a:spLocks/>
            </p:cNvSpPr>
            <p:nvPr/>
          </p:nvSpPr>
          <p:spPr bwMode="auto">
            <a:xfrm>
              <a:off x="8544973" y="3630238"/>
              <a:ext cx="1276805" cy="737635"/>
            </a:xfrm>
            <a:custGeom>
              <a:avLst/>
              <a:gdLst>
                <a:gd name="T0" fmla="*/ 398 w 485"/>
                <a:gd name="T1" fmla="*/ 50 h 281"/>
                <a:gd name="T2" fmla="*/ 399 w 485"/>
                <a:gd name="T3" fmla="*/ 231 h 281"/>
                <a:gd name="T4" fmla="*/ 87 w 485"/>
                <a:gd name="T5" fmla="*/ 231 h 281"/>
                <a:gd name="T6" fmla="*/ 86 w 485"/>
                <a:gd name="T7" fmla="*/ 50 h 281"/>
                <a:gd name="T8" fmla="*/ 398 w 485"/>
                <a:gd name="T9" fmla="*/ 50 h 281"/>
              </a:gdLst>
              <a:ahLst/>
              <a:cxnLst>
                <a:cxn ang="0">
                  <a:pos x="T0" y="T1"/>
                </a:cxn>
                <a:cxn ang="0">
                  <a:pos x="T2" y="T3"/>
                </a:cxn>
                <a:cxn ang="0">
                  <a:pos x="T4" y="T5"/>
                </a:cxn>
                <a:cxn ang="0">
                  <a:pos x="T6" y="T7"/>
                </a:cxn>
                <a:cxn ang="0">
                  <a:pos x="T8" y="T9"/>
                </a:cxn>
              </a:cxnLst>
              <a:rect l="0" t="0" r="r" b="b"/>
              <a:pathLst>
                <a:path w="485" h="281">
                  <a:moveTo>
                    <a:pt x="398" y="50"/>
                  </a:moveTo>
                  <a:cubicBezTo>
                    <a:pt x="484" y="100"/>
                    <a:pt x="485" y="181"/>
                    <a:pt x="399" y="231"/>
                  </a:cubicBezTo>
                  <a:cubicBezTo>
                    <a:pt x="313" y="281"/>
                    <a:pt x="173" y="281"/>
                    <a:pt x="87" y="231"/>
                  </a:cubicBezTo>
                  <a:cubicBezTo>
                    <a:pt x="0" y="181"/>
                    <a:pt x="0" y="100"/>
                    <a:pt x="86" y="50"/>
                  </a:cubicBezTo>
                  <a:cubicBezTo>
                    <a:pt x="172" y="0"/>
                    <a:pt x="311" y="0"/>
                    <a:pt x="398" y="50"/>
                  </a:cubicBezTo>
                  <a:close/>
                </a:path>
              </a:pathLst>
            </a:custGeom>
            <a:solidFill>
              <a:srgbClr val="CDD2F8">
                <a:alpha val="27000"/>
              </a:srgbClr>
            </a:solidFill>
            <a:ln>
              <a:solidFill>
                <a:srgbClr val="8E9CEF">
                  <a:alpha val="20000"/>
                </a:srgbClr>
              </a:solidFill>
            </a:ln>
          </p:spPr>
          <p:txBody>
            <a:bodyPr vert="horz" wrap="square" lIns="91440" tIns="45720" rIns="91440" bIns="45720" numCol="1" anchor="t" anchorCtr="0" compatLnSpc="1">
              <a:prstTxWarp prst="textNoShape">
                <a:avLst/>
              </a:prstTxWarp>
            </a:bodyPr>
            <a:lstStyle/>
            <a:p>
              <a:endParaRPr lang="zh-CN" altLang="en-US"/>
            </a:p>
          </p:txBody>
        </p:sp>
        <p:grpSp>
          <p:nvGrpSpPr>
            <p:cNvPr id="75" name="组合 74">
              <a:extLst>
                <a:ext uri="{FF2B5EF4-FFF2-40B4-BE49-F238E27FC236}">
                  <a16:creationId xmlns:a16="http://schemas.microsoft.com/office/drawing/2014/main" id="{669E184C-68EF-0EEF-DE6B-4DE48029414D}"/>
                </a:ext>
              </a:extLst>
            </p:cNvPr>
            <p:cNvGrpSpPr/>
            <p:nvPr/>
          </p:nvGrpSpPr>
          <p:grpSpPr>
            <a:xfrm>
              <a:off x="8818242" y="3222682"/>
              <a:ext cx="730266" cy="956030"/>
              <a:chOff x="7939602" y="1498602"/>
              <a:chExt cx="1956238" cy="2561013"/>
            </a:xfrm>
          </p:grpSpPr>
          <p:grpSp>
            <p:nvGrpSpPr>
              <p:cNvPr id="76" name="组合 75">
                <a:extLst>
                  <a:ext uri="{FF2B5EF4-FFF2-40B4-BE49-F238E27FC236}">
                    <a16:creationId xmlns:a16="http://schemas.microsoft.com/office/drawing/2014/main" id="{3CEC8650-273C-C10B-8FA2-36A264DBCC2A}"/>
                  </a:ext>
                </a:extLst>
              </p:cNvPr>
              <p:cNvGrpSpPr/>
              <p:nvPr/>
            </p:nvGrpSpPr>
            <p:grpSpPr>
              <a:xfrm>
                <a:off x="7939602" y="1498602"/>
                <a:ext cx="1956238" cy="2561013"/>
                <a:chOff x="7959922" y="1505376"/>
                <a:chExt cx="709945" cy="929426"/>
              </a:xfrm>
            </p:grpSpPr>
            <p:sp>
              <p:nvSpPr>
                <p:cNvPr id="80" name="AutoShape 3">
                  <a:extLst>
                    <a:ext uri="{FF2B5EF4-FFF2-40B4-BE49-F238E27FC236}">
                      <a16:creationId xmlns:a16="http://schemas.microsoft.com/office/drawing/2014/main" id="{8C3E0EB0-F5D4-BE84-3E94-3E7E401C783D}"/>
                    </a:ext>
                  </a:extLst>
                </p:cNvPr>
                <p:cNvSpPr>
                  <a:spLocks noChangeAspect="1" noChangeArrowheads="1" noTextEdit="1"/>
                </p:cNvSpPr>
                <p:nvPr/>
              </p:nvSpPr>
              <p:spPr bwMode="auto">
                <a:xfrm>
                  <a:off x="7989963" y="1523155"/>
                  <a:ext cx="649863" cy="911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81" name="组合 80">
                  <a:extLst>
                    <a:ext uri="{FF2B5EF4-FFF2-40B4-BE49-F238E27FC236}">
                      <a16:creationId xmlns:a16="http://schemas.microsoft.com/office/drawing/2014/main" id="{89EA0928-E538-D724-BE63-FF7A8C0F3B5E}"/>
                    </a:ext>
                  </a:extLst>
                </p:cNvPr>
                <p:cNvGrpSpPr/>
                <p:nvPr/>
              </p:nvGrpSpPr>
              <p:grpSpPr>
                <a:xfrm>
                  <a:off x="7994254" y="1701393"/>
                  <a:ext cx="641280" cy="710231"/>
                  <a:chOff x="5178425" y="523875"/>
                  <a:chExt cx="1660525" cy="2039938"/>
                </a:xfrm>
              </p:grpSpPr>
              <p:sp>
                <p:nvSpPr>
                  <p:cNvPr id="85" name="Freeform 5">
                    <a:extLst>
                      <a:ext uri="{FF2B5EF4-FFF2-40B4-BE49-F238E27FC236}">
                        <a16:creationId xmlns:a16="http://schemas.microsoft.com/office/drawing/2014/main" id="{A1EBDE18-3E04-67FA-AD61-64A5DADF3C86}"/>
                      </a:ext>
                    </a:extLst>
                  </p:cNvPr>
                  <p:cNvSpPr>
                    <a:spLocks/>
                  </p:cNvSpPr>
                  <p:nvPr/>
                </p:nvSpPr>
                <p:spPr bwMode="auto">
                  <a:xfrm>
                    <a:off x="5178425" y="523875"/>
                    <a:ext cx="1660525" cy="1512887"/>
                  </a:xfrm>
                  <a:custGeom>
                    <a:avLst/>
                    <a:gdLst>
                      <a:gd name="T0" fmla="*/ 438 w 438"/>
                      <a:gd name="T1" fmla="*/ 139 h 400"/>
                      <a:gd name="T2" fmla="*/ 437 w 438"/>
                      <a:gd name="T3" fmla="*/ 400 h 400"/>
                      <a:gd name="T4" fmla="*/ 373 w 438"/>
                      <a:gd name="T5" fmla="*/ 310 h 400"/>
                      <a:gd name="T6" fmla="*/ 63 w 438"/>
                      <a:gd name="T7" fmla="*/ 310 h 400"/>
                      <a:gd name="T8" fmla="*/ 0 w 438"/>
                      <a:gd name="T9" fmla="*/ 399 h 400"/>
                      <a:gd name="T10" fmla="*/ 0 w 438"/>
                      <a:gd name="T11" fmla="*/ 138 h 400"/>
                      <a:gd name="T12" fmla="*/ 64 w 438"/>
                      <a:gd name="T13" fmla="*/ 49 h 400"/>
                      <a:gd name="T14" fmla="*/ 373 w 438"/>
                      <a:gd name="T15" fmla="*/ 49 h 400"/>
                      <a:gd name="T16" fmla="*/ 438 w 438"/>
                      <a:gd name="T17" fmla="*/ 139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400">
                        <a:moveTo>
                          <a:pt x="438" y="139"/>
                        </a:moveTo>
                        <a:cubicBezTo>
                          <a:pt x="437" y="400"/>
                          <a:pt x="437" y="400"/>
                          <a:pt x="437" y="400"/>
                        </a:cubicBezTo>
                        <a:cubicBezTo>
                          <a:pt x="437" y="368"/>
                          <a:pt x="416" y="335"/>
                          <a:pt x="373" y="310"/>
                        </a:cubicBezTo>
                        <a:cubicBezTo>
                          <a:pt x="287" y="260"/>
                          <a:pt x="148" y="261"/>
                          <a:pt x="63" y="310"/>
                        </a:cubicBezTo>
                        <a:cubicBezTo>
                          <a:pt x="21" y="334"/>
                          <a:pt x="0" y="367"/>
                          <a:pt x="0" y="399"/>
                        </a:cubicBezTo>
                        <a:cubicBezTo>
                          <a:pt x="0" y="138"/>
                          <a:pt x="0" y="138"/>
                          <a:pt x="0" y="138"/>
                        </a:cubicBezTo>
                        <a:cubicBezTo>
                          <a:pt x="1" y="106"/>
                          <a:pt x="22" y="74"/>
                          <a:pt x="64" y="49"/>
                        </a:cubicBezTo>
                        <a:cubicBezTo>
                          <a:pt x="149" y="0"/>
                          <a:pt x="288" y="0"/>
                          <a:pt x="373" y="49"/>
                        </a:cubicBezTo>
                        <a:cubicBezTo>
                          <a:pt x="417" y="74"/>
                          <a:pt x="438" y="107"/>
                          <a:pt x="438" y="139"/>
                        </a:cubicBezTo>
                        <a:close/>
                      </a:path>
                    </a:pathLst>
                  </a:custGeom>
                  <a:gradFill>
                    <a:gsLst>
                      <a:gs pos="0">
                        <a:srgbClr val="3749CC"/>
                      </a:gs>
                      <a:gs pos="100000">
                        <a:srgbClr val="6578F0"/>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6">
                    <a:extLst>
                      <a:ext uri="{FF2B5EF4-FFF2-40B4-BE49-F238E27FC236}">
                        <a16:creationId xmlns:a16="http://schemas.microsoft.com/office/drawing/2014/main" id="{9D4B20A2-FD45-5D83-D98D-AFC3794B860C}"/>
                      </a:ext>
                    </a:extLst>
                  </p:cNvPr>
                  <p:cNvSpPr>
                    <a:spLocks/>
                  </p:cNvSpPr>
                  <p:nvPr/>
                </p:nvSpPr>
                <p:spPr bwMode="auto">
                  <a:xfrm>
                    <a:off x="5178425" y="1046163"/>
                    <a:ext cx="1660525" cy="1517650"/>
                  </a:xfrm>
                  <a:custGeom>
                    <a:avLst/>
                    <a:gdLst>
                      <a:gd name="T0" fmla="*/ 64 w 438"/>
                      <a:gd name="T1" fmla="*/ 351 h 401"/>
                      <a:gd name="T2" fmla="*/ 0 w 438"/>
                      <a:gd name="T3" fmla="*/ 261 h 401"/>
                      <a:gd name="T4" fmla="*/ 0 w 438"/>
                      <a:gd name="T5" fmla="*/ 0 h 401"/>
                      <a:gd name="T6" fmla="*/ 65 w 438"/>
                      <a:gd name="T7" fmla="*/ 90 h 401"/>
                      <a:gd name="T8" fmla="*/ 374 w 438"/>
                      <a:gd name="T9" fmla="*/ 90 h 401"/>
                      <a:gd name="T10" fmla="*/ 438 w 438"/>
                      <a:gd name="T11" fmla="*/ 1 h 401"/>
                      <a:gd name="T12" fmla="*/ 437 w 438"/>
                      <a:gd name="T13" fmla="*/ 262 h 401"/>
                      <a:gd name="T14" fmla="*/ 374 w 438"/>
                      <a:gd name="T15" fmla="*/ 351 h 401"/>
                      <a:gd name="T16" fmla="*/ 64 w 438"/>
                      <a:gd name="T17" fmla="*/ 35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401">
                        <a:moveTo>
                          <a:pt x="64" y="351"/>
                        </a:moveTo>
                        <a:cubicBezTo>
                          <a:pt x="21" y="326"/>
                          <a:pt x="0" y="294"/>
                          <a:pt x="0" y="261"/>
                        </a:cubicBezTo>
                        <a:cubicBezTo>
                          <a:pt x="0" y="0"/>
                          <a:pt x="0" y="0"/>
                          <a:pt x="0" y="0"/>
                        </a:cubicBezTo>
                        <a:cubicBezTo>
                          <a:pt x="0" y="33"/>
                          <a:pt x="22" y="65"/>
                          <a:pt x="65" y="90"/>
                        </a:cubicBezTo>
                        <a:cubicBezTo>
                          <a:pt x="151" y="140"/>
                          <a:pt x="289" y="140"/>
                          <a:pt x="374" y="90"/>
                        </a:cubicBezTo>
                        <a:cubicBezTo>
                          <a:pt x="417" y="66"/>
                          <a:pt x="438" y="34"/>
                          <a:pt x="438" y="1"/>
                        </a:cubicBezTo>
                        <a:cubicBezTo>
                          <a:pt x="437" y="262"/>
                          <a:pt x="437" y="262"/>
                          <a:pt x="437" y="262"/>
                        </a:cubicBezTo>
                        <a:cubicBezTo>
                          <a:pt x="437" y="294"/>
                          <a:pt x="416" y="327"/>
                          <a:pt x="374" y="351"/>
                        </a:cubicBezTo>
                        <a:cubicBezTo>
                          <a:pt x="289" y="401"/>
                          <a:pt x="150" y="401"/>
                          <a:pt x="64" y="351"/>
                        </a:cubicBezTo>
                        <a:close/>
                      </a:path>
                    </a:pathLst>
                  </a:custGeom>
                  <a:gradFill flip="none" rotWithShape="1">
                    <a:gsLst>
                      <a:gs pos="0">
                        <a:srgbClr val="DADFFE"/>
                      </a:gs>
                      <a:gs pos="100000">
                        <a:srgbClr val="6578F0"/>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82" name="Freeform 7">
                  <a:extLst>
                    <a:ext uri="{FF2B5EF4-FFF2-40B4-BE49-F238E27FC236}">
                      <a16:creationId xmlns:a16="http://schemas.microsoft.com/office/drawing/2014/main" id="{2F810608-4403-8D01-845E-7020C04D1436}"/>
                    </a:ext>
                  </a:extLst>
                </p:cNvPr>
                <p:cNvSpPr>
                  <a:spLocks/>
                </p:cNvSpPr>
                <p:nvPr/>
              </p:nvSpPr>
              <p:spPr bwMode="auto">
                <a:xfrm>
                  <a:off x="7991189" y="1707079"/>
                  <a:ext cx="647411" cy="301021"/>
                </a:xfrm>
                <a:custGeom>
                  <a:avLst/>
                  <a:gdLst>
                    <a:gd name="T0" fmla="*/ 442 w 442"/>
                    <a:gd name="T1" fmla="*/ 1 h 206"/>
                    <a:gd name="T2" fmla="*/ 442 w 442"/>
                    <a:gd name="T3" fmla="*/ 67 h 206"/>
                    <a:gd name="T4" fmla="*/ 378 w 442"/>
                    <a:gd name="T5" fmla="*/ 156 h 206"/>
                    <a:gd name="T6" fmla="*/ 65 w 442"/>
                    <a:gd name="T7" fmla="*/ 156 h 206"/>
                    <a:gd name="T8" fmla="*/ 0 w 442"/>
                    <a:gd name="T9" fmla="*/ 65 h 206"/>
                    <a:gd name="T10" fmla="*/ 0 w 442"/>
                    <a:gd name="T11" fmla="*/ 0 h 206"/>
                    <a:gd name="T12" fmla="*/ 66 w 442"/>
                    <a:gd name="T13" fmla="*/ 91 h 206"/>
                    <a:gd name="T14" fmla="*/ 378 w 442"/>
                    <a:gd name="T15" fmla="*/ 91 h 206"/>
                    <a:gd name="T16" fmla="*/ 442 w 442"/>
                    <a:gd name="T17" fmla="*/ 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2" h="206">
                      <a:moveTo>
                        <a:pt x="442" y="1"/>
                      </a:moveTo>
                      <a:cubicBezTo>
                        <a:pt x="442" y="67"/>
                        <a:pt x="442" y="67"/>
                        <a:pt x="442" y="67"/>
                      </a:cubicBezTo>
                      <a:cubicBezTo>
                        <a:pt x="442" y="99"/>
                        <a:pt x="420" y="132"/>
                        <a:pt x="378" y="156"/>
                      </a:cubicBezTo>
                      <a:cubicBezTo>
                        <a:pt x="292" y="206"/>
                        <a:pt x="152" y="206"/>
                        <a:pt x="65" y="156"/>
                      </a:cubicBezTo>
                      <a:cubicBezTo>
                        <a:pt x="22" y="131"/>
                        <a:pt x="0" y="98"/>
                        <a:pt x="0" y="65"/>
                      </a:cubicBezTo>
                      <a:cubicBezTo>
                        <a:pt x="0" y="0"/>
                        <a:pt x="0" y="0"/>
                        <a:pt x="0" y="0"/>
                      </a:cubicBezTo>
                      <a:cubicBezTo>
                        <a:pt x="0" y="33"/>
                        <a:pt x="22" y="66"/>
                        <a:pt x="66" y="91"/>
                      </a:cubicBezTo>
                      <a:cubicBezTo>
                        <a:pt x="152" y="141"/>
                        <a:pt x="292" y="141"/>
                        <a:pt x="378" y="91"/>
                      </a:cubicBezTo>
                      <a:cubicBezTo>
                        <a:pt x="421" y="66"/>
                        <a:pt x="442" y="34"/>
                        <a:pt x="442" y="1"/>
                      </a:cubicBezTo>
                      <a:close/>
                    </a:path>
                  </a:pathLst>
                </a:custGeom>
                <a:gradFill flip="none" rotWithShape="1">
                  <a:gsLst>
                    <a:gs pos="0">
                      <a:srgbClr val="DADFFE"/>
                    </a:gs>
                    <a:gs pos="100000">
                      <a:srgbClr val="6578F0"/>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8">
                  <a:extLst>
                    <a:ext uri="{FF2B5EF4-FFF2-40B4-BE49-F238E27FC236}">
                      <a16:creationId xmlns:a16="http://schemas.microsoft.com/office/drawing/2014/main" id="{0AD3D7BC-C729-E5DF-8C1A-5E36DB89E89B}"/>
                    </a:ext>
                  </a:extLst>
                </p:cNvPr>
                <p:cNvSpPr>
                  <a:spLocks/>
                </p:cNvSpPr>
                <p:nvPr/>
              </p:nvSpPr>
              <p:spPr bwMode="auto">
                <a:xfrm>
                  <a:off x="7959922" y="1505376"/>
                  <a:ext cx="709945" cy="410149"/>
                </a:xfrm>
                <a:custGeom>
                  <a:avLst/>
                  <a:gdLst>
                    <a:gd name="T0" fmla="*/ 398 w 485"/>
                    <a:gd name="T1" fmla="*/ 50 h 281"/>
                    <a:gd name="T2" fmla="*/ 399 w 485"/>
                    <a:gd name="T3" fmla="*/ 231 h 281"/>
                    <a:gd name="T4" fmla="*/ 87 w 485"/>
                    <a:gd name="T5" fmla="*/ 231 h 281"/>
                    <a:gd name="T6" fmla="*/ 86 w 485"/>
                    <a:gd name="T7" fmla="*/ 50 h 281"/>
                    <a:gd name="T8" fmla="*/ 398 w 485"/>
                    <a:gd name="T9" fmla="*/ 50 h 281"/>
                  </a:gdLst>
                  <a:ahLst/>
                  <a:cxnLst>
                    <a:cxn ang="0">
                      <a:pos x="T0" y="T1"/>
                    </a:cxn>
                    <a:cxn ang="0">
                      <a:pos x="T2" y="T3"/>
                    </a:cxn>
                    <a:cxn ang="0">
                      <a:pos x="T4" y="T5"/>
                    </a:cxn>
                    <a:cxn ang="0">
                      <a:pos x="T6" y="T7"/>
                    </a:cxn>
                    <a:cxn ang="0">
                      <a:pos x="T8" y="T9"/>
                    </a:cxn>
                  </a:cxnLst>
                  <a:rect l="0" t="0" r="r" b="b"/>
                  <a:pathLst>
                    <a:path w="485" h="281">
                      <a:moveTo>
                        <a:pt x="398" y="50"/>
                      </a:moveTo>
                      <a:cubicBezTo>
                        <a:pt x="484" y="100"/>
                        <a:pt x="485" y="181"/>
                        <a:pt x="399" y="231"/>
                      </a:cubicBezTo>
                      <a:cubicBezTo>
                        <a:pt x="313" y="281"/>
                        <a:pt x="173" y="281"/>
                        <a:pt x="87" y="231"/>
                      </a:cubicBezTo>
                      <a:cubicBezTo>
                        <a:pt x="0" y="181"/>
                        <a:pt x="0" y="100"/>
                        <a:pt x="86" y="50"/>
                      </a:cubicBezTo>
                      <a:cubicBezTo>
                        <a:pt x="172" y="0"/>
                        <a:pt x="311" y="0"/>
                        <a:pt x="398" y="50"/>
                      </a:cubicBezTo>
                      <a:close/>
                    </a:path>
                  </a:pathLst>
                </a:custGeom>
                <a:gradFill>
                  <a:gsLst>
                    <a:gs pos="0">
                      <a:srgbClr val="FAFBFF"/>
                    </a:gs>
                    <a:gs pos="100000">
                      <a:srgbClr val="CDD2F8"/>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9">
                  <a:extLst>
                    <a:ext uri="{FF2B5EF4-FFF2-40B4-BE49-F238E27FC236}">
                      <a16:creationId xmlns:a16="http://schemas.microsoft.com/office/drawing/2014/main" id="{4657D56A-FA5D-4D8D-659F-203F91A3B5BC}"/>
                    </a:ext>
                  </a:extLst>
                </p:cNvPr>
                <p:cNvSpPr>
                  <a:spLocks noEditPoints="1"/>
                </p:cNvSpPr>
                <p:nvPr/>
              </p:nvSpPr>
              <p:spPr bwMode="auto">
                <a:xfrm>
                  <a:off x="8043030" y="1556037"/>
                  <a:ext cx="543729" cy="301021"/>
                </a:xfrm>
                <a:custGeom>
                  <a:avLst/>
                  <a:gdLst>
                    <a:gd name="T0" fmla="*/ 276 w 336"/>
                    <a:gd name="T1" fmla="*/ 35 h 195"/>
                    <a:gd name="T2" fmla="*/ 277 w 336"/>
                    <a:gd name="T3" fmla="*/ 160 h 195"/>
                    <a:gd name="T4" fmla="*/ 60 w 336"/>
                    <a:gd name="T5" fmla="*/ 160 h 195"/>
                    <a:gd name="T6" fmla="*/ 60 w 336"/>
                    <a:gd name="T7" fmla="*/ 35 h 195"/>
                    <a:gd name="T8" fmla="*/ 276 w 336"/>
                    <a:gd name="T9" fmla="*/ 35 h 195"/>
                    <a:gd name="T10" fmla="*/ 62 w 336"/>
                    <a:gd name="T11" fmla="*/ 159 h 195"/>
                    <a:gd name="T12" fmla="*/ 275 w 336"/>
                    <a:gd name="T13" fmla="*/ 159 h 195"/>
                    <a:gd name="T14" fmla="*/ 274 w 336"/>
                    <a:gd name="T15" fmla="*/ 36 h 195"/>
                    <a:gd name="T16" fmla="*/ 62 w 336"/>
                    <a:gd name="T17" fmla="*/ 36 h 195"/>
                    <a:gd name="T18" fmla="*/ 62 w 336"/>
                    <a:gd name="T19" fmla="*/ 159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6" h="195">
                      <a:moveTo>
                        <a:pt x="276" y="35"/>
                      </a:moveTo>
                      <a:cubicBezTo>
                        <a:pt x="336" y="70"/>
                        <a:pt x="336" y="126"/>
                        <a:pt x="277" y="160"/>
                      </a:cubicBezTo>
                      <a:cubicBezTo>
                        <a:pt x="217" y="195"/>
                        <a:pt x="120" y="195"/>
                        <a:pt x="60" y="160"/>
                      </a:cubicBezTo>
                      <a:cubicBezTo>
                        <a:pt x="1" y="126"/>
                        <a:pt x="0" y="70"/>
                        <a:pt x="60" y="35"/>
                      </a:cubicBezTo>
                      <a:cubicBezTo>
                        <a:pt x="119" y="0"/>
                        <a:pt x="216" y="0"/>
                        <a:pt x="276" y="35"/>
                      </a:cubicBezTo>
                      <a:close/>
                      <a:moveTo>
                        <a:pt x="62" y="159"/>
                      </a:moveTo>
                      <a:cubicBezTo>
                        <a:pt x="121" y="193"/>
                        <a:pt x="216" y="193"/>
                        <a:pt x="275" y="159"/>
                      </a:cubicBezTo>
                      <a:cubicBezTo>
                        <a:pt x="333" y="125"/>
                        <a:pt x="333" y="70"/>
                        <a:pt x="274" y="36"/>
                      </a:cubicBezTo>
                      <a:cubicBezTo>
                        <a:pt x="215" y="2"/>
                        <a:pt x="120" y="2"/>
                        <a:pt x="62" y="36"/>
                      </a:cubicBezTo>
                      <a:cubicBezTo>
                        <a:pt x="3" y="70"/>
                        <a:pt x="4" y="125"/>
                        <a:pt x="62" y="159"/>
                      </a:cubicBezTo>
                    </a:path>
                  </a:pathLst>
                </a:custGeom>
                <a:solidFill>
                  <a:srgbClr val="3749CC"/>
                </a:solidFill>
                <a:ln>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77" name="组合 76">
                <a:extLst>
                  <a:ext uri="{FF2B5EF4-FFF2-40B4-BE49-F238E27FC236}">
                    <a16:creationId xmlns:a16="http://schemas.microsoft.com/office/drawing/2014/main" id="{9C998FB4-ABA6-D889-607D-FF92EFAD900C}"/>
                  </a:ext>
                </a:extLst>
              </p:cNvPr>
              <p:cNvGrpSpPr/>
              <p:nvPr/>
            </p:nvGrpSpPr>
            <p:grpSpPr>
              <a:xfrm>
                <a:off x="9687157" y="2993287"/>
                <a:ext cx="69024" cy="493977"/>
                <a:chOff x="9687157" y="2993287"/>
                <a:chExt cx="69024" cy="493977"/>
              </a:xfrm>
            </p:grpSpPr>
            <p:sp>
              <p:nvSpPr>
                <p:cNvPr id="78" name="椭圆 77">
                  <a:extLst>
                    <a:ext uri="{FF2B5EF4-FFF2-40B4-BE49-F238E27FC236}">
                      <a16:creationId xmlns:a16="http://schemas.microsoft.com/office/drawing/2014/main" id="{4EF203A7-548D-F99D-961F-86BB735C74DB}"/>
                    </a:ext>
                  </a:extLst>
                </p:cNvPr>
                <p:cNvSpPr/>
                <p:nvPr/>
              </p:nvSpPr>
              <p:spPr>
                <a:xfrm>
                  <a:off x="9687157" y="2993287"/>
                  <a:ext cx="69024" cy="69024"/>
                </a:xfrm>
                <a:prstGeom prst="ellipse">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圆角 78">
                  <a:extLst>
                    <a:ext uri="{FF2B5EF4-FFF2-40B4-BE49-F238E27FC236}">
                      <a16:creationId xmlns:a16="http://schemas.microsoft.com/office/drawing/2014/main" id="{1BCA2E82-2A1F-AB12-8BB8-F058BF4D143C}"/>
                    </a:ext>
                  </a:extLst>
                </p:cNvPr>
                <p:cNvSpPr/>
                <p:nvPr/>
              </p:nvSpPr>
              <p:spPr>
                <a:xfrm>
                  <a:off x="9687157" y="3111301"/>
                  <a:ext cx="69024" cy="375963"/>
                </a:xfrm>
                <a:prstGeom prst="roundRect">
                  <a:avLst>
                    <a:gd name="adj" fmla="val 50000"/>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nvGrpSpPr>
          <p:cNvPr id="87" name="组合 86">
            <a:extLst>
              <a:ext uri="{FF2B5EF4-FFF2-40B4-BE49-F238E27FC236}">
                <a16:creationId xmlns:a16="http://schemas.microsoft.com/office/drawing/2014/main" id="{96000E9A-C715-2344-6503-A5BB8F11E9C6}"/>
              </a:ext>
            </a:extLst>
          </p:cNvPr>
          <p:cNvGrpSpPr/>
          <p:nvPr/>
        </p:nvGrpSpPr>
        <p:grpSpPr>
          <a:xfrm>
            <a:off x="7210598" y="3461285"/>
            <a:ext cx="1003353" cy="899927"/>
            <a:chOff x="8544973" y="3222682"/>
            <a:chExt cx="1276805" cy="1145191"/>
          </a:xfrm>
        </p:grpSpPr>
        <p:sp>
          <p:nvSpPr>
            <p:cNvPr id="88" name="Freeform 8">
              <a:extLst>
                <a:ext uri="{FF2B5EF4-FFF2-40B4-BE49-F238E27FC236}">
                  <a16:creationId xmlns:a16="http://schemas.microsoft.com/office/drawing/2014/main" id="{E431DB94-EBD6-5513-5395-0909589DE3F6}"/>
                </a:ext>
              </a:extLst>
            </p:cNvPr>
            <p:cNvSpPr>
              <a:spLocks/>
            </p:cNvSpPr>
            <p:nvPr/>
          </p:nvSpPr>
          <p:spPr bwMode="auto">
            <a:xfrm>
              <a:off x="8544973" y="3630238"/>
              <a:ext cx="1276805" cy="737635"/>
            </a:xfrm>
            <a:custGeom>
              <a:avLst/>
              <a:gdLst>
                <a:gd name="T0" fmla="*/ 398 w 485"/>
                <a:gd name="T1" fmla="*/ 50 h 281"/>
                <a:gd name="T2" fmla="*/ 399 w 485"/>
                <a:gd name="T3" fmla="*/ 231 h 281"/>
                <a:gd name="T4" fmla="*/ 87 w 485"/>
                <a:gd name="T5" fmla="*/ 231 h 281"/>
                <a:gd name="T6" fmla="*/ 86 w 485"/>
                <a:gd name="T7" fmla="*/ 50 h 281"/>
                <a:gd name="T8" fmla="*/ 398 w 485"/>
                <a:gd name="T9" fmla="*/ 50 h 281"/>
              </a:gdLst>
              <a:ahLst/>
              <a:cxnLst>
                <a:cxn ang="0">
                  <a:pos x="T0" y="T1"/>
                </a:cxn>
                <a:cxn ang="0">
                  <a:pos x="T2" y="T3"/>
                </a:cxn>
                <a:cxn ang="0">
                  <a:pos x="T4" y="T5"/>
                </a:cxn>
                <a:cxn ang="0">
                  <a:pos x="T6" y="T7"/>
                </a:cxn>
                <a:cxn ang="0">
                  <a:pos x="T8" y="T9"/>
                </a:cxn>
              </a:cxnLst>
              <a:rect l="0" t="0" r="r" b="b"/>
              <a:pathLst>
                <a:path w="485" h="281">
                  <a:moveTo>
                    <a:pt x="398" y="50"/>
                  </a:moveTo>
                  <a:cubicBezTo>
                    <a:pt x="484" y="100"/>
                    <a:pt x="485" y="181"/>
                    <a:pt x="399" y="231"/>
                  </a:cubicBezTo>
                  <a:cubicBezTo>
                    <a:pt x="313" y="281"/>
                    <a:pt x="173" y="281"/>
                    <a:pt x="87" y="231"/>
                  </a:cubicBezTo>
                  <a:cubicBezTo>
                    <a:pt x="0" y="181"/>
                    <a:pt x="0" y="100"/>
                    <a:pt x="86" y="50"/>
                  </a:cubicBezTo>
                  <a:cubicBezTo>
                    <a:pt x="172" y="0"/>
                    <a:pt x="311" y="0"/>
                    <a:pt x="398" y="50"/>
                  </a:cubicBezTo>
                  <a:close/>
                </a:path>
              </a:pathLst>
            </a:custGeom>
            <a:solidFill>
              <a:srgbClr val="CDD2F8">
                <a:alpha val="27000"/>
              </a:srgbClr>
            </a:solidFill>
            <a:ln>
              <a:solidFill>
                <a:srgbClr val="8E9CEF">
                  <a:alpha val="20000"/>
                </a:srgbClr>
              </a:solidFill>
            </a:ln>
          </p:spPr>
          <p:txBody>
            <a:bodyPr vert="horz" wrap="square" lIns="91440" tIns="45720" rIns="91440" bIns="45720" numCol="1" anchor="t" anchorCtr="0" compatLnSpc="1">
              <a:prstTxWarp prst="textNoShape">
                <a:avLst/>
              </a:prstTxWarp>
            </a:bodyPr>
            <a:lstStyle/>
            <a:p>
              <a:endParaRPr lang="zh-CN" altLang="en-US"/>
            </a:p>
          </p:txBody>
        </p:sp>
        <p:grpSp>
          <p:nvGrpSpPr>
            <p:cNvPr id="89" name="组合 88">
              <a:extLst>
                <a:ext uri="{FF2B5EF4-FFF2-40B4-BE49-F238E27FC236}">
                  <a16:creationId xmlns:a16="http://schemas.microsoft.com/office/drawing/2014/main" id="{79BE8E74-30BF-C04E-D9EA-4D3E2568741D}"/>
                </a:ext>
              </a:extLst>
            </p:cNvPr>
            <p:cNvGrpSpPr/>
            <p:nvPr/>
          </p:nvGrpSpPr>
          <p:grpSpPr>
            <a:xfrm>
              <a:off x="8818242" y="3222682"/>
              <a:ext cx="730266" cy="956030"/>
              <a:chOff x="7939602" y="1498602"/>
              <a:chExt cx="1956238" cy="2561013"/>
            </a:xfrm>
          </p:grpSpPr>
          <p:grpSp>
            <p:nvGrpSpPr>
              <p:cNvPr id="90" name="组合 89">
                <a:extLst>
                  <a:ext uri="{FF2B5EF4-FFF2-40B4-BE49-F238E27FC236}">
                    <a16:creationId xmlns:a16="http://schemas.microsoft.com/office/drawing/2014/main" id="{6D57CB88-8A36-F0A9-B580-61328A500D52}"/>
                  </a:ext>
                </a:extLst>
              </p:cNvPr>
              <p:cNvGrpSpPr/>
              <p:nvPr/>
            </p:nvGrpSpPr>
            <p:grpSpPr>
              <a:xfrm>
                <a:off x="7939602" y="1498602"/>
                <a:ext cx="1956238" cy="2561013"/>
                <a:chOff x="7959922" y="1505376"/>
                <a:chExt cx="709945" cy="929426"/>
              </a:xfrm>
            </p:grpSpPr>
            <p:sp>
              <p:nvSpPr>
                <p:cNvPr id="94" name="AutoShape 3">
                  <a:extLst>
                    <a:ext uri="{FF2B5EF4-FFF2-40B4-BE49-F238E27FC236}">
                      <a16:creationId xmlns:a16="http://schemas.microsoft.com/office/drawing/2014/main" id="{B293A0C1-31A4-5A50-2D49-16D14069B44B}"/>
                    </a:ext>
                  </a:extLst>
                </p:cNvPr>
                <p:cNvSpPr>
                  <a:spLocks noChangeAspect="1" noChangeArrowheads="1" noTextEdit="1"/>
                </p:cNvSpPr>
                <p:nvPr/>
              </p:nvSpPr>
              <p:spPr bwMode="auto">
                <a:xfrm>
                  <a:off x="7989963" y="1523155"/>
                  <a:ext cx="649863" cy="911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95" name="组合 94">
                  <a:extLst>
                    <a:ext uri="{FF2B5EF4-FFF2-40B4-BE49-F238E27FC236}">
                      <a16:creationId xmlns:a16="http://schemas.microsoft.com/office/drawing/2014/main" id="{511C7280-33A1-A206-D781-2B09B086543A}"/>
                    </a:ext>
                  </a:extLst>
                </p:cNvPr>
                <p:cNvGrpSpPr/>
                <p:nvPr/>
              </p:nvGrpSpPr>
              <p:grpSpPr>
                <a:xfrm>
                  <a:off x="7994254" y="1701393"/>
                  <a:ext cx="641280" cy="710231"/>
                  <a:chOff x="5178425" y="523875"/>
                  <a:chExt cx="1660525" cy="2039938"/>
                </a:xfrm>
              </p:grpSpPr>
              <p:sp>
                <p:nvSpPr>
                  <p:cNvPr id="99" name="Freeform 5">
                    <a:extLst>
                      <a:ext uri="{FF2B5EF4-FFF2-40B4-BE49-F238E27FC236}">
                        <a16:creationId xmlns:a16="http://schemas.microsoft.com/office/drawing/2014/main" id="{7A789A15-8333-56D6-8C09-C45E151A3BE0}"/>
                      </a:ext>
                    </a:extLst>
                  </p:cNvPr>
                  <p:cNvSpPr>
                    <a:spLocks/>
                  </p:cNvSpPr>
                  <p:nvPr/>
                </p:nvSpPr>
                <p:spPr bwMode="auto">
                  <a:xfrm>
                    <a:off x="5178425" y="523875"/>
                    <a:ext cx="1660525" cy="1512887"/>
                  </a:xfrm>
                  <a:custGeom>
                    <a:avLst/>
                    <a:gdLst>
                      <a:gd name="T0" fmla="*/ 438 w 438"/>
                      <a:gd name="T1" fmla="*/ 139 h 400"/>
                      <a:gd name="T2" fmla="*/ 437 w 438"/>
                      <a:gd name="T3" fmla="*/ 400 h 400"/>
                      <a:gd name="T4" fmla="*/ 373 w 438"/>
                      <a:gd name="T5" fmla="*/ 310 h 400"/>
                      <a:gd name="T6" fmla="*/ 63 w 438"/>
                      <a:gd name="T7" fmla="*/ 310 h 400"/>
                      <a:gd name="T8" fmla="*/ 0 w 438"/>
                      <a:gd name="T9" fmla="*/ 399 h 400"/>
                      <a:gd name="T10" fmla="*/ 0 w 438"/>
                      <a:gd name="T11" fmla="*/ 138 h 400"/>
                      <a:gd name="T12" fmla="*/ 64 w 438"/>
                      <a:gd name="T13" fmla="*/ 49 h 400"/>
                      <a:gd name="T14" fmla="*/ 373 w 438"/>
                      <a:gd name="T15" fmla="*/ 49 h 400"/>
                      <a:gd name="T16" fmla="*/ 438 w 438"/>
                      <a:gd name="T17" fmla="*/ 139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400">
                        <a:moveTo>
                          <a:pt x="438" y="139"/>
                        </a:moveTo>
                        <a:cubicBezTo>
                          <a:pt x="437" y="400"/>
                          <a:pt x="437" y="400"/>
                          <a:pt x="437" y="400"/>
                        </a:cubicBezTo>
                        <a:cubicBezTo>
                          <a:pt x="437" y="368"/>
                          <a:pt x="416" y="335"/>
                          <a:pt x="373" y="310"/>
                        </a:cubicBezTo>
                        <a:cubicBezTo>
                          <a:pt x="287" y="260"/>
                          <a:pt x="148" y="261"/>
                          <a:pt x="63" y="310"/>
                        </a:cubicBezTo>
                        <a:cubicBezTo>
                          <a:pt x="21" y="334"/>
                          <a:pt x="0" y="367"/>
                          <a:pt x="0" y="399"/>
                        </a:cubicBezTo>
                        <a:cubicBezTo>
                          <a:pt x="0" y="138"/>
                          <a:pt x="0" y="138"/>
                          <a:pt x="0" y="138"/>
                        </a:cubicBezTo>
                        <a:cubicBezTo>
                          <a:pt x="1" y="106"/>
                          <a:pt x="22" y="74"/>
                          <a:pt x="64" y="49"/>
                        </a:cubicBezTo>
                        <a:cubicBezTo>
                          <a:pt x="149" y="0"/>
                          <a:pt x="288" y="0"/>
                          <a:pt x="373" y="49"/>
                        </a:cubicBezTo>
                        <a:cubicBezTo>
                          <a:pt x="417" y="74"/>
                          <a:pt x="438" y="107"/>
                          <a:pt x="438" y="139"/>
                        </a:cubicBezTo>
                        <a:close/>
                      </a:path>
                    </a:pathLst>
                  </a:custGeom>
                  <a:gradFill>
                    <a:gsLst>
                      <a:gs pos="0">
                        <a:srgbClr val="3749CC"/>
                      </a:gs>
                      <a:gs pos="100000">
                        <a:srgbClr val="6578F0"/>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0" name="Freeform 6">
                    <a:extLst>
                      <a:ext uri="{FF2B5EF4-FFF2-40B4-BE49-F238E27FC236}">
                        <a16:creationId xmlns:a16="http://schemas.microsoft.com/office/drawing/2014/main" id="{8E9F31B4-7C20-8052-4ABB-6F589710AA0A}"/>
                      </a:ext>
                    </a:extLst>
                  </p:cNvPr>
                  <p:cNvSpPr>
                    <a:spLocks/>
                  </p:cNvSpPr>
                  <p:nvPr/>
                </p:nvSpPr>
                <p:spPr bwMode="auto">
                  <a:xfrm>
                    <a:off x="5178425" y="1046163"/>
                    <a:ext cx="1660525" cy="1517650"/>
                  </a:xfrm>
                  <a:custGeom>
                    <a:avLst/>
                    <a:gdLst>
                      <a:gd name="T0" fmla="*/ 64 w 438"/>
                      <a:gd name="T1" fmla="*/ 351 h 401"/>
                      <a:gd name="T2" fmla="*/ 0 w 438"/>
                      <a:gd name="T3" fmla="*/ 261 h 401"/>
                      <a:gd name="T4" fmla="*/ 0 w 438"/>
                      <a:gd name="T5" fmla="*/ 0 h 401"/>
                      <a:gd name="T6" fmla="*/ 65 w 438"/>
                      <a:gd name="T7" fmla="*/ 90 h 401"/>
                      <a:gd name="T8" fmla="*/ 374 w 438"/>
                      <a:gd name="T9" fmla="*/ 90 h 401"/>
                      <a:gd name="T10" fmla="*/ 438 w 438"/>
                      <a:gd name="T11" fmla="*/ 1 h 401"/>
                      <a:gd name="T12" fmla="*/ 437 w 438"/>
                      <a:gd name="T13" fmla="*/ 262 h 401"/>
                      <a:gd name="T14" fmla="*/ 374 w 438"/>
                      <a:gd name="T15" fmla="*/ 351 h 401"/>
                      <a:gd name="T16" fmla="*/ 64 w 438"/>
                      <a:gd name="T17" fmla="*/ 35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401">
                        <a:moveTo>
                          <a:pt x="64" y="351"/>
                        </a:moveTo>
                        <a:cubicBezTo>
                          <a:pt x="21" y="326"/>
                          <a:pt x="0" y="294"/>
                          <a:pt x="0" y="261"/>
                        </a:cubicBezTo>
                        <a:cubicBezTo>
                          <a:pt x="0" y="0"/>
                          <a:pt x="0" y="0"/>
                          <a:pt x="0" y="0"/>
                        </a:cubicBezTo>
                        <a:cubicBezTo>
                          <a:pt x="0" y="33"/>
                          <a:pt x="22" y="65"/>
                          <a:pt x="65" y="90"/>
                        </a:cubicBezTo>
                        <a:cubicBezTo>
                          <a:pt x="151" y="140"/>
                          <a:pt x="289" y="140"/>
                          <a:pt x="374" y="90"/>
                        </a:cubicBezTo>
                        <a:cubicBezTo>
                          <a:pt x="417" y="66"/>
                          <a:pt x="438" y="34"/>
                          <a:pt x="438" y="1"/>
                        </a:cubicBezTo>
                        <a:cubicBezTo>
                          <a:pt x="437" y="262"/>
                          <a:pt x="437" y="262"/>
                          <a:pt x="437" y="262"/>
                        </a:cubicBezTo>
                        <a:cubicBezTo>
                          <a:pt x="437" y="294"/>
                          <a:pt x="416" y="327"/>
                          <a:pt x="374" y="351"/>
                        </a:cubicBezTo>
                        <a:cubicBezTo>
                          <a:pt x="289" y="401"/>
                          <a:pt x="150" y="401"/>
                          <a:pt x="64" y="351"/>
                        </a:cubicBezTo>
                        <a:close/>
                      </a:path>
                    </a:pathLst>
                  </a:custGeom>
                  <a:gradFill flip="none" rotWithShape="1">
                    <a:gsLst>
                      <a:gs pos="0">
                        <a:srgbClr val="DADFFE"/>
                      </a:gs>
                      <a:gs pos="100000">
                        <a:srgbClr val="6578F0"/>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96" name="Freeform 7">
                  <a:extLst>
                    <a:ext uri="{FF2B5EF4-FFF2-40B4-BE49-F238E27FC236}">
                      <a16:creationId xmlns:a16="http://schemas.microsoft.com/office/drawing/2014/main" id="{E88104D2-2DDD-6E6C-D90A-6D0549A0E5A1}"/>
                    </a:ext>
                  </a:extLst>
                </p:cNvPr>
                <p:cNvSpPr>
                  <a:spLocks/>
                </p:cNvSpPr>
                <p:nvPr/>
              </p:nvSpPr>
              <p:spPr bwMode="auto">
                <a:xfrm>
                  <a:off x="7991189" y="1707079"/>
                  <a:ext cx="647411" cy="301021"/>
                </a:xfrm>
                <a:custGeom>
                  <a:avLst/>
                  <a:gdLst>
                    <a:gd name="T0" fmla="*/ 442 w 442"/>
                    <a:gd name="T1" fmla="*/ 1 h 206"/>
                    <a:gd name="T2" fmla="*/ 442 w 442"/>
                    <a:gd name="T3" fmla="*/ 67 h 206"/>
                    <a:gd name="T4" fmla="*/ 378 w 442"/>
                    <a:gd name="T5" fmla="*/ 156 h 206"/>
                    <a:gd name="T6" fmla="*/ 65 w 442"/>
                    <a:gd name="T7" fmla="*/ 156 h 206"/>
                    <a:gd name="T8" fmla="*/ 0 w 442"/>
                    <a:gd name="T9" fmla="*/ 65 h 206"/>
                    <a:gd name="T10" fmla="*/ 0 w 442"/>
                    <a:gd name="T11" fmla="*/ 0 h 206"/>
                    <a:gd name="T12" fmla="*/ 66 w 442"/>
                    <a:gd name="T13" fmla="*/ 91 h 206"/>
                    <a:gd name="T14" fmla="*/ 378 w 442"/>
                    <a:gd name="T15" fmla="*/ 91 h 206"/>
                    <a:gd name="T16" fmla="*/ 442 w 442"/>
                    <a:gd name="T17" fmla="*/ 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2" h="206">
                      <a:moveTo>
                        <a:pt x="442" y="1"/>
                      </a:moveTo>
                      <a:cubicBezTo>
                        <a:pt x="442" y="67"/>
                        <a:pt x="442" y="67"/>
                        <a:pt x="442" y="67"/>
                      </a:cubicBezTo>
                      <a:cubicBezTo>
                        <a:pt x="442" y="99"/>
                        <a:pt x="420" y="132"/>
                        <a:pt x="378" y="156"/>
                      </a:cubicBezTo>
                      <a:cubicBezTo>
                        <a:pt x="292" y="206"/>
                        <a:pt x="152" y="206"/>
                        <a:pt x="65" y="156"/>
                      </a:cubicBezTo>
                      <a:cubicBezTo>
                        <a:pt x="22" y="131"/>
                        <a:pt x="0" y="98"/>
                        <a:pt x="0" y="65"/>
                      </a:cubicBezTo>
                      <a:cubicBezTo>
                        <a:pt x="0" y="0"/>
                        <a:pt x="0" y="0"/>
                        <a:pt x="0" y="0"/>
                      </a:cubicBezTo>
                      <a:cubicBezTo>
                        <a:pt x="0" y="33"/>
                        <a:pt x="22" y="66"/>
                        <a:pt x="66" y="91"/>
                      </a:cubicBezTo>
                      <a:cubicBezTo>
                        <a:pt x="152" y="141"/>
                        <a:pt x="292" y="141"/>
                        <a:pt x="378" y="91"/>
                      </a:cubicBezTo>
                      <a:cubicBezTo>
                        <a:pt x="421" y="66"/>
                        <a:pt x="442" y="34"/>
                        <a:pt x="442" y="1"/>
                      </a:cubicBezTo>
                      <a:close/>
                    </a:path>
                  </a:pathLst>
                </a:custGeom>
                <a:gradFill flip="none" rotWithShape="1">
                  <a:gsLst>
                    <a:gs pos="0">
                      <a:srgbClr val="DADFFE"/>
                    </a:gs>
                    <a:gs pos="100000">
                      <a:srgbClr val="6578F0"/>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 name="Freeform 8">
                  <a:extLst>
                    <a:ext uri="{FF2B5EF4-FFF2-40B4-BE49-F238E27FC236}">
                      <a16:creationId xmlns:a16="http://schemas.microsoft.com/office/drawing/2014/main" id="{387FB019-773B-9F29-E012-292F673144B3}"/>
                    </a:ext>
                  </a:extLst>
                </p:cNvPr>
                <p:cNvSpPr>
                  <a:spLocks/>
                </p:cNvSpPr>
                <p:nvPr/>
              </p:nvSpPr>
              <p:spPr bwMode="auto">
                <a:xfrm>
                  <a:off x="7959922" y="1505376"/>
                  <a:ext cx="709945" cy="410149"/>
                </a:xfrm>
                <a:custGeom>
                  <a:avLst/>
                  <a:gdLst>
                    <a:gd name="T0" fmla="*/ 398 w 485"/>
                    <a:gd name="T1" fmla="*/ 50 h 281"/>
                    <a:gd name="T2" fmla="*/ 399 w 485"/>
                    <a:gd name="T3" fmla="*/ 231 h 281"/>
                    <a:gd name="T4" fmla="*/ 87 w 485"/>
                    <a:gd name="T5" fmla="*/ 231 h 281"/>
                    <a:gd name="T6" fmla="*/ 86 w 485"/>
                    <a:gd name="T7" fmla="*/ 50 h 281"/>
                    <a:gd name="T8" fmla="*/ 398 w 485"/>
                    <a:gd name="T9" fmla="*/ 50 h 281"/>
                  </a:gdLst>
                  <a:ahLst/>
                  <a:cxnLst>
                    <a:cxn ang="0">
                      <a:pos x="T0" y="T1"/>
                    </a:cxn>
                    <a:cxn ang="0">
                      <a:pos x="T2" y="T3"/>
                    </a:cxn>
                    <a:cxn ang="0">
                      <a:pos x="T4" y="T5"/>
                    </a:cxn>
                    <a:cxn ang="0">
                      <a:pos x="T6" y="T7"/>
                    </a:cxn>
                    <a:cxn ang="0">
                      <a:pos x="T8" y="T9"/>
                    </a:cxn>
                  </a:cxnLst>
                  <a:rect l="0" t="0" r="r" b="b"/>
                  <a:pathLst>
                    <a:path w="485" h="281">
                      <a:moveTo>
                        <a:pt x="398" y="50"/>
                      </a:moveTo>
                      <a:cubicBezTo>
                        <a:pt x="484" y="100"/>
                        <a:pt x="485" y="181"/>
                        <a:pt x="399" y="231"/>
                      </a:cubicBezTo>
                      <a:cubicBezTo>
                        <a:pt x="313" y="281"/>
                        <a:pt x="173" y="281"/>
                        <a:pt x="87" y="231"/>
                      </a:cubicBezTo>
                      <a:cubicBezTo>
                        <a:pt x="0" y="181"/>
                        <a:pt x="0" y="100"/>
                        <a:pt x="86" y="50"/>
                      </a:cubicBezTo>
                      <a:cubicBezTo>
                        <a:pt x="172" y="0"/>
                        <a:pt x="311" y="0"/>
                        <a:pt x="398" y="50"/>
                      </a:cubicBezTo>
                      <a:close/>
                    </a:path>
                  </a:pathLst>
                </a:custGeom>
                <a:gradFill>
                  <a:gsLst>
                    <a:gs pos="0">
                      <a:srgbClr val="FAFBFF"/>
                    </a:gs>
                    <a:gs pos="100000">
                      <a:srgbClr val="CDD2F8"/>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 name="Freeform 9">
                  <a:extLst>
                    <a:ext uri="{FF2B5EF4-FFF2-40B4-BE49-F238E27FC236}">
                      <a16:creationId xmlns:a16="http://schemas.microsoft.com/office/drawing/2014/main" id="{D642CF52-3CE6-9815-32A6-366390A7E64A}"/>
                    </a:ext>
                  </a:extLst>
                </p:cNvPr>
                <p:cNvSpPr>
                  <a:spLocks noEditPoints="1"/>
                </p:cNvSpPr>
                <p:nvPr/>
              </p:nvSpPr>
              <p:spPr bwMode="auto">
                <a:xfrm>
                  <a:off x="8043030" y="1556037"/>
                  <a:ext cx="543729" cy="301021"/>
                </a:xfrm>
                <a:custGeom>
                  <a:avLst/>
                  <a:gdLst>
                    <a:gd name="T0" fmla="*/ 276 w 336"/>
                    <a:gd name="T1" fmla="*/ 35 h 195"/>
                    <a:gd name="T2" fmla="*/ 277 w 336"/>
                    <a:gd name="T3" fmla="*/ 160 h 195"/>
                    <a:gd name="T4" fmla="*/ 60 w 336"/>
                    <a:gd name="T5" fmla="*/ 160 h 195"/>
                    <a:gd name="T6" fmla="*/ 60 w 336"/>
                    <a:gd name="T7" fmla="*/ 35 h 195"/>
                    <a:gd name="T8" fmla="*/ 276 w 336"/>
                    <a:gd name="T9" fmla="*/ 35 h 195"/>
                    <a:gd name="T10" fmla="*/ 62 w 336"/>
                    <a:gd name="T11" fmla="*/ 159 h 195"/>
                    <a:gd name="T12" fmla="*/ 275 w 336"/>
                    <a:gd name="T13" fmla="*/ 159 h 195"/>
                    <a:gd name="T14" fmla="*/ 274 w 336"/>
                    <a:gd name="T15" fmla="*/ 36 h 195"/>
                    <a:gd name="T16" fmla="*/ 62 w 336"/>
                    <a:gd name="T17" fmla="*/ 36 h 195"/>
                    <a:gd name="T18" fmla="*/ 62 w 336"/>
                    <a:gd name="T19" fmla="*/ 159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6" h="195">
                      <a:moveTo>
                        <a:pt x="276" y="35"/>
                      </a:moveTo>
                      <a:cubicBezTo>
                        <a:pt x="336" y="70"/>
                        <a:pt x="336" y="126"/>
                        <a:pt x="277" y="160"/>
                      </a:cubicBezTo>
                      <a:cubicBezTo>
                        <a:pt x="217" y="195"/>
                        <a:pt x="120" y="195"/>
                        <a:pt x="60" y="160"/>
                      </a:cubicBezTo>
                      <a:cubicBezTo>
                        <a:pt x="1" y="126"/>
                        <a:pt x="0" y="70"/>
                        <a:pt x="60" y="35"/>
                      </a:cubicBezTo>
                      <a:cubicBezTo>
                        <a:pt x="119" y="0"/>
                        <a:pt x="216" y="0"/>
                        <a:pt x="276" y="35"/>
                      </a:cubicBezTo>
                      <a:close/>
                      <a:moveTo>
                        <a:pt x="62" y="159"/>
                      </a:moveTo>
                      <a:cubicBezTo>
                        <a:pt x="121" y="193"/>
                        <a:pt x="216" y="193"/>
                        <a:pt x="275" y="159"/>
                      </a:cubicBezTo>
                      <a:cubicBezTo>
                        <a:pt x="333" y="125"/>
                        <a:pt x="333" y="70"/>
                        <a:pt x="274" y="36"/>
                      </a:cubicBezTo>
                      <a:cubicBezTo>
                        <a:pt x="215" y="2"/>
                        <a:pt x="120" y="2"/>
                        <a:pt x="62" y="36"/>
                      </a:cubicBezTo>
                      <a:cubicBezTo>
                        <a:pt x="3" y="70"/>
                        <a:pt x="4" y="125"/>
                        <a:pt x="62" y="159"/>
                      </a:cubicBezTo>
                    </a:path>
                  </a:pathLst>
                </a:custGeom>
                <a:solidFill>
                  <a:srgbClr val="3749CC"/>
                </a:solidFill>
                <a:ln>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91" name="组合 90">
                <a:extLst>
                  <a:ext uri="{FF2B5EF4-FFF2-40B4-BE49-F238E27FC236}">
                    <a16:creationId xmlns:a16="http://schemas.microsoft.com/office/drawing/2014/main" id="{246BE554-41F6-1341-FE12-64D948102B36}"/>
                  </a:ext>
                </a:extLst>
              </p:cNvPr>
              <p:cNvGrpSpPr/>
              <p:nvPr/>
            </p:nvGrpSpPr>
            <p:grpSpPr>
              <a:xfrm>
                <a:off x="9687157" y="2993287"/>
                <a:ext cx="69024" cy="493977"/>
                <a:chOff x="9687157" y="2993287"/>
                <a:chExt cx="69024" cy="493977"/>
              </a:xfrm>
            </p:grpSpPr>
            <p:sp>
              <p:nvSpPr>
                <p:cNvPr id="92" name="椭圆 91">
                  <a:extLst>
                    <a:ext uri="{FF2B5EF4-FFF2-40B4-BE49-F238E27FC236}">
                      <a16:creationId xmlns:a16="http://schemas.microsoft.com/office/drawing/2014/main" id="{25C346DD-8FD4-2E44-2332-AA9F95629F18}"/>
                    </a:ext>
                  </a:extLst>
                </p:cNvPr>
                <p:cNvSpPr/>
                <p:nvPr/>
              </p:nvSpPr>
              <p:spPr>
                <a:xfrm>
                  <a:off x="9687157" y="2993287"/>
                  <a:ext cx="69024" cy="69024"/>
                </a:xfrm>
                <a:prstGeom prst="ellipse">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圆角 92">
                  <a:extLst>
                    <a:ext uri="{FF2B5EF4-FFF2-40B4-BE49-F238E27FC236}">
                      <a16:creationId xmlns:a16="http://schemas.microsoft.com/office/drawing/2014/main" id="{FC28E714-8A39-0A39-2B81-7ED256B46D60}"/>
                    </a:ext>
                  </a:extLst>
                </p:cNvPr>
                <p:cNvSpPr/>
                <p:nvPr/>
              </p:nvSpPr>
              <p:spPr>
                <a:xfrm>
                  <a:off x="9687157" y="3111301"/>
                  <a:ext cx="69024" cy="375963"/>
                </a:xfrm>
                <a:prstGeom prst="roundRect">
                  <a:avLst>
                    <a:gd name="adj" fmla="val 50000"/>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nvGrpSpPr>
          <p:cNvPr id="101" name="组合 100">
            <a:extLst>
              <a:ext uri="{FF2B5EF4-FFF2-40B4-BE49-F238E27FC236}">
                <a16:creationId xmlns:a16="http://schemas.microsoft.com/office/drawing/2014/main" id="{526CCFE4-797B-D357-4F96-6161963CAC93}"/>
              </a:ext>
            </a:extLst>
          </p:cNvPr>
          <p:cNvGrpSpPr/>
          <p:nvPr/>
        </p:nvGrpSpPr>
        <p:grpSpPr>
          <a:xfrm>
            <a:off x="6150429" y="2845632"/>
            <a:ext cx="1003353" cy="899927"/>
            <a:chOff x="8544973" y="3222682"/>
            <a:chExt cx="1276805" cy="1145191"/>
          </a:xfrm>
        </p:grpSpPr>
        <p:sp>
          <p:nvSpPr>
            <p:cNvPr id="102" name="Freeform 8">
              <a:extLst>
                <a:ext uri="{FF2B5EF4-FFF2-40B4-BE49-F238E27FC236}">
                  <a16:creationId xmlns:a16="http://schemas.microsoft.com/office/drawing/2014/main" id="{DB76EBED-18DC-7BB9-E389-B5A29F14A8C0}"/>
                </a:ext>
              </a:extLst>
            </p:cNvPr>
            <p:cNvSpPr>
              <a:spLocks/>
            </p:cNvSpPr>
            <p:nvPr/>
          </p:nvSpPr>
          <p:spPr bwMode="auto">
            <a:xfrm>
              <a:off x="8544973" y="3630238"/>
              <a:ext cx="1276805" cy="737635"/>
            </a:xfrm>
            <a:custGeom>
              <a:avLst/>
              <a:gdLst>
                <a:gd name="T0" fmla="*/ 398 w 485"/>
                <a:gd name="T1" fmla="*/ 50 h 281"/>
                <a:gd name="T2" fmla="*/ 399 w 485"/>
                <a:gd name="T3" fmla="*/ 231 h 281"/>
                <a:gd name="T4" fmla="*/ 87 w 485"/>
                <a:gd name="T5" fmla="*/ 231 h 281"/>
                <a:gd name="T6" fmla="*/ 86 w 485"/>
                <a:gd name="T7" fmla="*/ 50 h 281"/>
                <a:gd name="T8" fmla="*/ 398 w 485"/>
                <a:gd name="T9" fmla="*/ 50 h 281"/>
              </a:gdLst>
              <a:ahLst/>
              <a:cxnLst>
                <a:cxn ang="0">
                  <a:pos x="T0" y="T1"/>
                </a:cxn>
                <a:cxn ang="0">
                  <a:pos x="T2" y="T3"/>
                </a:cxn>
                <a:cxn ang="0">
                  <a:pos x="T4" y="T5"/>
                </a:cxn>
                <a:cxn ang="0">
                  <a:pos x="T6" y="T7"/>
                </a:cxn>
                <a:cxn ang="0">
                  <a:pos x="T8" y="T9"/>
                </a:cxn>
              </a:cxnLst>
              <a:rect l="0" t="0" r="r" b="b"/>
              <a:pathLst>
                <a:path w="485" h="281">
                  <a:moveTo>
                    <a:pt x="398" y="50"/>
                  </a:moveTo>
                  <a:cubicBezTo>
                    <a:pt x="484" y="100"/>
                    <a:pt x="485" y="181"/>
                    <a:pt x="399" y="231"/>
                  </a:cubicBezTo>
                  <a:cubicBezTo>
                    <a:pt x="313" y="281"/>
                    <a:pt x="173" y="281"/>
                    <a:pt x="87" y="231"/>
                  </a:cubicBezTo>
                  <a:cubicBezTo>
                    <a:pt x="0" y="181"/>
                    <a:pt x="0" y="100"/>
                    <a:pt x="86" y="50"/>
                  </a:cubicBezTo>
                  <a:cubicBezTo>
                    <a:pt x="172" y="0"/>
                    <a:pt x="311" y="0"/>
                    <a:pt x="398" y="50"/>
                  </a:cubicBezTo>
                  <a:close/>
                </a:path>
              </a:pathLst>
            </a:custGeom>
            <a:solidFill>
              <a:srgbClr val="CDD2F8">
                <a:alpha val="27000"/>
              </a:srgbClr>
            </a:solidFill>
            <a:ln>
              <a:solidFill>
                <a:srgbClr val="8E9CEF">
                  <a:alpha val="20000"/>
                </a:srgbClr>
              </a:solidFill>
            </a:ln>
          </p:spPr>
          <p:txBody>
            <a:bodyPr vert="horz" wrap="square" lIns="91440" tIns="45720" rIns="91440" bIns="45720" numCol="1" anchor="t" anchorCtr="0" compatLnSpc="1">
              <a:prstTxWarp prst="textNoShape">
                <a:avLst/>
              </a:prstTxWarp>
            </a:bodyPr>
            <a:lstStyle/>
            <a:p>
              <a:endParaRPr lang="zh-CN" altLang="en-US"/>
            </a:p>
          </p:txBody>
        </p:sp>
        <p:grpSp>
          <p:nvGrpSpPr>
            <p:cNvPr id="103" name="组合 102">
              <a:extLst>
                <a:ext uri="{FF2B5EF4-FFF2-40B4-BE49-F238E27FC236}">
                  <a16:creationId xmlns:a16="http://schemas.microsoft.com/office/drawing/2014/main" id="{6BD0B8CB-CD8A-A920-8AB3-3EA31A406205}"/>
                </a:ext>
              </a:extLst>
            </p:cNvPr>
            <p:cNvGrpSpPr/>
            <p:nvPr/>
          </p:nvGrpSpPr>
          <p:grpSpPr>
            <a:xfrm>
              <a:off x="8818242" y="3222682"/>
              <a:ext cx="730266" cy="956030"/>
              <a:chOff x="7939602" y="1498602"/>
              <a:chExt cx="1956238" cy="2561013"/>
            </a:xfrm>
          </p:grpSpPr>
          <p:grpSp>
            <p:nvGrpSpPr>
              <p:cNvPr id="104" name="组合 103">
                <a:extLst>
                  <a:ext uri="{FF2B5EF4-FFF2-40B4-BE49-F238E27FC236}">
                    <a16:creationId xmlns:a16="http://schemas.microsoft.com/office/drawing/2014/main" id="{CAA5A207-08E6-C8A8-B67D-70E45C41884C}"/>
                  </a:ext>
                </a:extLst>
              </p:cNvPr>
              <p:cNvGrpSpPr/>
              <p:nvPr/>
            </p:nvGrpSpPr>
            <p:grpSpPr>
              <a:xfrm>
                <a:off x="7939602" y="1498602"/>
                <a:ext cx="1956238" cy="2561013"/>
                <a:chOff x="7959922" y="1505376"/>
                <a:chExt cx="709945" cy="929426"/>
              </a:xfrm>
            </p:grpSpPr>
            <p:sp>
              <p:nvSpPr>
                <p:cNvPr id="108" name="AutoShape 3">
                  <a:extLst>
                    <a:ext uri="{FF2B5EF4-FFF2-40B4-BE49-F238E27FC236}">
                      <a16:creationId xmlns:a16="http://schemas.microsoft.com/office/drawing/2014/main" id="{1D373F71-F32B-F926-A094-FCDC51CA805A}"/>
                    </a:ext>
                  </a:extLst>
                </p:cNvPr>
                <p:cNvSpPr>
                  <a:spLocks noChangeAspect="1" noChangeArrowheads="1" noTextEdit="1"/>
                </p:cNvSpPr>
                <p:nvPr/>
              </p:nvSpPr>
              <p:spPr bwMode="auto">
                <a:xfrm>
                  <a:off x="7989963" y="1523155"/>
                  <a:ext cx="649863" cy="911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109" name="组合 108">
                  <a:extLst>
                    <a:ext uri="{FF2B5EF4-FFF2-40B4-BE49-F238E27FC236}">
                      <a16:creationId xmlns:a16="http://schemas.microsoft.com/office/drawing/2014/main" id="{F74D0864-7A49-85E2-9F8F-091BC617A1BB}"/>
                    </a:ext>
                  </a:extLst>
                </p:cNvPr>
                <p:cNvGrpSpPr/>
                <p:nvPr/>
              </p:nvGrpSpPr>
              <p:grpSpPr>
                <a:xfrm>
                  <a:off x="7994254" y="1701393"/>
                  <a:ext cx="641280" cy="710231"/>
                  <a:chOff x="5178425" y="523875"/>
                  <a:chExt cx="1660525" cy="2039938"/>
                </a:xfrm>
              </p:grpSpPr>
              <p:sp>
                <p:nvSpPr>
                  <p:cNvPr id="113" name="Freeform 5">
                    <a:extLst>
                      <a:ext uri="{FF2B5EF4-FFF2-40B4-BE49-F238E27FC236}">
                        <a16:creationId xmlns:a16="http://schemas.microsoft.com/office/drawing/2014/main" id="{05637068-245E-5092-A848-0D07A5E8B46F}"/>
                      </a:ext>
                    </a:extLst>
                  </p:cNvPr>
                  <p:cNvSpPr>
                    <a:spLocks/>
                  </p:cNvSpPr>
                  <p:nvPr/>
                </p:nvSpPr>
                <p:spPr bwMode="auto">
                  <a:xfrm>
                    <a:off x="5178425" y="523875"/>
                    <a:ext cx="1660525" cy="1512887"/>
                  </a:xfrm>
                  <a:custGeom>
                    <a:avLst/>
                    <a:gdLst>
                      <a:gd name="T0" fmla="*/ 438 w 438"/>
                      <a:gd name="T1" fmla="*/ 139 h 400"/>
                      <a:gd name="T2" fmla="*/ 437 w 438"/>
                      <a:gd name="T3" fmla="*/ 400 h 400"/>
                      <a:gd name="T4" fmla="*/ 373 w 438"/>
                      <a:gd name="T5" fmla="*/ 310 h 400"/>
                      <a:gd name="T6" fmla="*/ 63 w 438"/>
                      <a:gd name="T7" fmla="*/ 310 h 400"/>
                      <a:gd name="T8" fmla="*/ 0 w 438"/>
                      <a:gd name="T9" fmla="*/ 399 h 400"/>
                      <a:gd name="T10" fmla="*/ 0 w 438"/>
                      <a:gd name="T11" fmla="*/ 138 h 400"/>
                      <a:gd name="T12" fmla="*/ 64 w 438"/>
                      <a:gd name="T13" fmla="*/ 49 h 400"/>
                      <a:gd name="T14" fmla="*/ 373 w 438"/>
                      <a:gd name="T15" fmla="*/ 49 h 400"/>
                      <a:gd name="T16" fmla="*/ 438 w 438"/>
                      <a:gd name="T17" fmla="*/ 139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400">
                        <a:moveTo>
                          <a:pt x="438" y="139"/>
                        </a:moveTo>
                        <a:cubicBezTo>
                          <a:pt x="437" y="400"/>
                          <a:pt x="437" y="400"/>
                          <a:pt x="437" y="400"/>
                        </a:cubicBezTo>
                        <a:cubicBezTo>
                          <a:pt x="437" y="368"/>
                          <a:pt x="416" y="335"/>
                          <a:pt x="373" y="310"/>
                        </a:cubicBezTo>
                        <a:cubicBezTo>
                          <a:pt x="287" y="260"/>
                          <a:pt x="148" y="261"/>
                          <a:pt x="63" y="310"/>
                        </a:cubicBezTo>
                        <a:cubicBezTo>
                          <a:pt x="21" y="334"/>
                          <a:pt x="0" y="367"/>
                          <a:pt x="0" y="399"/>
                        </a:cubicBezTo>
                        <a:cubicBezTo>
                          <a:pt x="0" y="138"/>
                          <a:pt x="0" y="138"/>
                          <a:pt x="0" y="138"/>
                        </a:cubicBezTo>
                        <a:cubicBezTo>
                          <a:pt x="1" y="106"/>
                          <a:pt x="22" y="74"/>
                          <a:pt x="64" y="49"/>
                        </a:cubicBezTo>
                        <a:cubicBezTo>
                          <a:pt x="149" y="0"/>
                          <a:pt x="288" y="0"/>
                          <a:pt x="373" y="49"/>
                        </a:cubicBezTo>
                        <a:cubicBezTo>
                          <a:pt x="417" y="74"/>
                          <a:pt x="438" y="107"/>
                          <a:pt x="438" y="139"/>
                        </a:cubicBezTo>
                        <a:close/>
                      </a:path>
                    </a:pathLst>
                  </a:custGeom>
                  <a:gradFill>
                    <a:gsLst>
                      <a:gs pos="0">
                        <a:srgbClr val="3749CC"/>
                      </a:gs>
                      <a:gs pos="100000">
                        <a:srgbClr val="6578F0"/>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6">
                    <a:extLst>
                      <a:ext uri="{FF2B5EF4-FFF2-40B4-BE49-F238E27FC236}">
                        <a16:creationId xmlns:a16="http://schemas.microsoft.com/office/drawing/2014/main" id="{016759BB-C093-CCB2-AF4A-67CDBD6FA50F}"/>
                      </a:ext>
                    </a:extLst>
                  </p:cNvPr>
                  <p:cNvSpPr>
                    <a:spLocks/>
                  </p:cNvSpPr>
                  <p:nvPr/>
                </p:nvSpPr>
                <p:spPr bwMode="auto">
                  <a:xfrm>
                    <a:off x="5178425" y="1046163"/>
                    <a:ext cx="1660525" cy="1517650"/>
                  </a:xfrm>
                  <a:custGeom>
                    <a:avLst/>
                    <a:gdLst>
                      <a:gd name="T0" fmla="*/ 64 w 438"/>
                      <a:gd name="T1" fmla="*/ 351 h 401"/>
                      <a:gd name="T2" fmla="*/ 0 w 438"/>
                      <a:gd name="T3" fmla="*/ 261 h 401"/>
                      <a:gd name="T4" fmla="*/ 0 w 438"/>
                      <a:gd name="T5" fmla="*/ 0 h 401"/>
                      <a:gd name="T6" fmla="*/ 65 w 438"/>
                      <a:gd name="T7" fmla="*/ 90 h 401"/>
                      <a:gd name="T8" fmla="*/ 374 w 438"/>
                      <a:gd name="T9" fmla="*/ 90 h 401"/>
                      <a:gd name="T10" fmla="*/ 438 w 438"/>
                      <a:gd name="T11" fmla="*/ 1 h 401"/>
                      <a:gd name="T12" fmla="*/ 437 w 438"/>
                      <a:gd name="T13" fmla="*/ 262 h 401"/>
                      <a:gd name="T14" fmla="*/ 374 w 438"/>
                      <a:gd name="T15" fmla="*/ 351 h 401"/>
                      <a:gd name="T16" fmla="*/ 64 w 438"/>
                      <a:gd name="T17" fmla="*/ 35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401">
                        <a:moveTo>
                          <a:pt x="64" y="351"/>
                        </a:moveTo>
                        <a:cubicBezTo>
                          <a:pt x="21" y="326"/>
                          <a:pt x="0" y="294"/>
                          <a:pt x="0" y="261"/>
                        </a:cubicBezTo>
                        <a:cubicBezTo>
                          <a:pt x="0" y="0"/>
                          <a:pt x="0" y="0"/>
                          <a:pt x="0" y="0"/>
                        </a:cubicBezTo>
                        <a:cubicBezTo>
                          <a:pt x="0" y="33"/>
                          <a:pt x="22" y="65"/>
                          <a:pt x="65" y="90"/>
                        </a:cubicBezTo>
                        <a:cubicBezTo>
                          <a:pt x="151" y="140"/>
                          <a:pt x="289" y="140"/>
                          <a:pt x="374" y="90"/>
                        </a:cubicBezTo>
                        <a:cubicBezTo>
                          <a:pt x="417" y="66"/>
                          <a:pt x="438" y="34"/>
                          <a:pt x="438" y="1"/>
                        </a:cubicBezTo>
                        <a:cubicBezTo>
                          <a:pt x="437" y="262"/>
                          <a:pt x="437" y="262"/>
                          <a:pt x="437" y="262"/>
                        </a:cubicBezTo>
                        <a:cubicBezTo>
                          <a:pt x="437" y="294"/>
                          <a:pt x="416" y="327"/>
                          <a:pt x="374" y="351"/>
                        </a:cubicBezTo>
                        <a:cubicBezTo>
                          <a:pt x="289" y="401"/>
                          <a:pt x="150" y="401"/>
                          <a:pt x="64" y="351"/>
                        </a:cubicBezTo>
                        <a:close/>
                      </a:path>
                    </a:pathLst>
                  </a:custGeom>
                  <a:gradFill flip="none" rotWithShape="1">
                    <a:gsLst>
                      <a:gs pos="0">
                        <a:srgbClr val="DADFFE"/>
                      </a:gs>
                      <a:gs pos="100000">
                        <a:srgbClr val="6578F0"/>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10" name="Freeform 7">
                  <a:extLst>
                    <a:ext uri="{FF2B5EF4-FFF2-40B4-BE49-F238E27FC236}">
                      <a16:creationId xmlns:a16="http://schemas.microsoft.com/office/drawing/2014/main" id="{62F0DD9A-5FCE-2A0B-782C-17B7C6C6A039}"/>
                    </a:ext>
                  </a:extLst>
                </p:cNvPr>
                <p:cNvSpPr>
                  <a:spLocks/>
                </p:cNvSpPr>
                <p:nvPr/>
              </p:nvSpPr>
              <p:spPr bwMode="auto">
                <a:xfrm>
                  <a:off x="7991189" y="1707079"/>
                  <a:ext cx="647411" cy="301021"/>
                </a:xfrm>
                <a:custGeom>
                  <a:avLst/>
                  <a:gdLst>
                    <a:gd name="T0" fmla="*/ 442 w 442"/>
                    <a:gd name="T1" fmla="*/ 1 h 206"/>
                    <a:gd name="T2" fmla="*/ 442 w 442"/>
                    <a:gd name="T3" fmla="*/ 67 h 206"/>
                    <a:gd name="T4" fmla="*/ 378 w 442"/>
                    <a:gd name="T5" fmla="*/ 156 h 206"/>
                    <a:gd name="T6" fmla="*/ 65 w 442"/>
                    <a:gd name="T7" fmla="*/ 156 h 206"/>
                    <a:gd name="T8" fmla="*/ 0 w 442"/>
                    <a:gd name="T9" fmla="*/ 65 h 206"/>
                    <a:gd name="T10" fmla="*/ 0 w 442"/>
                    <a:gd name="T11" fmla="*/ 0 h 206"/>
                    <a:gd name="T12" fmla="*/ 66 w 442"/>
                    <a:gd name="T13" fmla="*/ 91 h 206"/>
                    <a:gd name="T14" fmla="*/ 378 w 442"/>
                    <a:gd name="T15" fmla="*/ 91 h 206"/>
                    <a:gd name="T16" fmla="*/ 442 w 442"/>
                    <a:gd name="T17" fmla="*/ 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2" h="206">
                      <a:moveTo>
                        <a:pt x="442" y="1"/>
                      </a:moveTo>
                      <a:cubicBezTo>
                        <a:pt x="442" y="67"/>
                        <a:pt x="442" y="67"/>
                        <a:pt x="442" y="67"/>
                      </a:cubicBezTo>
                      <a:cubicBezTo>
                        <a:pt x="442" y="99"/>
                        <a:pt x="420" y="132"/>
                        <a:pt x="378" y="156"/>
                      </a:cubicBezTo>
                      <a:cubicBezTo>
                        <a:pt x="292" y="206"/>
                        <a:pt x="152" y="206"/>
                        <a:pt x="65" y="156"/>
                      </a:cubicBezTo>
                      <a:cubicBezTo>
                        <a:pt x="22" y="131"/>
                        <a:pt x="0" y="98"/>
                        <a:pt x="0" y="65"/>
                      </a:cubicBezTo>
                      <a:cubicBezTo>
                        <a:pt x="0" y="0"/>
                        <a:pt x="0" y="0"/>
                        <a:pt x="0" y="0"/>
                      </a:cubicBezTo>
                      <a:cubicBezTo>
                        <a:pt x="0" y="33"/>
                        <a:pt x="22" y="66"/>
                        <a:pt x="66" y="91"/>
                      </a:cubicBezTo>
                      <a:cubicBezTo>
                        <a:pt x="152" y="141"/>
                        <a:pt x="292" y="141"/>
                        <a:pt x="378" y="91"/>
                      </a:cubicBezTo>
                      <a:cubicBezTo>
                        <a:pt x="421" y="66"/>
                        <a:pt x="442" y="34"/>
                        <a:pt x="442" y="1"/>
                      </a:cubicBezTo>
                      <a:close/>
                    </a:path>
                  </a:pathLst>
                </a:custGeom>
                <a:gradFill flip="none" rotWithShape="1">
                  <a:gsLst>
                    <a:gs pos="0">
                      <a:srgbClr val="DADFFE"/>
                    </a:gs>
                    <a:gs pos="100000">
                      <a:srgbClr val="6578F0"/>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1" name="Freeform 8">
                  <a:extLst>
                    <a:ext uri="{FF2B5EF4-FFF2-40B4-BE49-F238E27FC236}">
                      <a16:creationId xmlns:a16="http://schemas.microsoft.com/office/drawing/2014/main" id="{D9E75663-73EC-BCE5-E5B3-2FBB49A9A45B}"/>
                    </a:ext>
                  </a:extLst>
                </p:cNvPr>
                <p:cNvSpPr>
                  <a:spLocks/>
                </p:cNvSpPr>
                <p:nvPr/>
              </p:nvSpPr>
              <p:spPr bwMode="auto">
                <a:xfrm>
                  <a:off x="7959922" y="1505376"/>
                  <a:ext cx="709945" cy="410149"/>
                </a:xfrm>
                <a:custGeom>
                  <a:avLst/>
                  <a:gdLst>
                    <a:gd name="T0" fmla="*/ 398 w 485"/>
                    <a:gd name="T1" fmla="*/ 50 h 281"/>
                    <a:gd name="T2" fmla="*/ 399 w 485"/>
                    <a:gd name="T3" fmla="*/ 231 h 281"/>
                    <a:gd name="T4" fmla="*/ 87 w 485"/>
                    <a:gd name="T5" fmla="*/ 231 h 281"/>
                    <a:gd name="T6" fmla="*/ 86 w 485"/>
                    <a:gd name="T7" fmla="*/ 50 h 281"/>
                    <a:gd name="T8" fmla="*/ 398 w 485"/>
                    <a:gd name="T9" fmla="*/ 50 h 281"/>
                  </a:gdLst>
                  <a:ahLst/>
                  <a:cxnLst>
                    <a:cxn ang="0">
                      <a:pos x="T0" y="T1"/>
                    </a:cxn>
                    <a:cxn ang="0">
                      <a:pos x="T2" y="T3"/>
                    </a:cxn>
                    <a:cxn ang="0">
                      <a:pos x="T4" y="T5"/>
                    </a:cxn>
                    <a:cxn ang="0">
                      <a:pos x="T6" y="T7"/>
                    </a:cxn>
                    <a:cxn ang="0">
                      <a:pos x="T8" y="T9"/>
                    </a:cxn>
                  </a:cxnLst>
                  <a:rect l="0" t="0" r="r" b="b"/>
                  <a:pathLst>
                    <a:path w="485" h="281">
                      <a:moveTo>
                        <a:pt x="398" y="50"/>
                      </a:moveTo>
                      <a:cubicBezTo>
                        <a:pt x="484" y="100"/>
                        <a:pt x="485" y="181"/>
                        <a:pt x="399" y="231"/>
                      </a:cubicBezTo>
                      <a:cubicBezTo>
                        <a:pt x="313" y="281"/>
                        <a:pt x="173" y="281"/>
                        <a:pt x="87" y="231"/>
                      </a:cubicBezTo>
                      <a:cubicBezTo>
                        <a:pt x="0" y="181"/>
                        <a:pt x="0" y="100"/>
                        <a:pt x="86" y="50"/>
                      </a:cubicBezTo>
                      <a:cubicBezTo>
                        <a:pt x="172" y="0"/>
                        <a:pt x="311" y="0"/>
                        <a:pt x="398" y="50"/>
                      </a:cubicBezTo>
                      <a:close/>
                    </a:path>
                  </a:pathLst>
                </a:custGeom>
                <a:gradFill>
                  <a:gsLst>
                    <a:gs pos="0">
                      <a:srgbClr val="FAFBFF"/>
                    </a:gs>
                    <a:gs pos="100000">
                      <a:srgbClr val="CDD2F8"/>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9">
                  <a:extLst>
                    <a:ext uri="{FF2B5EF4-FFF2-40B4-BE49-F238E27FC236}">
                      <a16:creationId xmlns:a16="http://schemas.microsoft.com/office/drawing/2014/main" id="{98786A12-B0A7-4E1F-A76D-6F1F14353399}"/>
                    </a:ext>
                  </a:extLst>
                </p:cNvPr>
                <p:cNvSpPr>
                  <a:spLocks noEditPoints="1"/>
                </p:cNvSpPr>
                <p:nvPr/>
              </p:nvSpPr>
              <p:spPr bwMode="auto">
                <a:xfrm>
                  <a:off x="8043030" y="1556037"/>
                  <a:ext cx="543729" cy="301021"/>
                </a:xfrm>
                <a:custGeom>
                  <a:avLst/>
                  <a:gdLst>
                    <a:gd name="T0" fmla="*/ 276 w 336"/>
                    <a:gd name="T1" fmla="*/ 35 h 195"/>
                    <a:gd name="T2" fmla="*/ 277 w 336"/>
                    <a:gd name="T3" fmla="*/ 160 h 195"/>
                    <a:gd name="T4" fmla="*/ 60 w 336"/>
                    <a:gd name="T5" fmla="*/ 160 h 195"/>
                    <a:gd name="T6" fmla="*/ 60 w 336"/>
                    <a:gd name="T7" fmla="*/ 35 h 195"/>
                    <a:gd name="T8" fmla="*/ 276 w 336"/>
                    <a:gd name="T9" fmla="*/ 35 h 195"/>
                    <a:gd name="T10" fmla="*/ 62 w 336"/>
                    <a:gd name="T11" fmla="*/ 159 h 195"/>
                    <a:gd name="T12" fmla="*/ 275 w 336"/>
                    <a:gd name="T13" fmla="*/ 159 h 195"/>
                    <a:gd name="T14" fmla="*/ 274 w 336"/>
                    <a:gd name="T15" fmla="*/ 36 h 195"/>
                    <a:gd name="T16" fmla="*/ 62 w 336"/>
                    <a:gd name="T17" fmla="*/ 36 h 195"/>
                    <a:gd name="T18" fmla="*/ 62 w 336"/>
                    <a:gd name="T19" fmla="*/ 159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6" h="195">
                      <a:moveTo>
                        <a:pt x="276" y="35"/>
                      </a:moveTo>
                      <a:cubicBezTo>
                        <a:pt x="336" y="70"/>
                        <a:pt x="336" y="126"/>
                        <a:pt x="277" y="160"/>
                      </a:cubicBezTo>
                      <a:cubicBezTo>
                        <a:pt x="217" y="195"/>
                        <a:pt x="120" y="195"/>
                        <a:pt x="60" y="160"/>
                      </a:cubicBezTo>
                      <a:cubicBezTo>
                        <a:pt x="1" y="126"/>
                        <a:pt x="0" y="70"/>
                        <a:pt x="60" y="35"/>
                      </a:cubicBezTo>
                      <a:cubicBezTo>
                        <a:pt x="119" y="0"/>
                        <a:pt x="216" y="0"/>
                        <a:pt x="276" y="35"/>
                      </a:cubicBezTo>
                      <a:close/>
                      <a:moveTo>
                        <a:pt x="62" y="159"/>
                      </a:moveTo>
                      <a:cubicBezTo>
                        <a:pt x="121" y="193"/>
                        <a:pt x="216" y="193"/>
                        <a:pt x="275" y="159"/>
                      </a:cubicBezTo>
                      <a:cubicBezTo>
                        <a:pt x="333" y="125"/>
                        <a:pt x="333" y="70"/>
                        <a:pt x="274" y="36"/>
                      </a:cubicBezTo>
                      <a:cubicBezTo>
                        <a:pt x="215" y="2"/>
                        <a:pt x="120" y="2"/>
                        <a:pt x="62" y="36"/>
                      </a:cubicBezTo>
                      <a:cubicBezTo>
                        <a:pt x="3" y="70"/>
                        <a:pt x="4" y="125"/>
                        <a:pt x="62" y="159"/>
                      </a:cubicBezTo>
                    </a:path>
                  </a:pathLst>
                </a:custGeom>
                <a:solidFill>
                  <a:srgbClr val="3749CC"/>
                </a:solidFill>
                <a:ln>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05" name="组合 104">
                <a:extLst>
                  <a:ext uri="{FF2B5EF4-FFF2-40B4-BE49-F238E27FC236}">
                    <a16:creationId xmlns:a16="http://schemas.microsoft.com/office/drawing/2014/main" id="{8AAED4F2-3754-D8A4-CDDC-7EDFC4D70DD4}"/>
                  </a:ext>
                </a:extLst>
              </p:cNvPr>
              <p:cNvGrpSpPr/>
              <p:nvPr/>
            </p:nvGrpSpPr>
            <p:grpSpPr>
              <a:xfrm>
                <a:off x="9687157" y="2993287"/>
                <a:ext cx="69024" cy="493977"/>
                <a:chOff x="9687157" y="2993287"/>
                <a:chExt cx="69024" cy="493977"/>
              </a:xfrm>
            </p:grpSpPr>
            <p:sp>
              <p:nvSpPr>
                <p:cNvPr id="106" name="椭圆 105">
                  <a:extLst>
                    <a:ext uri="{FF2B5EF4-FFF2-40B4-BE49-F238E27FC236}">
                      <a16:creationId xmlns:a16="http://schemas.microsoft.com/office/drawing/2014/main" id="{86ECE0E0-39FB-3C07-75F1-EC2BA56ACA08}"/>
                    </a:ext>
                  </a:extLst>
                </p:cNvPr>
                <p:cNvSpPr/>
                <p:nvPr/>
              </p:nvSpPr>
              <p:spPr>
                <a:xfrm>
                  <a:off x="9687157" y="2993287"/>
                  <a:ext cx="69024" cy="69024"/>
                </a:xfrm>
                <a:prstGeom prst="ellipse">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圆角 106">
                  <a:extLst>
                    <a:ext uri="{FF2B5EF4-FFF2-40B4-BE49-F238E27FC236}">
                      <a16:creationId xmlns:a16="http://schemas.microsoft.com/office/drawing/2014/main" id="{B46088EB-EABF-AAE8-4804-EDE8F32322ED}"/>
                    </a:ext>
                  </a:extLst>
                </p:cNvPr>
                <p:cNvSpPr/>
                <p:nvPr/>
              </p:nvSpPr>
              <p:spPr>
                <a:xfrm>
                  <a:off x="9687157" y="3111301"/>
                  <a:ext cx="69024" cy="375963"/>
                </a:xfrm>
                <a:prstGeom prst="roundRect">
                  <a:avLst>
                    <a:gd name="adj" fmla="val 50000"/>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nvGrpSpPr>
          <p:cNvPr id="121" name="组合 120">
            <a:extLst>
              <a:ext uri="{FF2B5EF4-FFF2-40B4-BE49-F238E27FC236}">
                <a16:creationId xmlns:a16="http://schemas.microsoft.com/office/drawing/2014/main" id="{9CB3CCC4-1EB1-4908-2A42-9C0FE19D589F}"/>
              </a:ext>
            </a:extLst>
          </p:cNvPr>
          <p:cNvGrpSpPr/>
          <p:nvPr/>
        </p:nvGrpSpPr>
        <p:grpSpPr>
          <a:xfrm>
            <a:off x="8345578" y="950330"/>
            <a:ext cx="3665757" cy="2188887"/>
            <a:chOff x="3214687" y="638175"/>
            <a:chExt cx="6718301" cy="4011613"/>
          </a:xfrm>
        </p:grpSpPr>
        <p:sp>
          <p:nvSpPr>
            <p:cNvPr id="119" name="Freeform 13">
              <a:extLst>
                <a:ext uri="{FF2B5EF4-FFF2-40B4-BE49-F238E27FC236}">
                  <a16:creationId xmlns:a16="http://schemas.microsoft.com/office/drawing/2014/main" id="{83BA744F-F120-191D-75B3-8A8564D45CB0}"/>
                </a:ext>
              </a:extLst>
            </p:cNvPr>
            <p:cNvSpPr>
              <a:spLocks/>
            </p:cNvSpPr>
            <p:nvPr/>
          </p:nvSpPr>
          <p:spPr bwMode="auto">
            <a:xfrm>
              <a:off x="3244850" y="2057400"/>
              <a:ext cx="6653213" cy="2592388"/>
            </a:xfrm>
            <a:custGeom>
              <a:avLst/>
              <a:gdLst>
                <a:gd name="T0" fmla="*/ 1740 w 1765"/>
                <a:gd name="T1" fmla="*/ 314 h 687"/>
                <a:gd name="T2" fmla="*/ 1187 w 1765"/>
                <a:gd name="T3" fmla="*/ 635 h 687"/>
                <a:gd name="T4" fmla="*/ 1064 w 1765"/>
                <a:gd name="T5" fmla="*/ 635 h 687"/>
                <a:gd name="T6" fmla="*/ 26 w 1765"/>
                <a:gd name="T7" fmla="*/ 36 h 687"/>
                <a:gd name="T8" fmla="*/ 1 w 1765"/>
                <a:gd name="T9" fmla="*/ 0 h 687"/>
                <a:gd name="T10" fmla="*/ 0 w 1765"/>
                <a:gd name="T11" fmla="*/ 33 h 687"/>
                <a:gd name="T12" fmla="*/ 26 w 1765"/>
                <a:gd name="T13" fmla="*/ 69 h 687"/>
                <a:gd name="T14" fmla="*/ 1064 w 1765"/>
                <a:gd name="T15" fmla="*/ 668 h 687"/>
                <a:gd name="T16" fmla="*/ 1187 w 1765"/>
                <a:gd name="T17" fmla="*/ 668 h 687"/>
                <a:gd name="T18" fmla="*/ 1740 w 1765"/>
                <a:gd name="T19" fmla="*/ 346 h 687"/>
                <a:gd name="T20" fmla="*/ 1765 w 1765"/>
                <a:gd name="T21" fmla="*/ 311 h 687"/>
                <a:gd name="T22" fmla="*/ 1765 w 1765"/>
                <a:gd name="T23" fmla="*/ 278 h 687"/>
                <a:gd name="T24" fmla="*/ 1740 w 1765"/>
                <a:gd name="T25" fmla="*/ 314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65" h="687">
                  <a:moveTo>
                    <a:pt x="1740" y="314"/>
                  </a:moveTo>
                  <a:cubicBezTo>
                    <a:pt x="1187" y="635"/>
                    <a:pt x="1187" y="635"/>
                    <a:pt x="1187" y="635"/>
                  </a:cubicBezTo>
                  <a:cubicBezTo>
                    <a:pt x="1153" y="655"/>
                    <a:pt x="1098" y="655"/>
                    <a:pt x="1064" y="635"/>
                  </a:cubicBezTo>
                  <a:cubicBezTo>
                    <a:pt x="26" y="36"/>
                    <a:pt x="26" y="36"/>
                    <a:pt x="26" y="36"/>
                  </a:cubicBezTo>
                  <a:cubicBezTo>
                    <a:pt x="9" y="26"/>
                    <a:pt x="0" y="13"/>
                    <a:pt x="1" y="0"/>
                  </a:cubicBezTo>
                  <a:cubicBezTo>
                    <a:pt x="0" y="33"/>
                    <a:pt x="0" y="33"/>
                    <a:pt x="0" y="33"/>
                  </a:cubicBezTo>
                  <a:cubicBezTo>
                    <a:pt x="0" y="46"/>
                    <a:pt x="9" y="59"/>
                    <a:pt x="26" y="69"/>
                  </a:cubicBezTo>
                  <a:cubicBezTo>
                    <a:pt x="1064" y="668"/>
                    <a:pt x="1064" y="668"/>
                    <a:pt x="1064" y="668"/>
                  </a:cubicBezTo>
                  <a:cubicBezTo>
                    <a:pt x="1098" y="687"/>
                    <a:pt x="1153" y="687"/>
                    <a:pt x="1187" y="668"/>
                  </a:cubicBezTo>
                  <a:cubicBezTo>
                    <a:pt x="1740" y="346"/>
                    <a:pt x="1740" y="346"/>
                    <a:pt x="1740" y="346"/>
                  </a:cubicBezTo>
                  <a:cubicBezTo>
                    <a:pt x="1757" y="337"/>
                    <a:pt x="1765" y="324"/>
                    <a:pt x="1765" y="311"/>
                  </a:cubicBezTo>
                  <a:cubicBezTo>
                    <a:pt x="1765" y="278"/>
                    <a:pt x="1765" y="278"/>
                    <a:pt x="1765" y="278"/>
                  </a:cubicBezTo>
                  <a:cubicBezTo>
                    <a:pt x="1765" y="291"/>
                    <a:pt x="1757" y="304"/>
                    <a:pt x="1740" y="314"/>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0" name="Freeform 14">
              <a:extLst>
                <a:ext uri="{FF2B5EF4-FFF2-40B4-BE49-F238E27FC236}">
                  <a16:creationId xmlns:a16="http://schemas.microsoft.com/office/drawing/2014/main" id="{19890932-A94E-F232-845C-48FE3DEB53B1}"/>
                </a:ext>
              </a:extLst>
            </p:cNvPr>
            <p:cNvSpPr>
              <a:spLocks/>
            </p:cNvSpPr>
            <p:nvPr/>
          </p:nvSpPr>
          <p:spPr bwMode="auto">
            <a:xfrm>
              <a:off x="3214687" y="638175"/>
              <a:ext cx="6718301" cy="3890963"/>
            </a:xfrm>
            <a:custGeom>
              <a:avLst/>
              <a:gdLst>
                <a:gd name="T0" fmla="*/ 1747 w 1782"/>
                <a:gd name="T1" fmla="*/ 618 h 1031"/>
                <a:gd name="T2" fmla="*/ 1748 w 1782"/>
                <a:gd name="T3" fmla="*/ 690 h 1031"/>
                <a:gd name="T4" fmla="*/ 1195 w 1782"/>
                <a:gd name="T5" fmla="*/ 1011 h 1031"/>
                <a:gd name="T6" fmla="*/ 1072 w 1782"/>
                <a:gd name="T7" fmla="*/ 1011 h 1031"/>
                <a:gd name="T8" fmla="*/ 34 w 1782"/>
                <a:gd name="T9" fmla="*/ 412 h 1031"/>
                <a:gd name="T10" fmla="*/ 34 w 1782"/>
                <a:gd name="T11" fmla="*/ 341 h 1031"/>
                <a:gd name="T12" fmla="*/ 587 w 1782"/>
                <a:gd name="T13" fmla="*/ 19 h 1031"/>
                <a:gd name="T14" fmla="*/ 710 w 1782"/>
                <a:gd name="T15" fmla="*/ 19 h 1031"/>
                <a:gd name="T16" fmla="*/ 1747 w 1782"/>
                <a:gd name="T17" fmla="*/ 618 h 10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82" h="1031">
                  <a:moveTo>
                    <a:pt x="1747" y="618"/>
                  </a:moveTo>
                  <a:cubicBezTo>
                    <a:pt x="1781" y="638"/>
                    <a:pt x="1782" y="670"/>
                    <a:pt x="1748" y="690"/>
                  </a:cubicBezTo>
                  <a:cubicBezTo>
                    <a:pt x="1195" y="1011"/>
                    <a:pt x="1195" y="1011"/>
                    <a:pt x="1195" y="1011"/>
                  </a:cubicBezTo>
                  <a:cubicBezTo>
                    <a:pt x="1161" y="1031"/>
                    <a:pt x="1106" y="1031"/>
                    <a:pt x="1072" y="1011"/>
                  </a:cubicBezTo>
                  <a:cubicBezTo>
                    <a:pt x="34" y="412"/>
                    <a:pt x="34" y="412"/>
                    <a:pt x="34" y="412"/>
                  </a:cubicBezTo>
                  <a:cubicBezTo>
                    <a:pt x="0" y="392"/>
                    <a:pt x="0" y="360"/>
                    <a:pt x="34" y="341"/>
                  </a:cubicBezTo>
                  <a:cubicBezTo>
                    <a:pt x="587" y="19"/>
                    <a:pt x="587" y="19"/>
                    <a:pt x="587" y="19"/>
                  </a:cubicBezTo>
                  <a:cubicBezTo>
                    <a:pt x="621" y="0"/>
                    <a:pt x="676" y="0"/>
                    <a:pt x="710" y="19"/>
                  </a:cubicBezTo>
                  <a:lnTo>
                    <a:pt x="1747" y="618"/>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22" name="组合 121">
            <a:extLst>
              <a:ext uri="{FF2B5EF4-FFF2-40B4-BE49-F238E27FC236}">
                <a16:creationId xmlns:a16="http://schemas.microsoft.com/office/drawing/2014/main" id="{EDBA3FBB-7FA3-43AA-42CC-9007151D7F0C}"/>
              </a:ext>
            </a:extLst>
          </p:cNvPr>
          <p:cNvGrpSpPr/>
          <p:nvPr/>
        </p:nvGrpSpPr>
        <p:grpSpPr>
          <a:xfrm>
            <a:off x="3422760" y="4116684"/>
            <a:ext cx="3063741" cy="1829413"/>
            <a:chOff x="3214687" y="638175"/>
            <a:chExt cx="6718301" cy="4011613"/>
          </a:xfrm>
        </p:grpSpPr>
        <p:sp>
          <p:nvSpPr>
            <p:cNvPr id="123" name="Freeform 13">
              <a:extLst>
                <a:ext uri="{FF2B5EF4-FFF2-40B4-BE49-F238E27FC236}">
                  <a16:creationId xmlns:a16="http://schemas.microsoft.com/office/drawing/2014/main" id="{4729F9B1-208B-4A83-A443-2F9F35D38114}"/>
                </a:ext>
              </a:extLst>
            </p:cNvPr>
            <p:cNvSpPr>
              <a:spLocks/>
            </p:cNvSpPr>
            <p:nvPr/>
          </p:nvSpPr>
          <p:spPr bwMode="auto">
            <a:xfrm>
              <a:off x="3244850" y="2057400"/>
              <a:ext cx="6653213" cy="2592388"/>
            </a:xfrm>
            <a:custGeom>
              <a:avLst/>
              <a:gdLst>
                <a:gd name="T0" fmla="*/ 1740 w 1765"/>
                <a:gd name="T1" fmla="*/ 314 h 687"/>
                <a:gd name="T2" fmla="*/ 1187 w 1765"/>
                <a:gd name="T3" fmla="*/ 635 h 687"/>
                <a:gd name="T4" fmla="*/ 1064 w 1765"/>
                <a:gd name="T5" fmla="*/ 635 h 687"/>
                <a:gd name="T6" fmla="*/ 26 w 1765"/>
                <a:gd name="T7" fmla="*/ 36 h 687"/>
                <a:gd name="T8" fmla="*/ 1 w 1765"/>
                <a:gd name="T9" fmla="*/ 0 h 687"/>
                <a:gd name="T10" fmla="*/ 0 w 1765"/>
                <a:gd name="T11" fmla="*/ 33 h 687"/>
                <a:gd name="T12" fmla="*/ 26 w 1765"/>
                <a:gd name="T13" fmla="*/ 69 h 687"/>
                <a:gd name="T14" fmla="*/ 1064 w 1765"/>
                <a:gd name="T15" fmla="*/ 668 h 687"/>
                <a:gd name="T16" fmla="*/ 1187 w 1765"/>
                <a:gd name="T17" fmla="*/ 668 h 687"/>
                <a:gd name="T18" fmla="*/ 1740 w 1765"/>
                <a:gd name="T19" fmla="*/ 346 h 687"/>
                <a:gd name="T20" fmla="*/ 1765 w 1765"/>
                <a:gd name="T21" fmla="*/ 311 h 687"/>
                <a:gd name="T22" fmla="*/ 1765 w 1765"/>
                <a:gd name="T23" fmla="*/ 278 h 687"/>
                <a:gd name="T24" fmla="*/ 1740 w 1765"/>
                <a:gd name="T25" fmla="*/ 314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65" h="687">
                  <a:moveTo>
                    <a:pt x="1740" y="314"/>
                  </a:moveTo>
                  <a:cubicBezTo>
                    <a:pt x="1187" y="635"/>
                    <a:pt x="1187" y="635"/>
                    <a:pt x="1187" y="635"/>
                  </a:cubicBezTo>
                  <a:cubicBezTo>
                    <a:pt x="1153" y="655"/>
                    <a:pt x="1098" y="655"/>
                    <a:pt x="1064" y="635"/>
                  </a:cubicBezTo>
                  <a:cubicBezTo>
                    <a:pt x="26" y="36"/>
                    <a:pt x="26" y="36"/>
                    <a:pt x="26" y="36"/>
                  </a:cubicBezTo>
                  <a:cubicBezTo>
                    <a:pt x="9" y="26"/>
                    <a:pt x="0" y="13"/>
                    <a:pt x="1" y="0"/>
                  </a:cubicBezTo>
                  <a:cubicBezTo>
                    <a:pt x="0" y="33"/>
                    <a:pt x="0" y="33"/>
                    <a:pt x="0" y="33"/>
                  </a:cubicBezTo>
                  <a:cubicBezTo>
                    <a:pt x="0" y="46"/>
                    <a:pt x="9" y="59"/>
                    <a:pt x="26" y="69"/>
                  </a:cubicBezTo>
                  <a:cubicBezTo>
                    <a:pt x="1064" y="668"/>
                    <a:pt x="1064" y="668"/>
                    <a:pt x="1064" y="668"/>
                  </a:cubicBezTo>
                  <a:cubicBezTo>
                    <a:pt x="1098" y="687"/>
                    <a:pt x="1153" y="687"/>
                    <a:pt x="1187" y="668"/>
                  </a:cubicBezTo>
                  <a:cubicBezTo>
                    <a:pt x="1740" y="346"/>
                    <a:pt x="1740" y="346"/>
                    <a:pt x="1740" y="346"/>
                  </a:cubicBezTo>
                  <a:cubicBezTo>
                    <a:pt x="1757" y="337"/>
                    <a:pt x="1765" y="324"/>
                    <a:pt x="1765" y="311"/>
                  </a:cubicBezTo>
                  <a:cubicBezTo>
                    <a:pt x="1765" y="278"/>
                    <a:pt x="1765" y="278"/>
                    <a:pt x="1765" y="278"/>
                  </a:cubicBezTo>
                  <a:cubicBezTo>
                    <a:pt x="1765" y="291"/>
                    <a:pt x="1757" y="304"/>
                    <a:pt x="1740" y="314"/>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4" name="Freeform 14">
              <a:extLst>
                <a:ext uri="{FF2B5EF4-FFF2-40B4-BE49-F238E27FC236}">
                  <a16:creationId xmlns:a16="http://schemas.microsoft.com/office/drawing/2014/main" id="{562B92D4-F9CB-0323-92D2-3B5E4DCFBBCE}"/>
                </a:ext>
              </a:extLst>
            </p:cNvPr>
            <p:cNvSpPr>
              <a:spLocks/>
            </p:cNvSpPr>
            <p:nvPr/>
          </p:nvSpPr>
          <p:spPr bwMode="auto">
            <a:xfrm>
              <a:off x="3214687" y="638175"/>
              <a:ext cx="6718301" cy="3890963"/>
            </a:xfrm>
            <a:custGeom>
              <a:avLst/>
              <a:gdLst>
                <a:gd name="T0" fmla="*/ 1747 w 1782"/>
                <a:gd name="T1" fmla="*/ 618 h 1031"/>
                <a:gd name="T2" fmla="*/ 1748 w 1782"/>
                <a:gd name="T3" fmla="*/ 690 h 1031"/>
                <a:gd name="T4" fmla="*/ 1195 w 1782"/>
                <a:gd name="T5" fmla="*/ 1011 h 1031"/>
                <a:gd name="T6" fmla="*/ 1072 w 1782"/>
                <a:gd name="T7" fmla="*/ 1011 h 1031"/>
                <a:gd name="T8" fmla="*/ 34 w 1782"/>
                <a:gd name="T9" fmla="*/ 412 h 1031"/>
                <a:gd name="T10" fmla="*/ 34 w 1782"/>
                <a:gd name="T11" fmla="*/ 341 h 1031"/>
                <a:gd name="T12" fmla="*/ 587 w 1782"/>
                <a:gd name="T13" fmla="*/ 19 h 1031"/>
                <a:gd name="T14" fmla="*/ 710 w 1782"/>
                <a:gd name="T15" fmla="*/ 19 h 1031"/>
                <a:gd name="T16" fmla="*/ 1747 w 1782"/>
                <a:gd name="T17" fmla="*/ 618 h 10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82" h="1031">
                  <a:moveTo>
                    <a:pt x="1747" y="618"/>
                  </a:moveTo>
                  <a:cubicBezTo>
                    <a:pt x="1781" y="638"/>
                    <a:pt x="1782" y="670"/>
                    <a:pt x="1748" y="690"/>
                  </a:cubicBezTo>
                  <a:cubicBezTo>
                    <a:pt x="1195" y="1011"/>
                    <a:pt x="1195" y="1011"/>
                    <a:pt x="1195" y="1011"/>
                  </a:cubicBezTo>
                  <a:cubicBezTo>
                    <a:pt x="1161" y="1031"/>
                    <a:pt x="1106" y="1031"/>
                    <a:pt x="1072" y="1011"/>
                  </a:cubicBezTo>
                  <a:cubicBezTo>
                    <a:pt x="34" y="412"/>
                    <a:pt x="34" y="412"/>
                    <a:pt x="34" y="412"/>
                  </a:cubicBezTo>
                  <a:cubicBezTo>
                    <a:pt x="0" y="392"/>
                    <a:pt x="0" y="360"/>
                    <a:pt x="34" y="341"/>
                  </a:cubicBezTo>
                  <a:cubicBezTo>
                    <a:pt x="587" y="19"/>
                    <a:pt x="587" y="19"/>
                    <a:pt x="587" y="19"/>
                  </a:cubicBezTo>
                  <a:cubicBezTo>
                    <a:pt x="621" y="0"/>
                    <a:pt x="676" y="0"/>
                    <a:pt x="710" y="19"/>
                  </a:cubicBezTo>
                  <a:lnTo>
                    <a:pt x="1747" y="618"/>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40" name="组合 139">
            <a:extLst>
              <a:ext uri="{FF2B5EF4-FFF2-40B4-BE49-F238E27FC236}">
                <a16:creationId xmlns:a16="http://schemas.microsoft.com/office/drawing/2014/main" id="{91A098FC-771C-67D0-C3B5-B30414F78EAD}"/>
              </a:ext>
            </a:extLst>
          </p:cNvPr>
          <p:cNvGrpSpPr/>
          <p:nvPr/>
        </p:nvGrpSpPr>
        <p:grpSpPr>
          <a:xfrm>
            <a:off x="9171312" y="1136151"/>
            <a:ext cx="857816" cy="833439"/>
            <a:chOff x="7866731" y="759686"/>
            <a:chExt cx="1169117" cy="1135893"/>
          </a:xfrm>
        </p:grpSpPr>
        <p:sp>
          <p:nvSpPr>
            <p:cNvPr id="138" name="菱形 137">
              <a:extLst>
                <a:ext uri="{FF2B5EF4-FFF2-40B4-BE49-F238E27FC236}">
                  <a16:creationId xmlns:a16="http://schemas.microsoft.com/office/drawing/2014/main" id="{95C1175E-0EE5-C570-B1D8-B2CD9D0303AC}"/>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32" name="组合 131">
              <a:extLst>
                <a:ext uri="{FF2B5EF4-FFF2-40B4-BE49-F238E27FC236}">
                  <a16:creationId xmlns:a16="http://schemas.microsoft.com/office/drawing/2014/main" id="{60A6ABC3-8937-F2A4-F1EB-E3AD6445263D}"/>
                </a:ext>
              </a:extLst>
            </p:cNvPr>
            <p:cNvGrpSpPr/>
            <p:nvPr/>
          </p:nvGrpSpPr>
          <p:grpSpPr>
            <a:xfrm>
              <a:off x="7979430" y="1005790"/>
              <a:ext cx="943718" cy="796775"/>
              <a:chOff x="8056563" y="1092200"/>
              <a:chExt cx="1641476" cy="1385888"/>
            </a:xfrm>
          </p:grpSpPr>
          <p:sp>
            <p:nvSpPr>
              <p:cNvPr id="129" name="Freeform 18">
                <a:extLst>
                  <a:ext uri="{FF2B5EF4-FFF2-40B4-BE49-F238E27FC236}">
                    <a16:creationId xmlns:a16="http://schemas.microsoft.com/office/drawing/2014/main" id="{2F3BD6D3-8BE9-5F9F-D699-AB32483A1C82}"/>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 name="Freeform 19">
                <a:extLst>
                  <a:ext uri="{FF2B5EF4-FFF2-40B4-BE49-F238E27FC236}">
                    <a16:creationId xmlns:a16="http://schemas.microsoft.com/office/drawing/2014/main" id="{33468BAD-DF8D-5E9B-C00F-B3336D13F8F8}"/>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1" name="Freeform 20">
                <a:extLst>
                  <a:ext uri="{FF2B5EF4-FFF2-40B4-BE49-F238E27FC236}">
                    <a16:creationId xmlns:a16="http://schemas.microsoft.com/office/drawing/2014/main" id="{20115DB9-0C21-F347-CCF7-EFF327B3723A}"/>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33" name="组合 132">
              <a:extLst>
                <a:ext uri="{FF2B5EF4-FFF2-40B4-BE49-F238E27FC236}">
                  <a16:creationId xmlns:a16="http://schemas.microsoft.com/office/drawing/2014/main" id="{DBA5D794-A75D-CBB8-3839-0458A9F13ECD}"/>
                </a:ext>
              </a:extLst>
            </p:cNvPr>
            <p:cNvGrpSpPr/>
            <p:nvPr/>
          </p:nvGrpSpPr>
          <p:grpSpPr>
            <a:xfrm>
              <a:off x="7979430" y="759686"/>
              <a:ext cx="943718" cy="796775"/>
              <a:chOff x="8056563" y="1092200"/>
              <a:chExt cx="1641476" cy="1385888"/>
            </a:xfrm>
          </p:grpSpPr>
          <p:sp>
            <p:nvSpPr>
              <p:cNvPr id="134" name="Freeform 18">
                <a:extLst>
                  <a:ext uri="{FF2B5EF4-FFF2-40B4-BE49-F238E27FC236}">
                    <a16:creationId xmlns:a16="http://schemas.microsoft.com/office/drawing/2014/main" id="{5FCD6020-4E22-4EC1-2480-E506DBA5EAEA}"/>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5" name="Freeform 19">
                <a:extLst>
                  <a:ext uri="{FF2B5EF4-FFF2-40B4-BE49-F238E27FC236}">
                    <a16:creationId xmlns:a16="http://schemas.microsoft.com/office/drawing/2014/main" id="{39F35B6C-E0EF-4C4A-8BE5-DB4D6BCD024D}"/>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6" name="Freeform 20">
                <a:extLst>
                  <a:ext uri="{FF2B5EF4-FFF2-40B4-BE49-F238E27FC236}">
                    <a16:creationId xmlns:a16="http://schemas.microsoft.com/office/drawing/2014/main" id="{295DB664-4668-0912-A179-73C022D2AEB0}"/>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41" name="组合 140">
            <a:extLst>
              <a:ext uri="{FF2B5EF4-FFF2-40B4-BE49-F238E27FC236}">
                <a16:creationId xmlns:a16="http://schemas.microsoft.com/office/drawing/2014/main" id="{0A41C825-AC02-977E-4E11-93D084726C09}"/>
              </a:ext>
            </a:extLst>
          </p:cNvPr>
          <p:cNvGrpSpPr/>
          <p:nvPr/>
        </p:nvGrpSpPr>
        <p:grpSpPr>
          <a:xfrm>
            <a:off x="10267307" y="1729780"/>
            <a:ext cx="857816" cy="833439"/>
            <a:chOff x="7866731" y="759686"/>
            <a:chExt cx="1169117" cy="1135893"/>
          </a:xfrm>
        </p:grpSpPr>
        <p:sp>
          <p:nvSpPr>
            <p:cNvPr id="142" name="菱形 141">
              <a:extLst>
                <a:ext uri="{FF2B5EF4-FFF2-40B4-BE49-F238E27FC236}">
                  <a16:creationId xmlns:a16="http://schemas.microsoft.com/office/drawing/2014/main" id="{3AC84A1E-3A0E-1510-891F-D8E044C98827}"/>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43" name="组合 142">
              <a:extLst>
                <a:ext uri="{FF2B5EF4-FFF2-40B4-BE49-F238E27FC236}">
                  <a16:creationId xmlns:a16="http://schemas.microsoft.com/office/drawing/2014/main" id="{3C780AC0-C36B-190E-A6C8-F13DD29FB2FE}"/>
                </a:ext>
              </a:extLst>
            </p:cNvPr>
            <p:cNvGrpSpPr/>
            <p:nvPr/>
          </p:nvGrpSpPr>
          <p:grpSpPr>
            <a:xfrm>
              <a:off x="7979430" y="1005790"/>
              <a:ext cx="943718" cy="796775"/>
              <a:chOff x="8056563" y="1092200"/>
              <a:chExt cx="1641476" cy="1385888"/>
            </a:xfrm>
          </p:grpSpPr>
          <p:sp>
            <p:nvSpPr>
              <p:cNvPr id="148" name="Freeform 18">
                <a:extLst>
                  <a:ext uri="{FF2B5EF4-FFF2-40B4-BE49-F238E27FC236}">
                    <a16:creationId xmlns:a16="http://schemas.microsoft.com/office/drawing/2014/main" id="{E3DBADD6-0974-C8FA-86AB-835F5D638E54}"/>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9" name="Freeform 19">
                <a:extLst>
                  <a:ext uri="{FF2B5EF4-FFF2-40B4-BE49-F238E27FC236}">
                    <a16:creationId xmlns:a16="http://schemas.microsoft.com/office/drawing/2014/main" id="{D2131589-094F-FCA8-F31B-D0157FA9A252}"/>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0" name="Freeform 20">
                <a:extLst>
                  <a:ext uri="{FF2B5EF4-FFF2-40B4-BE49-F238E27FC236}">
                    <a16:creationId xmlns:a16="http://schemas.microsoft.com/office/drawing/2014/main" id="{2543C5E0-83E2-B4AE-F88E-F5C7A45B3EE8}"/>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44" name="组合 143">
              <a:extLst>
                <a:ext uri="{FF2B5EF4-FFF2-40B4-BE49-F238E27FC236}">
                  <a16:creationId xmlns:a16="http://schemas.microsoft.com/office/drawing/2014/main" id="{3093DE2A-8521-06FC-3FE8-3674973D0FEC}"/>
                </a:ext>
              </a:extLst>
            </p:cNvPr>
            <p:cNvGrpSpPr/>
            <p:nvPr/>
          </p:nvGrpSpPr>
          <p:grpSpPr>
            <a:xfrm>
              <a:off x="7979430" y="759686"/>
              <a:ext cx="943718" cy="796775"/>
              <a:chOff x="8056563" y="1092200"/>
              <a:chExt cx="1641476" cy="1385888"/>
            </a:xfrm>
          </p:grpSpPr>
          <p:sp>
            <p:nvSpPr>
              <p:cNvPr id="145" name="Freeform 18">
                <a:extLst>
                  <a:ext uri="{FF2B5EF4-FFF2-40B4-BE49-F238E27FC236}">
                    <a16:creationId xmlns:a16="http://schemas.microsoft.com/office/drawing/2014/main" id="{7E3ABBC2-E2D3-744F-78A8-CF34E3544BD6}"/>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6" name="Freeform 19">
                <a:extLst>
                  <a:ext uri="{FF2B5EF4-FFF2-40B4-BE49-F238E27FC236}">
                    <a16:creationId xmlns:a16="http://schemas.microsoft.com/office/drawing/2014/main" id="{EB6BDCA5-9277-0251-3155-AAA584A094EF}"/>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7" name="Freeform 20">
                <a:extLst>
                  <a:ext uri="{FF2B5EF4-FFF2-40B4-BE49-F238E27FC236}">
                    <a16:creationId xmlns:a16="http://schemas.microsoft.com/office/drawing/2014/main" id="{7D2FEE1B-6F7C-D44A-6FCA-0EA6E03C5888}"/>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51" name="组合 150">
            <a:extLst>
              <a:ext uri="{FF2B5EF4-FFF2-40B4-BE49-F238E27FC236}">
                <a16:creationId xmlns:a16="http://schemas.microsoft.com/office/drawing/2014/main" id="{2C770510-5CB1-FF54-895C-140C180ABFBB}"/>
              </a:ext>
            </a:extLst>
          </p:cNvPr>
          <p:cNvGrpSpPr/>
          <p:nvPr/>
        </p:nvGrpSpPr>
        <p:grpSpPr>
          <a:xfrm>
            <a:off x="4524636" y="4548308"/>
            <a:ext cx="857816" cy="652865"/>
            <a:chOff x="7866731" y="1005790"/>
            <a:chExt cx="1169117" cy="889789"/>
          </a:xfrm>
        </p:grpSpPr>
        <p:sp>
          <p:nvSpPr>
            <p:cNvPr id="152" name="菱形 151">
              <a:extLst>
                <a:ext uri="{FF2B5EF4-FFF2-40B4-BE49-F238E27FC236}">
                  <a16:creationId xmlns:a16="http://schemas.microsoft.com/office/drawing/2014/main" id="{4F5C8876-FFB4-F56E-67DD-E5D9AA3F2DE7}"/>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53" name="组合 152">
              <a:extLst>
                <a:ext uri="{FF2B5EF4-FFF2-40B4-BE49-F238E27FC236}">
                  <a16:creationId xmlns:a16="http://schemas.microsoft.com/office/drawing/2014/main" id="{A35A1FEB-A946-708F-05B1-A88C27BBCFE4}"/>
                </a:ext>
              </a:extLst>
            </p:cNvPr>
            <p:cNvGrpSpPr/>
            <p:nvPr/>
          </p:nvGrpSpPr>
          <p:grpSpPr>
            <a:xfrm>
              <a:off x="7979430" y="1005790"/>
              <a:ext cx="943718" cy="796775"/>
              <a:chOff x="8056563" y="1092200"/>
              <a:chExt cx="1641476" cy="1385888"/>
            </a:xfrm>
          </p:grpSpPr>
          <p:sp>
            <p:nvSpPr>
              <p:cNvPr id="158" name="Freeform 18">
                <a:extLst>
                  <a:ext uri="{FF2B5EF4-FFF2-40B4-BE49-F238E27FC236}">
                    <a16:creationId xmlns:a16="http://schemas.microsoft.com/office/drawing/2014/main" id="{31AA0705-2FB4-97CE-0DF9-5970087A1104}"/>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9" name="Freeform 19">
                <a:extLst>
                  <a:ext uri="{FF2B5EF4-FFF2-40B4-BE49-F238E27FC236}">
                    <a16:creationId xmlns:a16="http://schemas.microsoft.com/office/drawing/2014/main" id="{C3B2F570-824E-512A-DB88-B90AA1898685}"/>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0" name="Freeform 20">
                <a:extLst>
                  <a:ext uri="{FF2B5EF4-FFF2-40B4-BE49-F238E27FC236}">
                    <a16:creationId xmlns:a16="http://schemas.microsoft.com/office/drawing/2014/main" id="{B8D078A0-4405-0BD6-2FDB-5A9B91ACFBDF}"/>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65" name="组合 164">
            <a:extLst>
              <a:ext uri="{FF2B5EF4-FFF2-40B4-BE49-F238E27FC236}">
                <a16:creationId xmlns:a16="http://schemas.microsoft.com/office/drawing/2014/main" id="{C802ECAD-E5D7-1E41-9179-BCD50B2BE849}"/>
              </a:ext>
            </a:extLst>
          </p:cNvPr>
          <p:cNvGrpSpPr/>
          <p:nvPr/>
        </p:nvGrpSpPr>
        <p:grpSpPr>
          <a:xfrm>
            <a:off x="608556" y="1937301"/>
            <a:ext cx="3489741" cy="1174065"/>
            <a:chOff x="474580" y="1511573"/>
            <a:chExt cx="3489741" cy="1174065"/>
          </a:xfrm>
        </p:grpSpPr>
        <p:sp>
          <p:nvSpPr>
            <p:cNvPr id="161" name="文本框 160">
              <a:extLst>
                <a:ext uri="{FF2B5EF4-FFF2-40B4-BE49-F238E27FC236}">
                  <a16:creationId xmlns:a16="http://schemas.microsoft.com/office/drawing/2014/main" id="{AE320B84-0BA5-2E3F-F427-17F587287764}"/>
                </a:ext>
              </a:extLst>
            </p:cNvPr>
            <p:cNvSpPr txBox="1"/>
            <p:nvPr/>
          </p:nvSpPr>
          <p:spPr>
            <a:xfrm>
              <a:off x="474580" y="1696972"/>
              <a:ext cx="3023585" cy="584775"/>
            </a:xfrm>
            <a:prstGeom prst="rect">
              <a:avLst/>
            </a:prstGeom>
            <a:noFill/>
          </p:spPr>
          <p:txBody>
            <a:bodyPr wrap="none" rtlCol="0">
              <a:spAutoFit/>
            </a:bodyPr>
            <a:lstStyle/>
            <a:p>
              <a:r>
                <a:rPr lang="en-US" altLang="zh-CN"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rPr>
                <a:t>YOUR BRAND</a:t>
              </a:r>
              <a:endParaRPr lang="zh-CN" altLang="en-US"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endParaRPr>
            </a:p>
          </p:txBody>
        </p:sp>
        <p:sp>
          <p:nvSpPr>
            <p:cNvPr id="162" name="文本框 161">
              <a:extLst>
                <a:ext uri="{FF2B5EF4-FFF2-40B4-BE49-F238E27FC236}">
                  <a16:creationId xmlns:a16="http://schemas.microsoft.com/office/drawing/2014/main" id="{55BB711A-7726-9542-48A7-CDE5248FB2B0}"/>
                </a:ext>
              </a:extLst>
            </p:cNvPr>
            <p:cNvSpPr txBox="1"/>
            <p:nvPr/>
          </p:nvSpPr>
          <p:spPr>
            <a:xfrm>
              <a:off x="474580" y="1511573"/>
              <a:ext cx="1197764" cy="307777"/>
            </a:xfrm>
            <a:prstGeom prst="rect">
              <a:avLst/>
            </a:prstGeom>
            <a:noFill/>
          </p:spPr>
          <p:txBody>
            <a:bodyPr wrap="none" rtlCol="0">
              <a:spAutoFit/>
            </a:bodyPr>
            <a:lstStyle/>
            <a:p>
              <a:r>
                <a:rPr lang="en-US" altLang="zh-CN" sz="1400" dirty="0">
                  <a:solidFill>
                    <a:srgbClr val="02F276"/>
                  </a:solidFill>
                  <a:latin typeface="HarmonyOS Sans SC Black" panose="00000A00000000000000" pitchFamily="2" charset="-122"/>
                  <a:ea typeface="HarmonyOS Sans SC Black" panose="00000A00000000000000" pitchFamily="2" charset="-122"/>
                </a:rPr>
                <a:t>TEXT TITLE</a:t>
              </a:r>
              <a:endParaRPr lang="zh-CN" altLang="en-US" sz="1400" dirty="0">
                <a:solidFill>
                  <a:srgbClr val="02F276"/>
                </a:solidFill>
                <a:latin typeface="HarmonyOS Sans SC Black" panose="00000A00000000000000" pitchFamily="2" charset="-122"/>
                <a:ea typeface="HarmonyOS Sans SC Black" panose="00000A00000000000000" pitchFamily="2" charset="-122"/>
              </a:endParaRPr>
            </a:p>
          </p:txBody>
        </p:sp>
        <p:sp>
          <p:nvSpPr>
            <p:cNvPr id="163" name="文本框 162">
              <a:extLst>
                <a:ext uri="{FF2B5EF4-FFF2-40B4-BE49-F238E27FC236}">
                  <a16:creationId xmlns:a16="http://schemas.microsoft.com/office/drawing/2014/main" id="{F70699B2-5354-58FE-91A8-AC3BE50A5EDA}"/>
                </a:ext>
              </a:extLst>
            </p:cNvPr>
            <p:cNvSpPr txBox="1"/>
            <p:nvPr/>
          </p:nvSpPr>
          <p:spPr>
            <a:xfrm>
              <a:off x="474580" y="2223973"/>
              <a:ext cx="3489741" cy="461665"/>
            </a:xfrm>
            <a:prstGeom prst="rect">
              <a:avLst/>
            </a:prstGeom>
            <a:noFill/>
          </p:spPr>
          <p:txBody>
            <a:bodyPr wrap="square" rtlCol="0">
              <a:spAutoFit/>
            </a:bodyPr>
            <a:lstStyle/>
            <a:p>
              <a:r>
                <a:rPr lang="zh-CN" altLang="en-US" sz="24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rPr>
                <a:t>图标文字均可替换修改</a:t>
              </a:r>
            </a:p>
          </p:txBody>
        </p:sp>
      </p:grpSp>
      <p:sp>
        <p:nvSpPr>
          <p:cNvPr id="166" name="文本框 165">
            <a:extLst>
              <a:ext uri="{FF2B5EF4-FFF2-40B4-BE49-F238E27FC236}">
                <a16:creationId xmlns:a16="http://schemas.microsoft.com/office/drawing/2014/main" id="{118D2AA5-41F4-7006-7B61-F38DA90A6A80}"/>
              </a:ext>
            </a:extLst>
          </p:cNvPr>
          <p:cNvSpPr txBox="1"/>
          <p:nvPr/>
        </p:nvSpPr>
        <p:spPr>
          <a:xfrm>
            <a:off x="5219022" y="2647557"/>
            <a:ext cx="697627" cy="246221"/>
          </a:xfrm>
          <a:prstGeom prst="rect">
            <a:avLst/>
          </a:prstGeom>
          <a:noFill/>
          <a:scene3d>
            <a:camera prst="isometricBottomDown"/>
            <a:lightRig rig="threePt" dir="t"/>
          </a:scene3d>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167" name="文本框 166">
            <a:extLst>
              <a:ext uri="{FF2B5EF4-FFF2-40B4-BE49-F238E27FC236}">
                <a16:creationId xmlns:a16="http://schemas.microsoft.com/office/drawing/2014/main" id="{B9D18940-2119-7DDD-CAA0-B20DCA39AE80}"/>
              </a:ext>
            </a:extLst>
          </p:cNvPr>
          <p:cNvSpPr txBox="1"/>
          <p:nvPr/>
        </p:nvSpPr>
        <p:spPr>
          <a:xfrm>
            <a:off x="6865904" y="2995849"/>
            <a:ext cx="697627" cy="246221"/>
          </a:xfrm>
          <a:prstGeom prst="rect">
            <a:avLst/>
          </a:prstGeom>
          <a:noFill/>
          <a:scene3d>
            <a:camera prst="isometricBottomDown"/>
            <a:lightRig rig="threePt" dir="t"/>
          </a:scene3d>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168" name="文本框 167">
            <a:extLst>
              <a:ext uri="{FF2B5EF4-FFF2-40B4-BE49-F238E27FC236}">
                <a16:creationId xmlns:a16="http://schemas.microsoft.com/office/drawing/2014/main" id="{08CFFD07-0D6A-3BE5-17F5-038259356514}"/>
              </a:ext>
            </a:extLst>
          </p:cNvPr>
          <p:cNvSpPr txBox="1"/>
          <p:nvPr/>
        </p:nvSpPr>
        <p:spPr>
          <a:xfrm>
            <a:off x="7927502" y="3604472"/>
            <a:ext cx="697627" cy="246221"/>
          </a:xfrm>
          <a:prstGeom prst="rect">
            <a:avLst/>
          </a:prstGeom>
          <a:noFill/>
          <a:scene3d>
            <a:camera prst="isometricBottomDown"/>
            <a:lightRig rig="threePt" dir="t"/>
          </a:scene3d>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169" name="文本框 168">
            <a:extLst>
              <a:ext uri="{FF2B5EF4-FFF2-40B4-BE49-F238E27FC236}">
                <a16:creationId xmlns:a16="http://schemas.microsoft.com/office/drawing/2014/main" id="{5F1DAB08-E52A-2416-3DBD-A402333CB652}"/>
              </a:ext>
            </a:extLst>
          </p:cNvPr>
          <p:cNvSpPr txBox="1"/>
          <p:nvPr/>
        </p:nvSpPr>
        <p:spPr>
          <a:xfrm>
            <a:off x="8999920" y="4230018"/>
            <a:ext cx="697627" cy="246221"/>
          </a:xfrm>
          <a:prstGeom prst="rect">
            <a:avLst/>
          </a:prstGeom>
          <a:noFill/>
          <a:scene3d>
            <a:camera prst="isometricBottomDown"/>
            <a:lightRig rig="threePt" dir="t"/>
          </a:scene3d>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173" name="文本框 172">
            <a:extLst>
              <a:ext uri="{FF2B5EF4-FFF2-40B4-BE49-F238E27FC236}">
                <a16:creationId xmlns:a16="http://schemas.microsoft.com/office/drawing/2014/main" id="{0935E441-E890-374A-C704-829EED31BE6D}"/>
              </a:ext>
            </a:extLst>
          </p:cNvPr>
          <p:cNvSpPr txBox="1"/>
          <p:nvPr/>
        </p:nvSpPr>
        <p:spPr>
          <a:xfrm>
            <a:off x="5832742" y="3580793"/>
            <a:ext cx="697627" cy="246221"/>
          </a:xfrm>
          <a:prstGeom prst="rect">
            <a:avLst/>
          </a:prstGeom>
          <a:noFill/>
          <a:scene3d>
            <a:camera prst="isometricBottomDown"/>
            <a:lightRig rig="threePt" dir="t"/>
          </a:scene3d>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174" name="文本框 173">
            <a:extLst>
              <a:ext uri="{FF2B5EF4-FFF2-40B4-BE49-F238E27FC236}">
                <a16:creationId xmlns:a16="http://schemas.microsoft.com/office/drawing/2014/main" id="{C4F46DD0-590B-617E-B47A-22CB2947EB61}"/>
              </a:ext>
            </a:extLst>
          </p:cNvPr>
          <p:cNvSpPr txBox="1"/>
          <p:nvPr/>
        </p:nvSpPr>
        <p:spPr>
          <a:xfrm>
            <a:off x="6894340" y="4189416"/>
            <a:ext cx="697627" cy="246221"/>
          </a:xfrm>
          <a:prstGeom prst="rect">
            <a:avLst/>
          </a:prstGeom>
          <a:noFill/>
          <a:scene3d>
            <a:camera prst="isometricBottomDown"/>
            <a:lightRig rig="threePt" dir="t"/>
          </a:scene3d>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175" name="文本框 174">
            <a:extLst>
              <a:ext uri="{FF2B5EF4-FFF2-40B4-BE49-F238E27FC236}">
                <a16:creationId xmlns:a16="http://schemas.microsoft.com/office/drawing/2014/main" id="{D39E6949-96DE-85A8-D4D7-2C0B1EE4B4A0}"/>
              </a:ext>
            </a:extLst>
          </p:cNvPr>
          <p:cNvSpPr txBox="1"/>
          <p:nvPr/>
        </p:nvSpPr>
        <p:spPr>
          <a:xfrm>
            <a:off x="7995049" y="4817871"/>
            <a:ext cx="697627" cy="246221"/>
          </a:xfrm>
          <a:prstGeom prst="rect">
            <a:avLst/>
          </a:prstGeom>
          <a:noFill/>
          <a:scene3d>
            <a:camera prst="isometricBottomDown"/>
            <a:lightRig rig="threePt" dir="t"/>
          </a:scene3d>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176" name="文本框 175">
            <a:extLst>
              <a:ext uri="{FF2B5EF4-FFF2-40B4-BE49-F238E27FC236}">
                <a16:creationId xmlns:a16="http://schemas.microsoft.com/office/drawing/2014/main" id="{CE1257F5-A5E3-3DA7-E855-9A701DD2B624}"/>
              </a:ext>
            </a:extLst>
          </p:cNvPr>
          <p:cNvSpPr txBox="1"/>
          <p:nvPr/>
        </p:nvSpPr>
        <p:spPr>
          <a:xfrm>
            <a:off x="8888649" y="1810471"/>
            <a:ext cx="697627" cy="246221"/>
          </a:xfrm>
          <a:prstGeom prst="rect">
            <a:avLst/>
          </a:prstGeom>
          <a:noFill/>
          <a:scene3d>
            <a:camera prst="isometricBottomDown"/>
            <a:lightRig rig="threePt" dir="t"/>
          </a:scene3d>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177" name="文本框 176">
            <a:extLst>
              <a:ext uri="{FF2B5EF4-FFF2-40B4-BE49-F238E27FC236}">
                <a16:creationId xmlns:a16="http://schemas.microsoft.com/office/drawing/2014/main" id="{1A2DD614-49CD-9546-B6CF-747A099A32B1}"/>
              </a:ext>
            </a:extLst>
          </p:cNvPr>
          <p:cNvSpPr txBox="1"/>
          <p:nvPr/>
        </p:nvSpPr>
        <p:spPr>
          <a:xfrm>
            <a:off x="9998926" y="2410576"/>
            <a:ext cx="697627" cy="246221"/>
          </a:xfrm>
          <a:prstGeom prst="rect">
            <a:avLst/>
          </a:prstGeom>
          <a:noFill/>
          <a:scene3d>
            <a:camera prst="isometricBottomDown"/>
            <a:lightRig rig="threePt" dir="t"/>
          </a:scene3d>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178" name="文本框 177">
            <a:extLst>
              <a:ext uri="{FF2B5EF4-FFF2-40B4-BE49-F238E27FC236}">
                <a16:creationId xmlns:a16="http://schemas.microsoft.com/office/drawing/2014/main" id="{FA05348E-49F6-4FC3-DDCB-4BEACF726534}"/>
              </a:ext>
            </a:extLst>
          </p:cNvPr>
          <p:cNvSpPr txBox="1"/>
          <p:nvPr/>
        </p:nvSpPr>
        <p:spPr>
          <a:xfrm>
            <a:off x="4253320" y="5046140"/>
            <a:ext cx="697627" cy="246221"/>
          </a:xfrm>
          <a:prstGeom prst="rect">
            <a:avLst/>
          </a:prstGeom>
          <a:noFill/>
          <a:scene3d>
            <a:camera prst="isometricBottomDown"/>
            <a:lightRig rig="threePt" dir="t"/>
          </a:scene3d>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179" name="图形 1012"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D4EFB827-88D3-D0AC-E684-C8DE3D2ECB42}"/>
              </a:ext>
            </a:extLst>
          </p:cNvPr>
          <p:cNvSpPr/>
          <p:nvPr/>
        </p:nvSpPr>
        <p:spPr>
          <a:xfrm>
            <a:off x="9425237" y="1148802"/>
            <a:ext cx="355322" cy="236882"/>
          </a:xfrm>
          <a:custGeom>
            <a:avLst/>
            <a:gdLst>
              <a:gd name="connsiteX0" fmla="*/ 184309 w 228600"/>
              <a:gd name="connsiteY0" fmla="*/ 57531 h 152400"/>
              <a:gd name="connsiteX1" fmla="*/ 114300 w 228600"/>
              <a:gd name="connsiteY1" fmla="*/ 0 h 152400"/>
              <a:gd name="connsiteX2" fmla="*/ 50959 w 228600"/>
              <a:gd name="connsiteY2" fmla="*/ 38481 h 152400"/>
              <a:gd name="connsiteX3" fmla="*/ 0 w 228600"/>
              <a:gd name="connsiteY3" fmla="*/ 95250 h 152400"/>
              <a:gd name="connsiteX4" fmla="*/ 57150 w 228600"/>
              <a:gd name="connsiteY4" fmla="*/ 152400 h 152400"/>
              <a:gd name="connsiteX5" fmla="*/ 180975 w 228600"/>
              <a:gd name="connsiteY5" fmla="*/ 152400 h 152400"/>
              <a:gd name="connsiteX6" fmla="*/ 228600 w 228600"/>
              <a:gd name="connsiteY6" fmla="*/ 104775 h 152400"/>
              <a:gd name="connsiteX7" fmla="*/ 184309 w 228600"/>
              <a:gd name="connsiteY7" fmla="*/ 57531 h 152400"/>
              <a:gd name="connsiteX8" fmla="*/ 161925 w 228600"/>
              <a:gd name="connsiteY8" fmla="*/ 85725 h 152400"/>
              <a:gd name="connsiteX9" fmla="*/ 114300 w 228600"/>
              <a:gd name="connsiteY9" fmla="*/ 133350 h 152400"/>
              <a:gd name="connsiteX10" fmla="*/ 66675 w 228600"/>
              <a:gd name="connsiteY10" fmla="*/ 85725 h 152400"/>
              <a:gd name="connsiteX11" fmla="*/ 95250 w 228600"/>
              <a:gd name="connsiteY11" fmla="*/ 85725 h 152400"/>
              <a:gd name="connsiteX12" fmla="*/ 95250 w 228600"/>
              <a:gd name="connsiteY12" fmla="*/ 47625 h 152400"/>
              <a:gd name="connsiteX13" fmla="*/ 133350 w 228600"/>
              <a:gd name="connsiteY13" fmla="*/ 47625 h 152400"/>
              <a:gd name="connsiteX14" fmla="*/ 133350 w 228600"/>
              <a:gd name="connsiteY14" fmla="*/ 85725 h 152400"/>
              <a:gd name="connsiteX15" fmla="*/ 161925 w 228600"/>
              <a:gd name="connsiteY15" fmla="*/ 857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8600" h="152400">
                <a:moveTo>
                  <a:pt x="184309" y="57531"/>
                </a:moveTo>
                <a:cubicBezTo>
                  <a:pt x="177832" y="24670"/>
                  <a:pt x="148971" y="0"/>
                  <a:pt x="114300" y="0"/>
                </a:cubicBezTo>
                <a:cubicBezTo>
                  <a:pt x="86773" y="0"/>
                  <a:pt x="62865" y="15621"/>
                  <a:pt x="50959" y="38481"/>
                </a:cubicBezTo>
                <a:cubicBezTo>
                  <a:pt x="22289" y="41529"/>
                  <a:pt x="0" y="65818"/>
                  <a:pt x="0" y="95250"/>
                </a:cubicBezTo>
                <a:cubicBezTo>
                  <a:pt x="0" y="126778"/>
                  <a:pt x="25622" y="152400"/>
                  <a:pt x="57150" y="152400"/>
                </a:cubicBezTo>
                <a:lnTo>
                  <a:pt x="180975" y="152400"/>
                </a:lnTo>
                <a:cubicBezTo>
                  <a:pt x="207264" y="152400"/>
                  <a:pt x="228600" y="131064"/>
                  <a:pt x="228600" y="104775"/>
                </a:cubicBezTo>
                <a:cubicBezTo>
                  <a:pt x="228600" y="79629"/>
                  <a:pt x="209074" y="59245"/>
                  <a:pt x="184309" y="57531"/>
                </a:cubicBezTo>
                <a:close/>
                <a:moveTo>
                  <a:pt x="161925" y="85725"/>
                </a:moveTo>
                <a:lnTo>
                  <a:pt x="114300" y="133350"/>
                </a:lnTo>
                <a:lnTo>
                  <a:pt x="66675" y="85725"/>
                </a:lnTo>
                <a:lnTo>
                  <a:pt x="95250" y="85725"/>
                </a:lnTo>
                <a:lnTo>
                  <a:pt x="95250" y="47625"/>
                </a:lnTo>
                <a:lnTo>
                  <a:pt x="133350" y="47625"/>
                </a:lnTo>
                <a:lnTo>
                  <a:pt x="133350" y="85725"/>
                </a:lnTo>
                <a:lnTo>
                  <a:pt x="161925" y="85725"/>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180" name="图形 1014"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5EC5A3F3-3CB2-6F49-91BF-781006894546}"/>
              </a:ext>
            </a:extLst>
          </p:cNvPr>
          <p:cNvSpPr/>
          <p:nvPr/>
        </p:nvSpPr>
        <p:spPr>
          <a:xfrm>
            <a:off x="10529445" y="1732407"/>
            <a:ext cx="355322" cy="236882"/>
          </a:xfrm>
          <a:custGeom>
            <a:avLst/>
            <a:gdLst>
              <a:gd name="connsiteX0" fmla="*/ 184309 w 228600"/>
              <a:gd name="connsiteY0" fmla="*/ 57531 h 152400"/>
              <a:gd name="connsiteX1" fmla="*/ 114300 w 228600"/>
              <a:gd name="connsiteY1" fmla="*/ 0 h 152400"/>
              <a:gd name="connsiteX2" fmla="*/ 50959 w 228600"/>
              <a:gd name="connsiteY2" fmla="*/ 38481 h 152400"/>
              <a:gd name="connsiteX3" fmla="*/ 0 w 228600"/>
              <a:gd name="connsiteY3" fmla="*/ 95250 h 152400"/>
              <a:gd name="connsiteX4" fmla="*/ 57150 w 228600"/>
              <a:gd name="connsiteY4" fmla="*/ 152400 h 152400"/>
              <a:gd name="connsiteX5" fmla="*/ 180975 w 228600"/>
              <a:gd name="connsiteY5" fmla="*/ 152400 h 152400"/>
              <a:gd name="connsiteX6" fmla="*/ 228600 w 228600"/>
              <a:gd name="connsiteY6" fmla="*/ 104775 h 152400"/>
              <a:gd name="connsiteX7" fmla="*/ 184309 w 228600"/>
              <a:gd name="connsiteY7" fmla="*/ 57531 h 152400"/>
              <a:gd name="connsiteX8" fmla="*/ 95250 w 228600"/>
              <a:gd name="connsiteY8" fmla="*/ 123825 h 152400"/>
              <a:gd name="connsiteX9" fmla="*/ 61913 w 228600"/>
              <a:gd name="connsiteY9" fmla="*/ 90488 h 152400"/>
              <a:gd name="connsiteX10" fmla="*/ 75343 w 228600"/>
              <a:gd name="connsiteY10" fmla="*/ 77057 h 152400"/>
              <a:gd name="connsiteX11" fmla="*/ 95250 w 228600"/>
              <a:gd name="connsiteY11" fmla="*/ 96869 h 152400"/>
              <a:gd name="connsiteX12" fmla="*/ 144590 w 228600"/>
              <a:gd name="connsiteY12" fmla="*/ 47625 h 152400"/>
              <a:gd name="connsiteX13" fmla="*/ 158020 w 228600"/>
              <a:gd name="connsiteY13" fmla="*/ 61055 h 152400"/>
              <a:gd name="connsiteX14" fmla="*/ 95250 w 228600"/>
              <a:gd name="connsiteY14" fmla="*/ 1238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8600" h="152400">
                <a:moveTo>
                  <a:pt x="184309" y="57531"/>
                </a:moveTo>
                <a:cubicBezTo>
                  <a:pt x="177832" y="24670"/>
                  <a:pt x="148971" y="0"/>
                  <a:pt x="114300" y="0"/>
                </a:cubicBezTo>
                <a:cubicBezTo>
                  <a:pt x="86773" y="0"/>
                  <a:pt x="62865" y="15621"/>
                  <a:pt x="50959" y="38481"/>
                </a:cubicBezTo>
                <a:cubicBezTo>
                  <a:pt x="22289" y="41529"/>
                  <a:pt x="0" y="65818"/>
                  <a:pt x="0" y="95250"/>
                </a:cubicBezTo>
                <a:cubicBezTo>
                  <a:pt x="0" y="126778"/>
                  <a:pt x="25622" y="152400"/>
                  <a:pt x="57150" y="152400"/>
                </a:cubicBezTo>
                <a:lnTo>
                  <a:pt x="180975" y="152400"/>
                </a:lnTo>
                <a:cubicBezTo>
                  <a:pt x="207264" y="152400"/>
                  <a:pt x="228600" y="131064"/>
                  <a:pt x="228600" y="104775"/>
                </a:cubicBezTo>
                <a:cubicBezTo>
                  <a:pt x="228600" y="79629"/>
                  <a:pt x="209074" y="59245"/>
                  <a:pt x="184309" y="57531"/>
                </a:cubicBezTo>
                <a:close/>
                <a:moveTo>
                  <a:pt x="95250" y="123825"/>
                </a:moveTo>
                <a:lnTo>
                  <a:pt x="61913" y="90488"/>
                </a:lnTo>
                <a:lnTo>
                  <a:pt x="75343" y="77057"/>
                </a:lnTo>
                <a:lnTo>
                  <a:pt x="95250" y="96869"/>
                </a:lnTo>
                <a:lnTo>
                  <a:pt x="144590" y="47625"/>
                </a:lnTo>
                <a:lnTo>
                  <a:pt x="158020" y="61055"/>
                </a:lnTo>
                <a:lnTo>
                  <a:pt x="95250" y="123825"/>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181" name="图形 353"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EEA81FBC-4978-AF26-1219-BD29ABCB5FD2}"/>
              </a:ext>
            </a:extLst>
          </p:cNvPr>
          <p:cNvSpPr/>
          <p:nvPr/>
        </p:nvSpPr>
        <p:spPr>
          <a:xfrm>
            <a:off x="4809428" y="4449510"/>
            <a:ext cx="296102" cy="296102"/>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42875 w 190500"/>
              <a:gd name="connsiteY5" fmla="*/ 152400 h 190500"/>
              <a:gd name="connsiteX6" fmla="*/ 47625 w 190500"/>
              <a:gd name="connsiteY6" fmla="*/ 152400 h 190500"/>
              <a:gd name="connsiteX7" fmla="*/ 47625 w 190500"/>
              <a:gd name="connsiteY7" fmla="*/ 133350 h 190500"/>
              <a:gd name="connsiteX8" fmla="*/ 142875 w 190500"/>
              <a:gd name="connsiteY8" fmla="*/ 133350 h 190500"/>
              <a:gd name="connsiteX9" fmla="*/ 142875 w 190500"/>
              <a:gd name="connsiteY9" fmla="*/ 152400 h 190500"/>
              <a:gd name="connsiteX10" fmla="*/ 79058 w 190500"/>
              <a:gd name="connsiteY10" fmla="*/ 114300 h 190500"/>
              <a:gd name="connsiteX11" fmla="*/ 47625 w 190500"/>
              <a:gd name="connsiteY11" fmla="*/ 82868 h 190500"/>
              <a:gd name="connsiteX12" fmla="*/ 60960 w 190500"/>
              <a:gd name="connsiteY12" fmla="*/ 69533 h 190500"/>
              <a:gd name="connsiteX13" fmla="*/ 79058 w 190500"/>
              <a:gd name="connsiteY13" fmla="*/ 87630 h 190500"/>
              <a:gd name="connsiteX14" fmla="*/ 129540 w 190500"/>
              <a:gd name="connsiteY14" fmla="*/ 37148 h 190500"/>
              <a:gd name="connsiteX15" fmla="*/ 142875 w 190500"/>
              <a:gd name="connsiteY15" fmla="*/ 50483 h 190500"/>
              <a:gd name="connsiteX16" fmla="*/ 79058 w 190500"/>
              <a:gd name="connsiteY16" fmla="*/ 11430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0" h="190500">
                <a:moveTo>
                  <a:pt x="95250" y="0"/>
                </a:moveTo>
                <a:cubicBezTo>
                  <a:pt x="42863" y="0"/>
                  <a:pt x="0" y="42863"/>
                  <a:pt x="0" y="95250"/>
                </a:cubicBezTo>
                <a:cubicBezTo>
                  <a:pt x="0" y="147638"/>
                  <a:pt x="42863" y="190500"/>
                  <a:pt x="95250" y="190500"/>
                </a:cubicBezTo>
                <a:cubicBezTo>
                  <a:pt x="147638" y="190500"/>
                  <a:pt x="190500" y="147638"/>
                  <a:pt x="190500" y="95250"/>
                </a:cubicBezTo>
                <a:cubicBezTo>
                  <a:pt x="190500" y="42863"/>
                  <a:pt x="147638" y="0"/>
                  <a:pt x="95250" y="0"/>
                </a:cubicBezTo>
                <a:close/>
                <a:moveTo>
                  <a:pt x="142875" y="152400"/>
                </a:moveTo>
                <a:lnTo>
                  <a:pt x="47625" y="152400"/>
                </a:lnTo>
                <a:lnTo>
                  <a:pt x="47625" y="133350"/>
                </a:lnTo>
                <a:lnTo>
                  <a:pt x="142875" y="133350"/>
                </a:lnTo>
                <a:lnTo>
                  <a:pt x="142875" y="152400"/>
                </a:lnTo>
                <a:close/>
                <a:moveTo>
                  <a:pt x="79058" y="114300"/>
                </a:moveTo>
                <a:lnTo>
                  <a:pt x="47625" y="82868"/>
                </a:lnTo>
                <a:lnTo>
                  <a:pt x="60960" y="69533"/>
                </a:lnTo>
                <a:lnTo>
                  <a:pt x="79058" y="87630"/>
                </a:lnTo>
                <a:lnTo>
                  <a:pt x="129540" y="37148"/>
                </a:lnTo>
                <a:lnTo>
                  <a:pt x="142875" y="50483"/>
                </a:lnTo>
                <a:lnTo>
                  <a:pt x="79058" y="114300"/>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183" name="箭头: 左 182">
            <a:extLst>
              <a:ext uri="{FF2B5EF4-FFF2-40B4-BE49-F238E27FC236}">
                <a16:creationId xmlns:a16="http://schemas.microsoft.com/office/drawing/2014/main" id="{82BEB446-C663-FE1C-DB1C-C1B66CED4633}"/>
              </a:ext>
            </a:extLst>
          </p:cNvPr>
          <p:cNvSpPr/>
          <p:nvPr/>
        </p:nvSpPr>
        <p:spPr>
          <a:xfrm rot="10800000">
            <a:off x="5700240" y="4280153"/>
            <a:ext cx="345237" cy="280413"/>
          </a:xfrm>
          <a:prstGeom prst="leftArrow">
            <a:avLst/>
          </a:prstGeom>
          <a:gradFill flip="none" rotWithShape="1">
            <a:gsLst>
              <a:gs pos="0">
                <a:srgbClr val="8E9CEF"/>
              </a:gs>
              <a:gs pos="100000">
                <a:srgbClr val="8E9CEF">
                  <a:alpha val="0"/>
                </a:srgbClr>
              </a:gs>
            </a:gsLst>
            <a:lin ang="0" scaled="1"/>
            <a:tileRect/>
          </a:gra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Medium" panose="00000600000000000000" pitchFamily="2" charset="-122"/>
              <a:ea typeface="HarmonyOS Sans SC Medium" panose="00000600000000000000" pitchFamily="2" charset="-122"/>
            </a:endParaRPr>
          </a:p>
        </p:txBody>
      </p:sp>
      <p:sp>
        <p:nvSpPr>
          <p:cNvPr id="184" name="箭头: 左 183">
            <a:extLst>
              <a:ext uri="{FF2B5EF4-FFF2-40B4-BE49-F238E27FC236}">
                <a16:creationId xmlns:a16="http://schemas.microsoft.com/office/drawing/2014/main" id="{A425EEBB-6A82-2C18-88DB-62E1D933C3EC}"/>
              </a:ext>
            </a:extLst>
          </p:cNvPr>
          <p:cNvSpPr/>
          <p:nvPr/>
        </p:nvSpPr>
        <p:spPr>
          <a:xfrm rot="10800000">
            <a:off x="8888649" y="2446305"/>
            <a:ext cx="345237" cy="280413"/>
          </a:xfrm>
          <a:prstGeom prst="leftArrow">
            <a:avLst/>
          </a:prstGeom>
          <a:gradFill flip="none" rotWithShape="1">
            <a:gsLst>
              <a:gs pos="0">
                <a:srgbClr val="8E9CEF"/>
              </a:gs>
              <a:gs pos="100000">
                <a:srgbClr val="8E9CEF">
                  <a:alpha val="0"/>
                </a:srgbClr>
              </a:gs>
            </a:gsLst>
            <a:lin ang="0" scaled="1"/>
            <a:tileRect/>
          </a:gra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Medium" panose="00000600000000000000" pitchFamily="2" charset="-122"/>
              <a:ea typeface="HarmonyOS Sans SC Medium" panose="00000600000000000000" pitchFamily="2" charset="-122"/>
            </a:endParaRPr>
          </a:p>
        </p:txBody>
      </p:sp>
      <p:sp>
        <p:nvSpPr>
          <p:cNvPr id="185" name="文本框 184">
            <a:extLst>
              <a:ext uri="{FF2B5EF4-FFF2-40B4-BE49-F238E27FC236}">
                <a16:creationId xmlns:a16="http://schemas.microsoft.com/office/drawing/2014/main" id="{1C3895E9-4303-2ECC-AA6E-10021DA2B961}"/>
              </a:ext>
            </a:extLst>
          </p:cNvPr>
          <p:cNvSpPr txBox="1"/>
          <p:nvPr/>
        </p:nvSpPr>
        <p:spPr>
          <a:xfrm>
            <a:off x="637614" y="3310171"/>
            <a:ext cx="3258704" cy="550087"/>
          </a:xfrm>
          <a:prstGeom prst="rect">
            <a:avLst/>
          </a:prstGeom>
          <a:noFill/>
        </p:spPr>
        <p:txBody>
          <a:bodyPr wrap="square" rtlCol="0">
            <a:spAutoFit/>
          </a:bodyPr>
          <a:lstStyle/>
          <a:p>
            <a:pPr>
              <a:lnSpc>
                <a:spcPct val="150000"/>
              </a:lnSpc>
            </a:pPr>
            <a:r>
              <a:rPr lang="zh-CN" altLang="en-US" sz="1050" dirty="0">
                <a:solidFill>
                  <a:schemeClr val="bg1">
                    <a:lumMod val="50000"/>
                  </a:schemeClr>
                </a:solidFill>
                <a:latin typeface="HarmonyOS Sans SC Light" panose="00000400000000000000" pitchFamily="2" charset="-122"/>
                <a:ea typeface="HarmonyOS Sans SC Light" panose="00000400000000000000" pitchFamily="2" charset="-122"/>
              </a:rPr>
              <a:t>企业形象是企业自身在消费者心日中的地位和价值的体现，也是企业在市场竞争中取胜的有力武器。</a:t>
            </a:r>
          </a:p>
        </p:txBody>
      </p:sp>
    </p:spTree>
    <p:extLst>
      <p:ext uri="{BB962C8B-B14F-4D97-AF65-F5344CB8AC3E}">
        <p14:creationId xmlns:p14="http://schemas.microsoft.com/office/powerpoint/2010/main" val="4074930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F021370D-00CD-C049-A977-E1AFFE8D009C}"/>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1186ADE4-41AC-77BB-CBC4-9AE30D403D69}"/>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639BC63F-AFA7-6E01-1AD5-7553DDC6E1B2}"/>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571EF4E1-0B48-F31C-433A-E34C85DC0C1D}"/>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D0894141-50D0-3A79-2022-CF674A5A7780}"/>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D7148EA2-0120-C36B-9918-4D101C5228CC}"/>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8" name="文本框 7">
              <a:extLst>
                <a:ext uri="{FF2B5EF4-FFF2-40B4-BE49-F238E27FC236}">
                  <a16:creationId xmlns:a16="http://schemas.microsoft.com/office/drawing/2014/main" id="{236AEF61-8F7E-86A7-C388-9588833FC8CD}"/>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9" name="文本框 8">
              <a:extLst>
                <a:ext uri="{FF2B5EF4-FFF2-40B4-BE49-F238E27FC236}">
                  <a16:creationId xmlns:a16="http://schemas.microsoft.com/office/drawing/2014/main" id="{FD4AE5F1-AA4E-01C2-F67D-1798BC6AAE86}"/>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10"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C154ED4F-4B5C-BC41-0115-7E5BCB68487F}"/>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11" name="文本框 10">
              <a:extLst>
                <a:ext uri="{FF2B5EF4-FFF2-40B4-BE49-F238E27FC236}">
                  <a16:creationId xmlns:a16="http://schemas.microsoft.com/office/drawing/2014/main" id="{CC7F727B-03D1-FC91-96DF-59B27307E93E}"/>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12" name="文本框 11">
              <a:extLst>
                <a:ext uri="{FF2B5EF4-FFF2-40B4-BE49-F238E27FC236}">
                  <a16:creationId xmlns:a16="http://schemas.microsoft.com/office/drawing/2014/main" id="{58D66BB0-53AD-2CEF-E33A-3FBEF6F8C97D}"/>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sp>
        <p:nvSpPr>
          <p:cNvPr id="34" name="Freeform 29">
            <a:extLst>
              <a:ext uri="{FF2B5EF4-FFF2-40B4-BE49-F238E27FC236}">
                <a16:creationId xmlns:a16="http://schemas.microsoft.com/office/drawing/2014/main" id="{3E9420BE-455C-711E-329E-77BAD9A65D18}"/>
              </a:ext>
            </a:extLst>
          </p:cNvPr>
          <p:cNvSpPr>
            <a:spLocks/>
          </p:cNvSpPr>
          <p:nvPr/>
        </p:nvSpPr>
        <p:spPr bwMode="auto">
          <a:xfrm>
            <a:off x="3959710" y="4061025"/>
            <a:ext cx="6973743" cy="2277661"/>
          </a:xfrm>
          <a:custGeom>
            <a:avLst/>
            <a:gdLst>
              <a:gd name="T0" fmla="*/ 2991 w 3008"/>
              <a:gd name="T1" fmla="*/ 25 h 982"/>
              <a:gd name="T2" fmla="*/ 1422 w 3008"/>
              <a:gd name="T3" fmla="*/ 936 h 982"/>
              <a:gd name="T4" fmla="*/ 1337 w 3008"/>
              <a:gd name="T5" fmla="*/ 936 h 982"/>
              <a:gd name="T6" fmla="*/ 18 w 3008"/>
              <a:gd name="T7" fmla="*/ 174 h 982"/>
              <a:gd name="T8" fmla="*/ 0 w 3008"/>
              <a:gd name="T9" fmla="*/ 150 h 982"/>
              <a:gd name="T10" fmla="*/ 0 w 3008"/>
              <a:gd name="T11" fmla="*/ 182 h 982"/>
              <a:gd name="T12" fmla="*/ 18 w 3008"/>
              <a:gd name="T13" fmla="*/ 207 h 982"/>
              <a:gd name="T14" fmla="*/ 1337 w 3008"/>
              <a:gd name="T15" fmla="*/ 969 h 982"/>
              <a:gd name="T16" fmla="*/ 1422 w 3008"/>
              <a:gd name="T17" fmla="*/ 969 h 982"/>
              <a:gd name="T18" fmla="*/ 2991 w 3008"/>
              <a:gd name="T19" fmla="*/ 57 h 982"/>
              <a:gd name="T20" fmla="*/ 3008 w 3008"/>
              <a:gd name="T21" fmla="*/ 33 h 982"/>
              <a:gd name="T22" fmla="*/ 3008 w 3008"/>
              <a:gd name="T23" fmla="*/ 0 h 982"/>
              <a:gd name="T24" fmla="*/ 2991 w 3008"/>
              <a:gd name="T25" fmla="*/ 25 h 9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08" h="982">
                <a:moveTo>
                  <a:pt x="2991" y="25"/>
                </a:moveTo>
                <a:cubicBezTo>
                  <a:pt x="1422" y="936"/>
                  <a:pt x="1422" y="936"/>
                  <a:pt x="1422" y="936"/>
                </a:cubicBezTo>
                <a:cubicBezTo>
                  <a:pt x="1399" y="950"/>
                  <a:pt x="1361" y="950"/>
                  <a:pt x="1337" y="936"/>
                </a:cubicBezTo>
                <a:cubicBezTo>
                  <a:pt x="18" y="174"/>
                  <a:pt x="18" y="174"/>
                  <a:pt x="18" y="174"/>
                </a:cubicBezTo>
                <a:cubicBezTo>
                  <a:pt x="6" y="168"/>
                  <a:pt x="0" y="159"/>
                  <a:pt x="0" y="150"/>
                </a:cubicBezTo>
                <a:cubicBezTo>
                  <a:pt x="0" y="182"/>
                  <a:pt x="0" y="182"/>
                  <a:pt x="0" y="182"/>
                </a:cubicBezTo>
                <a:cubicBezTo>
                  <a:pt x="0" y="191"/>
                  <a:pt x="6" y="200"/>
                  <a:pt x="18" y="207"/>
                </a:cubicBezTo>
                <a:cubicBezTo>
                  <a:pt x="1337" y="969"/>
                  <a:pt x="1337" y="969"/>
                  <a:pt x="1337" y="969"/>
                </a:cubicBezTo>
                <a:cubicBezTo>
                  <a:pt x="1361" y="982"/>
                  <a:pt x="1399" y="982"/>
                  <a:pt x="1422" y="969"/>
                </a:cubicBezTo>
                <a:cubicBezTo>
                  <a:pt x="2991" y="57"/>
                  <a:pt x="2991" y="57"/>
                  <a:pt x="2991" y="57"/>
                </a:cubicBezTo>
                <a:cubicBezTo>
                  <a:pt x="3002" y="51"/>
                  <a:pt x="3008" y="42"/>
                  <a:pt x="3008" y="33"/>
                </a:cubicBezTo>
                <a:cubicBezTo>
                  <a:pt x="3008" y="0"/>
                  <a:pt x="3008" y="0"/>
                  <a:pt x="3008" y="0"/>
                </a:cubicBezTo>
                <a:cubicBezTo>
                  <a:pt x="3008" y="9"/>
                  <a:pt x="3002" y="18"/>
                  <a:pt x="2991" y="25"/>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30">
            <a:extLst>
              <a:ext uri="{FF2B5EF4-FFF2-40B4-BE49-F238E27FC236}">
                <a16:creationId xmlns:a16="http://schemas.microsoft.com/office/drawing/2014/main" id="{72FBE91D-66B6-6551-2CDD-0CC2B4B67DD0}"/>
              </a:ext>
            </a:extLst>
          </p:cNvPr>
          <p:cNvSpPr>
            <a:spLocks/>
          </p:cNvSpPr>
          <p:nvPr/>
        </p:nvSpPr>
        <p:spPr bwMode="auto">
          <a:xfrm>
            <a:off x="3945302" y="2204537"/>
            <a:ext cx="7002560" cy="4059889"/>
          </a:xfrm>
          <a:custGeom>
            <a:avLst/>
            <a:gdLst>
              <a:gd name="T0" fmla="*/ 2996 w 3020"/>
              <a:gd name="T1" fmla="*/ 776 h 1750"/>
              <a:gd name="T2" fmla="*/ 2997 w 3020"/>
              <a:gd name="T3" fmla="*/ 825 h 1750"/>
              <a:gd name="T4" fmla="*/ 1428 w 3020"/>
              <a:gd name="T5" fmla="*/ 1736 h 1750"/>
              <a:gd name="T6" fmla="*/ 1343 w 3020"/>
              <a:gd name="T7" fmla="*/ 1736 h 1750"/>
              <a:gd name="T8" fmla="*/ 24 w 3020"/>
              <a:gd name="T9" fmla="*/ 974 h 1750"/>
              <a:gd name="T10" fmla="*/ 24 w 3020"/>
              <a:gd name="T11" fmla="*/ 925 h 1750"/>
              <a:gd name="T12" fmla="*/ 1592 w 3020"/>
              <a:gd name="T13" fmla="*/ 14 h 1750"/>
              <a:gd name="T14" fmla="*/ 1677 w 3020"/>
              <a:gd name="T15" fmla="*/ 14 h 1750"/>
              <a:gd name="T16" fmla="*/ 2996 w 3020"/>
              <a:gd name="T17" fmla="*/ 776 h 1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20" h="1750">
                <a:moveTo>
                  <a:pt x="2996" y="776"/>
                </a:moveTo>
                <a:cubicBezTo>
                  <a:pt x="3020" y="789"/>
                  <a:pt x="3020" y="811"/>
                  <a:pt x="2997" y="825"/>
                </a:cubicBezTo>
                <a:cubicBezTo>
                  <a:pt x="1428" y="1736"/>
                  <a:pt x="1428" y="1736"/>
                  <a:pt x="1428" y="1736"/>
                </a:cubicBezTo>
                <a:cubicBezTo>
                  <a:pt x="1405" y="1750"/>
                  <a:pt x="1367" y="1750"/>
                  <a:pt x="1343" y="1736"/>
                </a:cubicBezTo>
                <a:cubicBezTo>
                  <a:pt x="24" y="974"/>
                  <a:pt x="24" y="974"/>
                  <a:pt x="24" y="974"/>
                </a:cubicBezTo>
                <a:cubicBezTo>
                  <a:pt x="1" y="961"/>
                  <a:pt x="0" y="939"/>
                  <a:pt x="24" y="925"/>
                </a:cubicBezTo>
                <a:cubicBezTo>
                  <a:pt x="1592" y="14"/>
                  <a:pt x="1592" y="14"/>
                  <a:pt x="1592" y="14"/>
                </a:cubicBezTo>
                <a:cubicBezTo>
                  <a:pt x="1616" y="0"/>
                  <a:pt x="1654" y="0"/>
                  <a:pt x="1677" y="14"/>
                </a:cubicBezTo>
                <a:lnTo>
                  <a:pt x="2996" y="776"/>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87" name="组合 186">
            <a:extLst>
              <a:ext uri="{FF2B5EF4-FFF2-40B4-BE49-F238E27FC236}">
                <a16:creationId xmlns:a16="http://schemas.microsoft.com/office/drawing/2014/main" id="{2A020BCB-E3C6-9E70-23DA-ED1025B61118}"/>
              </a:ext>
            </a:extLst>
          </p:cNvPr>
          <p:cNvGrpSpPr/>
          <p:nvPr/>
        </p:nvGrpSpPr>
        <p:grpSpPr>
          <a:xfrm>
            <a:off x="2164472" y="1168190"/>
            <a:ext cx="4516529" cy="2731525"/>
            <a:chOff x="1989905" y="827368"/>
            <a:chExt cx="4516529" cy="2731525"/>
          </a:xfrm>
        </p:grpSpPr>
        <p:sp>
          <p:nvSpPr>
            <p:cNvPr id="32" name="Freeform 27">
              <a:extLst>
                <a:ext uri="{FF2B5EF4-FFF2-40B4-BE49-F238E27FC236}">
                  <a16:creationId xmlns:a16="http://schemas.microsoft.com/office/drawing/2014/main" id="{31D0A699-6B3E-2FA9-51FE-BC2327744258}"/>
                </a:ext>
              </a:extLst>
            </p:cNvPr>
            <p:cNvSpPr>
              <a:spLocks/>
            </p:cNvSpPr>
            <p:nvPr/>
          </p:nvSpPr>
          <p:spPr bwMode="auto">
            <a:xfrm>
              <a:off x="2004313" y="1280124"/>
              <a:ext cx="4488820" cy="2278769"/>
            </a:xfrm>
            <a:custGeom>
              <a:avLst/>
              <a:gdLst>
                <a:gd name="T0" fmla="*/ 1918 w 1936"/>
                <a:gd name="T1" fmla="*/ 24 h 982"/>
                <a:gd name="T2" fmla="*/ 350 w 1936"/>
                <a:gd name="T3" fmla="*/ 936 h 982"/>
                <a:gd name="T4" fmla="*/ 265 w 1936"/>
                <a:gd name="T5" fmla="*/ 936 h 982"/>
                <a:gd name="T6" fmla="*/ 18 w 1936"/>
                <a:gd name="T7" fmla="*/ 793 h 982"/>
                <a:gd name="T8" fmla="*/ 0 w 1936"/>
                <a:gd name="T9" fmla="*/ 768 h 982"/>
                <a:gd name="T10" fmla="*/ 0 w 1936"/>
                <a:gd name="T11" fmla="*/ 801 h 982"/>
                <a:gd name="T12" fmla="*/ 18 w 1936"/>
                <a:gd name="T13" fmla="*/ 825 h 982"/>
                <a:gd name="T14" fmla="*/ 265 w 1936"/>
                <a:gd name="T15" fmla="*/ 968 h 982"/>
                <a:gd name="T16" fmla="*/ 350 w 1936"/>
                <a:gd name="T17" fmla="*/ 968 h 982"/>
                <a:gd name="T18" fmla="*/ 1918 w 1936"/>
                <a:gd name="T19" fmla="*/ 57 h 982"/>
                <a:gd name="T20" fmla="*/ 1936 w 1936"/>
                <a:gd name="T21" fmla="*/ 32 h 982"/>
                <a:gd name="T22" fmla="*/ 1936 w 1936"/>
                <a:gd name="T23" fmla="*/ 0 h 982"/>
                <a:gd name="T24" fmla="*/ 1918 w 1936"/>
                <a:gd name="T25" fmla="*/ 24 h 9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36" h="982">
                  <a:moveTo>
                    <a:pt x="1918" y="24"/>
                  </a:moveTo>
                  <a:cubicBezTo>
                    <a:pt x="350" y="936"/>
                    <a:pt x="350" y="936"/>
                    <a:pt x="350" y="936"/>
                  </a:cubicBezTo>
                  <a:cubicBezTo>
                    <a:pt x="326" y="949"/>
                    <a:pt x="289" y="949"/>
                    <a:pt x="265" y="936"/>
                  </a:cubicBezTo>
                  <a:cubicBezTo>
                    <a:pt x="18" y="793"/>
                    <a:pt x="18" y="793"/>
                    <a:pt x="18" y="793"/>
                  </a:cubicBezTo>
                  <a:cubicBezTo>
                    <a:pt x="6" y="786"/>
                    <a:pt x="0" y="777"/>
                    <a:pt x="0" y="768"/>
                  </a:cubicBezTo>
                  <a:cubicBezTo>
                    <a:pt x="0" y="801"/>
                    <a:pt x="0" y="801"/>
                    <a:pt x="0" y="801"/>
                  </a:cubicBezTo>
                  <a:cubicBezTo>
                    <a:pt x="0" y="810"/>
                    <a:pt x="6" y="819"/>
                    <a:pt x="18" y="825"/>
                  </a:cubicBezTo>
                  <a:cubicBezTo>
                    <a:pt x="265" y="968"/>
                    <a:pt x="265" y="968"/>
                    <a:pt x="265" y="968"/>
                  </a:cubicBezTo>
                  <a:cubicBezTo>
                    <a:pt x="288" y="982"/>
                    <a:pt x="326" y="982"/>
                    <a:pt x="350" y="968"/>
                  </a:cubicBezTo>
                  <a:cubicBezTo>
                    <a:pt x="1918" y="57"/>
                    <a:pt x="1918" y="57"/>
                    <a:pt x="1918" y="57"/>
                  </a:cubicBezTo>
                  <a:cubicBezTo>
                    <a:pt x="1930" y="50"/>
                    <a:pt x="1936" y="41"/>
                    <a:pt x="1936" y="32"/>
                  </a:cubicBezTo>
                  <a:cubicBezTo>
                    <a:pt x="1936" y="0"/>
                    <a:pt x="1936" y="0"/>
                    <a:pt x="1936" y="0"/>
                  </a:cubicBezTo>
                  <a:cubicBezTo>
                    <a:pt x="1936" y="9"/>
                    <a:pt x="1930" y="17"/>
                    <a:pt x="1918" y="24"/>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28">
              <a:extLst>
                <a:ext uri="{FF2B5EF4-FFF2-40B4-BE49-F238E27FC236}">
                  <a16:creationId xmlns:a16="http://schemas.microsoft.com/office/drawing/2014/main" id="{9FD4710F-9889-2429-2B91-C91A38E77F6F}"/>
                </a:ext>
              </a:extLst>
            </p:cNvPr>
            <p:cNvSpPr>
              <a:spLocks/>
            </p:cNvSpPr>
            <p:nvPr/>
          </p:nvSpPr>
          <p:spPr bwMode="auto">
            <a:xfrm>
              <a:off x="1989905" y="861167"/>
              <a:ext cx="4516529" cy="2621250"/>
            </a:xfrm>
            <a:custGeom>
              <a:avLst/>
              <a:gdLst>
                <a:gd name="T0" fmla="*/ 1924 w 1948"/>
                <a:gd name="T1" fmla="*/ 156 h 1130"/>
                <a:gd name="T2" fmla="*/ 1924 w 1948"/>
                <a:gd name="T3" fmla="*/ 205 h 1130"/>
                <a:gd name="T4" fmla="*/ 356 w 1948"/>
                <a:gd name="T5" fmla="*/ 1117 h 1130"/>
                <a:gd name="T6" fmla="*/ 271 w 1948"/>
                <a:gd name="T7" fmla="*/ 1117 h 1130"/>
                <a:gd name="T8" fmla="*/ 24 w 1948"/>
                <a:gd name="T9" fmla="*/ 974 h 1130"/>
                <a:gd name="T10" fmla="*/ 23 w 1948"/>
                <a:gd name="T11" fmla="*/ 925 h 1130"/>
                <a:gd name="T12" fmla="*/ 1592 w 1948"/>
                <a:gd name="T13" fmla="*/ 13 h 1130"/>
                <a:gd name="T14" fmla="*/ 1677 w 1948"/>
                <a:gd name="T15" fmla="*/ 13 h 1130"/>
                <a:gd name="T16" fmla="*/ 1924 w 1948"/>
                <a:gd name="T17" fmla="*/ 156 h 1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8" h="1130">
                  <a:moveTo>
                    <a:pt x="1924" y="156"/>
                  </a:moveTo>
                  <a:cubicBezTo>
                    <a:pt x="1948" y="170"/>
                    <a:pt x="1948" y="192"/>
                    <a:pt x="1924" y="205"/>
                  </a:cubicBezTo>
                  <a:cubicBezTo>
                    <a:pt x="356" y="1117"/>
                    <a:pt x="356" y="1117"/>
                    <a:pt x="356" y="1117"/>
                  </a:cubicBezTo>
                  <a:cubicBezTo>
                    <a:pt x="332" y="1130"/>
                    <a:pt x="295" y="1130"/>
                    <a:pt x="271" y="1117"/>
                  </a:cubicBezTo>
                  <a:cubicBezTo>
                    <a:pt x="24" y="974"/>
                    <a:pt x="24" y="974"/>
                    <a:pt x="24" y="974"/>
                  </a:cubicBezTo>
                  <a:cubicBezTo>
                    <a:pt x="0" y="960"/>
                    <a:pt x="0" y="938"/>
                    <a:pt x="23" y="925"/>
                  </a:cubicBezTo>
                  <a:cubicBezTo>
                    <a:pt x="1592" y="13"/>
                    <a:pt x="1592" y="13"/>
                    <a:pt x="1592" y="13"/>
                  </a:cubicBezTo>
                  <a:cubicBezTo>
                    <a:pt x="1615" y="0"/>
                    <a:pt x="1653" y="0"/>
                    <a:pt x="1677" y="13"/>
                  </a:cubicBezTo>
                  <a:lnTo>
                    <a:pt x="1924" y="156"/>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49" name="组合 48">
              <a:extLst>
                <a:ext uri="{FF2B5EF4-FFF2-40B4-BE49-F238E27FC236}">
                  <a16:creationId xmlns:a16="http://schemas.microsoft.com/office/drawing/2014/main" id="{6A250046-AFC0-018C-1762-7F466DBF56B8}"/>
                </a:ext>
              </a:extLst>
            </p:cNvPr>
            <p:cNvGrpSpPr/>
            <p:nvPr/>
          </p:nvGrpSpPr>
          <p:grpSpPr>
            <a:xfrm>
              <a:off x="2714253" y="2336146"/>
              <a:ext cx="475639" cy="708686"/>
              <a:chOff x="9030523" y="797142"/>
              <a:chExt cx="949325" cy="1414463"/>
            </a:xfrm>
          </p:grpSpPr>
          <p:sp>
            <p:nvSpPr>
              <p:cNvPr id="45" name="Freeform 34">
                <a:extLst>
                  <a:ext uri="{FF2B5EF4-FFF2-40B4-BE49-F238E27FC236}">
                    <a16:creationId xmlns:a16="http://schemas.microsoft.com/office/drawing/2014/main" id="{72EB7C9D-FF22-0996-A113-B9F818F1D254}"/>
                  </a:ext>
                </a:extLst>
              </p:cNvPr>
              <p:cNvSpPr>
                <a:spLocks/>
              </p:cNvSpPr>
              <p:nvPr/>
            </p:nvSpPr>
            <p:spPr bwMode="auto">
              <a:xfrm>
                <a:off x="9073385" y="1070192"/>
                <a:ext cx="863600" cy="1141413"/>
              </a:xfrm>
              <a:custGeom>
                <a:avLst/>
                <a:gdLst>
                  <a:gd name="T0" fmla="*/ 226 w 226"/>
                  <a:gd name="T1" fmla="*/ 1 h 301"/>
                  <a:gd name="T2" fmla="*/ 226 w 226"/>
                  <a:gd name="T3" fmla="*/ 229 h 301"/>
                  <a:gd name="T4" fmla="*/ 193 w 226"/>
                  <a:gd name="T5" fmla="*/ 275 h 301"/>
                  <a:gd name="T6" fmla="*/ 33 w 226"/>
                  <a:gd name="T7" fmla="*/ 275 h 301"/>
                  <a:gd name="T8" fmla="*/ 0 w 226"/>
                  <a:gd name="T9" fmla="*/ 229 h 301"/>
                  <a:gd name="T10" fmla="*/ 0 w 226"/>
                  <a:gd name="T11" fmla="*/ 0 h 301"/>
                  <a:gd name="T12" fmla="*/ 34 w 226"/>
                  <a:gd name="T13" fmla="*/ 47 h 301"/>
                  <a:gd name="T14" fmla="*/ 194 w 226"/>
                  <a:gd name="T15" fmla="*/ 47 h 301"/>
                  <a:gd name="T16" fmla="*/ 226 w 226"/>
                  <a:gd name="T17" fmla="*/ 1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6" h="301">
                    <a:moveTo>
                      <a:pt x="226" y="1"/>
                    </a:moveTo>
                    <a:cubicBezTo>
                      <a:pt x="226" y="229"/>
                      <a:pt x="226" y="229"/>
                      <a:pt x="226" y="229"/>
                    </a:cubicBezTo>
                    <a:cubicBezTo>
                      <a:pt x="226" y="246"/>
                      <a:pt x="215" y="263"/>
                      <a:pt x="193" y="275"/>
                    </a:cubicBezTo>
                    <a:cubicBezTo>
                      <a:pt x="149" y="301"/>
                      <a:pt x="77" y="301"/>
                      <a:pt x="33" y="275"/>
                    </a:cubicBezTo>
                    <a:cubicBezTo>
                      <a:pt x="11" y="262"/>
                      <a:pt x="0" y="246"/>
                      <a:pt x="0" y="229"/>
                    </a:cubicBezTo>
                    <a:cubicBezTo>
                      <a:pt x="0" y="0"/>
                      <a:pt x="0" y="0"/>
                      <a:pt x="0" y="0"/>
                    </a:cubicBezTo>
                    <a:cubicBezTo>
                      <a:pt x="0" y="17"/>
                      <a:pt x="11" y="34"/>
                      <a:pt x="34" y="47"/>
                    </a:cubicBezTo>
                    <a:cubicBezTo>
                      <a:pt x="78" y="73"/>
                      <a:pt x="150" y="73"/>
                      <a:pt x="194" y="47"/>
                    </a:cubicBezTo>
                    <a:cubicBezTo>
                      <a:pt x="215" y="34"/>
                      <a:pt x="226" y="18"/>
                      <a:pt x="226" y="1"/>
                    </a:cubicBezTo>
                    <a:close/>
                  </a:path>
                </a:pathLst>
              </a:custGeom>
              <a:gradFill flip="none" rotWithShape="1">
                <a:gsLst>
                  <a:gs pos="0">
                    <a:srgbClr val="7584E5"/>
                  </a:gs>
                  <a:gs pos="100000">
                    <a:srgbClr val="E7EBFF"/>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6" name="Freeform 35">
                <a:extLst>
                  <a:ext uri="{FF2B5EF4-FFF2-40B4-BE49-F238E27FC236}">
                    <a16:creationId xmlns:a16="http://schemas.microsoft.com/office/drawing/2014/main" id="{B57D1220-2266-49AD-9048-F8B4AD8B63C2}"/>
                  </a:ext>
                </a:extLst>
              </p:cNvPr>
              <p:cNvSpPr>
                <a:spLocks/>
              </p:cNvSpPr>
              <p:nvPr/>
            </p:nvSpPr>
            <p:spPr bwMode="auto">
              <a:xfrm>
                <a:off x="9030523" y="1640898"/>
                <a:ext cx="949325" cy="546100"/>
              </a:xfrm>
              <a:custGeom>
                <a:avLst/>
                <a:gdLst>
                  <a:gd name="T0" fmla="*/ 204 w 249"/>
                  <a:gd name="T1" fmla="*/ 25 h 144"/>
                  <a:gd name="T2" fmla="*/ 205 w 249"/>
                  <a:gd name="T3" fmla="*/ 118 h 144"/>
                  <a:gd name="T4" fmla="*/ 45 w 249"/>
                  <a:gd name="T5" fmla="*/ 118 h 144"/>
                  <a:gd name="T6" fmla="*/ 44 w 249"/>
                  <a:gd name="T7" fmla="*/ 25 h 144"/>
                  <a:gd name="T8" fmla="*/ 204 w 249"/>
                  <a:gd name="T9" fmla="*/ 25 h 144"/>
                </a:gdLst>
                <a:ahLst/>
                <a:cxnLst>
                  <a:cxn ang="0">
                    <a:pos x="T0" y="T1"/>
                  </a:cxn>
                  <a:cxn ang="0">
                    <a:pos x="T2" y="T3"/>
                  </a:cxn>
                  <a:cxn ang="0">
                    <a:pos x="T4" y="T5"/>
                  </a:cxn>
                  <a:cxn ang="0">
                    <a:pos x="T6" y="T7"/>
                  </a:cxn>
                  <a:cxn ang="0">
                    <a:pos x="T8" y="T9"/>
                  </a:cxn>
                </a:cxnLst>
                <a:rect l="0" t="0" r="r" b="b"/>
                <a:pathLst>
                  <a:path w="249" h="144">
                    <a:moveTo>
                      <a:pt x="204" y="25"/>
                    </a:moveTo>
                    <a:cubicBezTo>
                      <a:pt x="248" y="51"/>
                      <a:pt x="249" y="92"/>
                      <a:pt x="205" y="118"/>
                    </a:cubicBezTo>
                    <a:cubicBezTo>
                      <a:pt x="161" y="144"/>
                      <a:pt x="89" y="144"/>
                      <a:pt x="45" y="118"/>
                    </a:cubicBezTo>
                    <a:cubicBezTo>
                      <a:pt x="0" y="92"/>
                      <a:pt x="0" y="51"/>
                      <a:pt x="44" y="25"/>
                    </a:cubicBezTo>
                    <a:cubicBezTo>
                      <a:pt x="88" y="0"/>
                      <a:pt x="160" y="0"/>
                      <a:pt x="204" y="25"/>
                    </a:cubicBezTo>
                    <a:close/>
                  </a:path>
                </a:pathLst>
              </a:custGeom>
              <a:gradFill>
                <a:gsLst>
                  <a:gs pos="0">
                    <a:srgbClr val="3749CC"/>
                  </a:gs>
                  <a:gs pos="100000">
                    <a:srgbClr val="8E9CEF"/>
                  </a:gs>
                </a:gsLst>
                <a:lin ang="135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7" name="Freeform 35">
                <a:extLst>
                  <a:ext uri="{FF2B5EF4-FFF2-40B4-BE49-F238E27FC236}">
                    <a16:creationId xmlns:a16="http://schemas.microsoft.com/office/drawing/2014/main" id="{3F70D0CC-6CC6-A999-87C8-AC6AD3191A0C}"/>
                  </a:ext>
                </a:extLst>
              </p:cNvPr>
              <p:cNvSpPr>
                <a:spLocks/>
              </p:cNvSpPr>
              <p:nvPr/>
            </p:nvSpPr>
            <p:spPr bwMode="auto">
              <a:xfrm>
                <a:off x="9030523" y="797142"/>
                <a:ext cx="949325" cy="546100"/>
              </a:xfrm>
              <a:custGeom>
                <a:avLst/>
                <a:gdLst>
                  <a:gd name="T0" fmla="*/ 204 w 249"/>
                  <a:gd name="T1" fmla="*/ 25 h 144"/>
                  <a:gd name="T2" fmla="*/ 205 w 249"/>
                  <a:gd name="T3" fmla="*/ 118 h 144"/>
                  <a:gd name="T4" fmla="*/ 45 w 249"/>
                  <a:gd name="T5" fmla="*/ 118 h 144"/>
                  <a:gd name="T6" fmla="*/ 44 w 249"/>
                  <a:gd name="T7" fmla="*/ 25 h 144"/>
                  <a:gd name="T8" fmla="*/ 204 w 249"/>
                  <a:gd name="T9" fmla="*/ 25 h 144"/>
                </a:gdLst>
                <a:ahLst/>
                <a:cxnLst>
                  <a:cxn ang="0">
                    <a:pos x="T0" y="T1"/>
                  </a:cxn>
                  <a:cxn ang="0">
                    <a:pos x="T2" y="T3"/>
                  </a:cxn>
                  <a:cxn ang="0">
                    <a:pos x="T4" y="T5"/>
                  </a:cxn>
                  <a:cxn ang="0">
                    <a:pos x="T6" y="T7"/>
                  </a:cxn>
                  <a:cxn ang="0">
                    <a:pos x="T8" y="T9"/>
                  </a:cxn>
                </a:cxnLst>
                <a:rect l="0" t="0" r="r" b="b"/>
                <a:pathLst>
                  <a:path w="249" h="144">
                    <a:moveTo>
                      <a:pt x="204" y="25"/>
                    </a:moveTo>
                    <a:cubicBezTo>
                      <a:pt x="248" y="51"/>
                      <a:pt x="249" y="92"/>
                      <a:pt x="205" y="118"/>
                    </a:cubicBezTo>
                    <a:cubicBezTo>
                      <a:pt x="161" y="144"/>
                      <a:pt x="89" y="144"/>
                      <a:pt x="45" y="118"/>
                    </a:cubicBezTo>
                    <a:cubicBezTo>
                      <a:pt x="0" y="92"/>
                      <a:pt x="0" y="51"/>
                      <a:pt x="44" y="25"/>
                    </a:cubicBezTo>
                    <a:cubicBezTo>
                      <a:pt x="88" y="0"/>
                      <a:pt x="160" y="0"/>
                      <a:pt x="204" y="25"/>
                    </a:cubicBezTo>
                    <a:close/>
                  </a:path>
                </a:pathLst>
              </a:custGeom>
              <a:gradFill>
                <a:gsLst>
                  <a:gs pos="0">
                    <a:srgbClr val="3749CC"/>
                  </a:gs>
                  <a:gs pos="100000">
                    <a:srgbClr val="8E9CEF"/>
                  </a:gs>
                </a:gsLst>
                <a:lin ang="135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8" name="Freeform 35">
                <a:extLst>
                  <a:ext uri="{FF2B5EF4-FFF2-40B4-BE49-F238E27FC236}">
                    <a16:creationId xmlns:a16="http://schemas.microsoft.com/office/drawing/2014/main" id="{F5C3D239-FA91-50C2-62AE-5634C69C19FF}"/>
                  </a:ext>
                </a:extLst>
              </p:cNvPr>
              <p:cNvSpPr>
                <a:spLocks/>
              </p:cNvSpPr>
              <p:nvPr/>
            </p:nvSpPr>
            <p:spPr bwMode="auto">
              <a:xfrm>
                <a:off x="9200450" y="894893"/>
                <a:ext cx="609470" cy="299378"/>
              </a:xfrm>
              <a:custGeom>
                <a:avLst/>
                <a:gdLst>
                  <a:gd name="T0" fmla="*/ 204 w 249"/>
                  <a:gd name="T1" fmla="*/ 25 h 144"/>
                  <a:gd name="T2" fmla="*/ 205 w 249"/>
                  <a:gd name="T3" fmla="*/ 118 h 144"/>
                  <a:gd name="T4" fmla="*/ 45 w 249"/>
                  <a:gd name="T5" fmla="*/ 118 h 144"/>
                  <a:gd name="T6" fmla="*/ 44 w 249"/>
                  <a:gd name="T7" fmla="*/ 25 h 144"/>
                  <a:gd name="T8" fmla="*/ 204 w 249"/>
                  <a:gd name="T9" fmla="*/ 25 h 144"/>
                </a:gdLst>
                <a:ahLst/>
                <a:cxnLst>
                  <a:cxn ang="0">
                    <a:pos x="T0" y="T1"/>
                  </a:cxn>
                  <a:cxn ang="0">
                    <a:pos x="T2" y="T3"/>
                  </a:cxn>
                  <a:cxn ang="0">
                    <a:pos x="T4" y="T5"/>
                  </a:cxn>
                  <a:cxn ang="0">
                    <a:pos x="T6" y="T7"/>
                  </a:cxn>
                  <a:cxn ang="0">
                    <a:pos x="T8" y="T9"/>
                  </a:cxn>
                </a:cxnLst>
                <a:rect l="0" t="0" r="r" b="b"/>
                <a:pathLst>
                  <a:path w="249" h="144">
                    <a:moveTo>
                      <a:pt x="204" y="25"/>
                    </a:moveTo>
                    <a:cubicBezTo>
                      <a:pt x="248" y="51"/>
                      <a:pt x="249" y="92"/>
                      <a:pt x="205" y="118"/>
                    </a:cubicBezTo>
                    <a:cubicBezTo>
                      <a:pt x="161" y="144"/>
                      <a:pt x="89" y="144"/>
                      <a:pt x="45" y="118"/>
                    </a:cubicBezTo>
                    <a:cubicBezTo>
                      <a:pt x="0" y="92"/>
                      <a:pt x="0" y="51"/>
                      <a:pt x="44" y="25"/>
                    </a:cubicBezTo>
                    <a:cubicBezTo>
                      <a:pt x="88" y="0"/>
                      <a:pt x="160" y="0"/>
                      <a:pt x="204" y="25"/>
                    </a:cubicBezTo>
                    <a:close/>
                  </a:path>
                </a:pathLst>
              </a:custGeom>
              <a:noFill/>
              <a:ln>
                <a:solidFill>
                  <a:srgbClr val="CDD2F8"/>
                </a:solid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50" name="组合 49">
              <a:extLst>
                <a:ext uri="{FF2B5EF4-FFF2-40B4-BE49-F238E27FC236}">
                  <a16:creationId xmlns:a16="http://schemas.microsoft.com/office/drawing/2014/main" id="{528287D0-D117-4A0C-40F3-C7BB93624CEC}"/>
                </a:ext>
              </a:extLst>
            </p:cNvPr>
            <p:cNvGrpSpPr/>
            <p:nvPr/>
          </p:nvGrpSpPr>
          <p:grpSpPr>
            <a:xfrm>
              <a:off x="3588865" y="1805968"/>
              <a:ext cx="475639" cy="708686"/>
              <a:chOff x="9030523" y="797142"/>
              <a:chExt cx="949325" cy="1414463"/>
            </a:xfrm>
          </p:grpSpPr>
          <p:sp>
            <p:nvSpPr>
              <p:cNvPr id="51" name="Freeform 34">
                <a:extLst>
                  <a:ext uri="{FF2B5EF4-FFF2-40B4-BE49-F238E27FC236}">
                    <a16:creationId xmlns:a16="http://schemas.microsoft.com/office/drawing/2014/main" id="{822AC108-81AA-E973-E18E-49063281DA5C}"/>
                  </a:ext>
                </a:extLst>
              </p:cNvPr>
              <p:cNvSpPr>
                <a:spLocks/>
              </p:cNvSpPr>
              <p:nvPr/>
            </p:nvSpPr>
            <p:spPr bwMode="auto">
              <a:xfrm>
                <a:off x="9073385" y="1070192"/>
                <a:ext cx="863600" cy="1141413"/>
              </a:xfrm>
              <a:custGeom>
                <a:avLst/>
                <a:gdLst>
                  <a:gd name="T0" fmla="*/ 226 w 226"/>
                  <a:gd name="T1" fmla="*/ 1 h 301"/>
                  <a:gd name="T2" fmla="*/ 226 w 226"/>
                  <a:gd name="T3" fmla="*/ 229 h 301"/>
                  <a:gd name="T4" fmla="*/ 193 w 226"/>
                  <a:gd name="T5" fmla="*/ 275 h 301"/>
                  <a:gd name="T6" fmla="*/ 33 w 226"/>
                  <a:gd name="T7" fmla="*/ 275 h 301"/>
                  <a:gd name="T8" fmla="*/ 0 w 226"/>
                  <a:gd name="T9" fmla="*/ 229 h 301"/>
                  <a:gd name="T10" fmla="*/ 0 w 226"/>
                  <a:gd name="T11" fmla="*/ 0 h 301"/>
                  <a:gd name="T12" fmla="*/ 34 w 226"/>
                  <a:gd name="T13" fmla="*/ 47 h 301"/>
                  <a:gd name="T14" fmla="*/ 194 w 226"/>
                  <a:gd name="T15" fmla="*/ 47 h 301"/>
                  <a:gd name="T16" fmla="*/ 226 w 226"/>
                  <a:gd name="T17" fmla="*/ 1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6" h="301">
                    <a:moveTo>
                      <a:pt x="226" y="1"/>
                    </a:moveTo>
                    <a:cubicBezTo>
                      <a:pt x="226" y="229"/>
                      <a:pt x="226" y="229"/>
                      <a:pt x="226" y="229"/>
                    </a:cubicBezTo>
                    <a:cubicBezTo>
                      <a:pt x="226" y="246"/>
                      <a:pt x="215" y="263"/>
                      <a:pt x="193" y="275"/>
                    </a:cubicBezTo>
                    <a:cubicBezTo>
                      <a:pt x="149" y="301"/>
                      <a:pt x="77" y="301"/>
                      <a:pt x="33" y="275"/>
                    </a:cubicBezTo>
                    <a:cubicBezTo>
                      <a:pt x="11" y="262"/>
                      <a:pt x="0" y="246"/>
                      <a:pt x="0" y="229"/>
                    </a:cubicBezTo>
                    <a:cubicBezTo>
                      <a:pt x="0" y="0"/>
                      <a:pt x="0" y="0"/>
                      <a:pt x="0" y="0"/>
                    </a:cubicBezTo>
                    <a:cubicBezTo>
                      <a:pt x="0" y="17"/>
                      <a:pt x="11" y="34"/>
                      <a:pt x="34" y="47"/>
                    </a:cubicBezTo>
                    <a:cubicBezTo>
                      <a:pt x="78" y="73"/>
                      <a:pt x="150" y="73"/>
                      <a:pt x="194" y="47"/>
                    </a:cubicBezTo>
                    <a:cubicBezTo>
                      <a:pt x="215" y="34"/>
                      <a:pt x="226" y="18"/>
                      <a:pt x="226" y="1"/>
                    </a:cubicBezTo>
                    <a:close/>
                  </a:path>
                </a:pathLst>
              </a:custGeom>
              <a:gradFill flip="none" rotWithShape="1">
                <a:gsLst>
                  <a:gs pos="0">
                    <a:srgbClr val="7584E5"/>
                  </a:gs>
                  <a:gs pos="100000">
                    <a:srgbClr val="E7EBFF"/>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2" name="Freeform 35">
                <a:extLst>
                  <a:ext uri="{FF2B5EF4-FFF2-40B4-BE49-F238E27FC236}">
                    <a16:creationId xmlns:a16="http://schemas.microsoft.com/office/drawing/2014/main" id="{B5BFE24D-D4BF-53F4-CECE-3507EBD3EBE9}"/>
                  </a:ext>
                </a:extLst>
              </p:cNvPr>
              <p:cNvSpPr>
                <a:spLocks/>
              </p:cNvSpPr>
              <p:nvPr/>
            </p:nvSpPr>
            <p:spPr bwMode="auto">
              <a:xfrm>
                <a:off x="9030523" y="1640898"/>
                <a:ext cx="949325" cy="546100"/>
              </a:xfrm>
              <a:custGeom>
                <a:avLst/>
                <a:gdLst>
                  <a:gd name="T0" fmla="*/ 204 w 249"/>
                  <a:gd name="T1" fmla="*/ 25 h 144"/>
                  <a:gd name="T2" fmla="*/ 205 w 249"/>
                  <a:gd name="T3" fmla="*/ 118 h 144"/>
                  <a:gd name="T4" fmla="*/ 45 w 249"/>
                  <a:gd name="T5" fmla="*/ 118 h 144"/>
                  <a:gd name="T6" fmla="*/ 44 w 249"/>
                  <a:gd name="T7" fmla="*/ 25 h 144"/>
                  <a:gd name="T8" fmla="*/ 204 w 249"/>
                  <a:gd name="T9" fmla="*/ 25 h 144"/>
                </a:gdLst>
                <a:ahLst/>
                <a:cxnLst>
                  <a:cxn ang="0">
                    <a:pos x="T0" y="T1"/>
                  </a:cxn>
                  <a:cxn ang="0">
                    <a:pos x="T2" y="T3"/>
                  </a:cxn>
                  <a:cxn ang="0">
                    <a:pos x="T4" y="T5"/>
                  </a:cxn>
                  <a:cxn ang="0">
                    <a:pos x="T6" y="T7"/>
                  </a:cxn>
                  <a:cxn ang="0">
                    <a:pos x="T8" y="T9"/>
                  </a:cxn>
                </a:cxnLst>
                <a:rect l="0" t="0" r="r" b="b"/>
                <a:pathLst>
                  <a:path w="249" h="144">
                    <a:moveTo>
                      <a:pt x="204" y="25"/>
                    </a:moveTo>
                    <a:cubicBezTo>
                      <a:pt x="248" y="51"/>
                      <a:pt x="249" y="92"/>
                      <a:pt x="205" y="118"/>
                    </a:cubicBezTo>
                    <a:cubicBezTo>
                      <a:pt x="161" y="144"/>
                      <a:pt x="89" y="144"/>
                      <a:pt x="45" y="118"/>
                    </a:cubicBezTo>
                    <a:cubicBezTo>
                      <a:pt x="0" y="92"/>
                      <a:pt x="0" y="51"/>
                      <a:pt x="44" y="25"/>
                    </a:cubicBezTo>
                    <a:cubicBezTo>
                      <a:pt x="88" y="0"/>
                      <a:pt x="160" y="0"/>
                      <a:pt x="204" y="25"/>
                    </a:cubicBezTo>
                    <a:close/>
                  </a:path>
                </a:pathLst>
              </a:custGeom>
              <a:gradFill>
                <a:gsLst>
                  <a:gs pos="0">
                    <a:srgbClr val="3749CC"/>
                  </a:gs>
                  <a:gs pos="100000">
                    <a:srgbClr val="8E9CEF"/>
                  </a:gs>
                </a:gsLst>
                <a:lin ang="135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3" name="Freeform 35">
                <a:extLst>
                  <a:ext uri="{FF2B5EF4-FFF2-40B4-BE49-F238E27FC236}">
                    <a16:creationId xmlns:a16="http://schemas.microsoft.com/office/drawing/2014/main" id="{85C72248-B91C-4A70-5F6B-3EB56255D370}"/>
                  </a:ext>
                </a:extLst>
              </p:cNvPr>
              <p:cNvSpPr>
                <a:spLocks/>
              </p:cNvSpPr>
              <p:nvPr/>
            </p:nvSpPr>
            <p:spPr bwMode="auto">
              <a:xfrm>
                <a:off x="9030523" y="797142"/>
                <a:ext cx="949325" cy="546100"/>
              </a:xfrm>
              <a:custGeom>
                <a:avLst/>
                <a:gdLst>
                  <a:gd name="T0" fmla="*/ 204 w 249"/>
                  <a:gd name="T1" fmla="*/ 25 h 144"/>
                  <a:gd name="T2" fmla="*/ 205 w 249"/>
                  <a:gd name="T3" fmla="*/ 118 h 144"/>
                  <a:gd name="T4" fmla="*/ 45 w 249"/>
                  <a:gd name="T5" fmla="*/ 118 h 144"/>
                  <a:gd name="T6" fmla="*/ 44 w 249"/>
                  <a:gd name="T7" fmla="*/ 25 h 144"/>
                  <a:gd name="T8" fmla="*/ 204 w 249"/>
                  <a:gd name="T9" fmla="*/ 25 h 144"/>
                </a:gdLst>
                <a:ahLst/>
                <a:cxnLst>
                  <a:cxn ang="0">
                    <a:pos x="T0" y="T1"/>
                  </a:cxn>
                  <a:cxn ang="0">
                    <a:pos x="T2" y="T3"/>
                  </a:cxn>
                  <a:cxn ang="0">
                    <a:pos x="T4" y="T5"/>
                  </a:cxn>
                  <a:cxn ang="0">
                    <a:pos x="T6" y="T7"/>
                  </a:cxn>
                  <a:cxn ang="0">
                    <a:pos x="T8" y="T9"/>
                  </a:cxn>
                </a:cxnLst>
                <a:rect l="0" t="0" r="r" b="b"/>
                <a:pathLst>
                  <a:path w="249" h="144">
                    <a:moveTo>
                      <a:pt x="204" y="25"/>
                    </a:moveTo>
                    <a:cubicBezTo>
                      <a:pt x="248" y="51"/>
                      <a:pt x="249" y="92"/>
                      <a:pt x="205" y="118"/>
                    </a:cubicBezTo>
                    <a:cubicBezTo>
                      <a:pt x="161" y="144"/>
                      <a:pt x="89" y="144"/>
                      <a:pt x="45" y="118"/>
                    </a:cubicBezTo>
                    <a:cubicBezTo>
                      <a:pt x="0" y="92"/>
                      <a:pt x="0" y="51"/>
                      <a:pt x="44" y="25"/>
                    </a:cubicBezTo>
                    <a:cubicBezTo>
                      <a:pt x="88" y="0"/>
                      <a:pt x="160" y="0"/>
                      <a:pt x="204" y="25"/>
                    </a:cubicBezTo>
                    <a:close/>
                  </a:path>
                </a:pathLst>
              </a:custGeom>
              <a:gradFill>
                <a:gsLst>
                  <a:gs pos="0">
                    <a:srgbClr val="3749CC"/>
                  </a:gs>
                  <a:gs pos="100000">
                    <a:srgbClr val="8E9CEF"/>
                  </a:gs>
                </a:gsLst>
                <a:lin ang="135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4" name="Freeform 35">
                <a:extLst>
                  <a:ext uri="{FF2B5EF4-FFF2-40B4-BE49-F238E27FC236}">
                    <a16:creationId xmlns:a16="http://schemas.microsoft.com/office/drawing/2014/main" id="{9DA07DA7-C5BE-2721-DBA0-C82059948BB1}"/>
                  </a:ext>
                </a:extLst>
              </p:cNvPr>
              <p:cNvSpPr>
                <a:spLocks/>
              </p:cNvSpPr>
              <p:nvPr/>
            </p:nvSpPr>
            <p:spPr bwMode="auto">
              <a:xfrm>
                <a:off x="9200450" y="894893"/>
                <a:ext cx="609470" cy="299378"/>
              </a:xfrm>
              <a:custGeom>
                <a:avLst/>
                <a:gdLst>
                  <a:gd name="T0" fmla="*/ 204 w 249"/>
                  <a:gd name="T1" fmla="*/ 25 h 144"/>
                  <a:gd name="T2" fmla="*/ 205 w 249"/>
                  <a:gd name="T3" fmla="*/ 118 h 144"/>
                  <a:gd name="T4" fmla="*/ 45 w 249"/>
                  <a:gd name="T5" fmla="*/ 118 h 144"/>
                  <a:gd name="T6" fmla="*/ 44 w 249"/>
                  <a:gd name="T7" fmla="*/ 25 h 144"/>
                  <a:gd name="T8" fmla="*/ 204 w 249"/>
                  <a:gd name="T9" fmla="*/ 25 h 144"/>
                </a:gdLst>
                <a:ahLst/>
                <a:cxnLst>
                  <a:cxn ang="0">
                    <a:pos x="T0" y="T1"/>
                  </a:cxn>
                  <a:cxn ang="0">
                    <a:pos x="T2" y="T3"/>
                  </a:cxn>
                  <a:cxn ang="0">
                    <a:pos x="T4" y="T5"/>
                  </a:cxn>
                  <a:cxn ang="0">
                    <a:pos x="T6" y="T7"/>
                  </a:cxn>
                  <a:cxn ang="0">
                    <a:pos x="T8" y="T9"/>
                  </a:cxn>
                </a:cxnLst>
                <a:rect l="0" t="0" r="r" b="b"/>
                <a:pathLst>
                  <a:path w="249" h="144">
                    <a:moveTo>
                      <a:pt x="204" y="25"/>
                    </a:moveTo>
                    <a:cubicBezTo>
                      <a:pt x="248" y="51"/>
                      <a:pt x="249" y="92"/>
                      <a:pt x="205" y="118"/>
                    </a:cubicBezTo>
                    <a:cubicBezTo>
                      <a:pt x="161" y="144"/>
                      <a:pt x="89" y="144"/>
                      <a:pt x="45" y="118"/>
                    </a:cubicBezTo>
                    <a:cubicBezTo>
                      <a:pt x="0" y="92"/>
                      <a:pt x="0" y="51"/>
                      <a:pt x="44" y="25"/>
                    </a:cubicBezTo>
                    <a:cubicBezTo>
                      <a:pt x="88" y="0"/>
                      <a:pt x="160" y="0"/>
                      <a:pt x="204" y="25"/>
                    </a:cubicBezTo>
                    <a:close/>
                  </a:path>
                </a:pathLst>
              </a:custGeom>
              <a:noFill/>
              <a:ln>
                <a:solidFill>
                  <a:srgbClr val="CDD2F8"/>
                </a:solid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55" name="组合 54">
              <a:extLst>
                <a:ext uri="{FF2B5EF4-FFF2-40B4-BE49-F238E27FC236}">
                  <a16:creationId xmlns:a16="http://schemas.microsoft.com/office/drawing/2014/main" id="{00FF25DF-DF8F-FCE6-38A5-AA00FE7FEB25}"/>
                </a:ext>
              </a:extLst>
            </p:cNvPr>
            <p:cNvGrpSpPr/>
            <p:nvPr/>
          </p:nvGrpSpPr>
          <p:grpSpPr>
            <a:xfrm>
              <a:off x="4463477" y="1301759"/>
              <a:ext cx="475639" cy="708686"/>
              <a:chOff x="9030523" y="797142"/>
              <a:chExt cx="949325" cy="1414463"/>
            </a:xfrm>
          </p:grpSpPr>
          <p:sp>
            <p:nvSpPr>
              <p:cNvPr id="56" name="Freeform 34">
                <a:extLst>
                  <a:ext uri="{FF2B5EF4-FFF2-40B4-BE49-F238E27FC236}">
                    <a16:creationId xmlns:a16="http://schemas.microsoft.com/office/drawing/2014/main" id="{4564B76E-AA1C-33CE-3258-21BEE92B07D7}"/>
                  </a:ext>
                </a:extLst>
              </p:cNvPr>
              <p:cNvSpPr>
                <a:spLocks/>
              </p:cNvSpPr>
              <p:nvPr/>
            </p:nvSpPr>
            <p:spPr bwMode="auto">
              <a:xfrm>
                <a:off x="9073385" y="1070192"/>
                <a:ext cx="863600" cy="1141413"/>
              </a:xfrm>
              <a:custGeom>
                <a:avLst/>
                <a:gdLst>
                  <a:gd name="T0" fmla="*/ 226 w 226"/>
                  <a:gd name="T1" fmla="*/ 1 h 301"/>
                  <a:gd name="T2" fmla="*/ 226 w 226"/>
                  <a:gd name="T3" fmla="*/ 229 h 301"/>
                  <a:gd name="T4" fmla="*/ 193 w 226"/>
                  <a:gd name="T5" fmla="*/ 275 h 301"/>
                  <a:gd name="T6" fmla="*/ 33 w 226"/>
                  <a:gd name="T7" fmla="*/ 275 h 301"/>
                  <a:gd name="T8" fmla="*/ 0 w 226"/>
                  <a:gd name="T9" fmla="*/ 229 h 301"/>
                  <a:gd name="T10" fmla="*/ 0 w 226"/>
                  <a:gd name="T11" fmla="*/ 0 h 301"/>
                  <a:gd name="T12" fmla="*/ 34 w 226"/>
                  <a:gd name="T13" fmla="*/ 47 h 301"/>
                  <a:gd name="T14" fmla="*/ 194 w 226"/>
                  <a:gd name="T15" fmla="*/ 47 h 301"/>
                  <a:gd name="T16" fmla="*/ 226 w 226"/>
                  <a:gd name="T17" fmla="*/ 1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6" h="301">
                    <a:moveTo>
                      <a:pt x="226" y="1"/>
                    </a:moveTo>
                    <a:cubicBezTo>
                      <a:pt x="226" y="229"/>
                      <a:pt x="226" y="229"/>
                      <a:pt x="226" y="229"/>
                    </a:cubicBezTo>
                    <a:cubicBezTo>
                      <a:pt x="226" y="246"/>
                      <a:pt x="215" y="263"/>
                      <a:pt x="193" y="275"/>
                    </a:cubicBezTo>
                    <a:cubicBezTo>
                      <a:pt x="149" y="301"/>
                      <a:pt x="77" y="301"/>
                      <a:pt x="33" y="275"/>
                    </a:cubicBezTo>
                    <a:cubicBezTo>
                      <a:pt x="11" y="262"/>
                      <a:pt x="0" y="246"/>
                      <a:pt x="0" y="229"/>
                    </a:cubicBezTo>
                    <a:cubicBezTo>
                      <a:pt x="0" y="0"/>
                      <a:pt x="0" y="0"/>
                      <a:pt x="0" y="0"/>
                    </a:cubicBezTo>
                    <a:cubicBezTo>
                      <a:pt x="0" y="17"/>
                      <a:pt x="11" y="34"/>
                      <a:pt x="34" y="47"/>
                    </a:cubicBezTo>
                    <a:cubicBezTo>
                      <a:pt x="78" y="73"/>
                      <a:pt x="150" y="73"/>
                      <a:pt x="194" y="47"/>
                    </a:cubicBezTo>
                    <a:cubicBezTo>
                      <a:pt x="215" y="34"/>
                      <a:pt x="226" y="18"/>
                      <a:pt x="226" y="1"/>
                    </a:cubicBezTo>
                    <a:close/>
                  </a:path>
                </a:pathLst>
              </a:custGeom>
              <a:gradFill flip="none" rotWithShape="1">
                <a:gsLst>
                  <a:gs pos="0">
                    <a:srgbClr val="7584E5"/>
                  </a:gs>
                  <a:gs pos="100000">
                    <a:srgbClr val="E7EBFF"/>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7" name="Freeform 35">
                <a:extLst>
                  <a:ext uri="{FF2B5EF4-FFF2-40B4-BE49-F238E27FC236}">
                    <a16:creationId xmlns:a16="http://schemas.microsoft.com/office/drawing/2014/main" id="{34925D55-6798-315A-26C1-DFAFFAD20E60}"/>
                  </a:ext>
                </a:extLst>
              </p:cNvPr>
              <p:cNvSpPr>
                <a:spLocks/>
              </p:cNvSpPr>
              <p:nvPr/>
            </p:nvSpPr>
            <p:spPr bwMode="auto">
              <a:xfrm>
                <a:off x="9030523" y="1640898"/>
                <a:ext cx="949325" cy="546100"/>
              </a:xfrm>
              <a:custGeom>
                <a:avLst/>
                <a:gdLst>
                  <a:gd name="T0" fmla="*/ 204 w 249"/>
                  <a:gd name="T1" fmla="*/ 25 h 144"/>
                  <a:gd name="T2" fmla="*/ 205 w 249"/>
                  <a:gd name="T3" fmla="*/ 118 h 144"/>
                  <a:gd name="T4" fmla="*/ 45 w 249"/>
                  <a:gd name="T5" fmla="*/ 118 h 144"/>
                  <a:gd name="T6" fmla="*/ 44 w 249"/>
                  <a:gd name="T7" fmla="*/ 25 h 144"/>
                  <a:gd name="T8" fmla="*/ 204 w 249"/>
                  <a:gd name="T9" fmla="*/ 25 h 144"/>
                </a:gdLst>
                <a:ahLst/>
                <a:cxnLst>
                  <a:cxn ang="0">
                    <a:pos x="T0" y="T1"/>
                  </a:cxn>
                  <a:cxn ang="0">
                    <a:pos x="T2" y="T3"/>
                  </a:cxn>
                  <a:cxn ang="0">
                    <a:pos x="T4" y="T5"/>
                  </a:cxn>
                  <a:cxn ang="0">
                    <a:pos x="T6" y="T7"/>
                  </a:cxn>
                  <a:cxn ang="0">
                    <a:pos x="T8" y="T9"/>
                  </a:cxn>
                </a:cxnLst>
                <a:rect l="0" t="0" r="r" b="b"/>
                <a:pathLst>
                  <a:path w="249" h="144">
                    <a:moveTo>
                      <a:pt x="204" y="25"/>
                    </a:moveTo>
                    <a:cubicBezTo>
                      <a:pt x="248" y="51"/>
                      <a:pt x="249" y="92"/>
                      <a:pt x="205" y="118"/>
                    </a:cubicBezTo>
                    <a:cubicBezTo>
                      <a:pt x="161" y="144"/>
                      <a:pt x="89" y="144"/>
                      <a:pt x="45" y="118"/>
                    </a:cubicBezTo>
                    <a:cubicBezTo>
                      <a:pt x="0" y="92"/>
                      <a:pt x="0" y="51"/>
                      <a:pt x="44" y="25"/>
                    </a:cubicBezTo>
                    <a:cubicBezTo>
                      <a:pt x="88" y="0"/>
                      <a:pt x="160" y="0"/>
                      <a:pt x="204" y="25"/>
                    </a:cubicBezTo>
                    <a:close/>
                  </a:path>
                </a:pathLst>
              </a:custGeom>
              <a:gradFill>
                <a:gsLst>
                  <a:gs pos="0">
                    <a:srgbClr val="3749CC"/>
                  </a:gs>
                  <a:gs pos="100000">
                    <a:srgbClr val="8E9CEF"/>
                  </a:gs>
                </a:gsLst>
                <a:lin ang="135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8" name="Freeform 35">
                <a:extLst>
                  <a:ext uri="{FF2B5EF4-FFF2-40B4-BE49-F238E27FC236}">
                    <a16:creationId xmlns:a16="http://schemas.microsoft.com/office/drawing/2014/main" id="{D49E035C-B72E-B901-06E4-65D6B5322CAD}"/>
                  </a:ext>
                </a:extLst>
              </p:cNvPr>
              <p:cNvSpPr>
                <a:spLocks/>
              </p:cNvSpPr>
              <p:nvPr/>
            </p:nvSpPr>
            <p:spPr bwMode="auto">
              <a:xfrm>
                <a:off x="9030523" y="797142"/>
                <a:ext cx="949325" cy="546100"/>
              </a:xfrm>
              <a:custGeom>
                <a:avLst/>
                <a:gdLst>
                  <a:gd name="T0" fmla="*/ 204 w 249"/>
                  <a:gd name="T1" fmla="*/ 25 h 144"/>
                  <a:gd name="T2" fmla="*/ 205 w 249"/>
                  <a:gd name="T3" fmla="*/ 118 h 144"/>
                  <a:gd name="T4" fmla="*/ 45 w 249"/>
                  <a:gd name="T5" fmla="*/ 118 h 144"/>
                  <a:gd name="T6" fmla="*/ 44 w 249"/>
                  <a:gd name="T7" fmla="*/ 25 h 144"/>
                  <a:gd name="T8" fmla="*/ 204 w 249"/>
                  <a:gd name="T9" fmla="*/ 25 h 144"/>
                </a:gdLst>
                <a:ahLst/>
                <a:cxnLst>
                  <a:cxn ang="0">
                    <a:pos x="T0" y="T1"/>
                  </a:cxn>
                  <a:cxn ang="0">
                    <a:pos x="T2" y="T3"/>
                  </a:cxn>
                  <a:cxn ang="0">
                    <a:pos x="T4" y="T5"/>
                  </a:cxn>
                  <a:cxn ang="0">
                    <a:pos x="T6" y="T7"/>
                  </a:cxn>
                  <a:cxn ang="0">
                    <a:pos x="T8" y="T9"/>
                  </a:cxn>
                </a:cxnLst>
                <a:rect l="0" t="0" r="r" b="b"/>
                <a:pathLst>
                  <a:path w="249" h="144">
                    <a:moveTo>
                      <a:pt x="204" y="25"/>
                    </a:moveTo>
                    <a:cubicBezTo>
                      <a:pt x="248" y="51"/>
                      <a:pt x="249" y="92"/>
                      <a:pt x="205" y="118"/>
                    </a:cubicBezTo>
                    <a:cubicBezTo>
                      <a:pt x="161" y="144"/>
                      <a:pt x="89" y="144"/>
                      <a:pt x="45" y="118"/>
                    </a:cubicBezTo>
                    <a:cubicBezTo>
                      <a:pt x="0" y="92"/>
                      <a:pt x="0" y="51"/>
                      <a:pt x="44" y="25"/>
                    </a:cubicBezTo>
                    <a:cubicBezTo>
                      <a:pt x="88" y="0"/>
                      <a:pt x="160" y="0"/>
                      <a:pt x="204" y="25"/>
                    </a:cubicBezTo>
                    <a:close/>
                  </a:path>
                </a:pathLst>
              </a:custGeom>
              <a:gradFill>
                <a:gsLst>
                  <a:gs pos="0">
                    <a:srgbClr val="3749CC"/>
                  </a:gs>
                  <a:gs pos="100000">
                    <a:srgbClr val="8E9CEF"/>
                  </a:gs>
                </a:gsLst>
                <a:lin ang="135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9" name="Freeform 35">
                <a:extLst>
                  <a:ext uri="{FF2B5EF4-FFF2-40B4-BE49-F238E27FC236}">
                    <a16:creationId xmlns:a16="http://schemas.microsoft.com/office/drawing/2014/main" id="{FE30D12A-56F1-7619-48CE-E6EABAEAD133}"/>
                  </a:ext>
                </a:extLst>
              </p:cNvPr>
              <p:cNvSpPr>
                <a:spLocks/>
              </p:cNvSpPr>
              <p:nvPr/>
            </p:nvSpPr>
            <p:spPr bwMode="auto">
              <a:xfrm>
                <a:off x="9200450" y="894893"/>
                <a:ext cx="609470" cy="299378"/>
              </a:xfrm>
              <a:custGeom>
                <a:avLst/>
                <a:gdLst>
                  <a:gd name="T0" fmla="*/ 204 w 249"/>
                  <a:gd name="T1" fmla="*/ 25 h 144"/>
                  <a:gd name="T2" fmla="*/ 205 w 249"/>
                  <a:gd name="T3" fmla="*/ 118 h 144"/>
                  <a:gd name="T4" fmla="*/ 45 w 249"/>
                  <a:gd name="T5" fmla="*/ 118 h 144"/>
                  <a:gd name="T6" fmla="*/ 44 w 249"/>
                  <a:gd name="T7" fmla="*/ 25 h 144"/>
                  <a:gd name="T8" fmla="*/ 204 w 249"/>
                  <a:gd name="T9" fmla="*/ 25 h 144"/>
                </a:gdLst>
                <a:ahLst/>
                <a:cxnLst>
                  <a:cxn ang="0">
                    <a:pos x="T0" y="T1"/>
                  </a:cxn>
                  <a:cxn ang="0">
                    <a:pos x="T2" y="T3"/>
                  </a:cxn>
                  <a:cxn ang="0">
                    <a:pos x="T4" y="T5"/>
                  </a:cxn>
                  <a:cxn ang="0">
                    <a:pos x="T6" y="T7"/>
                  </a:cxn>
                  <a:cxn ang="0">
                    <a:pos x="T8" y="T9"/>
                  </a:cxn>
                </a:cxnLst>
                <a:rect l="0" t="0" r="r" b="b"/>
                <a:pathLst>
                  <a:path w="249" h="144">
                    <a:moveTo>
                      <a:pt x="204" y="25"/>
                    </a:moveTo>
                    <a:cubicBezTo>
                      <a:pt x="248" y="51"/>
                      <a:pt x="249" y="92"/>
                      <a:pt x="205" y="118"/>
                    </a:cubicBezTo>
                    <a:cubicBezTo>
                      <a:pt x="161" y="144"/>
                      <a:pt x="89" y="144"/>
                      <a:pt x="45" y="118"/>
                    </a:cubicBezTo>
                    <a:cubicBezTo>
                      <a:pt x="0" y="92"/>
                      <a:pt x="0" y="51"/>
                      <a:pt x="44" y="25"/>
                    </a:cubicBezTo>
                    <a:cubicBezTo>
                      <a:pt x="88" y="0"/>
                      <a:pt x="160" y="0"/>
                      <a:pt x="204" y="25"/>
                    </a:cubicBezTo>
                    <a:close/>
                  </a:path>
                </a:pathLst>
              </a:custGeom>
              <a:noFill/>
              <a:ln>
                <a:solidFill>
                  <a:srgbClr val="CDD2F8"/>
                </a:solid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60" name="组合 59">
              <a:extLst>
                <a:ext uri="{FF2B5EF4-FFF2-40B4-BE49-F238E27FC236}">
                  <a16:creationId xmlns:a16="http://schemas.microsoft.com/office/drawing/2014/main" id="{B359217D-8144-D062-C810-115A45CABBD2}"/>
                </a:ext>
              </a:extLst>
            </p:cNvPr>
            <p:cNvGrpSpPr/>
            <p:nvPr/>
          </p:nvGrpSpPr>
          <p:grpSpPr>
            <a:xfrm>
              <a:off x="5338088" y="827368"/>
              <a:ext cx="475639" cy="708686"/>
              <a:chOff x="9030523" y="797142"/>
              <a:chExt cx="949325" cy="1414463"/>
            </a:xfrm>
          </p:grpSpPr>
          <p:sp>
            <p:nvSpPr>
              <p:cNvPr id="61" name="Freeform 34">
                <a:extLst>
                  <a:ext uri="{FF2B5EF4-FFF2-40B4-BE49-F238E27FC236}">
                    <a16:creationId xmlns:a16="http://schemas.microsoft.com/office/drawing/2014/main" id="{24C73E9A-B13F-2B77-A75A-5DD3B040FFDE}"/>
                  </a:ext>
                </a:extLst>
              </p:cNvPr>
              <p:cNvSpPr>
                <a:spLocks/>
              </p:cNvSpPr>
              <p:nvPr/>
            </p:nvSpPr>
            <p:spPr bwMode="auto">
              <a:xfrm>
                <a:off x="9073385" y="1070192"/>
                <a:ext cx="863600" cy="1141413"/>
              </a:xfrm>
              <a:custGeom>
                <a:avLst/>
                <a:gdLst>
                  <a:gd name="T0" fmla="*/ 226 w 226"/>
                  <a:gd name="T1" fmla="*/ 1 h 301"/>
                  <a:gd name="T2" fmla="*/ 226 w 226"/>
                  <a:gd name="T3" fmla="*/ 229 h 301"/>
                  <a:gd name="T4" fmla="*/ 193 w 226"/>
                  <a:gd name="T5" fmla="*/ 275 h 301"/>
                  <a:gd name="T6" fmla="*/ 33 w 226"/>
                  <a:gd name="T7" fmla="*/ 275 h 301"/>
                  <a:gd name="T8" fmla="*/ 0 w 226"/>
                  <a:gd name="T9" fmla="*/ 229 h 301"/>
                  <a:gd name="T10" fmla="*/ 0 w 226"/>
                  <a:gd name="T11" fmla="*/ 0 h 301"/>
                  <a:gd name="T12" fmla="*/ 34 w 226"/>
                  <a:gd name="T13" fmla="*/ 47 h 301"/>
                  <a:gd name="T14" fmla="*/ 194 w 226"/>
                  <a:gd name="T15" fmla="*/ 47 h 301"/>
                  <a:gd name="T16" fmla="*/ 226 w 226"/>
                  <a:gd name="T17" fmla="*/ 1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6" h="301">
                    <a:moveTo>
                      <a:pt x="226" y="1"/>
                    </a:moveTo>
                    <a:cubicBezTo>
                      <a:pt x="226" y="229"/>
                      <a:pt x="226" y="229"/>
                      <a:pt x="226" y="229"/>
                    </a:cubicBezTo>
                    <a:cubicBezTo>
                      <a:pt x="226" y="246"/>
                      <a:pt x="215" y="263"/>
                      <a:pt x="193" y="275"/>
                    </a:cubicBezTo>
                    <a:cubicBezTo>
                      <a:pt x="149" y="301"/>
                      <a:pt x="77" y="301"/>
                      <a:pt x="33" y="275"/>
                    </a:cubicBezTo>
                    <a:cubicBezTo>
                      <a:pt x="11" y="262"/>
                      <a:pt x="0" y="246"/>
                      <a:pt x="0" y="229"/>
                    </a:cubicBezTo>
                    <a:cubicBezTo>
                      <a:pt x="0" y="0"/>
                      <a:pt x="0" y="0"/>
                      <a:pt x="0" y="0"/>
                    </a:cubicBezTo>
                    <a:cubicBezTo>
                      <a:pt x="0" y="17"/>
                      <a:pt x="11" y="34"/>
                      <a:pt x="34" y="47"/>
                    </a:cubicBezTo>
                    <a:cubicBezTo>
                      <a:pt x="78" y="73"/>
                      <a:pt x="150" y="73"/>
                      <a:pt x="194" y="47"/>
                    </a:cubicBezTo>
                    <a:cubicBezTo>
                      <a:pt x="215" y="34"/>
                      <a:pt x="226" y="18"/>
                      <a:pt x="226" y="1"/>
                    </a:cubicBezTo>
                    <a:close/>
                  </a:path>
                </a:pathLst>
              </a:custGeom>
              <a:gradFill flip="none" rotWithShape="1">
                <a:gsLst>
                  <a:gs pos="0">
                    <a:srgbClr val="7584E5"/>
                  </a:gs>
                  <a:gs pos="100000">
                    <a:srgbClr val="E7EBFF"/>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2" name="Freeform 35">
                <a:extLst>
                  <a:ext uri="{FF2B5EF4-FFF2-40B4-BE49-F238E27FC236}">
                    <a16:creationId xmlns:a16="http://schemas.microsoft.com/office/drawing/2014/main" id="{FC52D32C-5591-A02B-474E-F7FD4BBF4A31}"/>
                  </a:ext>
                </a:extLst>
              </p:cNvPr>
              <p:cNvSpPr>
                <a:spLocks/>
              </p:cNvSpPr>
              <p:nvPr/>
            </p:nvSpPr>
            <p:spPr bwMode="auto">
              <a:xfrm>
                <a:off x="9030523" y="1640898"/>
                <a:ext cx="949325" cy="546100"/>
              </a:xfrm>
              <a:custGeom>
                <a:avLst/>
                <a:gdLst>
                  <a:gd name="T0" fmla="*/ 204 w 249"/>
                  <a:gd name="T1" fmla="*/ 25 h 144"/>
                  <a:gd name="T2" fmla="*/ 205 w 249"/>
                  <a:gd name="T3" fmla="*/ 118 h 144"/>
                  <a:gd name="T4" fmla="*/ 45 w 249"/>
                  <a:gd name="T5" fmla="*/ 118 h 144"/>
                  <a:gd name="T6" fmla="*/ 44 w 249"/>
                  <a:gd name="T7" fmla="*/ 25 h 144"/>
                  <a:gd name="T8" fmla="*/ 204 w 249"/>
                  <a:gd name="T9" fmla="*/ 25 h 144"/>
                </a:gdLst>
                <a:ahLst/>
                <a:cxnLst>
                  <a:cxn ang="0">
                    <a:pos x="T0" y="T1"/>
                  </a:cxn>
                  <a:cxn ang="0">
                    <a:pos x="T2" y="T3"/>
                  </a:cxn>
                  <a:cxn ang="0">
                    <a:pos x="T4" y="T5"/>
                  </a:cxn>
                  <a:cxn ang="0">
                    <a:pos x="T6" y="T7"/>
                  </a:cxn>
                  <a:cxn ang="0">
                    <a:pos x="T8" y="T9"/>
                  </a:cxn>
                </a:cxnLst>
                <a:rect l="0" t="0" r="r" b="b"/>
                <a:pathLst>
                  <a:path w="249" h="144">
                    <a:moveTo>
                      <a:pt x="204" y="25"/>
                    </a:moveTo>
                    <a:cubicBezTo>
                      <a:pt x="248" y="51"/>
                      <a:pt x="249" y="92"/>
                      <a:pt x="205" y="118"/>
                    </a:cubicBezTo>
                    <a:cubicBezTo>
                      <a:pt x="161" y="144"/>
                      <a:pt x="89" y="144"/>
                      <a:pt x="45" y="118"/>
                    </a:cubicBezTo>
                    <a:cubicBezTo>
                      <a:pt x="0" y="92"/>
                      <a:pt x="0" y="51"/>
                      <a:pt x="44" y="25"/>
                    </a:cubicBezTo>
                    <a:cubicBezTo>
                      <a:pt x="88" y="0"/>
                      <a:pt x="160" y="0"/>
                      <a:pt x="204" y="25"/>
                    </a:cubicBezTo>
                    <a:close/>
                  </a:path>
                </a:pathLst>
              </a:custGeom>
              <a:gradFill>
                <a:gsLst>
                  <a:gs pos="0">
                    <a:srgbClr val="3749CC"/>
                  </a:gs>
                  <a:gs pos="100000">
                    <a:srgbClr val="8E9CEF"/>
                  </a:gs>
                </a:gsLst>
                <a:lin ang="135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35">
                <a:extLst>
                  <a:ext uri="{FF2B5EF4-FFF2-40B4-BE49-F238E27FC236}">
                    <a16:creationId xmlns:a16="http://schemas.microsoft.com/office/drawing/2014/main" id="{87E7C11B-21F0-E063-C4EF-A8D1C2A477CD}"/>
                  </a:ext>
                </a:extLst>
              </p:cNvPr>
              <p:cNvSpPr>
                <a:spLocks/>
              </p:cNvSpPr>
              <p:nvPr/>
            </p:nvSpPr>
            <p:spPr bwMode="auto">
              <a:xfrm>
                <a:off x="9030523" y="797142"/>
                <a:ext cx="949325" cy="546100"/>
              </a:xfrm>
              <a:custGeom>
                <a:avLst/>
                <a:gdLst>
                  <a:gd name="T0" fmla="*/ 204 w 249"/>
                  <a:gd name="T1" fmla="*/ 25 h 144"/>
                  <a:gd name="T2" fmla="*/ 205 w 249"/>
                  <a:gd name="T3" fmla="*/ 118 h 144"/>
                  <a:gd name="T4" fmla="*/ 45 w 249"/>
                  <a:gd name="T5" fmla="*/ 118 h 144"/>
                  <a:gd name="T6" fmla="*/ 44 w 249"/>
                  <a:gd name="T7" fmla="*/ 25 h 144"/>
                  <a:gd name="T8" fmla="*/ 204 w 249"/>
                  <a:gd name="T9" fmla="*/ 25 h 144"/>
                </a:gdLst>
                <a:ahLst/>
                <a:cxnLst>
                  <a:cxn ang="0">
                    <a:pos x="T0" y="T1"/>
                  </a:cxn>
                  <a:cxn ang="0">
                    <a:pos x="T2" y="T3"/>
                  </a:cxn>
                  <a:cxn ang="0">
                    <a:pos x="T4" y="T5"/>
                  </a:cxn>
                  <a:cxn ang="0">
                    <a:pos x="T6" y="T7"/>
                  </a:cxn>
                  <a:cxn ang="0">
                    <a:pos x="T8" y="T9"/>
                  </a:cxn>
                </a:cxnLst>
                <a:rect l="0" t="0" r="r" b="b"/>
                <a:pathLst>
                  <a:path w="249" h="144">
                    <a:moveTo>
                      <a:pt x="204" y="25"/>
                    </a:moveTo>
                    <a:cubicBezTo>
                      <a:pt x="248" y="51"/>
                      <a:pt x="249" y="92"/>
                      <a:pt x="205" y="118"/>
                    </a:cubicBezTo>
                    <a:cubicBezTo>
                      <a:pt x="161" y="144"/>
                      <a:pt x="89" y="144"/>
                      <a:pt x="45" y="118"/>
                    </a:cubicBezTo>
                    <a:cubicBezTo>
                      <a:pt x="0" y="92"/>
                      <a:pt x="0" y="51"/>
                      <a:pt x="44" y="25"/>
                    </a:cubicBezTo>
                    <a:cubicBezTo>
                      <a:pt x="88" y="0"/>
                      <a:pt x="160" y="0"/>
                      <a:pt x="204" y="25"/>
                    </a:cubicBezTo>
                    <a:close/>
                  </a:path>
                </a:pathLst>
              </a:custGeom>
              <a:gradFill>
                <a:gsLst>
                  <a:gs pos="0">
                    <a:srgbClr val="3749CC"/>
                  </a:gs>
                  <a:gs pos="100000">
                    <a:srgbClr val="8E9CEF"/>
                  </a:gs>
                </a:gsLst>
                <a:lin ang="135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4" name="Freeform 35">
                <a:extLst>
                  <a:ext uri="{FF2B5EF4-FFF2-40B4-BE49-F238E27FC236}">
                    <a16:creationId xmlns:a16="http://schemas.microsoft.com/office/drawing/2014/main" id="{E3ACA806-9494-E488-DC48-01866C207138}"/>
                  </a:ext>
                </a:extLst>
              </p:cNvPr>
              <p:cNvSpPr>
                <a:spLocks/>
              </p:cNvSpPr>
              <p:nvPr/>
            </p:nvSpPr>
            <p:spPr bwMode="auto">
              <a:xfrm>
                <a:off x="9200450" y="894893"/>
                <a:ext cx="609470" cy="299378"/>
              </a:xfrm>
              <a:custGeom>
                <a:avLst/>
                <a:gdLst>
                  <a:gd name="T0" fmla="*/ 204 w 249"/>
                  <a:gd name="T1" fmla="*/ 25 h 144"/>
                  <a:gd name="T2" fmla="*/ 205 w 249"/>
                  <a:gd name="T3" fmla="*/ 118 h 144"/>
                  <a:gd name="T4" fmla="*/ 45 w 249"/>
                  <a:gd name="T5" fmla="*/ 118 h 144"/>
                  <a:gd name="T6" fmla="*/ 44 w 249"/>
                  <a:gd name="T7" fmla="*/ 25 h 144"/>
                  <a:gd name="T8" fmla="*/ 204 w 249"/>
                  <a:gd name="T9" fmla="*/ 25 h 144"/>
                </a:gdLst>
                <a:ahLst/>
                <a:cxnLst>
                  <a:cxn ang="0">
                    <a:pos x="T0" y="T1"/>
                  </a:cxn>
                  <a:cxn ang="0">
                    <a:pos x="T2" y="T3"/>
                  </a:cxn>
                  <a:cxn ang="0">
                    <a:pos x="T4" y="T5"/>
                  </a:cxn>
                  <a:cxn ang="0">
                    <a:pos x="T6" y="T7"/>
                  </a:cxn>
                  <a:cxn ang="0">
                    <a:pos x="T8" y="T9"/>
                  </a:cxn>
                </a:cxnLst>
                <a:rect l="0" t="0" r="r" b="b"/>
                <a:pathLst>
                  <a:path w="249" h="144">
                    <a:moveTo>
                      <a:pt x="204" y="25"/>
                    </a:moveTo>
                    <a:cubicBezTo>
                      <a:pt x="248" y="51"/>
                      <a:pt x="249" y="92"/>
                      <a:pt x="205" y="118"/>
                    </a:cubicBezTo>
                    <a:cubicBezTo>
                      <a:pt x="161" y="144"/>
                      <a:pt x="89" y="144"/>
                      <a:pt x="45" y="118"/>
                    </a:cubicBezTo>
                    <a:cubicBezTo>
                      <a:pt x="0" y="92"/>
                      <a:pt x="0" y="51"/>
                      <a:pt x="44" y="25"/>
                    </a:cubicBezTo>
                    <a:cubicBezTo>
                      <a:pt x="88" y="0"/>
                      <a:pt x="160" y="0"/>
                      <a:pt x="204" y="25"/>
                    </a:cubicBezTo>
                    <a:close/>
                  </a:path>
                </a:pathLst>
              </a:custGeom>
              <a:noFill/>
              <a:ln>
                <a:solidFill>
                  <a:srgbClr val="CDD2F8"/>
                </a:solidFill>
              </a:ln>
            </p:spPr>
            <p:txBody>
              <a:bodyPr vert="horz" wrap="square" lIns="91440" tIns="45720" rIns="91440" bIns="45720" numCol="1" anchor="t" anchorCtr="0" compatLnSpc="1">
                <a:prstTxWarp prst="textNoShape">
                  <a:avLst/>
                </a:prstTxWarp>
              </a:bodyPr>
              <a:lstStyle/>
              <a:p>
                <a:endParaRPr lang="zh-CN" altLang="en-US"/>
              </a:p>
            </p:txBody>
          </p:sp>
        </p:grpSp>
        <p:sp>
          <p:nvSpPr>
            <p:cNvPr id="65" name="箭头: 右 64">
              <a:extLst>
                <a:ext uri="{FF2B5EF4-FFF2-40B4-BE49-F238E27FC236}">
                  <a16:creationId xmlns:a16="http://schemas.microsoft.com/office/drawing/2014/main" id="{18B41F64-7E5E-E11D-C822-99900BB28787}"/>
                </a:ext>
              </a:extLst>
            </p:cNvPr>
            <p:cNvSpPr/>
            <p:nvPr/>
          </p:nvSpPr>
          <p:spPr>
            <a:xfrm>
              <a:off x="3246218" y="2509211"/>
              <a:ext cx="349134" cy="274320"/>
            </a:xfrm>
            <a:prstGeom prst="rightArrow">
              <a:avLst/>
            </a:prstGeom>
            <a:gradFill flip="none" rotWithShape="1">
              <a:gsLst>
                <a:gs pos="0">
                  <a:srgbClr val="8E9CEF"/>
                </a:gs>
                <a:gs pos="100000">
                  <a:srgbClr val="8E9CEF">
                    <a:alpha val="0"/>
                  </a:srgbClr>
                </a:gs>
              </a:gsLst>
              <a:lin ang="10800000" scaled="1"/>
              <a:tileRect/>
            </a:gra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箭头: 右 65">
              <a:extLst>
                <a:ext uri="{FF2B5EF4-FFF2-40B4-BE49-F238E27FC236}">
                  <a16:creationId xmlns:a16="http://schemas.microsoft.com/office/drawing/2014/main" id="{16826A45-7400-BC57-5EEB-93B86F060B8C}"/>
                </a:ext>
              </a:extLst>
            </p:cNvPr>
            <p:cNvSpPr/>
            <p:nvPr/>
          </p:nvSpPr>
          <p:spPr>
            <a:xfrm>
              <a:off x="4092018" y="1992569"/>
              <a:ext cx="349134" cy="274320"/>
            </a:xfrm>
            <a:prstGeom prst="rightArrow">
              <a:avLst/>
            </a:prstGeom>
            <a:gradFill flip="none" rotWithShape="1">
              <a:gsLst>
                <a:gs pos="0">
                  <a:srgbClr val="8E9CEF"/>
                </a:gs>
                <a:gs pos="100000">
                  <a:srgbClr val="8E9CEF">
                    <a:alpha val="0"/>
                  </a:srgbClr>
                </a:gs>
              </a:gsLst>
              <a:lin ang="10800000" scaled="1"/>
              <a:tileRect/>
            </a:gra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箭头: 右 66">
              <a:extLst>
                <a:ext uri="{FF2B5EF4-FFF2-40B4-BE49-F238E27FC236}">
                  <a16:creationId xmlns:a16="http://schemas.microsoft.com/office/drawing/2014/main" id="{7B4621FE-A23D-DDF6-76E6-8570AAAD4E8D}"/>
                </a:ext>
              </a:extLst>
            </p:cNvPr>
            <p:cNvSpPr/>
            <p:nvPr/>
          </p:nvSpPr>
          <p:spPr>
            <a:xfrm>
              <a:off x="4986444" y="1500732"/>
              <a:ext cx="349134" cy="274320"/>
            </a:xfrm>
            <a:prstGeom prst="rightArrow">
              <a:avLst/>
            </a:prstGeom>
            <a:gradFill flip="none" rotWithShape="1">
              <a:gsLst>
                <a:gs pos="0">
                  <a:srgbClr val="8E9CEF"/>
                </a:gs>
                <a:gs pos="100000">
                  <a:srgbClr val="8E9CEF">
                    <a:alpha val="0"/>
                  </a:srgbClr>
                </a:gs>
              </a:gsLst>
              <a:lin ang="10800000" scaled="1"/>
              <a:tileRect/>
            </a:gra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3" name="组合 72">
            <a:extLst>
              <a:ext uri="{FF2B5EF4-FFF2-40B4-BE49-F238E27FC236}">
                <a16:creationId xmlns:a16="http://schemas.microsoft.com/office/drawing/2014/main" id="{6D7D6CC5-4AB9-8B41-A719-1C8CD953C341}"/>
              </a:ext>
            </a:extLst>
          </p:cNvPr>
          <p:cNvGrpSpPr/>
          <p:nvPr/>
        </p:nvGrpSpPr>
        <p:grpSpPr>
          <a:xfrm>
            <a:off x="4873977" y="3685751"/>
            <a:ext cx="1677010" cy="1015444"/>
            <a:chOff x="4733853" y="3179150"/>
            <a:chExt cx="2374900" cy="1438022"/>
          </a:xfrm>
        </p:grpSpPr>
        <p:sp>
          <p:nvSpPr>
            <p:cNvPr id="71" name="Freeform 13">
              <a:extLst>
                <a:ext uri="{FF2B5EF4-FFF2-40B4-BE49-F238E27FC236}">
                  <a16:creationId xmlns:a16="http://schemas.microsoft.com/office/drawing/2014/main" id="{711F5912-D308-F3FB-ACE9-5079390D89F7}"/>
                </a:ext>
              </a:extLst>
            </p:cNvPr>
            <p:cNvSpPr>
              <a:spLocks/>
            </p:cNvSpPr>
            <p:nvPr/>
          </p:nvSpPr>
          <p:spPr bwMode="auto">
            <a:xfrm>
              <a:off x="4733853" y="3866284"/>
              <a:ext cx="2339975" cy="750888"/>
            </a:xfrm>
            <a:custGeom>
              <a:avLst/>
              <a:gdLst>
                <a:gd name="T0" fmla="*/ 1192 w 1219"/>
                <a:gd name="T1" fmla="*/ 39 h 391"/>
                <a:gd name="T2" fmla="*/ 678 w 1219"/>
                <a:gd name="T3" fmla="*/ 338 h 391"/>
                <a:gd name="T4" fmla="*/ 545 w 1219"/>
                <a:gd name="T5" fmla="*/ 338 h 391"/>
                <a:gd name="T6" fmla="*/ 28 w 1219"/>
                <a:gd name="T7" fmla="*/ 39 h 391"/>
                <a:gd name="T8" fmla="*/ 0 w 1219"/>
                <a:gd name="T9" fmla="*/ 0 h 391"/>
                <a:gd name="T10" fmla="*/ 0 w 1219"/>
                <a:gd name="T11" fmla="*/ 33 h 391"/>
                <a:gd name="T12" fmla="*/ 28 w 1219"/>
                <a:gd name="T13" fmla="*/ 71 h 391"/>
                <a:gd name="T14" fmla="*/ 545 w 1219"/>
                <a:gd name="T15" fmla="*/ 370 h 391"/>
                <a:gd name="T16" fmla="*/ 677 w 1219"/>
                <a:gd name="T17" fmla="*/ 370 h 391"/>
                <a:gd name="T18" fmla="*/ 1191 w 1219"/>
                <a:gd name="T19" fmla="*/ 71 h 391"/>
                <a:gd name="T20" fmla="*/ 1219 w 1219"/>
                <a:gd name="T21" fmla="*/ 33 h 391"/>
                <a:gd name="T22" fmla="*/ 1219 w 1219"/>
                <a:gd name="T23" fmla="*/ 1 h 391"/>
                <a:gd name="T24" fmla="*/ 1192 w 1219"/>
                <a:gd name="T25" fmla="*/ 39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19" h="391">
                  <a:moveTo>
                    <a:pt x="1192" y="39"/>
                  </a:moveTo>
                  <a:cubicBezTo>
                    <a:pt x="678" y="338"/>
                    <a:pt x="678" y="338"/>
                    <a:pt x="678" y="338"/>
                  </a:cubicBezTo>
                  <a:cubicBezTo>
                    <a:pt x="641" y="359"/>
                    <a:pt x="582" y="359"/>
                    <a:pt x="545" y="338"/>
                  </a:cubicBezTo>
                  <a:cubicBezTo>
                    <a:pt x="28" y="39"/>
                    <a:pt x="28" y="39"/>
                    <a:pt x="28" y="39"/>
                  </a:cubicBezTo>
                  <a:cubicBezTo>
                    <a:pt x="10" y="28"/>
                    <a:pt x="0" y="14"/>
                    <a:pt x="0" y="0"/>
                  </a:cubicBezTo>
                  <a:cubicBezTo>
                    <a:pt x="0" y="33"/>
                    <a:pt x="0" y="33"/>
                    <a:pt x="0" y="33"/>
                  </a:cubicBezTo>
                  <a:cubicBezTo>
                    <a:pt x="0" y="47"/>
                    <a:pt x="10" y="61"/>
                    <a:pt x="28" y="71"/>
                  </a:cubicBezTo>
                  <a:cubicBezTo>
                    <a:pt x="545" y="370"/>
                    <a:pt x="545" y="370"/>
                    <a:pt x="545" y="370"/>
                  </a:cubicBezTo>
                  <a:cubicBezTo>
                    <a:pt x="582" y="391"/>
                    <a:pt x="641" y="391"/>
                    <a:pt x="677" y="370"/>
                  </a:cubicBezTo>
                  <a:cubicBezTo>
                    <a:pt x="1191" y="71"/>
                    <a:pt x="1191" y="71"/>
                    <a:pt x="1191" y="71"/>
                  </a:cubicBezTo>
                  <a:cubicBezTo>
                    <a:pt x="1210" y="61"/>
                    <a:pt x="1219" y="47"/>
                    <a:pt x="1219" y="33"/>
                  </a:cubicBezTo>
                  <a:cubicBezTo>
                    <a:pt x="1219" y="1"/>
                    <a:pt x="1219" y="1"/>
                    <a:pt x="1219" y="1"/>
                  </a:cubicBezTo>
                  <a:cubicBezTo>
                    <a:pt x="1219" y="15"/>
                    <a:pt x="1210" y="28"/>
                    <a:pt x="1192" y="39"/>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2" name="Freeform 14">
              <a:extLst>
                <a:ext uri="{FF2B5EF4-FFF2-40B4-BE49-F238E27FC236}">
                  <a16:creationId xmlns:a16="http://schemas.microsoft.com/office/drawing/2014/main" id="{B21CBD2E-EAC8-4E30-20F1-0311FBCD0ABE}"/>
                </a:ext>
              </a:extLst>
            </p:cNvPr>
            <p:cNvSpPr>
              <a:spLocks/>
            </p:cNvSpPr>
            <p:nvPr/>
          </p:nvSpPr>
          <p:spPr bwMode="auto">
            <a:xfrm>
              <a:off x="4733853" y="3179150"/>
              <a:ext cx="2374900" cy="1377950"/>
            </a:xfrm>
            <a:custGeom>
              <a:avLst/>
              <a:gdLst>
                <a:gd name="T0" fmla="*/ 1200 w 1237"/>
                <a:gd name="T1" fmla="*/ 320 h 717"/>
                <a:gd name="T2" fmla="*/ 1201 w 1237"/>
                <a:gd name="T3" fmla="*/ 397 h 717"/>
                <a:gd name="T4" fmla="*/ 687 w 1237"/>
                <a:gd name="T5" fmla="*/ 696 h 717"/>
                <a:gd name="T6" fmla="*/ 554 w 1237"/>
                <a:gd name="T7" fmla="*/ 696 h 717"/>
                <a:gd name="T8" fmla="*/ 37 w 1237"/>
                <a:gd name="T9" fmla="*/ 397 h 717"/>
                <a:gd name="T10" fmla="*/ 37 w 1237"/>
                <a:gd name="T11" fmla="*/ 320 h 717"/>
                <a:gd name="T12" fmla="*/ 551 w 1237"/>
                <a:gd name="T13" fmla="*/ 22 h 717"/>
                <a:gd name="T14" fmla="*/ 683 w 1237"/>
                <a:gd name="T15" fmla="*/ 22 h 717"/>
                <a:gd name="T16" fmla="*/ 1200 w 1237"/>
                <a:gd name="T17" fmla="*/ 32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37" h="717">
                  <a:moveTo>
                    <a:pt x="1200" y="320"/>
                  </a:moveTo>
                  <a:cubicBezTo>
                    <a:pt x="1237" y="341"/>
                    <a:pt x="1237" y="376"/>
                    <a:pt x="1201" y="397"/>
                  </a:cubicBezTo>
                  <a:cubicBezTo>
                    <a:pt x="687" y="696"/>
                    <a:pt x="687" y="696"/>
                    <a:pt x="687" y="696"/>
                  </a:cubicBezTo>
                  <a:cubicBezTo>
                    <a:pt x="650" y="717"/>
                    <a:pt x="591" y="717"/>
                    <a:pt x="554" y="696"/>
                  </a:cubicBezTo>
                  <a:cubicBezTo>
                    <a:pt x="37" y="397"/>
                    <a:pt x="37" y="397"/>
                    <a:pt x="37" y="397"/>
                  </a:cubicBezTo>
                  <a:cubicBezTo>
                    <a:pt x="0" y="376"/>
                    <a:pt x="0" y="341"/>
                    <a:pt x="37" y="320"/>
                  </a:cubicBezTo>
                  <a:cubicBezTo>
                    <a:pt x="551" y="22"/>
                    <a:pt x="551" y="22"/>
                    <a:pt x="551" y="22"/>
                  </a:cubicBezTo>
                  <a:cubicBezTo>
                    <a:pt x="587" y="0"/>
                    <a:pt x="646" y="0"/>
                    <a:pt x="683" y="22"/>
                  </a:cubicBezTo>
                  <a:lnTo>
                    <a:pt x="1200" y="320"/>
                  </a:lnTo>
                  <a:close/>
                </a:path>
              </a:pathLst>
            </a:custGeom>
            <a:gradFill>
              <a:gsLst>
                <a:gs pos="0">
                  <a:srgbClr val="6578F0"/>
                </a:gs>
                <a:gs pos="100000">
                  <a:srgbClr val="3749CC"/>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74" name="组合 73">
            <a:extLst>
              <a:ext uri="{FF2B5EF4-FFF2-40B4-BE49-F238E27FC236}">
                <a16:creationId xmlns:a16="http://schemas.microsoft.com/office/drawing/2014/main" id="{D7A75C36-628E-B3B6-BB5D-768597273D57}"/>
              </a:ext>
            </a:extLst>
          </p:cNvPr>
          <p:cNvGrpSpPr/>
          <p:nvPr/>
        </p:nvGrpSpPr>
        <p:grpSpPr>
          <a:xfrm>
            <a:off x="6632325" y="2639156"/>
            <a:ext cx="1677010" cy="1015445"/>
            <a:chOff x="4733852" y="3179149"/>
            <a:chExt cx="2374900" cy="1438023"/>
          </a:xfrm>
        </p:grpSpPr>
        <p:sp>
          <p:nvSpPr>
            <p:cNvPr id="75" name="Freeform 13">
              <a:extLst>
                <a:ext uri="{FF2B5EF4-FFF2-40B4-BE49-F238E27FC236}">
                  <a16:creationId xmlns:a16="http://schemas.microsoft.com/office/drawing/2014/main" id="{C99FED64-4E9C-F4D2-7601-B374391B1257}"/>
                </a:ext>
              </a:extLst>
            </p:cNvPr>
            <p:cNvSpPr>
              <a:spLocks/>
            </p:cNvSpPr>
            <p:nvPr/>
          </p:nvSpPr>
          <p:spPr bwMode="auto">
            <a:xfrm>
              <a:off x="4733853" y="3866284"/>
              <a:ext cx="2339975" cy="750888"/>
            </a:xfrm>
            <a:custGeom>
              <a:avLst/>
              <a:gdLst>
                <a:gd name="T0" fmla="*/ 1192 w 1219"/>
                <a:gd name="T1" fmla="*/ 39 h 391"/>
                <a:gd name="T2" fmla="*/ 678 w 1219"/>
                <a:gd name="T3" fmla="*/ 338 h 391"/>
                <a:gd name="T4" fmla="*/ 545 w 1219"/>
                <a:gd name="T5" fmla="*/ 338 h 391"/>
                <a:gd name="T6" fmla="*/ 28 w 1219"/>
                <a:gd name="T7" fmla="*/ 39 h 391"/>
                <a:gd name="T8" fmla="*/ 0 w 1219"/>
                <a:gd name="T9" fmla="*/ 0 h 391"/>
                <a:gd name="T10" fmla="*/ 0 w 1219"/>
                <a:gd name="T11" fmla="*/ 33 h 391"/>
                <a:gd name="T12" fmla="*/ 28 w 1219"/>
                <a:gd name="T13" fmla="*/ 71 h 391"/>
                <a:gd name="T14" fmla="*/ 545 w 1219"/>
                <a:gd name="T15" fmla="*/ 370 h 391"/>
                <a:gd name="T16" fmla="*/ 677 w 1219"/>
                <a:gd name="T17" fmla="*/ 370 h 391"/>
                <a:gd name="T18" fmla="*/ 1191 w 1219"/>
                <a:gd name="T19" fmla="*/ 71 h 391"/>
                <a:gd name="T20" fmla="*/ 1219 w 1219"/>
                <a:gd name="T21" fmla="*/ 33 h 391"/>
                <a:gd name="T22" fmla="*/ 1219 w 1219"/>
                <a:gd name="T23" fmla="*/ 1 h 391"/>
                <a:gd name="T24" fmla="*/ 1192 w 1219"/>
                <a:gd name="T25" fmla="*/ 39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19" h="391">
                  <a:moveTo>
                    <a:pt x="1192" y="39"/>
                  </a:moveTo>
                  <a:cubicBezTo>
                    <a:pt x="678" y="338"/>
                    <a:pt x="678" y="338"/>
                    <a:pt x="678" y="338"/>
                  </a:cubicBezTo>
                  <a:cubicBezTo>
                    <a:pt x="641" y="359"/>
                    <a:pt x="582" y="359"/>
                    <a:pt x="545" y="338"/>
                  </a:cubicBezTo>
                  <a:cubicBezTo>
                    <a:pt x="28" y="39"/>
                    <a:pt x="28" y="39"/>
                    <a:pt x="28" y="39"/>
                  </a:cubicBezTo>
                  <a:cubicBezTo>
                    <a:pt x="10" y="28"/>
                    <a:pt x="0" y="14"/>
                    <a:pt x="0" y="0"/>
                  </a:cubicBezTo>
                  <a:cubicBezTo>
                    <a:pt x="0" y="33"/>
                    <a:pt x="0" y="33"/>
                    <a:pt x="0" y="33"/>
                  </a:cubicBezTo>
                  <a:cubicBezTo>
                    <a:pt x="0" y="47"/>
                    <a:pt x="10" y="61"/>
                    <a:pt x="28" y="71"/>
                  </a:cubicBezTo>
                  <a:cubicBezTo>
                    <a:pt x="545" y="370"/>
                    <a:pt x="545" y="370"/>
                    <a:pt x="545" y="370"/>
                  </a:cubicBezTo>
                  <a:cubicBezTo>
                    <a:pt x="582" y="391"/>
                    <a:pt x="641" y="391"/>
                    <a:pt x="677" y="370"/>
                  </a:cubicBezTo>
                  <a:cubicBezTo>
                    <a:pt x="1191" y="71"/>
                    <a:pt x="1191" y="71"/>
                    <a:pt x="1191" y="71"/>
                  </a:cubicBezTo>
                  <a:cubicBezTo>
                    <a:pt x="1210" y="61"/>
                    <a:pt x="1219" y="47"/>
                    <a:pt x="1219" y="33"/>
                  </a:cubicBezTo>
                  <a:cubicBezTo>
                    <a:pt x="1219" y="1"/>
                    <a:pt x="1219" y="1"/>
                    <a:pt x="1219" y="1"/>
                  </a:cubicBezTo>
                  <a:cubicBezTo>
                    <a:pt x="1219" y="15"/>
                    <a:pt x="1210" y="28"/>
                    <a:pt x="1192" y="39"/>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6" name="Freeform 14">
              <a:extLst>
                <a:ext uri="{FF2B5EF4-FFF2-40B4-BE49-F238E27FC236}">
                  <a16:creationId xmlns:a16="http://schemas.microsoft.com/office/drawing/2014/main" id="{48635CE1-B8E0-4F20-775C-49715735459C}"/>
                </a:ext>
              </a:extLst>
            </p:cNvPr>
            <p:cNvSpPr>
              <a:spLocks/>
            </p:cNvSpPr>
            <p:nvPr/>
          </p:nvSpPr>
          <p:spPr bwMode="auto">
            <a:xfrm>
              <a:off x="4733852" y="3179149"/>
              <a:ext cx="2374900" cy="1377950"/>
            </a:xfrm>
            <a:custGeom>
              <a:avLst/>
              <a:gdLst>
                <a:gd name="T0" fmla="*/ 1200 w 1237"/>
                <a:gd name="T1" fmla="*/ 320 h 717"/>
                <a:gd name="T2" fmla="*/ 1201 w 1237"/>
                <a:gd name="T3" fmla="*/ 397 h 717"/>
                <a:gd name="T4" fmla="*/ 687 w 1237"/>
                <a:gd name="T5" fmla="*/ 696 h 717"/>
                <a:gd name="T6" fmla="*/ 554 w 1237"/>
                <a:gd name="T7" fmla="*/ 696 h 717"/>
                <a:gd name="T8" fmla="*/ 37 w 1237"/>
                <a:gd name="T9" fmla="*/ 397 h 717"/>
                <a:gd name="T10" fmla="*/ 37 w 1237"/>
                <a:gd name="T11" fmla="*/ 320 h 717"/>
                <a:gd name="T12" fmla="*/ 551 w 1237"/>
                <a:gd name="T13" fmla="*/ 22 h 717"/>
                <a:gd name="T14" fmla="*/ 683 w 1237"/>
                <a:gd name="T15" fmla="*/ 22 h 717"/>
                <a:gd name="T16" fmla="*/ 1200 w 1237"/>
                <a:gd name="T17" fmla="*/ 32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37" h="717">
                  <a:moveTo>
                    <a:pt x="1200" y="320"/>
                  </a:moveTo>
                  <a:cubicBezTo>
                    <a:pt x="1237" y="341"/>
                    <a:pt x="1237" y="376"/>
                    <a:pt x="1201" y="397"/>
                  </a:cubicBezTo>
                  <a:cubicBezTo>
                    <a:pt x="687" y="696"/>
                    <a:pt x="687" y="696"/>
                    <a:pt x="687" y="696"/>
                  </a:cubicBezTo>
                  <a:cubicBezTo>
                    <a:pt x="650" y="717"/>
                    <a:pt x="591" y="717"/>
                    <a:pt x="554" y="696"/>
                  </a:cubicBezTo>
                  <a:cubicBezTo>
                    <a:pt x="37" y="397"/>
                    <a:pt x="37" y="397"/>
                    <a:pt x="37" y="397"/>
                  </a:cubicBezTo>
                  <a:cubicBezTo>
                    <a:pt x="0" y="376"/>
                    <a:pt x="0" y="341"/>
                    <a:pt x="37" y="320"/>
                  </a:cubicBezTo>
                  <a:cubicBezTo>
                    <a:pt x="551" y="22"/>
                    <a:pt x="551" y="22"/>
                    <a:pt x="551" y="22"/>
                  </a:cubicBezTo>
                  <a:cubicBezTo>
                    <a:pt x="587" y="0"/>
                    <a:pt x="646" y="0"/>
                    <a:pt x="683" y="22"/>
                  </a:cubicBezTo>
                  <a:lnTo>
                    <a:pt x="1200" y="320"/>
                  </a:lnTo>
                  <a:close/>
                </a:path>
              </a:pathLst>
            </a:custGeom>
            <a:gradFill>
              <a:gsLst>
                <a:gs pos="0">
                  <a:srgbClr val="6578F0"/>
                </a:gs>
                <a:gs pos="100000">
                  <a:srgbClr val="3749CC"/>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77" name="组合 76">
            <a:extLst>
              <a:ext uri="{FF2B5EF4-FFF2-40B4-BE49-F238E27FC236}">
                <a16:creationId xmlns:a16="http://schemas.microsoft.com/office/drawing/2014/main" id="{9D84828B-AE99-9A26-D59A-A6236F79D230}"/>
              </a:ext>
            </a:extLst>
          </p:cNvPr>
          <p:cNvGrpSpPr/>
          <p:nvPr/>
        </p:nvGrpSpPr>
        <p:grpSpPr>
          <a:xfrm>
            <a:off x="5330474" y="3756428"/>
            <a:ext cx="764017" cy="646484"/>
            <a:chOff x="6611089" y="2864487"/>
            <a:chExt cx="2193926" cy="1856422"/>
          </a:xfrm>
        </p:grpSpPr>
        <p:grpSp>
          <p:nvGrpSpPr>
            <p:cNvPr id="78" name="组合 77">
              <a:extLst>
                <a:ext uri="{FF2B5EF4-FFF2-40B4-BE49-F238E27FC236}">
                  <a16:creationId xmlns:a16="http://schemas.microsoft.com/office/drawing/2014/main" id="{DCE2C1FD-6D3C-0DAC-D876-2D1F8B7DD7D6}"/>
                </a:ext>
              </a:extLst>
            </p:cNvPr>
            <p:cNvGrpSpPr/>
            <p:nvPr/>
          </p:nvGrpSpPr>
          <p:grpSpPr>
            <a:xfrm>
              <a:off x="6611089" y="3331847"/>
              <a:ext cx="2181226" cy="1389062"/>
              <a:chOff x="6923403" y="1807847"/>
              <a:chExt cx="2181226" cy="1389062"/>
            </a:xfrm>
          </p:grpSpPr>
          <p:sp>
            <p:nvSpPr>
              <p:cNvPr id="87" name="Freeform 11">
                <a:extLst>
                  <a:ext uri="{FF2B5EF4-FFF2-40B4-BE49-F238E27FC236}">
                    <a16:creationId xmlns:a16="http://schemas.microsoft.com/office/drawing/2014/main" id="{72512144-3749-7420-409E-4B15E465B6EB}"/>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8" name="Freeform 12">
                <a:extLst>
                  <a:ext uri="{FF2B5EF4-FFF2-40B4-BE49-F238E27FC236}">
                    <a16:creationId xmlns:a16="http://schemas.microsoft.com/office/drawing/2014/main" id="{779329FF-ED2C-C9E8-F494-C311B8F09FB0}"/>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9" name="Freeform 13">
                <a:extLst>
                  <a:ext uri="{FF2B5EF4-FFF2-40B4-BE49-F238E27FC236}">
                    <a16:creationId xmlns:a16="http://schemas.microsoft.com/office/drawing/2014/main" id="{D35A76FF-BB29-5CC7-3867-92F64D2042E1}"/>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79" name="组合 78">
              <a:extLst>
                <a:ext uri="{FF2B5EF4-FFF2-40B4-BE49-F238E27FC236}">
                  <a16:creationId xmlns:a16="http://schemas.microsoft.com/office/drawing/2014/main" id="{70FB1D9A-8CAF-5B20-7C15-438EDA290F33}"/>
                </a:ext>
              </a:extLst>
            </p:cNvPr>
            <p:cNvGrpSpPr/>
            <p:nvPr/>
          </p:nvGrpSpPr>
          <p:grpSpPr>
            <a:xfrm>
              <a:off x="6617439" y="3098167"/>
              <a:ext cx="2181226" cy="1389062"/>
              <a:chOff x="6923403" y="1807847"/>
              <a:chExt cx="2181226" cy="1389062"/>
            </a:xfrm>
          </p:grpSpPr>
          <p:sp>
            <p:nvSpPr>
              <p:cNvPr id="84" name="Freeform 11">
                <a:extLst>
                  <a:ext uri="{FF2B5EF4-FFF2-40B4-BE49-F238E27FC236}">
                    <a16:creationId xmlns:a16="http://schemas.microsoft.com/office/drawing/2014/main" id="{7CE0743C-A893-CED4-3037-25B0E9C33AF3}"/>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5" name="Freeform 12">
                <a:extLst>
                  <a:ext uri="{FF2B5EF4-FFF2-40B4-BE49-F238E27FC236}">
                    <a16:creationId xmlns:a16="http://schemas.microsoft.com/office/drawing/2014/main" id="{C1654A61-3692-D232-8A08-CAC89F423E4D}"/>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Freeform 13">
                <a:extLst>
                  <a:ext uri="{FF2B5EF4-FFF2-40B4-BE49-F238E27FC236}">
                    <a16:creationId xmlns:a16="http://schemas.microsoft.com/office/drawing/2014/main" id="{94C01B83-2331-E24F-3842-7E9F68E7513D}"/>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0" name="组合 79">
              <a:extLst>
                <a:ext uri="{FF2B5EF4-FFF2-40B4-BE49-F238E27FC236}">
                  <a16:creationId xmlns:a16="http://schemas.microsoft.com/office/drawing/2014/main" id="{8058B4D3-4DC9-E0C8-5F55-7B0C461013D0}"/>
                </a:ext>
              </a:extLst>
            </p:cNvPr>
            <p:cNvGrpSpPr/>
            <p:nvPr/>
          </p:nvGrpSpPr>
          <p:grpSpPr>
            <a:xfrm>
              <a:off x="6623789" y="2864487"/>
              <a:ext cx="2181226" cy="1389062"/>
              <a:chOff x="6923403" y="1807847"/>
              <a:chExt cx="2181226" cy="1389062"/>
            </a:xfrm>
          </p:grpSpPr>
          <p:sp>
            <p:nvSpPr>
              <p:cNvPr id="81" name="Freeform 11">
                <a:extLst>
                  <a:ext uri="{FF2B5EF4-FFF2-40B4-BE49-F238E27FC236}">
                    <a16:creationId xmlns:a16="http://schemas.microsoft.com/office/drawing/2014/main" id="{2CAD2659-FB32-2E11-6388-37D426819300}"/>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Freeform 12">
                <a:extLst>
                  <a:ext uri="{FF2B5EF4-FFF2-40B4-BE49-F238E27FC236}">
                    <a16:creationId xmlns:a16="http://schemas.microsoft.com/office/drawing/2014/main" id="{7EA1389F-0824-E5C5-1554-A732F12DABE6}"/>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3" name="Freeform 13">
                <a:extLst>
                  <a:ext uri="{FF2B5EF4-FFF2-40B4-BE49-F238E27FC236}">
                    <a16:creationId xmlns:a16="http://schemas.microsoft.com/office/drawing/2014/main" id="{2C233EE0-0661-AAFD-850F-E7B7C917375F}"/>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93" name="组合 92">
            <a:extLst>
              <a:ext uri="{FF2B5EF4-FFF2-40B4-BE49-F238E27FC236}">
                <a16:creationId xmlns:a16="http://schemas.microsoft.com/office/drawing/2014/main" id="{2750C3CA-82A0-5631-DA55-B9D26FD12BE6}"/>
              </a:ext>
            </a:extLst>
          </p:cNvPr>
          <p:cNvGrpSpPr/>
          <p:nvPr/>
        </p:nvGrpSpPr>
        <p:grpSpPr>
          <a:xfrm>
            <a:off x="7088822" y="2718926"/>
            <a:ext cx="764017" cy="646484"/>
            <a:chOff x="6611089" y="2864487"/>
            <a:chExt cx="2193926" cy="1856422"/>
          </a:xfrm>
        </p:grpSpPr>
        <p:grpSp>
          <p:nvGrpSpPr>
            <p:cNvPr id="94" name="组合 93">
              <a:extLst>
                <a:ext uri="{FF2B5EF4-FFF2-40B4-BE49-F238E27FC236}">
                  <a16:creationId xmlns:a16="http://schemas.microsoft.com/office/drawing/2014/main" id="{5967AE0F-C685-26D1-20B2-9D9369EBA504}"/>
                </a:ext>
              </a:extLst>
            </p:cNvPr>
            <p:cNvGrpSpPr/>
            <p:nvPr/>
          </p:nvGrpSpPr>
          <p:grpSpPr>
            <a:xfrm>
              <a:off x="6611089" y="3331847"/>
              <a:ext cx="2181226" cy="1389062"/>
              <a:chOff x="6923403" y="1807847"/>
              <a:chExt cx="2181226" cy="1389062"/>
            </a:xfrm>
          </p:grpSpPr>
          <p:sp>
            <p:nvSpPr>
              <p:cNvPr id="103" name="Freeform 11">
                <a:extLst>
                  <a:ext uri="{FF2B5EF4-FFF2-40B4-BE49-F238E27FC236}">
                    <a16:creationId xmlns:a16="http://schemas.microsoft.com/office/drawing/2014/main" id="{90B3CD60-1284-8560-F51F-EBAEAE80621A}"/>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Freeform 12">
                <a:extLst>
                  <a:ext uri="{FF2B5EF4-FFF2-40B4-BE49-F238E27FC236}">
                    <a16:creationId xmlns:a16="http://schemas.microsoft.com/office/drawing/2014/main" id="{925AE6D7-9509-9928-A944-FDDF696AC252}"/>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13">
                <a:extLst>
                  <a:ext uri="{FF2B5EF4-FFF2-40B4-BE49-F238E27FC236}">
                    <a16:creationId xmlns:a16="http://schemas.microsoft.com/office/drawing/2014/main" id="{6E74B4C4-BA9D-CCDB-E528-5818F9634A1F}"/>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5" name="组合 94">
              <a:extLst>
                <a:ext uri="{FF2B5EF4-FFF2-40B4-BE49-F238E27FC236}">
                  <a16:creationId xmlns:a16="http://schemas.microsoft.com/office/drawing/2014/main" id="{9BA52CBD-9893-3F08-F816-47A240D847C5}"/>
                </a:ext>
              </a:extLst>
            </p:cNvPr>
            <p:cNvGrpSpPr/>
            <p:nvPr/>
          </p:nvGrpSpPr>
          <p:grpSpPr>
            <a:xfrm>
              <a:off x="6617439" y="3098167"/>
              <a:ext cx="2181226" cy="1389062"/>
              <a:chOff x="6923403" y="1807847"/>
              <a:chExt cx="2181226" cy="1389062"/>
            </a:xfrm>
          </p:grpSpPr>
          <p:sp>
            <p:nvSpPr>
              <p:cNvPr id="100" name="Freeform 11">
                <a:extLst>
                  <a:ext uri="{FF2B5EF4-FFF2-40B4-BE49-F238E27FC236}">
                    <a16:creationId xmlns:a16="http://schemas.microsoft.com/office/drawing/2014/main" id="{83734FF4-24E4-1471-960F-A9A9F9412078}"/>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Freeform 12">
                <a:extLst>
                  <a:ext uri="{FF2B5EF4-FFF2-40B4-BE49-F238E27FC236}">
                    <a16:creationId xmlns:a16="http://schemas.microsoft.com/office/drawing/2014/main" id="{CAA77109-3030-5D46-5566-B84CC7DE798C}"/>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 name="Freeform 13">
                <a:extLst>
                  <a:ext uri="{FF2B5EF4-FFF2-40B4-BE49-F238E27FC236}">
                    <a16:creationId xmlns:a16="http://schemas.microsoft.com/office/drawing/2014/main" id="{7C71F7E2-E2F2-0AF9-39AC-C5FB89F6D2BB}"/>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6" name="组合 95">
              <a:extLst>
                <a:ext uri="{FF2B5EF4-FFF2-40B4-BE49-F238E27FC236}">
                  <a16:creationId xmlns:a16="http://schemas.microsoft.com/office/drawing/2014/main" id="{976CED66-669C-A18A-4696-C5945373FFFE}"/>
                </a:ext>
              </a:extLst>
            </p:cNvPr>
            <p:cNvGrpSpPr/>
            <p:nvPr/>
          </p:nvGrpSpPr>
          <p:grpSpPr>
            <a:xfrm>
              <a:off x="6623789" y="2864487"/>
              <a:ext cx="2181226" cy="1389062"/>
              <a:chOff x="6923403" y="1807847"/>
              <a:chExt cx="2181226" cy="1389062"/>
            </a:xfrm>
          </p:grpSpPr>
          <p:sp>
            <p:nvSpPr>
              <p:cNvPr id="97" name="Freeform 11">
                <a:extLst>
                  <a:ext uri="{FF2B5EF4-FFF2-40B4-BE49-F238E27FC236}">
                    <a16:creationId xmlns:a16="http://schemas.microsoft.com/office/drawing/2014/main" id="{43EC6E41-BFAB-8D1A-98A3-01A2BB5438C7}"/>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12">
                <a:extLst>
                  <a:ext uri="{FF2B5EF4-FFF2-40B4-BE49-F238E27FC236}">
                    <a16:creationId xmlns:a16="http://schemas.microsoft.com/office/drawing/2014/main" id="{0386EFF0-76C9-7A9D-6376-8358D038F6D9}"/>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13">
                <a:extLst>
                  <a:ext uri="{FF2B5EF4-FFF2-40B4-BE49-F238E27FC236}">
                    <a16:creationId xmlns:a16="http://schemas.microsoft.com/office/drawing/2014/main" id="{9B81E8C6-7567-A7BA-5652-FAB046C60BCA}"/>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06" name="组合 105">
            <a:extLst>
              <a:ext uri="{FF2B5EF4-FFF2-40B4-BE49-F238E27FC236}">
                <a16:creationId xmlns:a16="http://schemas.microsoft.com/office/drawing/2014/main" id="{5CE35D41-553B-D0EE-FF47-4A6FC09B2E35}"/>
              </a:ext>
            </a:extLst>
          </p:cNvPr>
          <p:cNvGrpSpPr/>
          <p:nvPr/>
        </p:nvGrpSpPr>
        <p:grpSpPr>
          <a:xfrm>
            <a:off x="7862824" y="3061899"/>
            <a:ext cx="857816" cy="833439"/>
            <a:chOff x="9104628" y="974408"/>
            <a:chExt cx="857816" cy="833439"/>
          </a:xfrm>
        </p:grpSpPr>
        <p:sp>
          <p:nvSpPr>
            <p:cNvPr id="107" name="菱形 106">
              <a:extLst>
                <a:ext uri="{FF2B5EF4-FFF2-40B4-BE49-F238E27FC236}">
                  <a16:creationId xmlns:a16="http://schemas.microsoft.com/office/drawing/2014/main" id="{6967DFFD-8E9E-79FD-1AB9-EA9E1A04CA41}"/>
                </a:ext>
              </a:extLst>
            </p:cNvPr>
            <p:cNvSpPr/>
            <p:nvPr/>
          </p:nvSpPr>
          <p:spPr>
            <a:xfrm>
              <a:off x="9104628" y="1331972"/>
              <a:ext cx="857816" cy="475875"/>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08" name="组合 107">
              <a:extLst>
                <a:ext uri="{FF2B5EF4-FFF2-40B4-BE49-F238E27FC236}">
                  <a16:creationId xmlns:a16="http://schemas.microsoft.com/office/drawing/2014/main" id="{A0358578-7C2E-84E8-2384-D57D2B055297}"/>
                </a:ext>
              </a:extLst>
            </p:cNvPr>
            <p:cNvGrpSpPr/>
            <p:nvPr/>
          </p:nvGrpSpPr>
          <p:grpSpPr>
            <a:xfrm>
              <a:off x="9187319" y="1154982"/>
              <a:ext cx="692434" cy="584618"/>
              <a:chOff x="8056563" y="1092200"/>
              <a:chExt cx="1641476" cy="1385888"/>
            </a:xfrm>
          </p:grpSpPr>
          <p:sp>
            <p:nvSpPr>
              <p:cNvPr id="112" name="Freeform 18">
                <a:extLst>
                  <a:ext uri="{FF2B5EF4-FFF2-40B4-BE49-F238E27FC236}">
                    <a16:creationId xmlns:a16="http://schemas.microsoft.com/office/drawing/2014/main" id="{1BA67F50-56ED-B5BA-BD2C-2398C05CE611}"/>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3" name="Freeform 19">
                <a:extLst>
                  <a:ext uri="{FF2B5EF4-FFF2-40B4-BE49-F238E27FC236}">
                    <a16:creationId xmlns:a16="http://schemas.microsoft.com/office/drawing/2014/main" id="{BF2F6C38-2345-86D0-9650-24C6AE41DC59}"/>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4" name="Freeform 20">
                <a:extLst>
                  <a:ext uri="{FF2B5EF4-FFF2-40B4-BE49-F238E27FC236}">
                    <a16:creationId xmlns:a16="http://schemas.microsoft.com/office/drawing/2014/main" id="{54654E52-CB0F-C4B5-E1CF-7AFD691DD4A2}"/>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09" name="Freeform 18">
              <a:extLst>
                <a:ext uri="{FF2B5EF4-FFF2-40B4-BE49-F238E27FC236}">
                  <a16:creationId xmlns:a16="http://schemas.microsoft.com/office/drawing/2014/main" id="{357FCC39-72A2-8A0B-F2D3-3983AA8F1011}"/>
                </a:ext>
              </a:extLst>
            </p:cNvPr>
            <p:cNvSpPr>
              <a:spLocks/>
            </p:cNvSpPr>
            <p:nvPr/>
          </p:nvSpPr>
          <p:spPr bwMode="auto">
            <a:xfrm>
              <a:off x="9534205" y="1174638"/>
              <a:ext cx="345547" cy="384388"/>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Freeform 19">
              <a:extLst>
                <a:ext uri="{FF2B5EF4-FFF2-40B4-BE49-F238E27FC236}">
                  <a16:creationId xmlns:a16="http://schemas.microsoft.com/office/drawing/2014/main" id="{D4A8D607-D25D-108D-366B-F2644D8B5380}"/>
                </a:ext>
              </a:extLst>
            </p:cNvPr>
            <p:cNvSpPr>
              <a:spLocks/>
            </p:cNvSpPr>
            <p:nvPr/>
          </p:nvSpPr>
          <p:spPr bwMode="auto">
            <a:xfrm>
              <a:off x="9187319" y="1174638"/>
              <a:ext cx="346886" cy="384388"/>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1" name="Freeform 20">
              <a:extLst>
                <a:ext uri="{FF2B5EF4-FFF2-40B4-BE49-F238E27FC236}">
                  <a16:creationId xmlns:a16="http://schemas.microsoft.com/office/drawing/2014/main" id="{6FBD9D00-B063-EBEE-7811-78957E5AD037}"/>
                </a:ext>
              </a:extLst>
            </p:cNvPr>
            <p:cNvSpPr>
              <a:spLocks/>
            </p:cNvSpPr>
            <p:nvPr/>
          </p:nvSpPr>
          <p:spPr bwMode="auto">
            <a:xfrm>
              <a:off x="9189328" y="974408"/>
              <a:ext cx="690425" cy="402469"/>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15" name="组合 114">
            <a:extLst>
              <a:ext uri="{FF2B5EF4-FFF2-40B4-BE49-F238E27FC236}">
                <a16:creationId xmlns:a16="http://schemas.microsoft.com/office/drawing/2014/main" id="{18A5238D-C197-8CA7-E49C-25C7421A5353}"/>
              </a:ext>
            </a:extLst>
          </p:cNvPr>
          <p:cNvGrpSpPr/>
          <p:nvPr/>
        </p:nvGrpSpPr>
        <p:grpSpPr>
          <a:xfrm>
            <a:off x="8440093" y="3396130"/>
            <a:ext cx="857816" cy="833439"/>
            <a:chOff x="9104628" y="974408"/>
            <a:chExt cx="857816" cy="833439"/>
          </a:xfrm>
        </p:grpSpPr>
        <p:sp>
          <p:nvSpPr>
            <p:cNvPr id="116" name="菱形 115">
              <a:extLst>
                <a:ext uri="{FF2B5EF4-FFF2-40B4-BE49-F238E27FC236}">
                  <a16:creationId xmlns:a16="http://schemas.microsoft.com/office/drawing/2014/main" id="{3B5628B3-CD77-EE88-0440-D33789C27CE3}"/>
                </a:ext>
              </a:extLst>
            </p:cNvPr>
            <p:cNvSpPr/>
            <p:nvPr/>
          </p:nvSpPr>
          <p:spPr>
            <a:xfrm>
              <a:off x="9104628" y="1331972"/>
              <a:ext cx="857816" cy="475875"/>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17" name="组合 116">
              <a:extLst>
                <a:ext uri="{FF2B5EF4-FFF2-40B4-BE49-F238E27FC236}">
                  <a16:creationId xmlns:a16="http://schemas.microsoft.com/office/drawing/2014/main" id="{4BBB676D-35FD-18D9-2991-85389012DB78}"/>
                </a:ext>
              </a:extLst>
            </p:cNvPr>
            <p:cNvGrpSpPr/>
            <p:nvPr/>
          </p:nvGrpSpPr>
          <p:grpSpPr>
            <a:xfrm>
              <a:off x="9187319" y="1154982"/>
              <a:ext cx="692434" cy="584618"/>
              <a:chOff x="8056563" y="1092200"/>
              <a:chExt cx="1641476" cy="1385888"/>
            </a:xfrm>
          </p:grpSpPr>
          <p:sp>
            <p:nvSpPr>
              <p:cNvPr id="121" name="Freeform 18">
                <a:extLst>
                  <a:ext uri="{FF2B5EF4-FFF2-40B4-BE49-F238E27FC236}">
                    <a16:creationId xmlns:a16="http://schemas.microsoft.com/office/drawing/2014/main" id="{439980D9-DC92-D929-9D56-B3D41992BD4E}"/>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2" name="Freeform 19">
                <a:extLst>
                  <a:ext uri="{FF2B5EF4-FFF2-40B4-BE49-F238E27FC236}">
                    <a16:creationId xmlns:a16="http://schemas.microsoft.com/office/drawing/2014/main" id="{2F3EA2CE-3BD0-F0F1-F8E8-80B7FB4D3DF8}"/>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3" name="Freeform 20">
                <a:extLst>
                  <a:ext uri="{FF2B5EF4-FFF2-40B4-BE49-F238E27FC236}">
                    <a16:creationId xmlns:a16="http://schemas.microsoft.com/office/drawing/2014/main" id="{BE642A63-4E7E-83FA-088F-055BE206550B}"/>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18" name="Freeform 18">
              <a:extLst>
                <a:ext uri="{FF2B5EF4-FFF2-40B4-BE49-F238E27FC236}">
                  <a16:creationId xmlns:a16="http://schemas.microsoft.com/office/drawing/2014/main" id="{672900B0-2D0D-C58D-2DB4-A5A312B83ECB}"/>
                </a:ext>
              </a:extLst>
            </p:cNvPr>
            <p:cNvSpPr>
              <a:spLocks/>
            </p:cNvSpPr>
            <p:nvPr/>
          </p:nvSpPr>
          <p:spPr bwMode="auto">
            <a:xfrm>
              <a:off x="9534205" y="1174638"/>
              <a:ext cx="345547" cy="384388"/>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9" name="Freeform 19">
              <a:extLst>
                <a:ext uri="{FF2B5EF4-FFF2-40B4-BE49-F238E27FC236}">
                  <a16:creationId xmlns:a16="http://schemas.microsoft.com/office/drawing/2014/main" id="{23F55CBC-13AB-8630-7E81-760F2573D191}"/>
                </a:ext>
              </a:extLst>
            </p:cNvPr>
            <p:cNvSpPr>
              <a:spLocks/>
            </p:cNvSpPr>
            <p:nvPr/>
          </p:nvSpPr>
          <p:spPr bwMode="auto">
            <a:xfrm>
              <a:off x="9187319" y="1174638"/>
              <a:ext cx="346886" cy="384388"/>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0" name="Freeform 20">
              <a:extLst>
                <a:ext uri="{FF2B5EF4-FFF2-40B4-BE49-F238E27FC236}">
                  <a16:creationId xmlns:a16="http://schemas.microsoft.com/office/drawing/2014/main" id="{649DAC5C-1B43-1610-9092-072FC8872A14}"/>
                </a:ext>
              </a:extLst>
            </p:cNvPr>
            <p:cNvSpPr>
              <a:spLocks/>
            </p:cNvSpPr>
            <p:nvPr/>
          </p:nvSpPr>
          <p:spPr bwMode="auto">
            <a:xfrm>
              <a:off x="9189328" y="974408"/>
              <a:ext cx="690425" cy="402469"/>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24" name="组合 123">
            <a:extLst>
              <a:ext uri="{FF2B5EF4-FFF2-40B4-BE49-F238E27FC236}">
                <a16:creationId xmlns:a16="http://schemas.microsoft.com/office/drawing/2014/main" id="{28AAF5E5-E6E7-7818-CAF1-6A7B4673CD5D}"/>
              </a:ext>
            </a:extLst>
          </p:cNvPr>
          <p:cNvGrpSpPr/>
          <p:nvPr/>
        </p:nvGrpSpPr>
        <p:grpSpPr>
          <a:xfrm>
            <a:off x="9017362" y="3730361"/>
            <a:ext cx="857816" cy="833439"/>
            <a:chOff x="9104628" y="974408"/>
            <a:chExt cx="857816" cy="833439"/>
          </a:xfrm>
        </p:grpSpPr>
        <p:sp>
          <p:nvSpPr>
            <p:cNvPr id="125" name="菱形 124">
              <a:extLst>
                <a:ext uri="{FF2B5EF4-FFF2-40B4-BE49-F238E27FC236}">
                  <a16:creationId xmlns:a16="http://schemas.microsoft.com/office/drawing/2014/main" id="{FAF74853-0C92-6B84-AE47-80AF42B5A744}"/>
                </a:ext>
              </a:extLst>
            </p:cNvPr>
            <p:cNvSpPr/>
            <p:nvPr/>
          </p:nvSpPr>
          <p:spPr>
            <a:xfrm>
              <a:off x="9104628" y="1331972"/>
              <a:ext cx="857816" cy="475875"/>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26" name="组合 125">
              <a:extLst>
                <a:ext uri="{FF2B5EF4-FFF2-40B4-BE49-F238E27FC236}">
                  <a16:creationId xmlns:a16="http://schemas.microsoft.com/office/drawing/2014/main" id="{3B42DA20-4794-00E6-F929-687E1432771C}"/>
                </a:ext>
              </a:extLst>
            </p:cNvPr>
            <p:cNvGrpSpPr/>
            <p:nvPr/>
          </p:nvGrpSpPr>
          <p:grpSpPr>
            <a:xfrm>
              <a:off x="9187319" y="1154982"/>
              <a:ext cx="692434" cy="584618"/>
              <a:chOff x="8056563" y="1092200"/>
              <a:chExt cx="1641476" cy="1385888"/>
            </a:xfrm>
          </p:grpSpPr>
          <p:sp>
            <p:nvSpPr>
              <p:cNvPr id="130" name="Freeform 18">
                <a:extLst>
                  <a:ext uri="{FF2B5EF4-FFF2-40B4-BE49-F238E27FC236}">
                    <a16:creationId xmlns:a16="http://schemas.microsoft.com/office/drawing/2014/main" id="{D5E8E8DC-ABA4-09C9-E960-6307BF053E4A}"/>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1" name="Freeform 19">
                <a:extLst>
                  <a:ext uri="{FF2B5EF4-FFF2-40B4-BE49-F238E27FC236}">
                    <a16:creationId xmlns:a16="http://schemas.microsoft.com/office/drawing/2014/main" id="{CD374EF0-0346-71CB-E293-192C0AD1D26E}"/>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2" name="Freeform 20">
                <a:extLst>
                  <a:ext uri="{FF2B5EF4-FFF2-40B4-BE49-F238E27FC236}">
                    <a16:creationId xmlns:a16="http://schemas.microsoft.com/office/drawing/2014/main" id="{EECFC427-5D6D-1C3F-8E7E-E06C1C7DF9A3}"/>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27" name="Freeform 18">
              <a:extLst>
                <a:ext uri="{FF2B5EF4-FFF2-40B4-BE49-F238E27FC236}">
                  <a16:creationId xmlns:a16="http://schemas.microsoft.com/office/drawing/2014/main" id="{3B9FAF37-8BA2-E061-432B-1347E14DCF54}"/>
                </a:ext>
              </a:extLst>
            </p:cNvPr>
            <p:cNvSpPr>
              <a:spLocks/>
            </p:cNvSpPr>
            <p:nvPr/>
          </p:nvSpPr>
          <p:spPr bwMode="auto">
            <a:xfrm>
              <a:off x="9534205" y="1174638"/>
              <a:ext cx="345547" cy="384388"/>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 name="Freeform 19">
              <a:extLst>
                <a:ext uri="{FF2B5EF4-FFF2-40B4-BE49-F238E27FC236}">
                  <a16:creationId xmlns:a16="http://schemas.microsoft.com/office/drawing/2014/main" id="{B375CA8A-F38C-099B-D7F9-5235EF1813AC}"/>
                </a:ext>
              </a:extLst>
            </p:cNvPr>
            <p:cNvSpPr>
              <a:spLocks/>
            </p:cNvSpPr>
            <p:nvPr/>
          </p:nvSpPr>
          <p:spPr bwMode="auto">
            <a:xfrm>
              <a:off x="9187319" y="1174638"/>
              <a:ext cx="346886" cy="384388"/>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9" name="Freeform 20">
              <a:extLst>
                <a:ext uri="{FF2B5EF4-FFF2-40B4-BE49-F238E27FC236}">
                  <a16:creationId xmlns:a16="http://schemas.microsoft.com/office/drawing/2014/main" id="{0BD84688-9B93-59A6-F011-868A514FB757}"/>
                </a:ext>
              </a:extLst>
            </p:cNvPr>
            <p:cNvSpPr>
              <a:spLocks/>
            </p:cNvSpPr>
            <p:nvPr/>
          </p:nvSpPr>
          <p:spPr bwMode="auto">
            <a:xfrm>
              <a:off x="9189328" y="974408"/>
              <a:ext cx="690425" cy="402469"/>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33" name="组合 132">
            <a:extLst>
              <a:ext uri="{FF2B5EF4-FFF2-40B4-BE49-F238E27FC236}">
                <a16:creationId xmlns:a16="http://schemas.microsoft.com/office/drawing/2014/main" id="{D98EFF01-7C77-FB12-D2EC-86156352BAA0}"/>
              </a:ext>
            </a:extLst>
          </p:cNvPr>
          <p:cNvGrpSpPr/>
          <p:nvPr/>
        </p:nvGrpSpPr>
        <p:grpSpPr>
          <a:xfrm>
            <a:off x="6111825" y="4103563"/>
            <a:ext cx="857816" cy="833439"/>
            <a:chOff x="9104628" y="974408"/>
            <a:chExt cx="857816" cy="833439"/>
          </a:xfrm>
        </p:grpSpPr>
        <p:sp>
          <p:nvSpPr>
            <p:cNvPr id="134" name="菱形 133">
              <a:extLst>
                <a:ext uri="{FF2B5EF4-FFF2-40B4-BE49-F238E27FC236}">
                  <a16:creationId xmlns:a16="http://schemas.microsoft.com/office/drawing/2014/main" id="{DDB61943-52EE-0DD4-00B6-A7AD2BD9BA05}"/>
                </a:ext>
              </a:extLst>
            </p:cNvPr>
            <p:cNvSpPr/>
            <p:nvPr/>
          </p:nvSpPr>
          <p:spPr>
            <a:xfrm>
              <a:off x="9104628" y="1331972"/>
              <a:ext cx="857816" cy="475875"/>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35" name="组合 134">
              <a:extLst>
                <a:ext uri="{FF2B5EF4-FFF2-40B4-BE49-F238E27FC236}">
                  <a16:creationId xmlns:a16="http://schemas.microsoft.com/office/drawing/2014/main" id="{3F0FAB37-4B02-DD3C-BE4F-3FB18D4366D0}"/>
                </a:ext>
              </a:extLst>
            </p:cNvPr>
            <p:cNvGrpSpPr/>
            <p:nvPr/>
          </p:nvGrpSpPr>
          <p:grpSpPr>
            <a:xfrm>
              <a:off x="9187319" y="1154982"/>
              <a:ext cx="692434" cy="584618"/>
              <a:chOff x="8056563" y="1092200"/>
              <a:chExt cx="1641476" cy="1385888"/>
            </a:xfrm>
          </p:grpSpPr>
          <p:sp>
            <p:nvSpPr>
              <p:cNvPr id="139" name="Freeform 18">
                <a:extLst>
                  <a:ext uri="{FF2B5EF4-FFF2-40B4-BE49-F238E27FC236}">
                    <a16:creationId xmlns:a16="http://schemas.microsoft.com/office/drawing/2014/main" id="{E978781A-05E6-6A5A-30A0-51A46FBAC045}"/>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0" name="Freeform 19">
                <a:extLst>
                  <a:ext uri="{FF2B5EF4-FFF2-40B4-BE49-F238E27FC236}">
                    <a16:creationId xmlns:a16="http://schemas.microsoft.com/office/drawing/2014/main" id="{E61E73CB-6EB4-D59D-3043-69233FA767FE}"/>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1" name="Freeform 20">
                <a:extLst>
                  <a:ext uri="{FF2B5EF4-FFF2-40B4-BE49-F238E27FC236}">
                    <a16:creationId xmlns:a16="http://schemas.microsoft.com/office/drawing/2014/main" id="{BBBF7153-4989-7745-8756-879768FF4731}"/>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36" name="Freeform 18">
              <a:extLst>
                <a:ext uri="{FF2B5EF4-FFF2-40B4-BE49-F238E27FC236}">
                  <a16:creationId xmlns:a16="http://schemas.microsoft.com/office/drawing/2014/main" id="{16D6FC98-ABCD-A8D2-6EEB-6F10146D8FD9}"/>
                </a:ext>
              </a:extLst>
            </p:cNvPr>
            <p:cNvSpPr>
              <a:spLocks/>
            </p:cNvSpPr>
            <p:nvPr/>
          </p:nvSpPr>
          <p:spPr bwMode="auto">
            <a:xfrm>
              <a:off x="9534205" y="1174638"/>
              <a:ext cx="345547" cy="384388"/>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7" name="Freeform 19">
              <a:extLst>
                <a:ext uri="{FF2B5EF4-FFF2-40B4-BE49-F238E27FC236}">
                  <a16:creationId xmlns:a16="http://schemas.microsoft.com/office/drawing/2014/main" id="{74277725-D2DD-9AEE-B2E1-BBC9A14B35F6}"/>
                </a:ext>
              </a:extLst>
            </p:cNvPr>
            <p:cNvSpPr>
              <a:spLocks/>
            </p:cNvSpPr>
            <p:nvPr/>
          </p:nvSpPr>
          <p:spPr bwMode="auto">
            <a:xfrm>
              <a:off x="9187319" y="1174638"/>
              <a:ext cx="346886" cy="384388"/>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8" name="Freeform 20">
              <a:extLst>
                <a:ext uri="{FF2B5EF4-FFF2-40B4-BE49-F238E27FC236}">
                  <a16:creationId xmlns:a16="http://schemas.microsoft.com/office/drawing/2014/main" id="{36AC26FE-D13F-0C2C-2135-F325496FFEAF}"/>
                </a:ext>
              </a:extLst>
            </p:cNvPr>
            <p:cNvSpPr>
              <a:spLocks/>
            </p:cNvSpPr>
            <p:nvPr/>
          </p:nvSpPr>
          <p:spPr bwMode="auto">
            <a:xfrm>
              <a:off x="9189328" y="974408"/>
              <a:ext cx="690425" cy="402469"/>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42" name="组合 141">
            <a:extLst>
              <a:ext uri="{FF2B5EF4-FFF2-40B4-BE49-F238E27FC236}">
                <a16:creationId xmlns:a16="http://schemas.microsoft.com/office/drawing/2014/main" id="{C235A62C-2AA1-4529-8614-83390FC2E65B}"/>
              </a:ext>
            </a:extLst>
          </p:cNvPr>
          <p:cNvGrpSpPr/>
          <p:nvPr/>
        </p:nvGrpSpPr>
        <p:grpSpPr>
          <a:xfrm>
            <a:off x="6689094" y="4437794"/>
            <a:ext cx="857816" cy="833439"/>
            <a:chOff x="9104628" y="974408"/>
            <a:chExt cx="857816" cy="833439"/>
          </a:xfrm>
        </p:grpSpPr>
        <p:sp>
          <p:nvSpPr>
            <p:cNvPr id="143" name="菱形 142">
              <a:extLst>
                <a:ext uri="{FF2B5EF4-FFF2-40B4-BE49-F238E27FC236}">
                  <a16:creationId xmlns:a16="http://schemas.microsoft.com/office/drawing/2014/main" id="{3AC85C81-A9B6-05D3-DD67-C55859E9A22B}"/>
                </a:ext>
              </a:extLst>
            </p:cNvPr>
            <p:cNvSpPr/>
            <p:nvPr/>
          </p:nvSpPr>
          <p:spPr>
            <a:xfrm>
              <a:off x="9104628" y="1331972"/>
              <a:ext cx="857816" cy="475875"/>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44" name="组合 143">
              <a:extLst>
                <a:ext uri="{FF2B5EF4-FFF2-40B4-BE49-F238E27FC236}">
                  <a16:creationId xmlns:a16="http://schemas.microsoft.com/office/drawing/2014/main" id="{5B32F929-66A6-C9F2-530D-32A32CCC8B96}"/>
                </a:ext>
              </a:extLst>
            </p:cNvPr>
            <p:cNvGrpSpPr/>
            <p:nvPr/>
          </p:nvGrpSpPr>
          <p:grpSpPr>
            <a:xfrm>
              <a:off x="9187319" y="1154982"/>
              <a:ext cx="692434" cy="584618"/>
              <a:chOff x="8056563" y="1092200"/>
              <a:chExt cx="1641476" cy="1385888"/>
            </a:xfrm>
          </p:grpSpPr>
          <p:sp>
            <p:nvSpPr>
              <p:cNvPr id="148" name="Freeform 18">
                <a:extLst>
                  <a:ext uri="{FF2B5EF4-FFF2-40B4-BE49-F238E27FC236}">
                    <a16:creationId xmlns:a16="http://schemas.microsoft.com/office/drawing/2014/main" id="{25012099-2C42-22BA-634C-912813F0B72F}"/>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9" name="Freeform 19">
                <a:extLst>
                  <a:ext uri="{FF2B5EF4-FFF2-40B4-BE49-F238E27FC236}">
                    <a16:creationId xmlns:a16="http://schemas.microsoft.com/office/drawing/2014/main" id="{2E9F3FC6-5E2C-767E-3510-151710DD9294}"/>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0" name="Freeform 20">
                <a:extLst>
                  <a:ext uri="{FF2B5EF4-FFF2-40B4-BE49-F238E27FC236}">
                    <a16:creationId xmlns:a16="http://schemas.microsoft.com/office/drawing/2014/main" id="{0B64100E-1765-1B73-BDCB-6C3B75023757}"/>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45" name="Freeform 18">
              <a:extLst>
                <a:ext uri="{FF2B5EF4-FFF2-40B4-BE49-F238E27FC236}">
                  <a16:creationId xmlns:a16="http://schemas.microsoft.com/office/drawing/2014/main" id="{0BD697FB-FD2C-9735-18D2-3CC11831A135}"/>
                </a:ext>
              </a:extLst>
            </p:cNvPr>
            <p:cNvSpPr>
              <a:spLocks/>
            </p:cNvSpPr>
            <p:nvPr/>
          </p:nvSpPr>
          <p:spPr bwMode="auto">
            <a:xfrm>
              <a:off x="9534205" y="1174638"/>
              <a:ext cx="345547" cy="384388"/>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6" name="Freeform 19">
              <a:extLst>
                <a:ext uri="{FF2B5EF4-FFF2-40B4-BE49-F238E27FC236}">
                  <a16:creationId xmlns:a16="http://schemas.microsoft.com/office/drawing/2014/main" id="{A1B40950-F67A-FC78-1FC1-5E1961945394}"/>
                </a:ext>
              </a:extLst>
            </p:cNvPr>
            <p:cNvSpPr>
              <a:spLocks/>
            </p:cNvSpPr>
            <p:nvPr/>
          </p:nvSpPr>
          <p:spPr bwMode="auto">
            <a:xfrm>
              <a:off x="9187319" y="1174638"/>
              <a:ext cx="346886" cy="384388"/>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7" name="Freeform 20">
              <a:extLst>
                <a:ext uri="{FF2B5EF4-FFF2-40B4-BE49-F238E27FC236}">
                  <a16:creationId xmlns:a16="http://schemas.microsoft.com/office/drawing/2014/main" id="{25EF20E0-705B-E55E-6B74-0F164997DA35}"/>
                </a:ext>
              </a:extLst>
            </p:cNvPr>
            <p:cNvSpPr>
              <a:spLocks/>
            </p:cNvSpPr>
            <p:nvPr/>
          </p:nvSpPr>
          <p:spPr bwMode="auto">
            <a:xfrm>
              <a:off x="9189328" y="974408"/>
              <a:ext cx="690425" cy="402469"/>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51" name="组合 150">
            <a:extLst>
              <a:ext uri="{FF2B5EF4-FFF2-40B4-BE49-F238E27FC236}">
                <a16:creationId xmlns:a16="http://schemas.microsoft.com/office/drawing/2014/main" id="{9E88EF23-1C6E-6C3D-BB32-EBC18930DA85}"/>
              </a:ext>
            </a:extLst>
          </p:cNvPr>
          <p:cNvGrpSpPr/>
          <p:nvPr/>
        </p:nvGrpSpPr>
        <p:grpSpPr>
          <a:xfrm>
            <a:off x="7266363" y="4772025"/>
            <a:ext cx="857816" cy="833439"/>
            <a:chOff x="9104628" y="974408"/>
            <a:chExt cx="857816" cy="833439"/>
          </a:xfrm>
        </p:grpSpPr>
        <p:sp>
          <p:nvSpPr>
            <p:cNvPr id="152" name="菱形 151">
              <a:extLst>
                <a:ext uri="{FF2B5EF4-FFF2-40B4-BE49-F238E27FC236}">
                  <a16:creationId xmlns:a16="http://schemas.microsoft.com/office/drawing/2014/main" id="{BC7A771F-E0D0-1B23-A155-FFDFDC343CC6}"/>
                </a:ext>
              </a:extLst>
            </p:cNvPr>
            <p:cNvSpPr/>
            <p:nvPr/>
          </p:nvSpPr>
          <p:spPr>
            <a:xfrm>
              <a:off x="9104628" y="1331972"/>
              <a:ext cx="857816" cy="475875"/>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53" name="组合 152">
              <a:extLst>
                <a:ext uri="{FF2B5EF4-FFF2-40B4-BE49-F238E27FC236}">
                  <a16:creationId xmlns:a16="http://schemas.microsoft.com/office/drawing/2014/main" id="{188D52A3-AB6C-6B4F-6074-B8C1302C7811}"/>
                </a:ext>
              </a:extLst>
            </p:cNvPr>
            <p:cNvGrpSpPr/>
            <p:nvPr/>
          </p:nvGrpSpPr>
          <p:grpSpPr>
            <a:xfrm>
              <a:off x="9187319" y="1154982"/>
              <a:ext cx="692434" cy="584618"/>
              <a:chOff x="8056563" y="1092200"/>
              <a:chExt cx="1641476" cy="1385888"/>
            </a:xfrm>
          </p:grpSpPr>
          <p:sp>
            <p:nvSpPr>
              <p:cNvPr id="157" name="Freeform 18">
                <a:extLst>
                  <a:ext uri="{FF2B5EF4-FFF2-40B4-BE49-F238E27FC236}">
                    <a16:creationId xmlns:a16="http://schemas.microsoft.com/office/drawing/2014/main" id="{F4B40DD6-9C12-7E3A-C69D-5F3D2F9C1C4F}"/>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8" name="Freeform 19">
                <a:extLst>
                  <a:ext uri="{FF2B5EF4-FFF2-40B4-BE49-F238E27FC236}">
                    <a16:creationId xmlns:a16="http://schemas.microsoft.com/office/drawing/2014/main" id="{4855CCD9-4C9F-14B0-AFE2-A9B7E5C84A44}"/>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9" name="Freeform 20">
                <a:extLst>
                  <a:ext uri="{FF2B5EF4-FFF2-40B4-BE49-F238E27FC236}">
                    <a16:creationId xmlns:a16="http://schemas.microsoft.com/office/drawing/2014/main" id="{AE349AAF-48CA-C40E-E195-33BBC319072E}"/>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54" name="Freeform 18">
              <a:extLst>
                <a:ext uri="{FF2B5EF4-FFF2-40B4-BE49-F238E27FC236}">
                  <a16:creationId xmlns:a16="http://schemas.microsoft.com/office/drawing/2014/main" id="{A473038B-58C2-7ED4-D580-A51F9D2B5C69}"/>
                </a:ext>
              </a:extLst>
            </p:cNvPr>
            <p:cNvSpPr>
              <a:spLocks/>
            </p:cNvSpPr>
            <p:nvPr/>
          </p:nvSpPr>
          <p:spPr bwMode="auto">
            <a:xfrm>
              <a:off x="9534205" y="1174638"/>
              <a:ext cx="345547" cy="384388"/>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5" name="Freeform 19">
              <a:extLst>
                <a:ext uri="{FF2B5EF4-FFF2-40B4-BE49-F238E27FC236}">
                  <a16:creationId xmlns:a16="http://schemas.microsoft.com/office/drawing/2014/main" id="{A18AC38B-9CAF-CB59-D2B8-C7F42DDB481D}"/>
                </a:ext>
              </a:extLst>
            </p:cNvPr>
            <p:cNvSpPr>
              <a:spLocks/>
            </p:cNvSpPr>
            <p:nvPr/>
          </p:nvSpPr>
          <p:spPr bwMode="auto">
            <a:xfrm>
              <a:off x="9187319" y="1174638"/>
              <a:ext cx="346886" cy="384388"/>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6" name="Freeform 20">
              <a:extLst>
                <a:ext uri="{FF2B5EF4-FFF2-40B4-BE49-F238E27FC236}">
                  <a16:creationId xmlns:a16="http://schemas.microsoft.com/office/drawing/2014/main" id="{A90E8562-BA00-9291-6103-A88BA91DE28E}"/>
                </a:ext>
              </a:extLst>
            </p:cNvPr>
            <p:cNvSpPr>
              <a:spLocks/>
            </p:cNvSpPr>
            <p:nvPr/>
          </p:nvSpPr>
          <p:spPr bwMode="auto">
            <a:xfrm>
              <a:off x="9189328" y="974408"/>
              <a:ext cx="690425" cy="402469"/>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60" name="文本框 159">
            <a:extLst>
              <a:ext uri="{FF2B5EF4-FFF2-40B4-BE49-F238E27FC236}">
                <a16:creationId xmlns:a16="http://schemas.microsoft.com/office/drawing/2014/main" id="{F66C72C1-F7C9-529B-DFDE-AF2B8AECE02B}"/>
              </a:ext>
            </a:extLst>
          </p:cNvPr>
          <p:cNvSpPr txBox="1"/>
          <p:nvPr/>
        </p:nvSpPr>
        <p:spPr>
          <a:xfrm>
            <a:off x="6259361" y="3938555"/>
            <a:ext cx="2313454" cy="461665"/>
          </a:xfrm>
          <a:prstGeom prst="rect">
            <a:avLst/>
          </a:prstGeom>
          <a:noFill/>
          <a:scene3d>
            <a:camera prst="isometricBottomDown"/>
            <a:lightRig rig="threePt" dir="t"/>
          </a:scene3d>
        </p:spPr>
        <p:txBody>
          <a:bodyPr wrap="none" rtlCol="0">
            <a:spAutoFit/>
          </a:bodyPr>
          <a:lstStyle/>
          <a:p>
            <a:r>
              <a:rPr lang="en-US" altLang="zh-CN" sz="2400" dirty="0">
                <a:solidFill>
                  <a:srgbClr val="3749CC"/>
                </a:solidFill>
                <a:latin typeface="HarmonyOS Sans SC Black" panose="00000A00000000000000" pitchFamily="2" charset="-122"/>
                <a:ea typeface="HarmonyOS Sans SC Black" panose="00000A00000000000000" pitchFamily="2" charset="-122"/>
              </a:rPr>
              <a:t>YOUR BRAND</a:t>
            </a:r>
            <a:endParaRPr lang="zh-CN" altLang="en-US" sz="2400" dirty="0">
              <a:solidFill>
                <a:srgbClr val="3749CC"/>
              </a:solidFill>
              <a:latin typeface="HarmonyOS Sans SC Black" panose="00000A00000000000000" pitchFamily="2" charset="-122"/>
              <a:ea typeface="HarmonyOS Sans SC Black" panose="00000A00000000000000" pitchFamily="2" charset="-122"/>
            </a:endParaRPr>
          </a:p>
        </p:txBody>
      </p:sp>
      <p:sp>
        <p:nvSpPr>
          <p:cNvPr id="188" name="箭头: 右 187">
            <a:extLst>
              <a:ext uri="{FF2B5EF4-FFF2-40B4-BE49-F238E27FC236}">
                <a16:creationId xmlns:a16="http://schemas.microsoft.com/office/drawing/2014/main" id="{1DD12151-E63C-0E29-9229-0F9DA180D78F}"/>
              </a:ext>
            </a:extLst>
          </p:cNvPr>
          <p:cNvSpPr/>
          <p:nvPr/>
        </p:nvSpPr>
        <p:spPr>
          <a:xfrm>
            <a:off x="6194282" y="2375454"/>
            <a:ext cx="349134" cy="274320"/>
          </a:xfrm>
          <a:prstGeom prst="rightArrow">
            <a:avLst/>
          </a:prstGeom>
          <a:gradFill flip="none" rotWithShape="1">
            <a:gsLst>
              <a:gs pos="0">
                <a:srgbClr val="8E9CEF"/>
              </a:gs>
              <a:gs pos="100000">
                <a:srgbClr val="8E9CEF">
                  <a:alpha val="0"/>
                </a:srgbClr>
              </a:gs>
            </a:gsLst>
            <a:lin ang="10800000" scaled="1"/>
            <a:tileRect/>
          </a:gradFill>
          <a:ln>
            <a:noFill/>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0" name="箭头: 右 189">
            <a:extLst>
              <a:ext uri="{FF2B5EF4-FFF2-40B4-BE49-F238E27FC236}">
                <a16:creationId xmlns:a16="http://schemas.microsoft.com/office/drawing/2014/main" id="{1906611E-B3C1-63AB-8F43-487FBDFAFA34}"/>
              </a:ext>
            </a:extLst>
          </p:cNvPr>
          <p:cNvSpPr/>
          <p:nvPr/>
        </p:nvSpPr>
        <p:spPr>
          <a:xfrm>
            <a:off x="4267316" y="3409993"/>
            <a:ext cx="349134" cy="274320"/>
          </a:xfrm>
          <a:prstGeom prst="rightArrow">
            <a:avLst/>
          </a:prstGeom>
          <a:gradFill flip="none" rotWithShape="1">
            <a:gsLst>
              <a:gs pos="0">
                <a:srgbClr val="8E9CEF"/>
              </a:gs>
              <a:gs pos="100000">
                <a:srgbClr val="8E9CEF">
                  <a:alpha val="0"/>
                </a:srgbClr>
              </a:gs>
            </a:gsLst>
            <a:lin ang="10800000" scaled="1"/>
            <a:tileRect/>
          </a:gradFill>
          <a:ln>
            <a:noFill/>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1" name="图形 6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8C22DA74-B5A6-D6B3-C1E7-6BD9A9334B99}"/>
              </a:ext>
            </a:extLst>
          </p:cNvPr>
          <p:cNvSpPr/>
          <p:nvPr/>
        </p:nvSpPr>
        <p:spPr>
          <a:xfrm>
            <a:off x="3035650" y="2420402"/>
            <a:ext cx="188754" cy="209727"/>
          </a:xfrm>
          <a:custGeom>
            <a:avLst/>
            <a:gdLst>
              <a:gd name="connsiteX0" fmla="*/ 152400 w 171450"/>
              <a:gd name="connsiteY0" fmla="*/ 19050 h 190500"/>
              <a:gd name="connsiteX1" fmla="*/ 112586 w 171450"/>
              <a:gd name="connsiteY1" fmla="*/ 19050 h 190500"/>
              <a:gd name="connsiteX2" fmla="*/ 85725 w 171450"/>
              <a:gd name="connsiteY2" fmla="*/ 0 h 190500"/>
              <a:gd name="connsiteX3" fmla="*/ 58865 w 171450"/>
              <a:gd name="connsiteY3" fmla="*/ 19050 h 190500"/>
              <a:gd name="connsiteX4" fmla="*/ 19050 w 171450"/>
              <a:gd name="connsiteY4" fmla="*/ 19050 h 190500"/>
              <a:gd name="connsiteX5" fmla="*/ 0 w 171450"/>
              <a:gd name="connsiteY5" fmla="*/ 38100 h 190500"/>
              <a:gd name="connsiteX6" fmla="*/ 0 w 171450"/>
              <a:gd name="connsiteY6" fmla="*/ 171450 h 190500"/>
              <a:gd name="connsiteX7" fmla="*/ 19050 w 171450"/>
              <a:gd name="connsiteY7" fmla="*/ 190500 h 190500"/>
              <a:gd name="connsiteX8" fmla="*/ 152400 w 171450"/>
              <a:gd name="connsiteY8" fmla="*/ 190500 h 190500"/>
              <a:gd name="connsiteX9" fmla="*/ 171450 w 171450"/>
              <a:gd name="connsiteY9" fmla="*/ 171450 h 190500"/>
              <a:gd name="connsiteX10" fmla="*/ 171450 w 171450"/>
              <a:gd name="connsiteY10" fmla="*/ 38100 h 190500"/>
              <a:gd name="connsiteX11" fmla="*/ 152400 w 171450"/>
              <a:gd name="connsiteY11" fmla="*/ 19050 h 190500"/>
              <a:gd name="connsiteX12" fmla="*/ 85725 w 171450"/>
              <a:gd name="connsiteY12" fmla="*/ 19050 h 190500"/>
              <a:gd name="connsiteX13" fmla="*/ 95250 w 171450"/>
              <a:gd name="connsiteY13" fmla="*/ 28575 h 190500"/>
              <a:gd name="connsiteX14" fmla="*/ 85725 w 171450"/>
              <a:gd name="connsiteY14" fmla="*/ 38100 h 190500"/>
              <a:gd name="connsiteX15" fmla="*/ 76200 w 171450"/>
              <a:gd name="connsiteY15" fmla="*/ 28575 h 190500"/>
              <a:gd name="connsiteX16" fmla="*/ 85725 w 171450"/>
              <a:gd name="connsiteY16" fmla="*/ 19050 h 190500"/>
              <a:gd name="connsiteX17" fmla="*/ 123825 w 171450"/>
              <a:gd name="connsiteY17" fmla="*/ 133350 h 190500"/>
              <a:gd name="connsiteX18" fmla="*/ 85725 w 171450"/>
              <a:gd name="connsiteY18" fmla="*/ 133350 h 190500"/>
              <a:gd name="connsiteX19" fmla="*/ 85725 w 171450"/>
              <a:gd name="connsiteY19" fmla="*/ 161925 h 190500"/>
              <a:gd name="connsiteX20" fmla="*/ 38100 w 171450"/>
              <a:gd name="connsiteY20" fmla="*/ 114300 h 190500"/>
              <a:gd name="connsiteX21" fmla="*/ 85725 w 171450"/>
              <a:gd name="connsiteY21" fmla="*/ 66675 h 190500"/>
              <a:gd name="connsiteX22" fmla="*/ 85725 w 171450"/>
              <a:gd name="connsiteY22" fmla="*/ 95250 h 190500"/>
              <a:gd name="connsiteX23" fmla="*/ 123825 w 171450"/>
              <a:gd name="connsiteY23" fmla="*/ 95250 h 190500"/>
              <a:gd name="connsiteX24" fmla="*/ 123825 w 171450"/>
              <a:gd name="connsiteY24" fmla="*/ 1333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1450" h="190500">
                <a:moveTo>
                  <a:pt x="152400" y="19050"/>
                </a:moveTo>
                <a:lnTo>
                  <a:pt x="112586" y="19050"/>
                </a:lnTo>
                <a:cubicBezTo>
                  <a:pt x="108585" y="8001"/>
                  <a:pt x="98108" y="0"/>
                  <a:pt x="85725" y="0"/>
                </a:cubicBezTo>
                <a:cubicBezTo>
                  <a:pt x="73343" y="0"/>
                  <a:pt x="62865" y="8001"/>
                  <a:pt x="58865" y="19050"/>
                </a:cubicBezTo>
                <a:lnTo>
                  <a:pt x="19050" y="19050"/>
                </a:lnTo>
                <a:cubicBezTo>
                  <a:pt x="8573" y="19050"/>
                  <a:pt x="0" y="27623"/>
                  <a:pt x="0" y="38100"/>
                </a:cubicBezTo>
                <a:lnTo>
                  <a:pt x="0" y="171450"/>
                </a:lnTo>
                <a:cubicBezTo>
                  <a:pt x="0" y="181928"/>
                  <a:pt x="8573" y="190500"/>
                  <a:pt x="19050" y="190500"/>
                </a:cubicBezTo>
                <a:lnTo>
                  <a:pt x="152400" y="190500"/>
                </a:lnTo>
                <a:cubicBezTo>
                  <a:pt x="162878" y="190500"/>
                  <a:pt x="171450" y="181928"/>
                  <a:pt x="171450" y="171450"/>
                </a:cubicBezTo>
                <a:lnTo>
                  <a:pt x="171450" y="38100"/>
                </a:lnTo>
                <a:cubicBezTo>
                  <a:pt x="171450" y="27623"/>
                  <a:pt x="162878" y="19050"/>
                  <a:pt x="152400" y="19050"/>
                </a:cubicBezTo>
                <a:close/>
                <a:moveTo>
                  <a:pt x="85725" y="19050"/>
                </a:moveTo>
                <a:cubicBezTo>
                  <a:pt x="90964" y="19050"/>
                  <a:pt x="95250" y="23336"/>
                  <a:pt x="95250" y="28575"/>
                </a:cubicBezTo>
                <a:cubicBezTo>
                  <a:pt x="95250" y="33814"/>
                  <a:pt x="90964" y="38100"/>
                  <a:pt x="85725" y="38100"/>
                </a:cubicBezTo>
                <a:cubicBezTo>
                  <a:pt x="80486" y="38100"/>
                  <a:pt x="76200" y="33814"/>
                  <a:pt x="76200" y="28575"/>
                </a:cubicBezTo>
                <a:cubicBezTo>
                  <a:pt x="76200" y="23336"/>
                  <a:pt x="80486" y="19050"/>
                  <a:pt x="85725" y="19050"/>
                </a:cubicBezTo>
                <a:close/>
                <a:moveTo>
                  <a:pt x="123825" y="133350"/>
                </a:moveTo>
                <a:lnTo>
                  <a:pt x="85725" y="133350"/>
                </a:lnTo>
                <a:lnTo>
                  <a:pt x="85725" y="161925"/>
                </a:lnTo>
                <a:lnTo>
                  <a:pt x="38100" y="114300"/>
                </a:lnTo>
                <a:lnTo>
                  <a:pt x="85725" y="66675"/>
                </a:lnTo>
                <a:lnTo>
                  <a:pt x="85725" y="95250"/>
                </a:lnTo>
                <a:lnTo>
                  <a:pt x="123825" y="95250"/>
                </a:lnTo>
                <a:lnTo>
                  <a:pt x="123825" y="133350"/>
                </a:lnTo>
                <a:close/>
              </a:path>
            </a:pathLst>
          </a:custGeom>
          <a:gradFill>
            <a:gsLst>
              <a:gs pos="0">
                <a:srgbClr val="3749CC"/>
              </a:gs>
              <a:gs pos="100000">
                <a:srgbClr val="3749CC"/>
              </a:gs>
            </a:gsLst>
            <a:lin ang="10800000" scaled="1"/>
          </a:gradFill>
          <a:ln w="9525" cap="flat">
            <a:noFill/>
            <a:prstDash val="solid"/>
            <a:miter/>
          </a:ln>
        </p:spPr>
        <p:txBody>
          <a:bodyPr rtlCol="0" anchor="ctr"/>
          <a:lstStyle/>
          <a:p>
            <a:endParaRPr lang="zh-CN" altLang="en-US"/>
          </a:p>
        </p:txBody>
      </p:sp>
      <p:sp>
        <p:nvSpPr>
          <p:cNvPr id="192" name="图形 79"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51FDA3A-7CC2-577E-2645-03A45158DB1A}"/>
              </a:ext>
            </a:extLst>
          </p:cNvPr>
          <p:cNvSpPr/>
          <p:nvPr/>
        </p:nvSpPr>
        <p:spPr>
          <a:xfrm>
            <a:off x="5666583" y="937834"/>
            <a:ext cx="167782" cy="209727"/>
          </a:xfrm>
          <a:custGeom>
            <a:avLst/>
            <a:gdLst>
              <a:gd name="connsiteX0" fmla="*/ 133350 w 152400"/>
              <a:gd name="connsiteY0" fmla="*/ 0 h 190500"/>
              <a:gd name="connsiteX1" fmla="*/ 19050 w 152400"/>
              <a:gd name="connsiteY1" fmla="*/ 0 h 190500"/>
              <a:gd name="connsiteX2" fmla="*/ 0 w 152400"/>
              <a:gd name="connsiteY2" fmla="*/ 19050 h 190500"/>
              <a:gd name="connsiteX3" fmla="*/ 0 w 152400"/>
              <a:gd name="connsiteY3" fmla="*/ 171450 h 190500"/>
              <a:gd name="connsiteX4" fmla="*/ 19050 w 152400"/>
              <a:gd name="connsiteY4" fmla="*/ 190500 h 190500"/>
              <a:gd name="connsiteX5" fmla="*/ 133350 w 152400"/>
              <a:gd name="connsiteY5" fmla="*/ 190500 h 190500"/>
              <a:gd name="connsiteX6" fmla="*/ 152400 w 152400"/>
              <a:gd name="connsiteY6" fmla="*/ 171450 h 190500"/>
              <a:gd name="connsiteX7" fmla="*/ 152400 w 152400"/>
              <a:gd name="connsiteY7" fmla="*/ 19050 h 190500"/>
              <a:gd name="connsiteX8" fmla="*/ 133350 w 152400"/>
              <a:gd name="connsiteY8" fmla="*/ 0 h 190500"/>
              <a:gd name="connsiteX9" fmla="*/ 19050 w 152400"/>
              <a:gd name="connsiteY9" fmla="*/ 19050 h 190500"/>
              <a:gd name="connsiteX10" fmla="*/ 66675 w 152400"/>
              <a:gd name="connsiteY10" fmla="*/ 19050 h 190500"/>
              <a:gd name="connsiteX11" fmla="*/ 66675 w 152400"/>
              <a:gd name="connsiteY11" fmla="*/ 95250 h 190500"/>
              <a:gd name="connsiteX12" fmla="*/ 42863 w 152400"/>
              <a:gd name="connsiteY12" fmla="*/ 80963 h 190500"/>
              <a:gd name="connsiteX13" fmla="*/ 19050 w 152400"/>
              <a:gd name="connsiteY13" fmla="*/ 95250 h 190500"/>
              <a:gd name="connsiteX14" fmla="*/ 19050 w 152400"/>
              <a:gd name="connsiteY14" fmla="*/ 190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2400" h="190500">
                <a:moveTo>
                  <a:pt x="133350" y="0"/>
                </a:moveTo>
                <a:lnTo>
                  <a:pt x="19050" y="0"/>
                </a:lnTo>
                <a:cubicBezTo>
                  <a:pt x="8573" y="0"/>
                  <a:pt x="0" y="8573"/>
                  <a:pt x="0" y="19050"/>
                </a:cubicBezTo>
                <a:lnTo>
                  <a:pt x="0" y="171450"/>
                </a:lnTo>
                <a:cubicBezTo>
                  <a:pt x="0" y="181928"/>
                  <a:pt x="8573" y="190500"/>
                  <a:pt x="19050" y="190500"/>
                </a:cubicBezTo>
                <a:lnTo>
                  <a:pt x="133350" y="190500"/>
                </a:lnTo>
                <a:cubicBezTo>
                  <a:pt x="143828" y="190500"/>
                  <a:pt x="152400" y="181928"/>
                  <a:pt x="152400" y="171450"/>
                </a:cubicBezTo>
                <a:lnTo>
                  <a:pt x="152400" y="19050"/>
                </a:lnTo>
                <a:cubicBezTo>
                  <a:pt x="152400" y="8573"/>
                  <a:pt x="143828" y="0"/>
                  <a:pt x="133350" y="0"/>
                </a:cubicBezTo>
                <a:close/>
                <a:moveTo>
                  <a:pt x="19050" y="19050"/>
                </a:moveTo>
                <a:lnTo>
                  <a:pt x="66675" y="19050"/>
                </a:lnTo>
                <a:lnTo>
                  <a:pt x="66675" y="95250"/>
                </a:lnTo>
                <a:lnTo>
                  <a:pt x="42863" y="80963"/>
                </a:lnTo>
                <a:lnTo>
                  <a:pt x="19050" y="95250"/>
                </a:lnTo>
                <a:lnTo>
                  <a:pt x="19050" y="19050"/>
                </a:lnTo>
                <a:close/>
              </a:path>
            </a:pathLst>
          </a:custGeom>
          <a:gradFill>
            <a:gsLst>
              <a:gs pos="0">
                <a:srgbClr val="3749CC"/>
              </a:gs>
              <a:gs pos="100000">
                <a:srgbClr val="3749CC"/>
              </a:gs>
            </a:gsLst>
            <a:lin ang="10800000" scaled="1"/>
          </a:gradFill>
          <a:ln w="9525" cap="flat">
            <a:noFill/>
            <a:prstDash val="solid"/>
            <a:miter/>
          </a:ln>
        </p:spPr>
        <p:txBody>
          <a:bodyPr rtlCol="0" anchor="ctr"/>
          <a:lstStyle/>
          <a:p>
            <a:endParaRPr lang="zh-CN" altLang="en-US"/>
          </a:p>
        </p:txBody>
      </p:sp>
      <p:sp>
        <p:nvSpPr>
          <p:cNvPr id="193" name="图形 81"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E761E7E5-048C-5BB9-CB58-F0F5B4DAA9F4}"/>
              </a:ext>
            </a:extLst>
          </p:cNvPr>
          <p:cNvSpPr/>
          <p:nvPr/>
        </p:nvSpPr>
        <p:spPr>
          <a:xfrm>
            <a:off x="7199170" y="2615046"/>
            <a:ext cx="584996" cy="389999"/>
          </a:xfrm>
          <a:custGeom>
            <a:avLst/>
            <a:gdLst>
              <a:gd name="connsiteX0" fmla="*/ 184309 w 228600"/>
              <a:gd name="connsiteY0" fmla="*/ 57531 h 152400"/>
              <a:gd name="connsiteX1" fmla="*/ 114300 w 228600"/>
              <a:gd name="connsiteY1" fmla="*/ 0 h 152400"/>
              <a:gd name="connsiteX2" fmla="*/ 50959 w 228600"/>
              <a:gd name="connsiteY2" fmla="*/ 38481 h 152400"/>
              <a:gd name="connsiteX3" fmla="*/ 0 w 228600"/>
              <a:gd name="connsiteY3" fmla="*/ 95250 h 152400"/>
              <a:gd name="connsiteX4" fmla="*/ 57150 w 228600"/>
              <a:gd name="connsiteY4" fmla="*/ 152400 h 152400"/>
              <a:gd name="connsiteX5" fmla="*/ 180975 w 228600"/>
              <a:gd name="connsiteY5" fmla="*/ 152400 h 152400"/>
              <a:gd name="connsiteX6" fmla="*/ 228600 w 228600"/>
              <a:gd name="connsiteY6" fmla="*/ 104775 h 152400"/>
              <a:gd name="connsiteX7" fmla="*/ 184309 w 228600"/>
              <a:gd name="connsiteY7" fmla="*/ 57531 h 152400"/>
              <a:gd name="connsiteX8" fmla="*/ 133350 w 228600"/>
              <a:gd name="connsiteY8" fmla="*/ 85725 h 152400"/>
              <a:gd name="connsiteX9" fmla="*/ 133350 w 228600"/>
              <a:gd name="connsiteY9" fmla="*/ 123825 h 152400"/>
              <a:gd name="connsiteX10" fmla="*/ 95250 w 228600"/>
              <a:gd name="connsiteY10" fmla="*/ 123825 h 152400"/>
              <a:gd name="connsiteX11" fmla="*/ 95250 w 228600"/>
              <a:gd name="connsiteY11" fmla="*/ 85725 h 152400"/>
              <a:gd name="connsiteX12" fmla="*/ 66675 w 228600"/>
              <a:gd name="connsiteY12" fmla="*/ 85725 h 152400"/>
              <a:gd name="connsiteX13" fmla="*/ 114300 w 228600"/>
              <a:gd name="connsiteY13" fmla="*/ 38100 h 152400"/>
              <a:gd name="connsiteX14" fmla="*/ 161925 w 228600"/>
              <a:gd name="connsiteY14" fmla="*/ 85725 h 152400"/>
              <a:gd name="connsiteX15" fmla="*/ 133350 w 228600"/>
              <a:gd name="connsiteY15" fmla="*/ 857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8600" h="152400">
                <a:moveTo>
                  <a:pt x="184309" y="57531"/>
                </a:moveTo>
                <a:cubicBezTo>
                  <a:pt x="177832" y="24670"/>
                  <a:pt x="148971" y="0"/>
                  <a:pt x="114300" y="0"/>
                </a:cubicBezTo>
                <a:cubicBezTo>
                  <a:pt x="86773" y="0"/>
                  <a:pt x="62865" y="15621"/>
                  <a:pt x="50959" y="38481"/>
                </a:cubicBezTo>
                <a:cubicBezTo>
                  <a:pt x="22289" y="41529"/>
                  <a:pt x="0" y="65818"/>
                  <a:pt x="0" y="95250"/>
                </a:cubicBezTo>
                <a:cubicBezTo>
                  <a:pt x="0" y="126778"/>
                  <a:pt x="25622" y="152400"/>
                  <a:pt x="57150" y="152400"/>
                </a:cubicBezTo>
                <a:lnTo>
                  <a:pt x="180975" y="152400"/>
                </a:lnTo>
                <a:cubicBezTo>
                  <a:pt x="207264" y="152400"/>
                  <a:pt x="228600" y="131064"/>
                  <a:pt x="228600" y="104775"/>
                </a:cubicBezTo>
                <a:cubicBezTo>
                  <a:pt x="228600" y="79629"/>
                  <a:pt x="209074" y="59245"/>
                  <a:pt x="184309" y="57531"/>
                </a:cubicBezTo>
                <a:close/>
                <a:moveTo>
                  <a:pt x="133350" y="85725"/>
                </a:moveTo>
                <a:lnTo>
                  <a:pt x="133350" y="123825"/>
                </a:lnTo>
                <a:lnTo>
                  <a:pt x="95250" y="123825"/>
                </a:lnTo>
                <a:lnTo>
                  <a:pt x="95250" y="85725"/>
                </a:lnTo>
                <a:lnTo>
                  <a:pt x="66675" y="85725"/>
                </a:lnTo>
                <a:lnTo>
                  <a:pt x="114300" y="38100"/>
                </a:lnTo>
                <a:lnTo>
                  <a:pt x="161925" y="85725"/>
                </a:lnTo>
                <a:lnTo>
                  <a:pt x="133350" y="85725"/>
                </a:lnTo>
                <a:close/>
              </a:path>
            </a:pathLst>
          </a:custGeom>
          <a:gradFill>
            <a:gsLst>
              <a:gs pos="0">
                <a:srgbClr val="3749CC"/>
              </a:gs>
              <a:gs pos="100000">
                <a:srgbClr val="8E9CEF"/>
              </a:gs>
            </a:gsLst>
            <a:lin ang="10800000" scaled="1"/>
          </a:gradFill>
          <a:ln w="9525" cap="flat">
            <a:noFill/>
            <a:prstDash val="solid"/>
            <a:miter/>
          </a:ln>
          <a:scene3d>
            <a:camera prst="isometricLeftDown"/>
            <a:lightRig rig="threePt" dir="t"/>
          </a:scene3d>
          <a:sp3d extrusionH="38100" prstMaterial="flat">
            <a:extrusionClr>
              <a:srgbClr val="FAFBFF"/>
            </a:extrusionClr>
          </a:sp3d>
        </p:spPr>
        <p:txBody>
          <a:bodyPr rtlCol="0" anchor="ctr"/>
          <a:lstStyle/>
          <a:p>
            <a:endParaRPr lang="zh-CN" altLang="en-US"/>
          </a:p>
        </p:txBody>
      </p:sp>
      <p:sp>
        <p:nvSpPr>
          <p:cNvPr id="194" name="图形 8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8D3A8F56-5B1D-3652-AD30-513605A04787}"/>
              </a:ext>
            </a:extLst>
          </p:cNvPr>
          <p:cNvSpPr/>
          <p:nvPr/>
        </p:nvSpPr>
        <p:spPr>
          <a:xfrm>
            <a:off x="4757451" y="1410908"/>
            <a:ext cx="188754" cy="209727"/>
          </a:xfrm>
          <a:custGeom>
            <a:avLst/>
            <a:gdLst>
              <a:gd name="connsiteX0" fmla="*/ 152400 w 171450"/>
              <a:gd name="connsiteY0" fmla="*/ 19050 h 190500"/>
              <a:gd name="connsiteX1" fmla="*/ 112586 w 171450"/>
              <a:gd name="connsiteY1" fmla="*/ 19050 h 190500"/>
              <a:gd name="connsiteX2" fmla="*/ 85725 w 171450"/>
              <a:gd name="connsiteY2" fmla="*/ 0 h 190500"/>
              <a:gd name="connsiteX3" fmla="*/ 58865 w 171450"/>
              <a:gd name="connsiteY3" fmla="*/ 19050 h 190500"/>
              <a:gd name="connsiteX4" fmla="*/ 19050 w 171450"/>
              <a:gd name="connsiteY4" fmla="*/ 19050 h 190500"/>
              <a:gd name="connsiteX5" fmla="*/ 0 w 171450"/>
              <a:gd name="connsiteY5" fmla="*/ 38100 h 190500"/>
              <a:gd name="connsiteX6" fmla="*/ 0 w 171450"/>
              <a:gd name="connsiteY6" fmla="*/ 171450 h 190500"/>
              <a:gd name="connsiteX7" fmla="*/ 19050 w 171450"/>
              <a:gd name="connsiteY7" fmla="*/ 190500 h 190500"/>
              <a:gd name="connsiteX8" fmla="*/ 152400 w 171450"/>
              <a:gd name="connsiteY8" fmla="*/ 190500 h 190500"/>
              <a:gd name="connsiteX9" fmla="*/ 171450 w 171450"/>
              <a:gd name="connsiteY9" fmla="*/ 171450 h 190500"/>
              <a:gd name="connsiteX10" fmla="*/ 171450 w 171450"/>
              <a:gd name="connsiteY10" fmla="*/ 38100 h 190500"/>
              <a:gd name="connsiteX11" fmla="*/ 152400 w 171450"/>
              <a:gd name="connsiteY11" fmla="*/ 19050 h 190500"/>
              <a:gd name="connsiteX12" fmla="*/ 85725 w 171450"/>
              <a:gd name="connsiteY12" fmla="*/ 19050 h 190500"/>
              <a:gd name="connsiteX13" fmla="*/ 95250 w 171450"/>
              <a:gd name="connsiteY13" fmla="*/ 28575 h 190500"/>
              <a:gd name="connsiteX14" fmla="*/ 85725 w 171450"/>
              <a:gd name="connsiteY14" fmla="*/ 38100 h 190500"/>
              <a:gd name="connsiteX15" fmla="*/ 76200 w 171450"/>
              <a:gd name="connsiteY15" fmla="*/ 28575 h 190500"/>
              <a:gd name="connsiteX16" fmla="*/ 85725 w 171450"/>
              <a:gd name="connsiteY16" fmla="*/ 19050 h 190500"/>
              <a:gd name="connsiteX17" fmla="*/ 66675 w 171450"/>
              <a:gd name="connsiteY17" fmla="*/ 152400 h 190500"/>
              <a:gd name="connsiteX18" fmla="*/ 28575 w 171450"/>
              <a:gd name="connsiteY18" fmla="*/ 114300 h 190500"/>
              <a:gd name="connsiteX19" fmla="*/ 42005 w 171450"/>
              <a:gd name="connsiteY19" fmla="*/ 100870 h 190500"/>
              <a:gd name="connsiteX20" fmla="*/ 66675 w 171450"/>
              <a:gd name="connsiteY20" fmla="*/ 125444 h 190500"/>
              <a:gd name="connsiteX21" fmla="*/ 129445 w 171450"/>
              <a:gd name="connsiteY21" fmla="*/ 62675 h 190500"/>
              <a:gd name="connsiteX22" fmla="*/ 142875 w 171450"/>
              <a:gd name="connsiteY22" fmla="*/ 76200 h 190500"/>
              <a:gd name="connsiteX23" fmla="*/ 66675 w 171450"/>
              <a:gd name="connsiteY23" fmla="*/ 15240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1450" h="190500">
                <a:moveTo>
                  <a:pt x="152400" y="19050"/>
                </a:moveTo>
                <a:lnTo>
                  <a:pt x="112586" y="19050"/>
                </a:lnTo>
                <a:cubicBezTo>
                  <a:pt x="108585" y="8001"/>
                  <a:pt x="98108" y="0"/>
                  <a:pt x="85725" y="0"/>
                </a:cubicBezTo>
                <a:cubicBezTo>
                  <a:pt x="73343" y="0"/>
                  <a:pt x="62865" y="8001"/>
                  <a:pt x="58865" y="19050"/>
                </a:cubicBezTo>
                <a:lnTo>
                  <a:pt x="19050" y="19050"/>
                </a:lnTo>
                <a:cubicBezTo>
                  <a:pt x="8573" y="19050"/>
                  <a:pt x="0" y="27623"/>
                  <a:pt x="0" y="38100"/>
                </a:cubicBezTo>
                <a:lnTo>
                  <a:pt x="0" y="171450"/>
                </a:lnTo>
                <a:cubicBezTo>
                  <a:pt x="0" y="181928"/>
                  <a:pt x="8573" y="190500"/>
                  <a:pt x="19050" y="190500"/>
                </a:cubicBezTo>
                <a:lnTo>
                  <a:pt x="152400" y="190500"/>
                </a:lnTo>
                <a:cubicBezTo>
                  <a:pt x="162878" y="190500"/>
                  <a:pt x="171450" y="181928"/>
                  <a:pt x="171450" y="171450"/>
                </a:cubicBezTo>
                <a:lnTo>
                  <a:pt x="171450" y="38100"/>
                </a:lnTo>
                <a:cubicBezTo>
                  <a:pt x="171450" y="27623"/>
                  <a:pt x="162878" y="19050"/>
                  <a:pt x="152400" y="19050"/>
                </a:cubicBezTo>
                <a:close/>
                <a:moveTo>
                  <a:pt x="85725" y="19050"/>
                </a:moveTo>
                <a:cubicBezTo>
                  <a:pt x="90964" y="19050"/>
                  <a:pt x="95250" y="23336"/>
                  <a:pt x="95250" y="28575"/>
                </a:cubicBezTo>
                <a:cubicBezTo>
                  <a:pt x="95250" y="33814"/>
                  <a:pt x="90964" y="38100"/>
                  <a:pt x="85725" y="38100"/>
                </a:cubicBezTo>
                <a:cubicBezTo>
                  <a:pt x="80486" y="38100"/>
                  <a:pt x="76200" y="33814"/>
                  <a:pt x="76200" y="28575"/>
                </a:cubicBezTo>
                <a:cubicBezTo>
                  <a:pt x="76200" y="23336"/>
                  <a:pt x="80486" y="19050"/>
                  <a:pt x="85725" y="19050"/>
                </a:cubicBezTo>
                <a:close/>
                <a:moveTo>
                  <a:pt x="66675" y="152400"/>
                </a:moveTo>
                <a:lnTo>
                  <a:pt x="28575" y="114300"/>
                </a:lnTo>
                <a:lnTo>
                  <a:pt x="42005" y="100870"/>
                </a:lnTo>
                <a:lnTo>
                  <a:pt x="66675" y="125444"/>
                </a:lnTo>
                <a:lnTo>
                  <a:pt x="129445" y="62675"/>
                </a:lnTo>
                <a:lnTo>
                  <a:pt x="142875" y="76200"/>
                </a:lnTo>
                <a:lnTo>
                  <a:pt x="66675" y="152400"/>
                </a:lnTo>
                <a:close/>
              </a:path>
            </a:pathLst>
          </a:custGeom>
          <a:gradFill>
            <a:gsLst>
              <a:gs pos="0">
                <a:srgbClr val="3749CC"/>
              </a:gs>
              <a:gs pos="100000">
                <a:srgbClr val="3749CC"/>
              </a:gs>
            </a:gsLst>
            <a:lin ang="10800000" scaled="1"/>
          </a:gradFill>
          <a:ln w="9525" cap="flat">
            <a:noFill/>
            <a:prstDash val="solid"/>
            <a:miter/>
          </a:ln>
        </p:spPr>
        <p:txBody>
          <a:bodyPr rtlCol="0" anchor="ctr"/>
          <a:lstStyle/>
          <a:p>
            <a:endParaRPr lang="zh-CN" altLang="en-US"/>
          </a:p>
        </p:txBody>
      </p:sp>
      <p:sp>
        <p:nvSpPr>
          <p:cNvPr id="195" name="图形 87"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0074F63-892E-FF6C-67A1-45BE8614C4FC}"/>
              </a:ext>
            </a:extLst>
          </p:cNvPr>
          <p:cNvSpPr/>
          <p:nvPr/>
        </p:nvSpPr>
        <p:spPr>
          <a:xfrm>
            <a:off x="3906874" y="1892246"/>
            <a:ext cx="188754" cy="209727"/>
          </a:xfrm>
          <a:custGeom>
            <a:avLst/>
            <a:gdLst>
              <a:gd name="connsiteX0" fmla="*/ 152400 w 171450"/>
              <a:gd name="connsiteY0" fmla="*/ 19050 h 190500"/>
              <a:gd name="connsiteX1" fmla="*/ 112586 w 171450"/>
              <a:gd name="connsiteY1" fmla="*/ 19050 h 190500"/>
              <a:gd name="connsiteX2" fmla="*/ 85725 w 171450"/>
              <a:gd name="connsiteY2" fmla="*/ 0 h 190500"/>
              <a:gd name="connsiteX3" fmla="*/ 58865 w 171450"/>
              <a:gd name="connsiteY3" fmla="*/ 19050 h 190500"/>
              <a:gd name="connsiteX4" fmla="*/ 19050 w 171450"/>
              <a:gd name="connsiteY4" fmla="*/ 19050 h 190500"/>
              <a:gd name="connsiteX5" fmla="*/ 0 w 171450"/>
              <a:gd name="connsiteY5" fmla="*/ 38100 h 190500"/>
              <a:gd name="connsiteX6" fmla="*/ 0 w 171450"/>
              <a:gd name="connsiteY6" fmla="*/ 171450 h 190500"/>
              <a:gd name="connsiteX7" fmla="*/ 19050 w 171450"/>
              <a:gd name="connsiteY7" fmla="*/ 190500 h 190500"/>
              <a:gd name="connsiteX8" fmla="*/ 152400 w 171450"/>
              <a:gd name="connsiteY8" fmla="*/ 190500 h 190500"/>
              <a:gd name="connsiteX9" fmla="*/ 171450 w 171450"/>
              <a:gd name="connsiteY9" fmla="*/ 171450 h 190500"/>
              <a:gd name="connsiteX10" fmla="*/ 171450 w 171450"/>
              <a:gd name="connsiteY10" fmla="*/ 38100 h 190500"/>
              <a:gd name="connsiteX11" fmla="*/ 152400 w 171450"/>
              <a:gd name="connsiteY11" fmla="*/ 19050 h 190500"/>
              <a:gd name="connsiteX12" fmla="*/ 85725 w 171450"/>
              <a:gd name="connsiteY12" fmla="*/ 19050 h 190500"/>
              <a:gd name="connsiteX13" fmla="*/ 95250 w 171450"/>
              <a:gd name="connsiteY13" fmla="*/ 28575 h 190500"/>
              <a:gd name="connsiteX14" fmla="*/ 85725 w 171450"/>
              <a:gd name="connsiteY14" fmla="*/ 38100 h 190500"/>
              <a:gd name="connsiteX15" fmla="*/ 76200 w 171450"/>
              <a:gd name="connsiteY15" fmla="*/ 28575 h 190500"/>
              <a:gd name="connsiteX16" fmla="*/ 85725 w 171450"/>
              <a:gd name="connsiteY16" fmla="*/ 19050 h 190500"/>
              <a:gd name="connsiteX17" fmla="*/ 85725 w 171450"/>
              <a:gd name="connsiteY17" fmla="*/ 161925 h 190500"/>
              <a:gd name="connsiteX18" fmla="*/ 38100 w 171450"/>
              <a:gd name="connsiteY18" fmla="*/ 114300 h 190500"/>
              <a:gd name="connsiteX19" fmla="*/ 66675 w 171450"/>
              <a:gd name="connsiteY19" fmla="*/ 114300 h 190500"/>
              <a:gd name="connsiteX20" fmla="*/ 66675 w 171450"/>
              <a:gd name="connsiteY20" fmla="*/ 76200 h 190500"/>
              <a:gd name="connsiteX21" fmla="*/ 104775 w 171450"/>
              <a:gd name="connsiteY21" fmla="*/ 76200 h 190500"/>
              <a:gd name="connsiteX22" fmla="*/ 104775 w 171450"/>
              <a:gd name="connsiteY22" fmla="*/ 114300 h 190500"/>
              <a:gd name="connsiteX23" fmla="*/ 133350 w 171450"/>
              <a:gd name="connsiteY23" fmla="*/ 114300 h 190500"/>
              <a:gd name="connsiteX24" fmla="*/ 85725 w 171450"/>
              <a:gd name="connsiteY24" fmla="*/ 16192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1450" h="190500">
                <a:moveTo>
                  <a:pt x="152400" y="19050"/>
                </a:moveTo>
                <a:lnTo>
                  <a:pt x="112586" y="19050"/>
                </a:lnTo>
                <a:cubicBezTo>
                  <a:pt x="108585" y="8001"/>
                  <a:pt x="98108" y="0"/>
                  <a:pt x="85725" y="0"/>
                </a:cubicBezTo>
                <a:cubicBezTo>
                  <a:pt x="73343" y="0"/>
                  <a:pt x="62865" y="8001"/>
                  <a:pt x="58865" y="19050"/>
                </a:cubicBezTo>
                <a:lnTo>
                  <a:pt x="19050" y="19050"/>
                </a:lnTo>
                <a:cubicBezTo>
                  <a:pt x="8573" y="19050"/>
                  <a:pt x="0" y="27623"/>
                  <a:pt x="0" y="38100"/>
                </a:cubicBezTo>
                <a:lnTo>
                  <a:pt x="0" y="171450"/>
                </a:lnTo>
                <a:cubicBezTo>
                  <a:pt x="0" y="181928"/>
                  <a:pt x="8573" y="190500"/>
                  <a:pt x="19050" y="190500"/>
                </a:cubicBezTo>
                <a:lnTo>
                  <a:pt x="152400" y="190500"/>
                </a:lnTo>
                <a:cubicBezTo>
                  <a:pt x="162878" y="190500"/>
                  <a:pt x="171450" y="181928"/>
                  <a:pt x="171450" y="171450"/>
                </a:cubicBezTo>
                <a:lnTo>
                  <a:pt x="171450" y="38100"/>
                </a:lnTo>
                <a:cubicBezTo>
                  <a:pt x="171450" y="27623"/>
                  <a:pt x="162878" y="19050"/>
                  <a:pt x="152400" y="19050"/>
                </a:cubicBezTo>
                <a:close/>
                <a:moveTo>
                  <a:pt x="85725" y="19050"/>
                </a:moveTo>
                <a:cubicBezTo>
                  <a:pt x="90964" y="19050"/>
                  <a:pt x="95250" y="23336"/>
                  <a:pt x="95250" y="28575"/>
                </a:cubicBezTo>
                <a:cubicBezTo>
                  <a:pt x="95250" y="33814"/>
                  <a:pt x="90964" y="38100"/>
                  <a:pt x="85725" y="38100"/>
                </a:cubicBezTo>
                <a:cubicBezTo>
                  <a:pt x="80486" y="38100"/>
                  <a:pt x="76200" y="33814"/>
                  <a:pt x="76200" y="28575"/>
                </a:cubicBezTo>
                <a:cubicBezTo>
                  <a:pt x="76200" y="23336"/>
                  <a:pt x="80486" y="19050"/>
                  <a:pt x="85725" y="19050"/>
                </a:cubicBezTo>
                <a:close/>
                <a:moveTo>
                  <a:pt x="85725" y="161925"/>
                </a:moveTo>
                <a:lnTo>
                  <a:pt x="38100" y="114300"/>
                </a:lnTo>
                <a:lnTo>
                  <a:pt x="66675" y="114300"/>
                </a:lnTo>
                <a:lnTo>
                  <a:pt x="66675" y="76200"/>
                </a:lnTo>
                <a:lnTo>
                  <a:pt x="104775" y="76200"/>
                </a:lnTo>
                <a:lnTo>
                  <a:pt x="104775" y="114300"/>
                </a:lnTo>
                <a:lnTo>
                  <a:pt x="133350" y="114300"/>
                </a:lnTo>
                <a:lnTo>
                  <a:pt x="85725" y="161925"/>
                </a:lnTo>
                <a:close/>
              </a:path>
            </a:pathLst>
          </a:custGeom>
          <a:gradFill>
            <a:gsLst>
              <a:gs pos="0">
                <a:srgbClr val="3749CC"/>
              </a:gs>
              <a:gs pos="100000">
                <a:srgbClr val="3749CC"/>
              </a:gs>
            </a:gsLst>
            <a:lin ang="10800000" scaled="1"/>
          </a:gradFill>
          <a:ln w="9525" cap="flat">
            <a:noFill/>
            <a:prstDash val="solid"/>
            <a:miter/>
          </a:ln>
        </p:spPr>
        <p:txBody>
          <a:bodyPr rtlCol="0" anchor="ctr"/>
          <a:lstStyle/>
          <a:p>
            <a:endParaRPr lang="zh-CN" altLang="en-US"/>
          </a:p>
        </p:txBody>
      </p:sp>
      <p:sp>
        <p:nvSpPr>
          <p:cNvPr id="197" name="图形 212"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A98728E-5489-6814-0067-A46F4DDFCD5E}"/>
              </a:ext>
            </a:extLst>
          </p:cNvPr>
          <p:cNvSpPr/>
          <p:nvPr/>
        </p:nvSpPr>
        <p:spPr>
          <a:xfrm>
            <a:off x="5509980" y="3680342"/>
            <a:ext cx="395018" cy="395018"/>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29635 w 190500"/>
              <a:gd name="connsiteY5" fmla="*/ 60389 h 190500"/>
              <a:gd name="connsiteX6" fmla="*/ 148019 w 190500"/>
              <a:gd name="connsiteY6" fmla="*/ 78772 h 190500"/>
              <a:gd name="connsiteX7" fmla="*/ 129635 w 190500"/>
              <a:gd name="connsiteY7" fmla="*/ 97155 h 190500"/>
              <a:gd name="connsiteX8" fmla="*/ 111252 w 190500"/>
              <a:gd name="connsiteY8" fmla="*/ 78772 h 190500"/>
              <a:gd name="connsiteX9" fmla="*/ 129635 w 190500"/>
              <a:gd name="connsiteY9" fmla="*/ 60389 h 190500"/>
              <a:gd name="connsiteX10" fmla="*/ 72485 w 190500"/>
              <a:gd name="connsiteY10" fmla="*/ 45339 h 190500"/>
              <a:gd name="connsiteX11" fmla="*/ 94964 w 190500"/>
              <a:gd name="connsiteY11" fmla="*/ 67818 h 190500"/>
              <a:gd name="connsiteX12" fmla="*/ 72485 w 190500"/>
              <a:gd name="connsiteY12" fmla="*/ 90297 h 190500"/>
              <a:gd name="connsiteX13" fmla="*/ 50006 w 190500"/>
              <a:gd name="connsiteY13" fmla="*/ 67818 h 190500"/>
              <a:gd name="connsiteX14" fmla="*/ 72485 w 190500"/>
              <a:gd name="connsiteY14" fmla="*/ 45339 h 190500"/>
              <a:gd name="connsiteX15" fmla="*/ 72485 w 190500"/>
              <a:gd name="connsiteY15" fmla="*/ 132302 h 190500"/>
              <a:gd name="connsiteX16" fmla="*/ 72485 w 190500"/>
              <a:gd name="connsiteY16" fmla="*/ 168021 h 190500"/>
              <a:gd name="connsiteX17" fmla="*/ 23527 w 190500"/>
              <a:gd name="connsiteY17" fmla="*/ 120777 h 190500"/>
              <a:gd name="connsiteX18" fmla="*/ 72485 w 190500"/>
              <a:gd name="connsiteY18" fmla="*/ 104680 h 190500"/>
              <a:gd name="connsiteX19" fmla="*/ 90583 w 190500"/>
              <a:gd name="connsiteY19" fmla="*/ 106775 h 190500"/>
              <a:gd name="connsiteX20" fmla="*/ 72485 w 190500"/>
              <a:gd name="connsiteY20" fmla="*/ 132302 h 190500"/>
              <a:gd name="connsiteX21" fmla="*/ 95250 w 190500"/>
              <a:gd name="connsiteY21" fmla="*/ 171450 h 190500"/>
              <a:gd name="connsiteX22" fmla="*/ 87725 w 190500"/>
              <a:gd name="connsiteY22" fmla="*/ 171069 h 190500"/>
              <a:gd name="connsiteX23" fmla="*/ 87725 w 190500"/>
              <a:gd name="connsiteY23" fmla="*/ 132302 h 190500"/>
              <a:gd name="connsiteX24" fmla="*/ 129635 w 190500"/>
              <a:gd name="connsiteY24" fmla="*/ 112014 h 190500"/>
              <a:gd name="connsiteX25" fmla="*/ 166211 w 190500"/>
              <a:gd name="connsiteY25" fmla="*/ 122968 h 190500"/>
              <a:gd name="connsiteX26" fmla="*/ 95250 w 190500"/>
              <a:gd name="connsiteY26" fmla="*/ 1714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29635" y="60389"/>
                </a:moveTo>
                <a:cubicBezTo>
                  <a:pt x="139827" y="60389"/>
                  <a:pt x="148019" y="68580"/>
                  <a:pt x="148019" y="78772"/>
                </a:cubicBezTo>
                <a:cubicBezTo>
                  <a:pt x="148019" y="88964"/>
                  <a:pt x="139827" y="97155"/>
                  <a:pt x="129635" y="97155"/>
                </a:cubicBezTo>
                <a:cubicBezTo>
                  <a:pt x="119444" y="97155"/>
                  <a:pt x="111252" y="88964"/>
                  <a:pt x="111252" y="78772"/>
                </a:cubicBezTo>
                <a:cubicBezTo>
                  <a:pt x="111157" y="68580"/>
                  <a:pt x="119444" y="60389"/>
                  <a:pt x="129635" y="60389"/>
                </a:cubicBezTo>
                <a:close/>
                <a:moveTo>
                  <a:pt x="72485" y="45339"/>
                </a:moveTo>
                <a:cubicBezTo>
                  <a:pt x="84868" y="45339"/>
                  <a:pt x="94964" y="55436"/>
                  <a:pt x="94964" y="67818"/>
                </a:cubicBezTo>
                <a:cubicBezTo>
                  <a:pt x="94964" y="80201"/>
                  <a:pt x="84868" y="90297"/>
                  <a:pt x="72485" y="90297"/>
                </a:cubicBezTo>
                <a:cubicBezTo>
                  <a:pt x="60103" y="90297"/>
                  <a:pt x="50006" y="80201"/>
                  <a:pt x="50006" y="67818"/>
                </a:cubicBezTo>
                <a:cubicBezTo>
                  <a:pt x="50006" y="55340"/>
                  <a:pt x="60008" y="45339"/>
                  <a:pt x="72485" y="45339"/>
                </a:cubicBezTo>
                <a:close/>
                <a:moveTo>
                  <a:pt x="72485" y="132302"/>
                </a:moveTo>
                <a:lnTo>
                  <a:pt x="72485" y="168021"/>
                </a:lnTo>
                <a:cubicBezTo>
                  <a:pt x="49625" y="160877"/>
                  <a:pt x="31528" y="143256"/>
                  <a:pt x="23527" y="120777"/>
                </a:cubicBezTo>
                <a:cubicBezTo>
                  <a:pt x="33528" y="110109"/>
                  <a:pt x="58484" y="104680"/>
                  <a:pt x="72485" y="104680"/>
                </a:cubicBezTo>
                <a:cubicBezTo>
                  <a:pt x="77534" y="104680"/>
                  <a:pt x="83915" y="105442"/>
                  <a:pt x="90583" y="106775"/>
                </a:cubicBezTo>
                <a:cubicBezTo>
                  <a:pt x="74962" y="115062"/>
                  <a:pt x="72485" y="126016"/>
                  <a:pt x="72485" y="132302"/>
                </a:cubicBezTo>
                <a:close/>
                <a:moveTo>
                  <a:pt x="95250" y="171450"/>
                </a:moveTo>
                <a:cubicBezTo>
                  <a:pt x="92678" y="171450"/>
                  <a:pt x="90202" y="171355"/>
                  <a:pt x="87725" y="171069"/>
                </a:cubicBezTo>
                <a:lnTo>
                  <a:pt x="87725" y="132302"/>
                </a:lnTo>
                <a:cubicBezTo>
                  <a:pt x="87725" y="118777"/>
                  <a:pt x="115729" y="112014"/>
                  <a:pt x="129635" y="112014"/>
                </a:cubicBezTo>
                <a:cubicBezTo>
                  <a:pt x="139827" y="112014"/>
                  <a:pt x="157448" y="115729"/>
                  <a:pt x="166211" y="122968"/>
                </a:cubicBezTo>
                <a:cubicBezTo>
                  <a:pt x="155067" y="151257"/>
                  <a:pt x="127540" y="171450"/>
                  <a:pt x="95250" y="171450"/>
                </a:cubicBezTo>
                <a:close/>
              </a:path>
            </a:pathLst>
          </a:custGeom>
          <a:gradFill>
            <a:gsLst>
              <a:gs pos="0">
                <a:srgbClr val="3749CC"/>
              </a:gs>
              <a:gs pos="100000">
                <a:srgbClr val="8E9CEF"/>
              </a:gs>
            </a:gsLst>
            <a:lin ang="10800000" scaled="1"/>
          </a:gradFill>
          <a:ln w="9525" cap="flat">
            <a:noFill/>
            <a:prstDash val="solid"/>
            <a:miter/>
          </a:ln>
          <a:scene3d>
            <a:camera prst="isometricLeftDown"/>
            <a:lightRig rig="threePt" dir="t"/>
          </a:scene3d>
          <a:sp3d extrusionH="38100" prstMaterial="flat">
            <a:extrusionClr>
              <a:srgbClr val="FAFBFF"/>
            </a:extrusionClr>
          </a:sp3d>
        </p:spPr>
        <p:txBody>
          <a:bodyPr rtlCol="0" anchor="ctr"/>
          <a:lstStyle/>
          <a:p>
            <a:endParaRPr lang="zh-CN" altLang="en-US"/>
          </a:p>
        </p:txBody>
      </p:sp>
      <p:sp>
        <p:nvSpPr>
          <p:cNvPr id="198" name="图形 31"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D8F3BDA0-C521-9E13-A7E7-1A800FD0A375}"/>
              </a:ext>
            </a:extLst>
          </p:cNvPr>
          <p:cNvSpPr/>
          <p:nvPr/>
        </p:nvSpPr>
        <p:spPr>
          <a:xfrm>
            <a:off x="6423233" y="4048274"/>
            <a:ext cx="266492" cy="266492"/>
          </a:xfrm>
          <a:custGeom>
            <a:avLst/>
            <a:gdLst>
              <a:gd name="connsiteX0" fmla="*/ 0 w 171450"/>
              <a:gd name="connsiteY0" fmla="*/ 19050 h 171450"/>
              <a:gd name="connsiteX1" fmla="*/ 0 w 171450"/>
              <a:gd name="connsiteY1" fmla="*/ 152400 h 171450"/>
              <a:gd name="connsiteX2" fmla="*/ 19050 w 171450"/>
              <a:gd name="connsiteY2" fmla="*/ 171450 h 171450"/>
              <a:gd name="connsiteX3" fmla="*/ 152400 w 171450"/>
              <a:gd name="connsiteY3" fmla="*/ 171450 h 171450"/>
              <a:gd name="connsiteX4" fmla="*/ 171450 w 171450"/>
              <a:gd name="connsiteY4" fmla="*/ 152400 h 171450"/>
              <a:gd name="connsiteX5" fmla="*/ 171450 w 171450"/>
              <a:gd name="connsiteY5" fmla="*/ 19050 h 171450"/>
              <a:gd name="connsiteX6" fmla="*/ 152400 w 171450"/>
              <a:gd name="connsiteY6" fmla="*/ 0 h 171450"/>
              <a:gd name="connsiteX7" fmla="*/ 19050 w 171450"/>
              <a:gd name="connsiteY7" fmla="*/ 0 h 171450"/>
              <a:gd name="connsiteX8" fmla="*/ 0 w 171450"/>
              <a:gd name="connsiteY8" fmla="*/ 19050 h 171450"/>
              <a:gd name="connsiteX9" fmla="*/ 114300 w 171450"/>
              <a:gd name="connsiteY9" fmla="*/ 57150 h 171450"/>
              <a:gd name="connsiteX10" fmla="*/ 85725 w 171450"/>
              <a:gd name="connsiteY10" fmla="*/ 85725 h 171450"/>
              <a:gd name="connsiteX11" fmla="*/ 57150 w 171450"/>
              <a:gd name="connsiteY11" fmla="*/ 57150 h 171450"/>
              <a:gd name="connsiteX12" fmla="*/ 85725 w 171450"/>
              <a:gd name="connsiteY12" fmla="*/ 28575 h 171450"/>
              <a:gd name="connsiteX13" fmla="*/ 114300 w 171450"/>
              <a:gd name="connsiteY13" fmla="*/ 57150 h 171450"/>
              <a:gd name="connsiteX14" fmla="*/ 28575 w 171450"/>
              <a:gd name="connsiteY14" fmla="*/ 133350 h 171450"/>
              <a:gd name="connsiteX15" fmla="*/ 85725 w 171450"/>
              <a:gd name="connsiteY15" fmla="*/ 103823 h 171450"/>
              <a:gd name="connsiteX16" fmla="*/ 142875 w 171450"/>
              <a:gd name="connsiteY16" fmla="*/ 133350 h 171450"/>
              <a:gd name="connsiteX17" fmla="*/ 142875 w 171450"/>
              <a:gd name="connsiteY17" fmla="*/ 142875 h 171450"/>
              <a:gd name="connsiteX18" fmla="*/ 28575 w 171450"/>
              <a:gd name="connsiteY18" fmla="*/ 142875 h 171450"/>
              <a:gd name="connsiteX19" fmla="*/ 28575 w 171450"/>
              <a:gd name="connsiteY19" fmla="*/ 1333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50">
                <a:moveTo>
                  <a:pt x="0" y="19050"/>
                </a:moveTo>
                <a:lnTo>
                  <a:pt x="0" y="152400"/>
                </a:lnTo>
                <a:cubicBezTo>
                  <a:pt x="0" y="162878"/>
                  <a:pt x="8477" y="171450"/>
                  <a:pt x="19050" y="171450"/>
                </a:cubicBezTo>
                <a:lnTo>
                  <a:pt x="152400" y="171450"/>
                </a:lnTo>
                <a:cubicBezTo>
                  <a:pt x="162878" y="171450"/>
                  <a:pt x="171450" y="162878"/>
                  <a:pt x="171450" y="152400"/>
                </a:cubicBezTo>
                <a:lnTo>
                  <a:pt x="171450" y="19050"/>
                </a:lnTo>
                <a:cubicBezTo>
                  <a:pt x="171450" y="8573"/>
                  <a:pt x="162878" y="0"/>
                  <a:pt x="152400" y="0"/>
                </a:cubicBezTo>
                <a:lnTo>
                  <a:pt x="19050" y="0"/>
                </a:lnTo>
                <a:cubicBezTo>
                  <a:pt x="8477" y="0"/>
                  <a:pt x="0" y="8573"/>
                  <a:pt x="0" y="19050"/>
                </a:cubicBezTo>
                <a:close/>
                <a:moveTo>
                  <a:pt x="114300" y="57150"/>
                </a:moveTo>
                <a:cubicBezTo>
                  <a:pt x="114300" y="72962"/>
                  <a:pt x="101537" y="85725"/>
                  <a:pt x="85725" y="85725"/>
                </a:cubicBezTo>
                <a:cubicBezTo>
                  <a:pt x="69914" y="85725"/>
                  <a:pt x="57150" y="72962"/>
                  <a:pt x="57150" y="57150"/>
                </a:cubicBezTo>
                <a:cubicBezTo>
                  <a:pt x="57150" y="41339"/>
                  <a:pt x="69914" y="28575"/>
                  <a:pt x="85725" y="28575"/>
                </a:cubicBezTo>
                <a:cubicBezTo>
                  <a:pt x="101537" y="28575"/>
                  <a:pt x="114300" y="41339"/>
                  <a:pt x="114300" y="57150"/>
                </a:cubicBezTo>
                <a:close/>
                <a:moveTo>
                  <a:pt x="28575" y="133350"/>
                </a:moveTo>
                <a:cubicBezTo>
                  <a:pt x="28575" y="114300"/>
                  <a:pt x="66675" y="103823"/>
                  <a:pt x="85725" y="103823"/>
                </a:cubicBezTo>
                <a:cubicBezTo>
                  <a:pt x="104775" y="103823"/>
                  <a:pt x="142875" y="114300"/>
                  <a:pt x="142875" y="133350"/>
                </a:cubicBezTo>
                <a:lnTo>
                  <a:pt x="142875" y="142875"/>
                </a:lnTo>
                <a:lnTo>
                  <a:pt x="28575" y="142875"/>
                </a:lnTo>
                <a:lnTo>
                  <a:pt x="28575" y="133350"/>
                </a:lnTo>
                <a:close/>
              </a:path>
            </a:pathLst>
          </a:custGeom>
          <a:gradFill>
            <a:gsLst>
              <a:gs pos="0">
                <a:srgbClr val="3749CC"/>
              </a:gs>
              <a:gs pos="100000">
                <a:srgbClr val="3749CC"/>
              </a:gs>
            </a:gsLst>
            <a:lin ang="10800000" scaled="1"/>
          </a:gradFill>
          <a:ln w="9525" cap="flat">
            <a:noFill/>
            <a:prstDash val="solid"/>
            <a:miter/>
          </a:ln>
        </p:spPr>
        <p:txBody>
          <a:bodyPr rtlCol="0" anchor="ctr"/>
          <a:lstStyle/>
          <a:p>
            <a:endParaRPr lang="zh-CN" altLang="en-US"/>
          </a:p>
        </p:txBody>
      </p:sp>
      <p:sp>
        <p:nvSpPr>
          <p:cNvPr id="199" name="图形 33"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D3BDD72B-5324-A383-A4A9-9808D1382718}"/>
              </a:ext>
            </a:extLst>
          </p:cNvPr>
          <p:cNvSpPr/>
          <p:nvPr/>
        </p:nvSpPr>
        <p:spPr>
          <a:xfrm>
            <a:off x="9316509" y="3693279"/>
            <a:ext cx="296102" cy="296102"/>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95250 w 190500"/>
              <a:gd name="connsiteY5" fmla="*/ 28575 h 190500"/>
              <a:gd name="connsiteX6" fmla="*/ 123825 w 190500"/>
              <a:gd name="connsiteY6" fmla="*/ 57150 h 190500"/>
              <a:gd name="connsiteX7" fmla="*/ 95250 w 190500"/>
              <a:gd name="connsiteY7" fmla="*/ 85725 h 190500"/>
              <a:gd name="connsiteX8" fmla="*/ 66675 w 190500"/>
              <a:gd name="connsiteY8" fmla="*/ 57150 h 190500"/>
              <a:gd name="connsiteX9" fmla="*/ 95250 w 190500"/>
              <a:gd name="connsiteY9" fmla="*/ 28575 h 190500"/>
              <a:gd name="connsiteX10" fmla="*/ 95250 w 190500"/>
              <a:gd name="connsiteY10" fmla="*/ 163830 h 190500"/>
              <a:gd name="connsiteX11" fmla="*/ 38100 w 190500"/>
              <a:gd name="connsiteY11" fmla="*/ 133160 h 190500"/>
              <a:gd name="connsiteX12" fmla="*/ 95250 w 190500"/>
              <a:gd name="connsiteY12" fmla="*/ 103823 h 190500"/>
              <a:gd name="connsiteX13" fmla="*/ 152400 w 190500"/>
              <a:gd name="connsiteY13" fmla="*/ 133160 h 190500"/>
              <a:gd name="connsiteX14" fmla="*/ 95250 w 190500"/>
              <a:gd name="connsiteY14" fmla="*/ 16383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95250" y="28575"/>
                </a:moveTo>
                <a:cubicBezTo>
                  <a:pt x="111062" y="28575"/>
                  <a:pt x="123825" y="41339"/>
                  <a:pt x="123825" y="57150"/>
                </a:cubicBezTo>
                <a:cubicBezTo>
                  <a:pt x="123825" y="72962"/>
                  <a:pt x="111062" y="85725"/>
                  <a:pt x="95250" y="85725"/>
                </a:cubicBezTo>
                <a:cubicBezTo>
                  <a:pt x="79439" y="85725"/>
                  <a:pt x="66675" y="72962"/>
                  <a:pt x="66675" y="57150"/>
                </a:cubicBezTo>
                <a:cubicBezTo>
                  <a:pt x="66675" y="41339"/>
                  <a:pt x="79439" y="28575"/>
                  <a:pt x="95250" y="28575"/>
                </a:cubicBezTo>
                <a:close/>
                <a:moveTo>
                  <a:pt x="95250" y="163830"/>
                </a:moveTo>
                <a:cubicBezTo>
                  <a:pt x="71438" y="163830"/>
                  <a:pt x="50387" y="151638"/>
                  <a:pt x="38100" y="133160"/>
                </a:cubicBezTo>
                <a:cubicBezTo>
                  <a:pt x="38386" y="114205"/>
                  <a:pt x="76200" y="103823"/>
                  <a:pt x="95250" y="103823"/>
                </a:cubicBezTo>
                <a:cubicBezTo>
                  <a:pt x="114205" y="103823"/>
                  <a:pt x="152114" y="114205"/>
                  <a:pt x="152400" y="133160"/>
                </a:cubicBezTo>
                <a:cubicBezTo>
                  <a:pt x="140113" y="151638"/>
                  <a:pt x="119063" y="163830"/>
                  <a:pt x="95250" y="163830"/>
                </a:cubicBezTo>
                <a:close/>
              </a:path>
            </a:pathLst>
          </a:custGeom>
          <a:gradFill>
            <a:gsLst>
              <a:gs pos="0">
                <a:srgbClr val="3749CC"/>
              </a:gs>
              <a:gs pos="100000">
                <a:srgbClr val="3749CC"/>
              </a:gs>
            </a:gsLst>
            <a:lin ang="10800000" scaled="1"/>
          </a:gradFill>
          <a:ln w="9525" cap="flat">
            <a:noFill/>
            <a:prstDash val="solid"/>
            <a:miter/>
          </a:ln>
        </p:spPr>
        <p:txBody>
          <a:bodyPr rtlCol="0" anchor="ctr"/>
          <a:lstStyle/>
          <a:p>
            <a:endParaRPr lang="zh-CN" altLang="en-US"/>
          </a:p>
        </p:txBody>
      </p:sp>
      <p:sp>
        <p:nvSpPr>
          <p:cNvPr id="200" name="图形 6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AA5F9D00-2845-2B7A-CA8A-56F5F7495B84}"/>
              </a:ext>
            </a:extLst>
          </p:cNvPr>
          <p:cNvSpPr/>
          <p:nvPr/>
        </p:nvSpPr>
        <p:spPr>
          <a:xfrm>
            <a:off x="7577102" y="4733153"/>
            <a:ext cx="266492" cy="296102"/>
          </a:xfrm>
          <a:custGeom>
            <a:avLst/>
            <a:gdLst>
              <a:gd name="connsiteX0" fmla="*/ 152400 w 171450"/>
              <a:gd name="connsiteY0" fmla="*/ 19050 h 190500"/>
              <a:gd name="connsiteX1" fmla="*/ 112586 w 171450"/>
              <a:gd name="connsiteY1" fmla="*/ 19050 h 190500"/>
              <a:gd name="connsiteX2" fmla="*/ 85725 w 171450"/>
              <a:gd name="connsiteY2" fmla="*/ 0 h 190500"/>
              <a:gd name="connsiteX3" fmla="*/ 58865 w 171450"/>
              <a:gd name="connsiteY3" fmla="*/ 19050 h 190500"/>
              <a:gd name="connsiteX4" fmla="*/ 19050 w 171450"/>
              <a:gd name="connsiteY4" fmla="*/ 19050 h 190500"/>
              <a:gd name="connsiteX5" fmla="*/ 0 w 171450"/>
              <a:gd name="connsiteY5" fmla="*/ 38100 h 190500"/>
              <a:gd name="connsiteX6" fmla="*/ 0 w 171450"/>
              <a:gd name="connsiteY6" fmla="*/ 171450 h 190500"/>
              <a:gd name="connsiteX7" fmla="*/ 19050 w 171450"/>
              <a:gd name="connsiteY7" fmla="*/ 190500 h 190500"/>
              <a:gd name="connsiteX8" fmla="*/ 152400 w 171450"/>
              <a:gd name="connsiteY8" fmla="*/ 190500 h 190500"/>
              <a:gd name="connsiteX9" fmla="*/ 171450 w 171450"/>
              <a:gd name="connsiteY9" fmla="*/ 171450 h 190500"/>
              <a:gd name="connsiteX10" fmla="*/ 171450 w 171450"/>
              <a:gd name="connsiteY10" fmla="*/ 38100 h 190500"/>
              <a:gd name="connsiteX11" fmla="*/ 152400 w 171450"/>
              <a:gd name="connsiteY11" fmla="*/ 19050 h 190500"/>
              <a:gd name="connsiteX12" fmla="*/ 85725 w 171450"/>
              <a:gd name="connsiteY12" fmla="*/ 19050 h 190500"/>
              <a:gd name="connsiteX13" fmla="*/ 95250 w 171450"/>
              <a:gd name="connsiteY13" fmla="*/ 28575 h 190500"/>
              <a:gd name="connsiteX14" fmla="*/ 85725 w 171450"/>
              <a:gd name="connsiteY14" fmla="*/ 38100 h 190500"/>
              <a:gd name="connsiteX15" fmla="*/ 76200 w 171450"/>
              <a:gd name="connsiteY15" fmla="*/ 28575 h 190500"/>
              <a:gd name="connsiteX16" fmla="*/ 85725 w 171450"/>
              <a:gd name="connsiteY16" fmla="*/ 19050 h 190500"/>
              <a:gd name="connsiteX17" fmla="*/ 123825 w 171450"/>
              <a:gd name="connsiteY17" fmla="*/ 133350 h 190500"/>
              <a:gd name="connsiteX18" fmla="*/ 85725 w 171450"/>
              <a:gd name="connsiteY18" fmla="*/ 133350 h 190500"/>
              <a:gd name="connsiteX19" fmla="*/ 85725 w 171450"/>
              <a:gd name="connsiteY19" fmla="*/ 161925 h 190500"/>
              <a:gd name="connsiteX20" fmla="*/ 38100 w 171450"/>
              <a:gd name="connsiteY20" fmla="*/ 114300 h 190500"/>
              <a:gd name="connsiteX21" fmla="*/ 85725 w 171450"/>
              <a:gd name="connsiteY21" fmla="*/ 66675 h 190500"/>
              <a:gd name="connsiteX22" fmla="*/ 85725 w 171450"/>
              <a:gd name="connsiteY22" fmla="*/ 95250 h 190500"/>
              <a:gd name="connsiteX23" fmla="*/ 123825 w 171450"/>
              <a:gd name="connsiteY23" fmla="*/ 95250 h 190500"/>
              <a:gd name="connsiteX24" fmla="*/ 123825 w 171450"/>
              <a:gd name="connsiteY24" fmla="*/ 1333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1450" h="190500">
                <a:moveTo>
                  <a:pt x="152400" y="19050"/>
                </a:moveTo>
                <a:lnTo>
                  <a:pt x="112586" y="19050"/>
                </a:lnTo>
                <a:cubicBezTo>
                  <a:pt x="108585" y="8001"/>
                  <a:pt x="98108" y="0"/>
                  <a:pt x="85725" y="0"/>
                </a:cubicBezTo>
                <a:cubicBezTo>
                  <a:pt x="73343" y="0"/>
                  <a:pt x="62865" y="8001"/>
                  <a:pt x="58865" y="19050"/>
                </a:cubicBezTo>
                <a:lnTo>
                  <a:pt x="19050" y="19050"/>
                </a:lnTo>
                <a:cubicBezTo>
                  <a:pt x="8573" y="19050"/>
                  <a:pt x="0" y="27623"/>
                  <a:pt x="0" y="38100"/>
                </a:cubicBezTo>
                <a:lnTo>
                  <a:pt x="0" y="171450"/>
                </a:lnTo>
                <a:cubicBezTo>
                  <a:pt x="0" y="181928"/>
                  <a:pt x="8573" y="190500"/>
                  <a:pt x="19050" y="190500"/>
                </a:cubicBezTo>
                <a:lnTo>
                  <a:pt x="152400" y="190500"/>
                </a:lnTo>
                <a:cubicBezTo>
                  <a:pt x="162878" y="190500"/>
                  <a:pt x="171450" y="181928"/>
                  <a:pt x="171450" y="171450"/>
                </a:cubicBezTo>
                <a:lnTo>
                  <a:pt x="171450" y="38100"/>
                </a:lnTo>
                <a:cubicBezTo>
                  <a:pt x="171450" y="27623"/>
                  <a:pt x="162878" y="19050"/>
                  <a:pt x="152400" y="19050"/>
                </a:cubicBezTo>
                <a:close/>
                <a:moveTo>
                  <a:pt x="85725" y="19050"/>
                </a:moveTo>
                <a:cubicBezTo>
                  <a:pt x="90964" y="19050"/>
                  <a:pt x="95250" y="23336"/>
                  <a:pt x="95250" y="28575"/>
                </a:cubicBezTo>
                <a:cubicBezTo>
                  <a:pt x="95250" y="33814"/>
                  <a:pt x="90964" y="38100"/>
                  <a:pt x="85725" y="38100"/>
                </a:cubicBezTo>
                <a:cubicBezTo>
                  <a:pt x="80486" y="38100"/>
                  <a:pt x="76200" y="33814"/>
                  <a:pt x="76200" y="28575"/>
                </a:cubicBezTo>
                <a:cubicBezTo>
                  <a:pt x="76200" y="23336"/>
                  <a:pt x="80486" y="19050"/>
                  <a:pt x="85725" y="19050"/>
                </a:cubicBezTo>
                <a:close/>
                <a:moveTo>
                  <a:pt x="123825" y="133350"/>
                </a:moveTo>
                <a:lnTo>
                  <a:pt x="85725" y="133350"/>
                </a:lnTo>
                <a:lnTo>
                  <a:pt x="85725" y="161925"/>
                </a:lnTo>
                <a:lnTo>
                  <a:pt x="38100" y="114300"/>
                </a:lnTo>
                <a:lnTo>
                  <a:pt x="85725" y="66675"/>
                </a:lnTo>
                <a:lnTo>
                  <a:pt x="85725" y="95250"/>
                </a:lnTo>
                <a:lnTo>
                  <a:pt x="123825" y="95250"/>
                </a:lnTo>
                <a:lnTo>
                  <a:pt x="123825" y="133350"/>
                </a:lnTo>
                <a:close/>
              </a:path>
            </a:pathLst>
          </a:custGeom>
          <a:gradFill>
            <a:gsLst>
              <a:gs pos="0">
                <a:srgbClr val="3749CC"/>
              </a:gs>
              <a:gs pos="100000">
                <a:srgbClr val="3749CC"/>
              </a:gs>
            </a:gsLst>
            <a:lin ang="10800000" scaled="1"/>
          </a:gradFill>
          <a:ln w="9525" cap="flat">
            <a:noFill/>
            <a:prstDash val="solid"/>
            <a:miter/>
          </a:ln>
        </p:spPr>
        <p:txBody>
          <a:bodyPr rtlCol="0" anchor="ctr"/>
          <a:lstStyle/>
          <a:p>
            <a:endParaRPr lang="zh-CN" altLang="en-US"/>
          </a:p>
        </p:txBody>
      </p:sp>
      <p:sp>
        <p:nvSpPr>
          <p:cNvPr id="201" name="图形 8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121ACC95-E72D-CC48-A86E-D2D82BE19855}"/>
              </a:ext>
            </a:extLst>
          </p:cNvPr>
          <p:cNvSpPr/>
          <p:nvPr/>
        </p:nvSpPr>
        <p:spPr>
          <a:xfrm>
            <a:off x="8767086" y="3306272"/>
            <a:ext cx="266492" cy="296102"/>
          </a:xfrm>
          <a:custGeom>
            <a:avLst/>
            <a:gdLst>
              <a:gd name="connsiteX0" fmla="*/ 152400 w 171450"/>
              <a:gd name="connsiteY0" fmla="*/ 19050 h 190500"/>
              <a:gd name="connsiteX1" fmla="*/ 112586 w 171450"/>
              <a:gd name="connsiteY1" fmla="*/ 19050 h 190500"/>
              <a:gd name="connsiteX2" fmla="*/ 85725 w 171450"/>
              <a:gd name="connsiteY2" fmla="*/ 0 h 190500"/>
              <a:gd name="connsiteX3" fmla="*/ 58865 w 171450"/>
              <a:gd name="connsiteY3" fmla="*/ 19050 h 190500"/>
              <a:gd name="connsiteX4" fmla="*/ 19050 w 171450"/>
              <a:gd name="connsiteY4" fmla="*/ 19050 h 190500"/>
              <a:gd name="connsiteX5" fmla="*/ 0 w 171450"/>
              <a:gd name="connsiteY5" fmla="*/ 38100 h 190500"/>
              <a:gd name="connsiteX6" fmla="*/ 0 w 171450"/>
              <a:gd name="connsiteY6" fmla="*/ 171450 h 190500"/>
              <a:gd name="connsiteX7" fmla="*/ 19050 w 171450"/>
              <a:gd name="connsiteY7" fmla="*/ 190500 h 190500"/>
              <a:gd name="connsiteX8" fmla="*/ 152400 w 171450"/>
              <a:gd name="connsiteY8" fmla="*/ 190500 h 190500"/>
              <a:gd name="connsiteX9" fmla="*/ 171450 w 171450"/>
              <a:gd name="connsiteY9" fmla="*/ 171450 h 190500"/>
              <a:gd name="connsiteX10" fmla="*/ 171450 w 171450"/>
              <a:gd name="connsiteY10" fmla="*/ 38100 h 190500"/>
              <a:gd name="connsiteX11" fmla="*/ 152400 w 171450"/>
              <a:gd name="connsiteY11" fmla="*/ 19050 h 190500"/>
              <a:gd name="connsiteX12" fmla="*/ 85725 w 171450"/>
              <a:gd name="connsiteY12" fmla="*/ 19050 h 190500"/>
              <a:gd name="connsiteX13" fmla="*/ 95250 w 171450"/>
              <a:gd name="connsiteY13" fmla="*/ 28575 h 190500"/>
              <a:gd name="connsiteX14" fmla="*/ 85725 w 171450"/>
              <a:gd name="connsiteY14" fmla="*/ 38100 h 190500"/>
              <a:gd name="connsiteX15" fmla="*/ 76200 w 171450"/>
              <a:gd name="connsiteY15" fmla="*/ 28575 h 190500"/>
              <a:gd name="connsiteX16" fmla="*/ 85725 w 171450"/>
              <a:gd name="connsiteY16" fmla="*/ 19050 h 190500"/>
              <a:gd name="connsiteX17" fmla="*/ 66675 w 171450"/>
              <a:gd name="connsiteY17" fmla="*/ 152400 h 190500"/>
              <a:gd name="connsiteX18" fmla="*/ 28575 w 171450"/>
              <a:gd name="connsiteY18" fmla="*/ 114300 h 190500"/>
              <a:gd name="connsiteX19" fmla="*/ 42005 w 171450"/>
              <a:gd name="connsiteY19" fmla="*/ 100870 h 190500"/>
              <a:gd name="connsiteX20" fmla="*/ 66675 w 171450"/>
              <a:gd name="connsiteY20" fmla="*/ 125444 h 190500"/>
              <a:gd name="connsiteX21" fmla="*/ 129445 w 171450"/>
              <a:gd name="connsiteY21" fmla="*/ 62675 h 190500"/>
              <a:gd name="connsiteX22" fmla="*/ 142875 w 171450"/>
              <a:gd name="connsiteY22" fmla="*/ 76200 h 190500"/>
              <a:gd name="connsiteX23" fmla="*/ 66675 w 171450"/>
              <a:gd name="connsiteY23" fmla="*/ 15240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1450" h="190500">
                <a:moveTo>
                  <a:pt x="152400" y="19050"/>
                </a:moveTo>
                <a:lnTo>
                  <a:pt x="112586" y="19050"/>
                </a:lnTo>
                <a:cubicBezTo>
                  <a:pt x="108585" y="8001"/>
                  <a:pt x="98108" y="0"/>
                  <a:pt x="85725" y="0"/>
                </a:cubicBezTo>
                <a:cubicBezTo>
                  <a:pt x="73343" y="0"/>
                  <a:pt x="62865" y="8001"/>
                  <a:pt x="58865" y="19050"/>
                </a:cubicBezTo>
                <a:lnTo>
                  <a:pt x="19050" y="19050"/>
                </a:lnTo>
                <a:cubicBezTo>
                  <a:pt x="8573" y="19050"/>
                  <a:pt x="0" y="27623"/>
                  <a:pt x="0" y="38100"/>
                </a:cubicBezTo>
                <a:lnTo>
                  <a:pt x="0" y="171450"/>
                </a:lnTo>
                <a:cubicBezTo>
                  <a:pt x="0" y="181928"/>
                  <a:pt x="8573" y="190500"/>
                  <a:pt x="19050" y="190500"/>
                </a:cubicBezTo>
                <a:lnTo>
                  <a:pt x="152400" y="190500"/>
                </a:lnTo>
                <a:cubicBezTo>
                  <a:pt x="162878" y="190500"/>
                  <a:pt x="171450" y="181928"/>
                  <a:pt x="171450" y="171450"/>
                </a:cubicBezTo>
                <a:lnTo>
                  <a:pt x="171450" y="38100"/>
                </a:lnTo>
                <a:cubicBezTo>
                  <a:pt x="171450" y="27623"/>
                  <a:pt x="162878" y="19050"/>
                  <a:pt x="152400" y="19050"/>
                </a:cubicBezTo>
                <a:close/>
                <a:moveTo>
                  <a:pt x="85725" y="19050"/>
                </a:moveTo>
                <a:cubicBezTo>
                  <a:pt x="90964" y="19050"/>
                  <a:pt x="95250" y="23336"/>
                  <a:pt x="95250" y="28575"/>
                </a:cubicBezTo>
                <a:cubicBezTo>
                  <a:pt x="95250" y="33814"/>
                  <a:pt x="90964" y="38100"/>
                  <a:pt x="85725" y="38100"/>
                </a:cubicBezTo>
                <a:cubicBezTo>
                  <a:pt x="80486" y="38100"/>
                  <a:pt x="76200" y="33814"/>
                  <a:pt x="76200" y="28575"/>
                </a:cubicBezTo>
                <a:cubicBezTo>
                  <a:pt x="76200" y="23336"/>
                  <a:pt x="80486" y="19050"/>
                  <a:pt x="85725" y="19050"/>
                </a:cubicBezTo>
                <a:close/>
                <a:moveTo>
                  <a:pt x="66675" y="152400"/>
                </a:moveTo>
                <a:lnTo>
                  <a:pt x="28575" y="114300"/>
                </a:lnTo>
                <a:lnTo>
                  <a:pt x="42005" y="100870"/>
                </a:lnTo>
                <a:lnTo>
                  <a:pt x="66675" y="125444"/>
                </a:lnTo>
                <a:lnTo>
                  <a:pt x="129445" y="62675"/>
                </a:lnTo>
                <a:lnTo>
                  <a:pt x="142875" y="76200"/>
                </a:lnTo>
                <a:lnTo>
                  <a:pt x="66675" y="152400"/>
                </a:lnTo>
                <a:close/>
              </a:path>
            </a:pathLst>
          </a:custGeom>
          <a:gradFill>
            <a:gsLst>
              <a:gs pos="0">
                <a:srgbClr val="3749CC"/>
              </a:gs>
              <a:gs pos="100000">
                <a:srgbClr val="3749CC"/>
              </a:gs>
            </a:gsLst>
            <a:lin ang="10800000" scaled="1"/>
          </a:gradFill>
          <a:ln w="9525" cap="flat">
            <a:noFill/>
            <a:prstDash val="solid"/>
            <a:miter/>
          </a:ln>
        </p:spPr>
        <p:txBody>
          <a:bodyPr rtlCol="0" anchor="ctr"/>
          <a:lstStyle/>
          <a:p>
            <a:endParaRPr lang="zh-CN" altLang="en-US"/>
          </a:p>
        </p:txBody>
      </p:sp>
      <p:sp>
        <p:nvSpPr>
          <p:cNvPr id="202" name="图形 87"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A06897C-633D-FE53-A9A4-83612EE8D8C1}"/>
              </a:ext>
            </a:extLst>
          </p:cNvPr>
          <p:cNvSpPr/>
          <p:nvPr/>
        </p:nvSpPr>
        <p:spPr>
          <a:xfrm>
            <a:off x="6984765" y="4393710"/>
            <a:ext cx="266492" cy="296102"/>
          </a:xfrm>
          <a:custGeom>
            <a:avLst/>
            <a:gdLst>
              <a:gd name="connsiteX0" fmla="*/ 152400 w 171450"/>
              <a:gd name="connsiteY0" fmla="*/ 19050 h 190500"/>
              <a:gd name="connsiteX1" fmla="*/ 112586 w 171450"/>
              <a:gd name="connsiteY1" fmla="*/ 19050 h 190500"/>
              <a:gd name="connsiteX2" fmla="*/ 85725 w 171450"/>
              <a:gd name="connsiteY2" fmla="*/ 0 h 190500"/>
              <a:gd name="connsiteX3" fmla="*/ 58865 w 171450"/>
              <a:gd name="connsiteY3" fmla="*/ 19050 h 190500"/>
              <a:gd name="connsiteX4" fmla="*/ 19050 w 171450"/>
              <a:gd name="connsiteY4" fmla="*/ 19050 h 190500"/>
              <a:gd name="connsiteX5" fmla="*/ 0 w 171450"/>
              <a:gd name="connsiteY5" fmla="*/ 38100 h 190500"/>
              <a:gd name="connsiteX6" fmla="*/ 0 w 171450"/>
              <a:gd name="connsiteY6" fmla="*/ 171450 h 190500"/>
              <a:gd name="connsiteX7" fmla="*/ 19050 w 171450"/>
              <a:gd name="connsiteY7" fmla="*/ 190500 h 190500"/>
              <a:gd name="connsiteX8" fmla="*/ 152400 w 171450"/>
              <a:gd name="connsiteY8" fmla="*/ 190500 h 190500"/>
              <a:gd name="connsiteX9" fmla="*/ 171450 w 171450"/>
              <a:gd name="connsiteY9" fmla="*/ 171450 h 190500"/>
              <a:gd name="connsiteX10" fmla="*/ 171450 w 171450"/>
              <a:gd name="connsiteY10" fmla="*/ 38100 h 190500"/>
              <a:gd name="connsiteX11" fmla="*/ 152400 w 171450"/>
              <a:gd name="connsiteY11" fmla="*/ 19050 h 190500"/>
              <a:gd name="connsiteX12" fmla="*/ 85725 w 171450"/>
              <a:gd name="connsiteY12" fmla="*/ 19050 h 190500"/>
              <a:gd name="connsiteX13" fmla="*/ 95250 w 171450"/>
              <a:gd name="connsiteY13" fmla="*/ 28575 h 190500"/>
              <a:gd name="connsiteX14" fmla="*/ 85725 w 171450"/>
              <a:gd name="connsiteY14" fmla="*/ 38100 h 190500"/>
              <a:gd name="connsiteX15" fmla="*/ 76200 w 171450"/>
              <a:gd name="connsiteY15" fmla="*/ 28575 h 190500"/>
              <a:gd name="connsiteX16" fmla="*/ 85725 w 171450"/>
              <a:gd name="connsiteY16" fmla="*/ 19050 h 190500"/>
              <a:gd name="connsiteX17" fmla="*/ 85725 w 171450"/>
              <a:gd name="connsiteY17" fmla="*/ 161925 h 190500"/>
              <a:gd name="connsiteX18" fmla="*/ 38100 w 171450"/>
              <a:gd name="connsiteY18" fmla="*/ 114300 h 190500"/>
              <a:gd name="connsiteX19" fmla="*/ 66675 w 171450"/>
              <a:gd name="connsiteY19" fmla="*/ 114300 h 190500"/>
              <a:gd name="connsiteX20" fmla="*/ 66675 w 171450"/>
              <a:gd name="connsiteY20" fmla="*/ 76200 h 190500"/>
              <a:gd name="connsiteX21" fmla="*/ 104775 w 171450"/>
              <a:gd name="connsiteY21" fmla="*/ 76200 h 190500"/>
              <a:gd name="connsiteX22" fmla="*/ 104775 w 171450"/>
              <a:gd name="connsiteY22" fmla="*/ 114300 h 190500"/>
              <a:gd name="connsiteX23" fmla="*/ 133350 w 171450"/>
              <a:gd name="connsiteY23" fmla="*/ 114300 h 190500"/>
              <a:gd name="connsiteX24" fmla="*/ 85725 w 171450"/>
              <a:gd name="connsiteY24" fmla="*/ 16192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1450" h="190500">
                <a:moveTo>
                  <a:pt x="152400" y="19050"/>
                </a:moveTo>
                <a:lnTo>
                  <a:pt x="112586" y="19050"/>
                </a:lnTo>
                <a:cubicBezTo>
                  <a:pt x="108585" y="8001"/>
                  <a:pt x="98108" y="0"/>
                  <a:pt x="85725" y="0"/>
                </a:cubicBezTo>
                <a:cubicBezTo>
                  <a:pt x="73343" y="0"/>
                  <a:pt x="62865" y="8001"/>
                  <a:pt x="58865" y="19050"/>
                </a:cubicBezTo>
                <a:lnTo>
                  <a:pt x="19050" y="19050"/>
                </a:lnTo>
                <a:cubicBezTo>
                  <a:pt x="8573" y="19050"/>
                  <a:pt x="0" y="27623"/>
                  <a:pt x="0" y="38100"/>
                </a:cubicBezTo>
                <a:lnTo>
                  <a:pt x="0" y="171450"/>
                </a:lnTo>
                <a:cubicBezTo>
                  <a:pt x="0" y="181928"/>
                  <a:pt x="8573" y="190500"/>
                  <a:pt x="19050" y="190500"/>
                </a:cubicBezTo>
                <a:lnTo>
                  <a:pt x="152400" y="190500"/>
                </a:lnTo>
                <a:cubicBezTo>
                  <a:pt x="162878" y="190500"/>
                  <a:pt x="171450" y="181928"/>
                  <a:pt x="171450" y="171450"/>
                </a:cubicBezTo>
                <a:lnTo>
                  <a:pt x="171450" y="38100"/>
                </a:lnTo>
                <a:cubicBezTo>
                  <a:pt x="171450" y="27623"/>
                  <a:pt x="162878" y="19050"/>
                  <a:pt x="152400" y="19050"/>
                </a:cubicBezTo>
                <a:close/>
                <a:moveTo>
                  <a:pt x="85725" y="19050"/>
                </a:moveTo>
                <a:cubicBezTo>
                  <a:pt x="90964" y="19050"/>
                  <a:pt x="95250" y="23336"/>
                  <a:pt x="95250" y="28575"/>
                </a:cubicBezTo>
                <a:cubicBezTo>
                  <a:pt x="95250" y="33814"/>
                  <a:pt x="90964" y="38100"/>
                  <a:pt x="85725" y="38100"/>
                </a:cubicBezTo>
                <a:cubicBezTo>
                  <a:pt x="80486" y="38100"/>
                  <a:pt x="76200" y="33814"/>
                  <a:pt x="76200" y="28575"/>
                </a:cubicBezTo>
                <a:cubicBezTo>
                  <a:pt x="76200" y="23336"/>
                  <a:pt x="80486" y="19050"/>
                  <a:pt x="85725" y="19050"/>
                </a:cubicBezTo>
                <a:close/>
                <a:moveTo>
                  <a:pt x="85725" y="161925"/>
                </a:moveTo>
                <a:lnTo>
                  <a:pt x="38100" y="114300"/>
                </a:lnTo>
                <a:lnTo>
                  <a:pt x="66675" y="114300"/>
                </a:lnTo>
                <a:lnTo>
                  <a:pt x="66675" y="76200"/>
                </a:lnTo>
                <a:lnTo>
                  <a:pt x="104775" y="76200"/>
                </a:lnTo>
                <a:lnTo>
                  <a:pt x="104775" y="114300"/>
                </a:lnTo>
                <a:lnTo>
                  <a:pt x="133350" y="114300"/>
                </a:lnTo>
                <a:lnTo>
                  <a:pt x="85725" y="161925"/>
                </a:lnTo>
                <a:close/>
              </a:path>
            </a:pathLst>
          </a:custGeom>
          <a:gradFill>
            <a:gsLst>
              <a:gs pos="0">
                <a:srgbClr val="3749CC"/>
              </a:gs>
              <a:gs pos="100000">
                <a:srgbClr val="3749CC"/>
              </a:gs>
            </a:gsLst>
            <a:lin ang="10800000" scaled="1"/>
          </a:gradFill>
          <a:ln w="9525" cap="flat">
            <a:noFill/>
            <a:prstDash val="solid"/>
            <a:miter/>
          </a:ln>
        </p:spPr>
        <p:txBody>
          <a:bodyPr rtlCol="0" anchor="ctr"/>
          <a:lstStyle/>
          <a:p>
            <a:endParaRPr lang="zh-CN" altLang="en-US"/>
          </a:p>
        </p:txBody>
      </p:sp>
      <p:sp>
        <p:nvSpPr>
          <p:cNvPr id="203" name="图形 93"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0967F627-534B-81A4-02C8-044130B773C8}"/>
              </a:ext>
            </a:extLst>
          </p:cNvPr>
          <p:cNvSpPr/>
          <p:nvPr/>
        </p:nvSpPr>
        <p:spPr>
          <a:xfrm>
            <a:off x="8169072" y="3013767"/>
            <a:ext cx="296102" cy="296102"/>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76200 w 190500"/>
              <a:gd name="connsiteY5" fmla="*/ 142875 h 190500"/>
              <a:gd name="connsiteX6" fmla="*/ 28575 w 190500"/>
              <a:gd name="connsiteY6" fmla="*/ 95250 h 190500"/>
              <a:gd name="connsiteX7" fmla="*/ 42005 w 190500"/>
              <a:gd name="connsiteY7" fmla="*/ 81820 h 190500"/>
              <a:gd name="connsiteX8" fmla="*/ 76200 w 190500"/>
              <a:gd name="connsiteY8" fmla="*/ 115919 h 190500"/>
              <a:gd name="connsiteX9" fmla="*/ 148495 w 190500"/>
              <a:gd name="connsiteY9" fmla="*/ 43625 h 190500"/>
              <a:gd name="connsiteX10" fmla="*/ 161925 w 190500"/>
              <a:gd name="connsiteY10" fmla="*/ 57150 h 190500"/>
              <a:gd name="connsiteX11" fmla="*/ 76200 w 190500"/>
              <a:gd name="connsiteY11" fmla="*/ 1428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76200" y="142875"/>
                </a:moveTo>
                <a:lnTo>
                  <a:pt x="28575" y="95250"/>
                </a:lnTo>
                <a:lnTo>
                  <a:pt x="42005" y="81820"/>
                </a:lnTo>
                <a:lnTo>
                  <a:pt x="76200" y="115919"/>
                </a:lnTo>
                <a:lnTo>
                  <a:pt x="148495" y="43625"/>
                </a:lnTo>
                <a:lnTo>
                  <a:pt x="161925" y="57150"/>
                </a:lnTo>
                <a:lnTo>
                  <a:pt x="76200" y="142875"/>
                </a:lnTo>
                <a:close/>
              </a:path>
            </a:pathLst>
          </a:custGeom>
          <a:gradFill>
            <a:gsLst>
              <a:gs pos="0">
                <a:srgbClr val="3749CC"/>
              </a:gs>
              <a:gs pos="100000">
                <a:srgbClr val="3749CC"/>
              </a:gs>
            </a:gsLst>
            <a:lin ang="10800000" scaled="1"/>
          </a:gradFill>
          <a:ln w="9525" cap="flat">
            <a:noFill/>
            <a:prstDash val="solid"/>
            <a:miter/>
          </a:ln>
        </p:spPr>
        <p:txBody>
          <a:bodyPr rtlCol="0" anchor="ctr"/>
          <a:lstStyle/>
          <a:p>
            <a:endParaRPr lang="zh-CN" altLang="en-US"/>
          </a:p>
        </p:txBody>
      </p:sp>
      <p:sp>
        <p:nvSpPr>
          <p:cNvPr id="204" name="文本框 203">
            <a:extLst>
              <a:ext uri="{FF2B5EF4-FFF2-40B4-BE49-F238E27FC236}">
                <a16:creationId xmlns:a16="http://schemas.microsoft.com/office/drawing/2014/main" id="{46662D2F-3C98-5320-6DCE-68EBD583CE98}"/>
              </a:ext>
            </a:extLst>
          </p:cNvPr>
          <p:cNvSpPr txBox="1"/>
          <p:nvPr/>
        </p:nvSpPr>
        <p:spPr>
          <a:xfrm>
            <a:off x="4850012" y="5132501"/>
            <a:ext cx="1569660" cy="276999"/>
          </a:xfrm>
          <a:prstGeom prst="rect">
            <a:avLst/>
          </a:prstGeom>
          <a:noFill/>
          <a:scene3d>
            <a:camera prst="isometricLeftDown"/>
            <a:lightRig rig="threePt" dir="t"/>
          </a:scene3d>
        </p:spPr>
        <p:txBody>
          <a:bodyPr wrap="none" rtlCol="0">
            <a:spAutoFit/>
          </a:bodyPr>
          <a:lstStyle/>
          <a:p>
            <a:r>
              <a:rPr lang="zh-CN" altLang="en-US" sz="1200" dirty="0">
                <a:solidFill>
                  <a:srgbClr val="3749CC"/>
                </a:solidFill>
                <a:latin typeface="HarmonyOS Sans SC Medium" panose="00000600000000000000" pitchFamily="2" charset="-122"/>
                <a:ea typeface="HarmonyOS Sans SC Medium" panose="00000600000000000000" pitchFamily="2" charset="-122"/>
              </a:rPr>
              <a:t>加快品牌开发的步伐</a:t>
            </a:r>
          </a:p>
        </p:txBody>
      </p:sp>
      <p:sp>
        <p:nvSpPr>
          <p:cNvPr id="205" name="文本框 204">
            <a:extLst>
              <a:ext uri="{FF2B5EF4-FFF2-40B4-BE49-F238E27FC236}">
                <a16:creationId xmlns:a16="http://schemas.microsoft.com/office/drawing/2014/main" id="{6907D1C2-C952-C9D0-73F8-8FA678E2F479}"/>
              </a:ext>
            </a:extLst>
          </p:cNvPr>
          <p:cNvSpPr txBox="1"/>
          <p:nvPr/>
        </p:nvSpPr>
        <p:spPr>
          <a:xfrm>
            <a:off x="5009634" y="2852590"/>
            <a:ext cx="800219" cy="276999"/>
          </a:xfrm>
          <a:prstGeom prst="rect">
            <a:avLst/>
          </a:prstGeom>
          <a:noFill/>
          <a:scene3d>
            <a:camera prst="isometricLeftDown"/>
            <a:lightRig rig="threePt" dir="t"/>
          </a:scene3d>
        </p:spPr>
        <p:txBody>
          <a:bodyPr wrap="none" rtlCol="0">
            <a:spAutoFit/>
          </a:bodyPr>
          <a:lstStyle/>
          <a:p>
            <a:r>
              <a:rPr lang="zh-CN" altLang="en-US" sz="1200" dirty="0">
                <a:solidFill>
                  <a:srgbClr val="3749CC"/>
                </a:solidFill>
                <a:latin typeface="HarmonyOS Sans SC Medium" panose="00000600000000000000" pitchFamily="2" charset="-122"/>
                <a:ea typeface="HarmonyOS Sans SC Medium" panose="00000600000000000000" pitchFamily="2" charset="-122"/>
              </a:rPr>
              <a:t>加快步伐</a:t>
            </a:r>
          </a:p>
        </p:txBody>
      </p:sp>
      <p:sp>
        <p:nvSpPr>
          <p:cNvPr id="206" name="文本框 205">
            <a:extLst>
              <a:ext uri="{FF2B5EF4-FFF2-40B4-BE49-F238E27FC236}">
                <a16:creationId xmlns:a16="http://schemas.microsoft.com/office/drawing/2014/main" id="{03CA26F9-5FDE-2065-F854-213F74120CCF}"/>
              </a:ext>
            </a:extLst>
          </p:cNvPr>
          <p:cNvSpPr txBox="1"/>
          <p:nvPr/>
        </p:nvSpPr>
        <p:spPr>
          <a:xfrm>
            <a:off x="6394488" y="2068764"/>
            <a:ext cx="800219" cy="276999"/>
          </a:xfrm>
          <a:prstGeom prst="rect">
            <a:avLst/>
          </a:prstGeom>
          <a:noFill/>
          <a:scene3d>
            <a:camera prst="isometricLeftDown"/>
            <a:lightRig rig="threePt" dir="t"/>
          </a:scene3d>
        </p:spPr>
        <p:txBody>
          <a:bodyPr wrap="none" rtlCol="0">
            <a:spAutoFit/>
          </a:bodyPr>
          <a:lstStyle/>
          <a:p>
            <a:r>
              <a:rPr lang="zh-CN" altLang="en-US" sz="1200" dirty="0">
                <a:solidFill>
                  <a:srgbClr val="3749CC"/>
                </a:solidFill>
                <a:latin typeface="HarmonyOS Sans SC Medium" panose="00000600000000000000" pitchFamily="2" charset="-122"/>
                <a:ea typeface="HarmonyOS Sans SC Medium" panose="00000600000000000000" pitchFamily="2" charset="-122"/>
              </a:rPr>
              <a:t>加快步伐</a:t>
            </a:r>
          </a:p>
        </p:txBody>
      </p:sp>
      <p:sp>
        <p:nvSpPr>
          <p:cNvPr id="207" name="文本框 206">
            <a:extLst>
              <a:ext uri="{FF2B5EF4-FFF2-40B4-BE49-F238E27FC236}">
                <a16:creationId xmlns:a16="http://schemas.microsoft.com/office/drawing/2014/main" id="{6C1DFE0D-6874-7692-A43A-FBD7F8F83747}"/>
              </a:ext>
            </a:extLst>
          </p:cNvPr>
          <p:cNvSpPr txBox="1"/>
          <p:nvPr/>
        </p:nvSpPr>
        <p:spPr>
          <a:xfrm>
            <a:off x="3382427" y="3795334"/>
            <a:ext cx="800219" cy="276999"/>
          </a:xfrm>
          <a:prstGeom prst="rect">
            <a:avLst/>
          </a:prstGeom>
          <a:noFill/>
          <a:scene3d>
            <a:camera prst="isometricLeftDown"/>
            <a:lightRig rig="threePt" dir="t"/>
          </a:scene3d>
        </p:spPr>
        <p:txBody>
          <a:bodyPr wrap="none" rtlCol="0">
            <a:spAutoFit/>
          </a:bodyPr>
          <a:lstStyle/>
          <a:p>
            <a:r>
              <a:rPr lang="zh-CN" altLang="en-US" sz="1200" dirty="0">
                <a:solidFill>
                  <a:srgbClr val="3749CC"/>
                </a:solidFill>
                <a:latin typeface="HarmonyOS Sans SC Medium" panose="00000600000000000000" pitchFamily="2" charset="-122"/>
                <a:ea typeface="HarmonyOS Sans SC Medium" panose="00000600000000000000" pitchFamily="2" charset="-122"/>
              </a:rPr>
              <a:t>加快步伐</a:t>
            </a:r>
          </a:p>
        </p:txBody>
      </p:sp>
    </p:spTree>
    <p:extLst>
      <p:ext uri="{BB962C8B-B14F-4D97-AF65-F5344CB8AC3E}">
        <p14:creationId xmlns:p14="http://schemas.microsoft.com/office/powerpoint/2010/main" val="2440763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E2AEA64-C5C2-0561-97EC-C8AD60183F04}"/>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D4FB82C8-2DB3-644D-3B0F-C29DFC2FC648}"/>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F4E6B745-3C0B-9862-D2AD-B0DB03E29B97}"/>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4CE7B90-88DE-6B7A-242B-107AA8030D6F}"/>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083D3FDF-1B1E-B03C-2023-BBFE798E0BB9}"/>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041D0D14-E5F6-6CA8-61D5-6FFB77508AE5}"/>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12" name="文本框 11">
              <a:extLst>
                <a:ext uri="{FF2B5EF4-FFF2-40B4-BE49-F238E27FC236}">
                  <a16:creationId xmlns:a16="http://schemas.microsoft.com/office/drawing/2014/main" id="{BE9DCD32-8D1F-5002-C499-C31ED638788D}"/>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30" name="文本框 29">
              <a:extLst>
                <a:ext uri="{FF2B5EF4-FFF2-40B4-BE49-F238E27FC236}">
                  <a16:creationId xmlns:a16="http://schemas.microsoft.com/office/drawing/2014/main" id="{761804E1-6885-AC2D-37E7-25EC1700AD91}"/>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224"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98639EFD-A651-5114-789C-8D94E66A10A8}"/>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227" name="文本框 226">
              <a:extLst>
                <a:ext uri="{FF2B5EF4-FFF2-40B4-BE49-F238E27FC236}">
                  <a16:creationId xmlns:a16="http://schemas.microsoft.com/office/drawing/2014/main" id="{177B38DB-13E6-7603-DD40-C23EE7A1E252}"/>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230" name="文本框 229">
              <a:extLst>
                <a:ext uri="{FF2B5EF4-FFF2-40B4-BE49-F238E27FC236}">
                  <a16:creationId xmlns:a16="http://schemas.microsoft.com/office/drawing/2014/main" id="{AFD5E777-EFA5-8A15-57F2-5AC21B2D2A8D}"/>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grpSp>
        <p:nvGrpSpPr>
          <p:cNvPr id="14" name="组合 13">
            <a:extLst>
              <a:ext uri="{FF2B5EF4-FFF2-40B4-BE49-F238E27FC236}">
                <a16:creationId xmlns:a16="http://schemas.microsoft.com/office/drawing/2014/main" id="{3D6017ED-D8C1-F2A8-5380-0DD77263AB58}"/>
              </a:ext>
            </a:extLst>
          </p:cNvPr>
          <p:cNvGrpSpPr/>
          <p:nvPr/>
        </p:nvGrpSpPr>
        <p:grpSpPr>
          <a:xfrm>
            <a:off x="4605453" y="1520692"/>
            <a:ext cx="3835400" cy="2260600"/>
            <a:chOff x="1695999" y="1329576"/>
            <a:chExt cx="3835400" cy="2260600"/>
          </a:xfrm>
        </p:grpSpPr>
        <p:sp>
          <p:nvSpPr>
            <p:cNvPr id="7" name="Freeform 5">
              <a:extLst>
                <a:ext uri="{FF2B5EF4-FFF2-40B4-BE49-F238E27FC236}">
                  <a16:creationId xmlns:a16="http://schemas.microsoft.com/office/drawing/2014/main" id="{29178F61-574E-3B68-7224-F1513824CC4C}"/>
                </a:ext>
              </a:extLst>
            </p:cNvPr>
            <p:cNvSpPr>
              <a:spLocks/>
            </p:cNvSpPr>
            <p:nvPr/>
          </p:nvSpPr>
          <p:spPr bwMode="auto">
            <a:xfrm>
              <a:off x="1721399" y="1740738"/>
              <a:ext cx="3790950" cy="1849438"/>
            </a:xfrm>
            <a:custGeom>
              <a:avLst/>
              <a:gdLst>
                <a:gd name="T0" fmla="*/ 2868 w 2910"/>
                <a:gd name="T1" fmla="*/ 1121 h 1418"/>
                <a:gd name="T2" fmla="*/ 2469 w 2910"/>
                <a:gd name="T3" fmla="*/ 1353 h 1418"/>
                <a:gd name="T4" fmla="*/ 2264 w 2910"/>
                <a:gd name="T5" fmla="*/ 1353 h 1418"/>
                <a:gd name="T6" fmla="*/ 56 w 2910"/>
                <a:gd name="T7" fmla="*/ 78 h 1418"/>
                <a:gd name="T8" fmla="*/ 0 w 2910"/>
                <a:gd name="T9" fmla="*/ 0 h 1418"/>
                <a:gd name="T10" fmla="*/ 0 w 2910"/>
                <a:gd name="T11" fmla="*/ 32 h 1418"/>
                <a:gd name="T12" fmla="*/ 56 w 2910"/>
                <a:gd name="T13" fmla="*/ 111 h 1418"/>
                <a:gd name="T14" fmla="*/ 2264 w 2910"/>
                <a:gd name="T15" fmla="*/ 1385 h 1418"/>
                <a:gd name="T16" fmla="*/ 2468 w 2910"/>
                <a:gd name="T17" fmla="*/ 1385 h 1418"/>
                <a:gd name="T18" fmla="*/ 2868 w 2910"/>
                <a:gd name="T19" fmla="*/ 1153 h 1418"/>
                <a:gd name="T20" fmla="*/ 2910 w 2910"/>
                <a:gd name="T21" fmla="*/ 1095 h 1418"/>
                <a:gd name="T22" fmla="*/ 2910 w 2910"/>
                <a:gd name="T23" fmla="*/ 1062 h 1418"/>
                <a:gd name="T24" fmla="*/ 2868 w 2910"/>
                <a:gd name="T25" fmla="*/ 1121 h 1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10" h="1418">
                  <a:moveTo>
                    <a:pt x="2868" y="1121"/>
                  </a:moveTo>
                  <a:cubicBezTo>
                    <a:pt x="2469" y="1353"/>
                    <a:pt x="2469" y="1353"/>
                    <a:pt x="2469" y="1353"/>
                  </a:cubicBezTo>
                  <a:cubicBezTo>
                    <a:pt x="2412" y="1386"/>
                    <a:pt x="2321" y="1386"/>
                    <a:pt x="2264" y="1353"/>
                  </a:cubicBezTo>
                  <a:cubicBezTo>
                    <a:pt x="56" y="78"/>
                    <a:pt x="56" y="78"/>
                    <a:pt x="56" y="78"/>
                  </a:cubicBezTo>
                  <a:cubicBezTo>
                    <a:pt x="19" y="57"/>
                    <a:pt x="0" y="28"/>
                    <a:pt x="0" y="0"/>
                  </a:cubicBezTo>
                  <a:cubicBezTo>
                    <a:pt x="0" y="32"/>
                    <a:pt x="0" y="32"/>
                    <a:pt x="0" y="32"/>
                  </a:cubicBezTo>
                  <a:cubicBezTo>
                    <a:pt x="0" y="61"/>
                    <a:pt x="19" y="89"/>
                    <a:pt x="56" y="111"/>
                  </a:cubicBezTo>
                  <a:cubicBezTo>
                    <a:pt x="2264" y="1385"/>
                    <a:pt x="2264" y="1385"/>
                    <a:pt x="2264" y="1385"/>
                  </a:cubicBezTo>
                  <a:cubicBezTo>
                    <a:pt x="2320" y="1418"/>
                    <a:pt x="2412" y="1418"/>
                    <a:pt x="2468" y="1385"/>
                  </a:cubicBezTo>
                  <a:cubicBezTo>
                    <a:pt x="2868" y="1153"/>
                    <a:pt x="2868" y="1153"/>
                    <a:pt x="2868" y="1153"/>
                  </a:cubicBezTo>
                  <a:cubicBezTo>
                    <a:pt x="2895" y="1137"/>
                    <a:pt x="2909" y="1116"/>
                    <a:pt x="2910" y="1095"/>
                  </a:cubicBezTo>
                  <a:cubicBezTo>
                    <a:pt x="2910" y="1062"/>
                    <a:pt x="2910" y="1062"/>
                    <a:pt x="2910" y="1062"/>
                  </a:cubicBezTo>
                  <a:cubicBezTo>
                    <a:pt x="2910" y="1083"/>
                    <a:pt x="2896" y="1105"/>
                    <a:pt x="2868" y="1121"/>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Freeform 6">
              <a:extLst>
                <a:ext uri="{FF2B5EF4-FFF2-40B4-BE49-F238E27FC236}">
                  <a16:creationId xmlns:a16="http://schemas.microsoft.com/office/drawing/2014/main" id="{75627A6B-E6B2-A5CE-E85B-48297A036ADC}"/>
                </a:ext>
              </a:extLst>
            </p:cNvPr>
            <p:cNvSpPr>
              <a:spLocks/>
            </p:cNvSpPr>
            <p:nvPr/>
          </p:nvSpPr>
          <p:spPr bwMode="auto">
            <a:xfrm>
              <a:off x="1695999" y="1329576"/>
              <a:ext cx="3835400" cy="2217738"/>
            </a:xfrm>
            <a:custGeom>
              <a:avLst/>
              <a:gdLst>
                <a:gd name="T0" fmla="*/ 2886 w 2943"/>
                <a:gd name="T1" fmla="*/ 1317 h 1701"/>
                <a:gd name="T2" fmla="*/ 2887 w 2943"/>
                <a:gd name="T3" fmla="*/ 1436 h 1701"/>
                <a:gd name="T4" fmla="*/ 2488 w 2943"/>
                <a:gd name="T5" fmla="*/ 1668 h 1701"/>
                <a:gd name="T6" fmla="*/ 2283 w 2943"/>
                <a:gd name="T7" fmla="*/ 1668 h 1701"/>
                <a:gd name="T8" fmla="*/ 75 w 2943"/>
                <a:gd name="T9" fmla="*/ 393 h 1701"/>
                <a:gd name="T10" fmla="*/ 74 w 2943"/>
                <a:gd name="T11" fmla="*/ 238 h 1701"/>
                <a:gd name="T12" fmla="*/ 410 w 2943"/>
                <a:gd name="T13" fmla="*/ 43 h 1701"/>
                <a:gd name="T14" fmla="*/ 678 w 2943"/>
                <a:gd name="T15" fmla="*/ 43 h 1701"/>
                <a:gd name="T16" fmla="*/ 2886 w 2943"/>
                <a:gd name="T17" fmla="*/ 1317 h 1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43" h="1701">
                  <a:moveTo>
                    <a:pt x="2886" y="1317"/>
                  </a:moveTo>
                  <a:cubicBezTo>
                    <a:pt x="2943" y="1350"/>
                    <a:pt x="2943" y="1403"/>
                    <a:pt x="2887" y="1436"/>
                  </a:cubicBezTo>
                  <a:cubicBezTo>
                    <a:pt x="2488" y="1668"/>
                    <a:pt x="2488" y="1668"/>
                    <a:pt x="2488" y="1668"/>
                  </a:cubicBezTo>
                  <a:cubicBezTo>
                    <a:pt x="2431" y="1701"/>
                    <a:pt x="2340" y="1701"/>
                    <a:pt x="2283" y="1668"/>
                  </a:cubicBezTo>
                  <a:cubicBezTo>
                    <a:pt x="75" y="393"/>
                    <a:pt x="75" y="393"/>
                    <a:pt x="75" y="393"/>
                  </a:cubicBezTo>
                  <a:cubicBezTo>
                    <a:pt x="1" y="350"/>
                    <a:pt x="0" y="280"/>
                    <a:pt x="74" y="238"/>
                  </a:cubicBezTo>
                  <a:cubicBezTo>
                    <a:pt x="410" y="43"/>
                    <a:pt x="410" y="43"/>
                    <a:pt x="410" y="43"/>
                  </a:cubicBezTo>
                  <a:cubicBezTo>
                    <a:pt x="483" y="0"/>
                    <a:pt x="604" y="0"/>
                    <a:pt x="678" y="43"/>
                  </a:cubicBezTo>
                  <a:lnTo>
                    <a:pt x="2886" y="1317"/>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3" name="组合 12">
            <a:extLst>
              <a:ext uri="{FF2B5EF4-FFF2-40B4-BE49-F238E27FC236}">
                <a16:creationId xmlns:a16="http://schemas.microsoft.com/office/drawing/2014/main" id="{39FCBFDD-C326-E8C0-3473-5EC7C4053EC1}"/>
              </a:ext>
            </a:extLst>
          </p:cNvPr>
          <p:cNvGrpSpPr/>
          <p:nvPr/>
        </p:nvGrpSpPr>
        <p:grpSpPr>
          <a:xfrm>
            <a:off x="5734657" y="4351998"/>
            <a:ext cx="3470275" cy="2057401"/>
            <a:chOff x="5434561" y="2312238"/>
            <a:chExt cx="3470275" cy="2057401"/>
          </a:xfrm>
        </p:grpSpPr>
        <p:sp>
          <p:nvSpPr>
            <p:cNvPr id="9" name="Freeform 7">
              <a:extLst>
                <a:ext uri="{FF2B5EF4-FFF2-40B4-BE49-F238E27FC236}">
                  <a16:creationId xmlns:a16="http://schemas.microsoft.com/office/drawing/2014/main" id="{CF336AEB-EF28-2497-F50B-BAF5BA042B0B}"/>
                </a:ext>
              </a:extLst>
            </p:cNvPr>
            <p:cNvSpPr>
              <a:spLocks/>
            </p:cNvSpPr>
            <p:nvPr/>
          </p:nvSpPr>
          <p:spPr bwMode="auto">
            <a:xfrm>
              <a:off x="5452024" y="3148851"/>
              <a:ext cx="3435350" cy="1220788"/>
            </a:xfrm>
            <a:custGeom>
              <a:avLst/>
              <a:gdLst>
                <a:gd name="T0" fmla="*/ 2594 w 2636"/>
                <a:gd name="T1" fmla="*/ 59 h 936"/>
                <a:gd name="T2" fmla="*/ 1198 w 2636"/>
                <a:gd name="T3" fmla="*/ 871 h 936"/>
                <a:gd name="T4" fmla="*/ 993 w 2636"/>
                <a:gd name="T5" fmla="*/ 871 h 936"/>
                <a:gd name="T6" fmla="*/ 43 w 2636"/>
                <a:gd name="T7" fmla="*/ 322 h 936"/>
                <a:gd name="T8" fmla="*/ 0 w 2636"/>
                <a:gd name="T9" fmla="*/ 262 h 936"/>
                <a:gd name="T10" fmla="*/ 0 w 2636"/>
                <a:gd name="T11" fmla="*/ 295 h 936"/>
                <a:gd name="T12" fmla="*/ 43 w 2636"/>
                <a:gd name="T13" fmla="*/ 355 h 936"/>
                <a:gd name="T14" fmla="*/ 993 w 2636"/>
                <a:gd name="T15" fmla="*/ 903 h 936"/>
                <a:gd name="T16" fmla="*/ 1197 w 2636"/>
                <a:gd name="T17" fmla="*/ 903 h 936"/>
                <a:gd name="T18" fmla="*/ 2594 w 2636"/>
                <a:gd name="T19" fmla="*/ 92 h 936"/>
                <a:gd name="T20" fmla="*/ 2636 w 2636"/>
                <a:gd name="T21" fmla="*/ 33 h 936"/>
                <a:gd name="T22" fmla="*/ 2636 w 2636"/>
                <a:gd name="T23" fmla="*/ 0 h 936"/>
                <a:gd name="T24" fmla="*/ 2594 w 2636"/>
                <a:gd name="T25" fmla="*/ 59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36" h="936">
                  <a:moveTo>
                    <a:pt x="2594" y="59"/>
                  </a:moveTo>
                  <a:cubicBezTo>
                    <a:pt x="1198" y="871"/>
                    <a:pt x="1198" y="871"/>
                    <a:pt x="1198" y="871"/>
                  </a:cubicBezTo>
                  <a:cubicBezTo>
                    <a:pt x="1141" y="903"/>
                    <a:pt x="1050" y="903"/>
                    <a:pt x="993" y="871"/>
                  </a:cubicBezTo>
                  <a:cubicBezTo>
                    <a:pt x="43" y="322"/>
                    <a:pt x="43" y="322"/>
                    <a:pt x="43" y="322"/>
                  </a:cubicBezTo>
                  <a:cubicBezTo>
                    <a:pt x="14" y="306"/>
                    <a:pt x="0" y="284"/>
                    <a:pt x="0" y="262"/>
                  </a:cubicBezTo>
                  <a:cubicBezTo>
                    <a:pt x="0" y="295"/>
                    <a:pt x="0" y="295"/>
                    <a:pt x="0" y="295"/>
                  </a:cubicBezTo>
                  <a:cubicBezTo>
                    <a:pt x="0" y="317"/>
                    <a:pt x="14" y="338"/>
                    <a:pt x="43" y="355"/>
                  </a:cubicBezTo>
                  <a:cubicBezTo>
                    <a:pt x="993" y="903"/>
                    <a:pt x="993" y="903"/>
                    <a:pt x="993" y="903"/>
                  </a:cubicBezTo>
                  <a:cubicBezTo>
                    <a:pt x="1049" y="936"/>
                    <a:pt x="1141" y="936"/>
                    <a:pt x="1197" y="903"/>
                  </a:cubicBezTo>
                  <a:cubicBezTo>
                    <a:pt x="2594" y="92"/>
                    <a:pt x="2594" y="92"/>
                    <a:pt x="2594" y="92"/>
                  </a:cubicBezTo>
                  <a:cubicBezTo>
                    <a:pt x="2622" y="75"/>
                    <a:pt x="2636" y="54"/>
                    <a:pt x="2636" y="33"/>
                  </a:cubicBezTo>
                  <a:cubicBezTo>
                    <a:pt x="2636" y="0"/>
                    <a:pt x="2636" y="0"/>
                    <a:pt x="2636" y="0"/>
                  </a:cubicBezTo>
                  <a:cubicBezTo>
                    <a:pt x="2636" y="22"/>
                    <a:pt x="2622" y="43"/>
                    <a:pt x="2594" y="59"/>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Freeform 8">
              <a:extLst>
                <a:ext uri="{FF2B5EF4-FFF2-40B4-BE49-F238E27FC236}">
                  <a16:creationId xmlns:a16="http://schemas.microsoft.com/office/drawing/2014/main" id="{F18A97DC-AD34-7A13-0E9A-1873942A12F4}"/>
                </a:ext>
              </a:extLst>
            </p:cNvPr>
            <p:cNvSpPr>
              <a:spLocks/>
            </p:cNvSpPr>
            <p:nvPr/>
          </p:nvSpPr>
          <p:spPr bwMode="auto">
            <a:xfrm>
              <a:off x="5434561" y="2312238"/>
              <a:ext cx="3470275" cy="2014538"/>
            </a:xfrm>
            <a:custGeom>
              <a:avLst/>
              <a:gdLst>
                <a:gd name="T0" fmla="*/ 2607 w 2664"/>
                <a:gd name="T1" fmla="*/ 581 h 1544"/>
                <a:gd name="T2" fmla="*/ 2608 w 2664"/>
                <a:gd name="T3" fmla="*/ 700 h 1544"/>
                <a:gd name="T4" fmla="*/ 1212 w 2664"/>
                <a:gd name="T5" fmla="*/ 1512 h 1544"/>
                <a:gd name="T6" fmla="*/ 1007 w 2664"/>
                <a:gd name="T7" fmla="*/ 1512 h 1544"/>
                <a:gd name="T8" fmla="*/ 57 w 2664"/>
                <a:gd name="T9" fmla="*/ 963 h 1544"/>
                <a:gd name="T10" fmla="*/ 56 w 2664"/>
                <a:gd name="T11" fmla="*/ 845 h 1544"/>
                <a:gd name="T12" fmla="*/ 1453 w 2664"/>
                <a:gd name="T13" fmla="*/ 33 h 1544"/>
                <a:gd name="T14" fmla="*/ 1657 w 2664"/>
                <a:gd name="T15" fmla="*/ 33 h 1544"/>
                <a:gd name="T16" fmla="*/ 2607 w 2664"/>
                <a:gd name="T17" fmla="*/ 581 h 1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64" h="1544">
                  <a:moveTo>
                    <a:pt x="2607" y="581"/>
                  </a:moveTo>
                  <a:cubicBezTo>
                    <a:pt x="2664" y="614"/>
                    <a:pt x="2664" y="667"/>
                    <a:pt x="2608" y="700"/>
                  </a:cubicBezTo>
                  <a:cubicBezTo>
                    <a:pt x="1212" y="1512"/>
                    <a:pt x="1212" y="1512"/>
                    <a:pt x="1212" y="1512"/>
                  </a:cubicBezTo>
                  <a:cubicBezTo>
                    <a:pt x="1155" y="1544"/>
                    <a:pt x="1064" y="1544"/>
                    <a:pt x="1007" y="1512"/>
                  </a:cubicBezTo>
                  <a:cubicBezTo>
                    <a:pt x="57" y="963"/>
                    <a:pt x="57" y="963"/>
                    <a:pt x="57" y="963"/>
                  </a:cubicBezTo>
                  <a:cubicBezTo>
                    <a:pt x="0" y="930"/>
                    <a:pt x="0" y="877"/>
                    <a:pt x="56" y="845"/>
                  </a:cubicBezTo>
                  <a:cubicBezTo>
                    <a:pt x="1453" y="33"/>
                    <a:pt x="1453" y="33"/>
                    <a:pt x="1453" y="33"/>
                  </a:cubicBezTo>
                  <a:cubicBezTo>
                    <a:pt x="1509" y="0"/>
                    <a:pt x="1601" y="0"/>
                    <a:pt x="1657" y="33"/>
                  </a:cubicBezTo>
                  <a:lnTo>
                    <a:pt x="2607" y="581"/>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5" name="组合 14">
            <a:extLst>
              <a:ext uri="{FF2B5EF4-FFF2-40B4-BE49-F238E27FC236}">
                <a16:creationId xmlns:a16="http://schemas.microsoft.com/office/drawing/2014/main" id="{34EAC766-BDD9-1484-1ABB-43F02759FDBC}"/>
              </a:ext>
            </a:extLst>
          </p:cNvPr>
          <p:cNvGrpSpPr/>
          <p:nvPr/>
        </p:nvGrpSpPr>
        <p:grpSpPr>
          <a:xfrm>
            <a:off x="5734657" y="712655"/>
            <a:ext cx="3835400" cy="2260600"/>
            <a:chOff x="1695999" y="1329576"/>
            <a:chExt cx="3835400" cy="2260600"/>
          </a:xfrm>
        </p:grpSpPr>
        <p:sp>
          <p:nvSpPr>
            <p:cNvPr id="16" name="Freeform 5">
              <a:extLst>
                <a:ext uri="{FF2B5EF4-FFF2-40B4-BE49-F238E27FC236}">
                  <a16:creationId xmlns:a16="http://schemas.microsoft.com/office/drawing/2014/main" id="{61406DB7-0CAD-B775-4D74-ADDEB38F7DC2}"/>
                </a:ext>
              </a:extLst>
            </p:cNvPr>
            <p:cNvSpPr>
              <a:spLocks/>
            </p:cNvSpPr>
            <p:nvPr/>
          </p:nvSpPr>
          <p:spPr bwMode="auto">
            <a:xfrm>
              <a:off x="1721399" y="1740738"/>
              <a:ext cx="3790950" cy="1849438"/>
            </a:xfrm>
            <a:custGeom>
              <a:avLst/>
              <a:gdLst>
                <a:gd name="T0" fmla="*/ 2868 w 2910"/>
                <a:gd name="T1" fmla="*/ 1121 h 1418"/>
                <a:gd name="T2" fmla="*/ 2469 w 2910"/>
                <a:gd name="T3" fmla="*/ 1353 h 1418"/>
                <a:gd name="T4" fmla="*/ 2264 w 2910"/>
                <a:gd name="T5" fmla="*/ 1353 h 1418"/>
                <a:gd name="T6" fmla="*/ 56 w 2910"/>
                <a:gd name="T7" fmla="*/ 78 h 1418"/>
                <a:gd name="T8" fmla="*/ 0 w 2910"/>
                <a:gd name="T9" fmla="*/ 0 h 1418"/>
                <a:gd name="T10" fmla="*/ 0 w 2910"/>
                <a:gd name="T11" fmla="*/ 32 h 1418"/>
                <a:gd name="T12" fmla="*/ 56 w 2910"/>
                <a:gd name="T13" fmla="*/ 111 h 1418"/>
                <a:gd name="T14" fmla="*/ 2264 w 2910"/>
                <a:gd name="T15" fmla="*/ 1385 h 1418"/>
                <a:gd name="T16" fmla="*/ 2468 w 2910"/>
                <a:gd name="T17" fmla="*/ 1385 h 1418"/>
                <a:gd name="T18" fmla="*/ 2868 w 2910"/>
                <a:gd name="T19" fmla="*/ 1153 h 1418"/>
                <a:gd name="T20" fmla="*/ 2910 w 2910"/>
                <a:gd name="T21" fmla="*/ 1095 h 1418"/>
                <a:gd name="T22" fmla="*/ 2910 w 2910"/>
                <a:gd name="T23" fmla="*/ 1062 h 1418"/>
                <a:gd name="T24" fmla="*/ 2868 w 2910"/>
                <a:gd name="T25" fmla="*/ 1121 h 1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10" h="1418">
                  <a:moveTo>
                    <a:pt x="2868" y="1121"/>
                  </a:moveTo>
                  <a:cubicBezTo>
                    <a:pt x="2469" y="1353"/>
                    <a:pt x="2469" y="1353"/>
                    <a:pt x="2469" y="1353"/>
                  </a:cubicBezTo>
                  <a:cubicBezTo>
                    <a:pt x="2412" y="1386"/>
                    <a:pt x="2321" y="1386"/>
                    <a:pt x="2264" y="1353"/>
                  </a:cubicBezTo>
                  <a:cubicBezTo>
                    <a:pt x="56" y="78"/>
                    <a:pt x="56" y="78"/>
                    <a:pt x="56" y="78"/>
                  </a:cubicBezTo>
                  <a:cubicBezTo>
                    <a:pt x="19" y="57"/>
                    <a:pt x="0" y="28"/>
                    <a:pt x="0" y="0"/>
                  </a:cubicBezTo>
                  <a:cubicBezTo>
                    <a:pt x="0" y="32"/>
                    <a:pt x="0" y="32"/>
                    <a:pt x="0" y="32"/>
                  </a:cubicBezTo>
                  <a:cubicBezTo>
                    <a:pt x="0" y="61"/>
                    <a:pt x="19" y="89"/>
                    <a:pt x="56" y="111"/>
                  </a:cubicBezTo>
                  <a:cubicBezTo>
                    <a:pt x="2264" y="1385"/>
                    <a:pt x="2264" y="1385"/>
                    <a:pt x="2264" y="1385"/>
                  </a:cubicBezTo>
                  <a:cubicBezTo>
                    <a:pt x="2320" y="1418"/>
                    <a:pt x="2412" y="1418"/>
                    <a:pt x="2468" y="1385"/>
                  </a:cubicBezTo>
                  <a:cubicBezTo>
                    <a:pt x="2868" y="1153"/>
                    <a:pt x="2868" y="1153"/>
                    <a:pt x="2868" y="1153"/>
                  </a:cubicBezTo>
                  <a:cubicBezTo>
                    <a:pt x="2895" y="1137"/>
                    <a:pt x="2909" y="1116"/>
                    <a:pt x="2910" y="1095"/>
                  </a:cubicBezTo>
                  <a:cubicBezTo>
                    <a:pt x="2910" y="1062"/>
                    <a:pt x="2910" y="1062"/>
                    <a:pt x="2910" y="1062"/>
                  </a:cubicBezTo>
                  <a:cubicBezTo>
                    <a:pt x="2910" y="1083"/>
                    <a:pt x="2896" y="1105"/>
                    <a:pt x="2868" y="1121"/>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6">
              <a:extLst>
                <a:ext uri="{FF2B5EF4-FFF2-40B4-BE49-F238E27FC236}">
                  <a16:creationId xmlns:a16="http://schemas.microsoft.com/office/drawing/2014/main" id="{81D1725B-2730-2EE3-118E-12D477556E80}"/>
                </a:ext>
              </a:extLst>
            </p:cNvPr>
            <p:cNvSpPr>
              <a:spLocks/>
            </p:cNvSpPr>
            <p:nvPr/>
          </p:nvSpPr>
          <p:spPr bwMode="auto">
            <a:xfrm>
              <a:off x="1695999" y="1329576"/>
              <a:ext cx="3835400" cy="2217738"/>
            </a:xfrm>
            <a:custGeom>
              <a:avLst/>
              <a:gdLst>
                <a:gd name="T0" fmla="*/ 2886 w 2943"/>
                <a:gd name="T1" fmla="*/ 1317 h 1701"/>
                <a:gd name="T2" fmla="*/ 2887 w 2943"/>
                <a:gd name="T3" fmla="*/ 1436 h 1701"/>
                <a:gd name="T4" fmla="*/ 2488 w 2943"/>
                <a:gd name="T5" fmla="*/ 1668 h 1701"/>
                <a:gd name="T6" fmla="*/ 2283 w 2943"/>
                <a:gd name="T7" fmla="*/ 1668 h 1701"/>
                <a:gd name="T8" fmla="*/ 75 w 2943"/>
                <a:gd name="T9" fmla="*/ 393 h 1701"/>
                <a:gd name="T10" fmla="*/ 74 w 2943"/>
                <a:gd name="T11" fmla="*/ 238 h 1701"/>
                <a:gd name="T12" fmla="*/ 410 w 2943"/>
                <a:gd name="T13" fmla="*/ 43 h 1701"/>
                <a:gd name="T14" fmla="*/ 678 w 2943"/>
                <a:gd name="T15" fmla="*/ 43 h 1701"/>
                <a:gd name="T16" fmla="*/ 2886 w 2943"/>
                <a:gd name="T17" fmla="*/ 1317 h 1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43" h="1701">
                  <a:moveTo>
                    <a:pt x="2886" y="1317"/>
                  </a:moveTo>
                  <a:cubicBezTo>
                    <a:pt x="2943" y="1350"/>
                    <a:pt x="2943" y="1403"/>
                    <a:pt x="2887" y="1436"/>
                  </a:cubicBezTo>
                  <a:cubicBezTo>
                    <a:pt x="2488" y="1668"/>
                    <a:pt x="2488" y="1668"/>
                    <a:pt x="2488" y="1668"/>
                  </a:cubicBezTo>
                  <a:cubicBezTo>
                    <a:pt x="2431" y="1701"/>
                    <a:pt x="2340" y="1701"/>
                    <a:pt x="2283" y="1668"/>
                  </a:cubicBezTo>
                  <a:cubicBezTo>
                    <a:pt x="75" y="393"/>
                    <a:pt x="75" y="393"/>
                    <a:pt x="75" y="393"/>
                  </a:cubicBezTo>
                  <a:cubicBezTo>
                    <a:pt x="1" y="350"/>
                    <a:pt x="0" y="280"/>
                    <a:pt x="74" y="238"/>
                  </a:cubicBezTo>
                  <a:cubicBezTo>
                    <a:pt x="410" y="43"/>
                    <a:pt x="410" y="43"/>
                    <a:pt x="410" y="43"/>
                  </a:cubicBezTo>
                  <a:cubicBezTo>
                    <a:pt x="483" y="0"/>
                    <a:pt x="604" y="0"/>
                    <a:pt x="678" y="43"/>
                  </a:cubicBezTo>
                  <a:lnTo>
                    <a:pt x="2886" y="1317"/>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8" name="组合 17">
            <a:extLst>
              <a:ext uri="{FF2B5EF4-FFF2-40B4-BE49-F238E27FC236}">
                <a16:creationId xmlns:a16="http://schemas.microsoft.com/office/drawing/2014/main" id="{0050692B-23BE-6126-0D2F-DADCECCE7D70}"/>
              </a:ext>
            </a:extLst>
          </p:cNvPr>
          <p:cNvGrpSpPr/>
          <p:nvPr/>
        </p:nvGrpSpPr>
        <p:grpSpPr>
          <a:xfrm>
            <a:off x="8321848" y="2904991"/>
            <a:ext cx="3470275" cy="2057401"/>
            <a:chOff x="5434561" y="2312238"/>
            <a:chExt cx="3470275" cy="2057401"/>
          </a:xfrm>
        </p:grpSpPr>
        <p:sp>
          <p:nvSpPr>
            <p:cNvPr id="19" name="Freeform 7">
              <a:extLst>
                <a:ext uri="{FF2B5EF4-FFF2-40B4-BE49-F238E27FC236}">
                  <a16:creationId xmlns:a16="http://schemas.microsoft.com/office/drawing/2014/main" id="{DA0AA887-1543-9299-45A2-693403A1C10D}"/>
                </a:ext>
              </a:extLst>
            </p:cNvPr>
            <p:cNvSpPr>
              <a:spLocks/>
            </p:cNvSpPr>
            <p:nvPr/>
          </p:nvSpPr>
          <p:spPr bwMode="auto">
            <a:xfrm>
              <a:off x="5452024" y="3148851"/>
              <a:ext cx="3435350" cy="1220788"/>
            </a:xfrm>
            <a:custGeom>
              <a:avLst/>
              <a:gdLst>
                <a:gd name="T0" fmla="*/ 2594 w 2636"/>
                <a:gd name="T1" fmla="*/ 59 h 936"/>
                <a:gd name="T2" fmla="*/ 1198 w 2636"/>
                <a:gd name="T3" fmla="*/ 871 h 936"/>
                <a:gd name="T4" fmla="*/ 993 w 2636"/>
                <a:gd name="T5" fmla="*/ 871 h 936"/>
                <a:gd name="T6" fmla="*/ 43 w 2636"/>
                <a:gd name="T7" fmla="*/ 322 h 936"/>
                <a:gd name="T8" fmla="*/ 0 w 2636"/>
                <a:gd name="T9" fmla="*/ 262 h 936"/>
                <a:gd name="T10" fmla="*/ 0 w 2636"/>
                <a:gd name="T11" fmla="*/ 295 h 936"/>
                <a:gd name="T12" fmla="*/ 43 w 2636"/>
                <a:gd name="T13" fmla="*/ 355 h 936"/>
                <a:gd name="T14" fmla="*/ 993 w 2636"/>
                <a:gd name="T15" fmla="*/ 903 h 936"/>
                <a:gd name="T16" fmla="*/ 1197 w 2636"/>
                <a:gd name="T17" fmla="*/ 903 h 936"/>
                <a:gd name="T18" fmla="*/ 2594 w 2636"/>
                <a:gd name="T19" fmla="*/ 92 h 936"/>
                <a:gd name="T20" fmla="*/ 2636 w 2636"/>
                <a:gd name="T21" fmla="*/ 33 h 936"/>
                <a:gd name="T22" fmla="*/ 2636 w 2636"/>
                <a:gd name="T23" fmla="*/ 0 h 936"/>
                <a:gd name="T24" fmla="*/ 2594 w 2636"/>
                <a:gd name="T25" fmla="*/ 59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36" h="936">
                  <a:moveTo>
                    <a:pt x="2594" y="59"/>
                  </a:moveTo>
                  <a:cubicBezTo>
                    <a:pt x="1198" y="871"/>
                    <a:pt x="1198" y="871"/>
                    <a:pt x="1198" y="871"/>
                  </a:cubicBezTo>
                  <a:cubicBezTo>
                    <a:pt x="1141" y="903"/>
                    <a:pt x="1050" y="903"/>
                    <a:pt x="993" y="871"/>
                  </a:cubicBezTo>
                  <a:cubicBezTo>
                    <a:pt x="43" y="322"/>
                    <a:pt x="43" y="322"/>
                    <a:pt x="43" y="322"/>
                  </a:cubicBezTo>
                  <a:cubicBezTo>
                    <a:pt x="14" y="306"/>
                    <a:pt x="0" y="284"/>
                    <a:pt x="0" y="262"/>
                  </a:cubicBezTo>
                  <a:cubicBezTo>
                    <a:pt x="0" y="295"/>
                    <a:pt x="0" y="295"/>
                    <a:pt x="0" y="295"/>
                  </a:cubicBezTo>
                  <a:cubicBezTo>
                    <a:pt x="0" y="317"/>
                    <a:pt x="14" y="338"/>
                    <a:pt x="43" y="355"/>
                  </a:cubicBezTo>
                  <a:cubicBezTo>
                    <a:pt x="993" y="903"/>
                    <a:pt x="993" y="903"/>
                    <a:pt x="993" y="903"/>
                  </a:cubicBezTo>
                  <a:cubicBezTo>
                    <a:pt x="1049" y="936"/>
                    <a:pt x="1141" y="936"/>
                    <a:pt x="1197" y="903"/>
                  </a:cubicBezTo>
                  <a:cubicBezTo>
                    <a:pt x="2594" y="92"/>
                    <a:pt x="2594" y="92"/>
                    <a:pt x="2594" y="92"/>
                  </a:cubicBezTo>
                  <a:cubicBezTo>
                    <a:pt x="2622" y="75"/>
                    <a:pt x="2636" y="54"/>
                    <a:pt x="2636" y="33"/>
                  </a:cubicBezTo>
                  <a:cubicBezTo>
                    <a:pt x="2636" y="0"/>
                    <a:pt x="2636" y="0"/>
                    <a:pt x="2636" y="0"/>
                  </a:cubicBezTo>
                  <a:cubicBezTo>
                    <a:pt x="2636" y="22"/>
                    <a:pt x="2622" y="43"/>
                    <a:pt x="2594" y="59"/>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8">
              <a:extLst>
                <a:ext uri="{FF2B5EF4-FFF2-40B4-BE49-F238E27FC236}">
                  <a16:creationId xmlns:a16="http://schemas.microsoft.com/office/drawing/2014/main" id="{358E9004-6C09-B347-F2BF-3122177651FF}"/>
                </a:ext>
              </a:extLst>
            </p:cNvPr>
            <p:cNvSpPr>
              <a:spLocks/>
            </p:cNvSpPr>
            <p:nvPr/>
          </p:nvSpPr>
          <p:spPr bwMode="auto">
            <a:xfrm>
              <a:off x="5434561" y="2312238"/>
              <a:ext cx="3470275" cy="2014538"/>
            </a:xfrm>
            <a:custGeom>
              <a:avLst/>
              <a:gdLst>
                <a:gd name="T0" fmla="*/ 2607 w 2664"/>
                <a:gd name="T1" fmla="*/ 581 h 1544"/>
                <a:gd name="T2" fmla="*/ 2608 w 2664"/>
                <a:gd name="T3" fmla="*/ 700 h 1544"/>
                <a:gd name="T4" fmla="*/ 1212 w 2664"/>
                <a:gd name="T5" fmla="*/ 1512 h 1544"/>
                <a:gd name="T6" fmla="*/ 1007 w 2664"/>
                <a:gd name="T7" fmla="*/ 1512 h 1544"/>
                <a:gd name="T8" fmla="*/ 57 w 2664"/>
                <a:gd name="T9" fmla="*/ 963 h 1544"/>
                <a:gd name="T10" fmla="*/ 56 w 2664"/>
                <a:gd name="T11" fmla="*/ 845 h 1544"/>
                <a:gd name="T12" fmla="*/ 1453 w 2664"/>
                <a:gd name="T13" fmla="*/ 33 h 1544"/>
                <a:gd name="T14" fmla="*/ 1657 w 2664"/>
                <a:gd name="T15" fmla="*/ 33 h 1544"/>
                <a:gd name="T16" fmla="*/ 2607 w 2664"/>
                <a:gd name="T17" fmla="*/ 581 h 1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64" h="1544">
                  <a:moveTo>
                    <a:pt x="2607" y="581"/>
                  </a:moveTo>
                  <a:cubicBezTo>
                    <a:pt x="2664" y="614"/>
                    <a:pt x="2664" y="667"/>
                    <a:pt x="2608" y="700"/>
                  </a:cubicBezTo>
                  <a:cubicBezTo>
                    <a:pt x="1212" y="1512"/>
                    <a:pt x="1212" y="1512"/>
                    <a:pt x="1212" y="1512"/>
                  </a:cubicBezTo>
                  <a:cubicBezTo>
                    <a:pt x="1155" y="1544"/>
                    <a:pt x="1064" y="1544"/>
                    <a:pt x="1007" y="1512"/>
                  </a:cubicBezTo>
                  <a:cubicBezTo>
                    <a:pt x="57" y="963"/>
                    <a:pt x="57" y="963"/>
                    <a:pt x="57" y="963"/>
                  </a:cubicBezTo>
                  <a:cubicBezTo>
                    <a:pt x="0" y="930"/>
                    <a:pt x="0" y="877"/>
                    <a:pt x="56" y="845"/>
                  </a:cubicBezTo>
                  <a:cubicBezTo>
                    <a:pt x="1453" y="33"/>
                    <a:pt x="1453" y="33"/>
                    <a:pt x="1453" y="33"/>
                  </a:cubicBezTo>
                  <a:cubicBezTo>
                    <a:pt x="1509" y="0"/>
                    <a:pt x="1601" y="0"/>
                    <a:pt x="1657" y="33"/>
                  </a:cubicBezTo>
                  <a:lnTo>
                    <a:pt x="2607" y="581"/>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1" name="组合 20">
            <a:extLst>
              <a:ext uri="{FF2B5EF4-FFF2-40B4-BE49-F238E27FC236}">
                <a16:creationId xmlns:a16="http://schemas.microsoft.com/office/drawing/2014/main" id="{5AF38033-F693-0FFD-C858-63191197E322}"/>
              </a:ext>
            </a:extLst>
          </p:cNvPr>
          <p:cNvGrpSpPr/>
          <p:nvPr/>
        </p:nvGrpSpPr>
        <p:grpSpPr>
          <a:xfrm>
            <a:off x="9751608" y="2806202"/>
            <a:ext cx="1395941" cy="1199890"/>
            <a:chOff x="9401960" y="2410835"/>
            <a:chExt cx="1395941" cy="1199890"/>
          </a:xfrm>
        </p:grpSpPr>
        <p:sp>
          <p:nvSpPr>
            <p:cNvPr id="22" name="菱形 21">
              <a:extLst>
                <a:ext uri="{FF2B5EF4-FFF2-40B4-BE49-F238E27FC236}">
                  <a16:creationId xmlns:a16="http://schemas.microsoft.com/office/drawing/2014/main" id="{FB9D51F1-8016-BE34-B3F2-2D4F3214ABE0}"/>
                </a:ext>
              </a:extLst>
            </p:cNvPr>
            <p:cNvSpPr/>
            <p:nvPr/>
          </p:nvSpPr>
          <p:spPr>
            <a:xfrm>
              <a:off x="9401960" y="2836325"/>
              <a:ext cx="1395941" cy="774400"/>
            </a:xfrm>
            <a:prstGeom prst="diamond">
              <a:avLst/>
            </a:prstGeom>
            <a:no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23" name="组合 22">
              <a:extLst>
                <a:ext uri="{FF2B5EF4-FFF2-40B4-BE49-F238E27FC236}">
                  <a16:creationId xmlns:a16="http://schemas.microsoft.com/office/drawing/2014/main" id="{4DDEBD82-B67D-DA1B-A602-7EB83333D9F5}"/>
                </a:ext>
              </a:extLst>
            </p:cNvPr>
            <p:cNvGrpSpPr/>
            <p:nvPr/>
          </p:nvGrpSpPr>
          <p:grpSpPr>
            <a:xfrm>
              <a:off x="9511423" y="2410835"/>
              <a:ext cx="1177015" cy="1107725"/>
              <a:chOff x="7716402" y="-134808"/>
              <a:chExt cx="2049463" cy="1928813"/>
            </a:xfrm>
          </p:grpSpPr>
          <p:sp>
            <p:nvSpPr>
              <p:cNvPr id="24" name="Freeform 28">
                <a:extLst>
                  <a:ext uri="{FF2B5EF4-FFF2-40B4-BE49-F238E27FC236}">
                    <a16:creationId xmlns:a16="http://schemas.microsoft.com/office/drawing/2014/main" id="{74E4853E-4C77-EF81-A8DC-942699A74596}"/>
                  </a:ext>
                </a:extLst>
              </p:cNvPr>
              <p:cNvSpPr>
                <a:spLocks/>
              </p:cNvSpPr>
              <p:nvPr/>
            </p:nvSpPr>
            <p:spPr bwMode="auto">
              <a:xfrm>
                <a:off x="8745102" y="458917"/>
                <a:ext cx="1020763" cy="1335088"/>
              </a:xfrm>
              <a:custGeom>
                <a:avLst/>
                <a:gdLst>
                  <a:gd name="T0" fmla="*/ 643 w 643"/>
                  <a:gd name="T1" fmla="*/ 0 h 841"/>
                  <a:gd name="T2" fmla="*/ 641 w 643"/>
                  <a:gd name="T3" fmla="*/ 467 h 841"/>
                  <a:gd name="T4" fmla="*/ 0 w 643"/>
                  <a:gd name="T5" fmla="*/ 841 h 841"/>
                  <a:gd name="T6" fmla="*/ 0 w 643"/>
                  <a:gd name="T7" fmla="*/ 377 h 841"/>
                  <a:gd name="T8" fmla="*/ 643 w 643"/>
                  <a:gd name="T9" fmla="*/ 0 h 841"/>
                </a:gdLst>
                <a:ahLst/>
                <a:cxnLst>
                  <a:cxn ang="0">
                    <a:pos x="T0" y="T1"/>
                  </a:cxn>
                  <a:cxn ang="0">
                    <a:pos x="T2" y="T3"/>
                  </a:cxn>
                  <a:cxn ang="0">
                    <a:pos x="T4" y="T5"/>
                  </a:cxn>
                  <a:cxn ang="0">
                    <a:pos x="T6" y="T7"/>
                  </a:cxn>
                  <a:cxn ang="0">
                    <a:pos x="T8" y="T9"/>
                  </a:cxn>
                </a:cxnLst>
                <a:rect l="0" t="0" r="r" b="b"/>
                <a:pathLst>
                  <a:path w="643" h="841">
                    <a:moveTo>
                      <a:pt x="643" y="0"/>
                    </a:moveTo>
                    <a:lnTo>
                      <a:pt x="641" y="467"/>
                    </a:lnTo>
                    <a:lnTo>
                      <a:pt x="0" y="841"/>
                    </a:lnTo>
                    <a:lnTo>
                      <a:pt x="0" y="377"/>
                    </a:lnTo>
                    <a:lnTo>
                      <a:pt x="643"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29">
                <a:extLst>
                  <a:ext uri="{FF2B5EF4-FFF2-40B4-BE49-F238E27FC236}">
                    <a16:creationId xmlns:a16="http://schemas.microsoft.com/office/drawing/2014/main" id="{DCF86C9B-2732-0698-AC9A-0B6CCAD73DED}"/>
                  </a:ext>
                </a:extLst>
              </p:cNvPr>
              <p:cNvSpPr>
                <a:spLocks/>
              </p:cNvSpPr>
              <p:nvPr/>
            </p:nvSpPr>
            <p:spPr bwMode="auto">
              <a:xfrm>
                <a:off x="7716402" y="458917"/>
                <a:ext cx="1028700" cy="1335088"/>
              </a:xfrm>
              <a:custGeom>
                <a:avLst/>
                <a:gdLst>
                  <a:gd name="T0" fmla="*/ 648 w 648"/>
                  <a:gd name="T1" fmla="*/ 377 h 841"/>
                  <a:gd name="T2" fmla="*/ 648 w 648"/>
                  <a:gd name="T3" fmla="*/ 841 h 841"/>
                  <a:gd name="T4" fmla="*/ 0 w 648"/>
                  <a:gd name="T5" fmla="*/ 467 h 841"/>
                  <a:gd name="T6" fmla="*/ 2 w 648"/>
                  <a:gd name="T7" fmla="*/ 0 h 841"/>
                  <a:gd name="T8" fmla="*/ 648 w 648"/>
                  <a:gd name="T9" fmla="*/ 377 h 841"/>
                </a:gdLst>
                <a:ahLst/>
                <a:cxnLst>
                  <a:cxn ang="0">
                    <a:pos x="T0" y="T1"/>
                  </a:cxn>
                  <a:cxn ang="0">
                    <a:pos x="T2" y="T3"/>
                  </a:cxn>
                  <a:cxn ang="0">
                    <a:pos x="T4" y="T5"/>
                  </a:cxn>
                  <a:cxn ang="0">
                    <a:pos x="T6" y="T7"/>
                  </a:cxn>
                  <a:cxn ang="0">
                    <a:pos x="T8" y="T9"/>
                  </a:cxn>
                </a:cxnLst>
                <a:rect l="0" t="0" r="r" b="b"/>
                <a:pathLst>
                  <a:path w="648" h="841">
                    <a:moveTo>
                      <a:pt x="648" y="377"/>
                    </a:moveTo>
                    <a:lnTo>
                      <a:pt x="648" y="841"/>
                    </a:lnTo>
                    <a:lnTo>
                      <a:pt x="0" y="467"/>
                    </a:lnTo>
                    <a:lnTo>
                      <a:pt x="2" y="0"/>
                    </a:lnTo>
                    <a:lnTo>
                      <a:pt x="648" y="377"/>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30">
                <a:extLst>
                  <a:ext uri="{FF2B5EF4-FFF2-40B4-BE49-F238E27FC236}">
                    <a16:creationId xmlns:a16="http://schemas.microsoft.com/office/drawing/2014/main" id="{C28DCEBF-ACEC-E160-8479-BDCA4744C6BD}"/>
                  </a:ext>
                </a:extLst>
              </p:cNvPr>
              <p:cNvSpPr>
                <a:spLocks/>
              </p:cNvSpPr>
              <p:nvPr/>
            </p:nvSpPr>
            <p:spPr bwMode="auto">
              <a:xfrm>
                <a:off x="7719577" y="-134808"/>
                <a:ext cx="2046288" cy="1192213"/>
              </a:xfrm>
              <a:custGeom>
                <a:avLst/>
                <a:gdLst>
                  <a:gd name="T0" fmla="*/ 1289 w 1289"/>
                  <a:gd name="T1" fmla="*/ 374 h 751"/>
                  <a:gd name="T2" fmla="*/ 646 w 1289"/>
                  <a:gd name="T3" fmla="*/ 751 h 751"/>
                  <a:gd name="T4" fmla="*/ 0 w 1289"/>
                  <a:gd name="T5" fmla="*/ 374 h 751"/>
                  <a:gd name="T6" fmla="*/ 641 w 1289"/>
                  <a:gd name="T7" fmla="*/ 0 h 751"/>
                  <a:gd name="T8" fmla="*/ 1289 w 1289"/>
                  <a:gd name="T9" fmla="*/ 374 h 751"/>
                </a:gdLst>
                <a:ahLst/>
                <a:cxnLst>
                  <a:cxn ang="0">
                    <a:pos x="T0" y="T1"/>
                  </a:cxn>
                  <a:cxn ang="0">
                    <a:pos x="T2" y="T3"/>
                  </a:cxn>
                  <a:cxn ang="0">
                    <a:pos x="T4" y="T5"/>
                  </a:cxn>
                  <a:cxn ang="0">
                    <a:pos x="T6" y="T7"/>
                  </a:cxn>
                  <a:cxn ang="0">
                    <a:pos x="T8" y="T9"/>
                  </a:cxn>
                </a:cxnLst>
                <a:rect l="0" t="0" r="r" b="b"/>
                <a:pathLst>
                  <a:path w="1289" h="751">
                    <a:moveTo>
                      <a:pt x="1289" y="374"/>
                    </a:moveTo>
                    <a:lnTo>
                      <a:pt x="646" y="751"/>
                    </a:lnTo>
                    <a:lnTo>
                      <a:pt x="0" y="374"/>
                    </a:lnTo>
                    <a:lnTo>
                      <a:pt x="641" y="0"/>
                    </a:lnTo>
                    <a:lnTo>
                      <a:pt x="1289" y="374"/>
                    </a:lnTo>
                    <a:close/>
                  </a:path>
                </a:pathLst>
              </a:custGeom>
              <a:gradFill flip="none" rotWithShape="1">
                <a:gsLst>
                  <a:gs pos="0">
                    <a:schemeClr val="accent1">
                      <a:lumMod val="5000"/>
                      <a:lumOff val="95000"/>
                    </a:schemeClr>
                  </a:gs>
                  <a:gs pos="100000">
                    <a:srgbClr val="8E9CEF">
                      <a:lumMod val="52000"/>
                      <a:lumOff val="48000"/>
                    </a:srgbClr>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31">
                <a:extLst>
                  <a:ext uri="{FF2B5EF4-FFF2-40B4-BE49-F238E27FC236}">
                    <a16:creationId xmlns:a16="http://schemas.microsoft.com/office/drawing/2014/main" id="{039B0897-3EC8-010F-0E9F-0215423AA202}"/>
                  </a:ext>
                </a:extLst>
              </p:cNvPr>
              <p:cNvSpPr>
                <a:spLocks/>
              </p:cNvSpPr>
              <p:nvPr/>
            </p:nvSpPr>
            <p:spPr bwMode="auto">
              <a:xfrm>
                <a:off x="8740340" y="357317"/>
                <a:ext cx="644525" cy="495300"/>
              </a:xfrm>
              <a:custGeom>
                <a:avLst/>
                <a:gdLst>
                  <a:gd name="T0" fmla="*/ 406 w 406"/>
                  <a:gd name="T1" fmla="*/ 0 h 312"/>
                  <a:gd name="T2" fmla="*/ 406 w 406"/>
                  <a:gd name="T3" fmla="*/ 76 h 312"/>
                  <a:gd name="T4" fmla="*/ 0 w 406"/>
                  <a:gd name="T5" fmla="*/ 312 h 312"/>
                  <a:gd name="T6" fmla="*/ 3 w 406"/>
                  <a:gd name="T7" fmla="*/ 236 h 312"/>
                  <a:gd name="T8" fmla="*/ 406 w 406"/>
                  <a:gd name="T9" fmla="*/ 0 h 312"/>
                </a:gdLst>
                <a:ahLst/>
                <a:cxnLst>
                  <a:cxn ang="0">
                    <a:pos x="T0" y="T1"/>
                  </a:cxn>
                  <a:cxn ang="0">
                    <a:pos x="T2" y="T3"/>
                  </a:cxn>
                  <a:cxn ang="0">
                    <a:pos x="T4" y="T5"/>
                  </a:cxn>
                  <a:cxn ang="0">
                    <a:pos x="T6" y="T7"/>
                  </a:cxn>
                  <a:cxn ang="0">
                    <a:pos x="T8" y="T9"/>
                  </a:cxn>
                </a:cxnLst>
                <a:rect l="0" t="0" r="r" b="b"/>
                <a:pathLst>
                  <a:path w="406" h="312">
                    <a:moveTo>
                      <a:pt x="406" y="0"/>
                    </a:moveTo>
                    <a:lnTo>
                      <a:pt x="406" y="76"/>
                    </a:lnTo>
                    <a:lnTo>
                      <a:pt x="0" y="312"/>
                    </a:lnTo>
                    <a:lnTo>
                      <a:pt x="3" y="236"/>
                    </a:lnTo>
                    <a:lnTo>
                      <a:pt x="406"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32">
                <a:extLst>
                  <a:ext uri="{FF2B5EF4-FFF2-40B4-BE49-F238E27FC236}">
                    <a16:creationId xmlns:a16="http://schemas.microsoft.com/office/drawing/2014/main" id="{9AF61EE1-E75E-9AAC-8CC3-EDD0D16E12E1}"/>
                  </a:ext>
                </a:extLst>
              </p:cNvPr>
              <p:cNvSpPr>
                <a:spLocks/>
              </p:cNvSpPr>
              <p:nvPr/>
            </p:nvSpPr>
            <p:spPr bwMode="auto">
              <a:xfrm>
                <a:off x="8095815" y="357317"/>
                <a:ext cx="649288" cy="495300"/>
              </a:xfrm>
              <a:custGeom>
                <a:avLst/>
                <a:gdLst>
                  <a:gd name="T0" fmla="*/ 409 w 409"/>
                  <a:gd name="T1" fmla="*/ 236 h 312"/>
                  <a:gd name="T2" fmla="*/ 406 w 409"/>
                  <a:gd name="T3" fmla="*/ 312 h 312"/>
                  <a:gd name="T4" fmla="*/ 0 w 409"/>
                  <a:gd name="T5" fmla="*/ 76 h 312"/>
                  <a:gd name="T6" fmla="*/ 0 w 409"/>
                  <a:gd name="T7" fmla="*/ 0 h 312"/>
                  <a:gd name="T8" fmla="*/ 409 w 409"/>
                  <a:gd name="T9" fmla="*/ 236 h 312"/>
                </a:gdLst>
                <a:ahLst/>
                <a:cxnLst>
                  <a:cxn ang="0">
                    <a:pos x="T0" y="T1"/>
                  </a:cxn>
                  <a:cxn ang="0">
                    <a:pos x="T2" y="T3"/>
                  </a:cxn>
                  <a:cxn ang="0">
                    <a:pos x="T4" y="T5"/>
                  </a:cxn>
                  <a:cxn ang="0">
                    <a:pos x="T6" y="T7"/>
                  </a:cxn>
                  <a:cxn ang="0">
                    <a:pos x="T8" y="T9"/>
                  </a:cxn>
                </a:cxnLst>
                <a:rect l="0" t="0" r="r" b="b"/>
                <a:pathLst>
                  <a:path w="409" h="312">
                    <a:moveTo>
                      <a:pt x="409" y="236"/>
                    </a:moveTo>
                    <a:lnTo>
                      <a:pt x="406" y="312"/>
                    </a:lnTo>
                    <a:lnTo>
                      <a:pt x="0" y="76"/>
                    </a:lnTo>
                    <a:lnTo>
                      <a:pt x="0" y="0"/>
                    </a:lnTo>
                    <a:lnTo>
                      <a:pt x="409" y="236"/>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33">
                <a:extLst>
                  <a:ext uri="{FF2B5EF4-FFF2-40B4-BE49-F238E27FC236}">
                    <a16:creationId xmlns:a16="http://schemas.microsoft.com/office/drawing/2014/main" id="{3039A8E3-D0EE-074F-8A09-FD32AD2EA1AB}"/>
                  </a:ext>
                </a:extLst>
              </p:cNvPr>
              <p:cNvSpPr>
                <a:spLocks/>
              </p:cNvSpPr>
              <p:nvPr/>
            </p:nvSpPr>
            <p:spPr bwMode="auto">
              <a:xfrm>
                <a:off x="8095815" y="-17333"/>
                <a:ext cx="1289050" cy="749300"/>
              </a:xfrm>
              <a:custGeom>
                <a:avLst/>
                <a:gdLst>
                  <a:gd name="T0" fmla="*/ 812 w 812"/>
                  <a:gd name="T1" fmla="*/ 236 h 472"/>
                  <a:gd name="T2" fmla="*/ 409 w 812"/>
                  <a:gd name="T3" fmla="*/ 472 h 472"/>
                  <a:gd name="T4" fmla="*/ 0 w 812"/>
                  <a:gd name="T5" fmla="*/ 236 h 472"/>
                  <a:gd name="T6" fmla="*/ 404 w 812"/>
                  <a:gd name="T7" fmla="*/ 0 h 472"/>
                  <a:gd name="T8" fmla="*/ 812 w 812"/>
                  <a:gd name="T9" fmla="*/ 236 h 472"/>
                </a:gdLst>
                <a:ahLst/>
                <a:cxnLst>
                  <a:cxn ang="0">
                    <a:pos x="T0" y="T1"/>
                  </a:cxn>
                  <a:cxn ang="0">
                    <a:pos x="T2" y="T3"/>
                  </a:cxn>
                  <a:cxn ang="0">
                    <a:pos x="T4" y="T5"/>
                  </a:cxn>
                  <a:cxn ang="0">
                    <a:pos x="T6" y="T7"/>
                  </a:cxn>
                  <a:cxn ang="0">
                    <a:pos x="T8" y="T9"/>
                  </a:cxn>
                </a:cxnLst>
                <a:rect l="0" t="0" r="r" b="b"/>
                <a:pathLst>
                  <a:path w="812" h="472">
                    <a:moveTo>
                      <a:pt x="812" y="236"/>
                    </a:moveTo>
                    <a:lnTo>
                      <a:pt x="409" y="472"/>
                    </a:lnTo>
                    <a:lnTo>
                      <a:pt x="0" y="236"/>
                    </a:lnTo>
                    <a:lnTo>
                      <a:pt x="404" y="0"/>
                    </a:lnTo>
                    <a:lnTo>
                      <a:pt x="812" y="236"/>
                    </a:lnTo>
                    <a:close/>
                  </a:path>
                </a:pathLst>
              </a:custGeom>
              <a:gradFill flip="none" rotWithShape="1">
                <a:gsLst>
                  <a:gs pos="0">
                    <a:schemeClr val="accent1">
                      <a:lumMod val="0"/>
                      <a:lumOff val="100000"/>
                    </a:schemeClr>
                  </a:gs>
                  <a:gs pos="100000">
                    <a:srgbClr val="8E9CEF">
                      <a:lumMod val="61000"/>
                      <a:lumOff val="39000"/>
                    </a:srgbClr>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1" name="组合 30">
            <a:extLst>
              <a:ext uri="{FF2B5EF4-FFF2-40B4-BE49-F238E27FC236}">
                <a16:creationId xmlns:a16="http://schemas.microsoft.com/office/drawing/2014/main" id="{09EC01D5-EC53-C3C3-BEDC-F534FBAD38B1}"/>
              </a:ext>
            </a:extLst>
          </p:cNvPr>
          <p:cNvGrpSpPr/>
          <p:nvPr/>
        </p:nvGrpSpPr>
        <p:grpSpPr>
          <a:xfrm>
            <a:off x="7196116" y="4232766"/>
            <a:ext cx="1395941" cy="1199890"/>
            <a:chOff x="9401960" y="2410835"/>
            <a:chExt cx="1395941" cy="1199890"/>
          </a:xfrm>
        </p:grpSpPr>
        <p:sp>
          <p:nvSpPr>
            <p:cNvPr id="32" name="菱形 31">
              <a:extLst>
                <a:ext uri="{FF2B5EF4-FFF2-40B4-BE49-F238E27FC236}">
                  <a16:creationId xmlns:a16="http://schemas.microsoft.com/office/drawing/2014/main" id="{8E21E22F-867E-812A-F49B-49177E989108}"/>
                </a:ext>
              </a:extLst>
            </p:cNvPr>
            <p:cNvSpPr/>
            <p:nvPr/>
          </p:nvSpPr>
          <p:spPr>
            <a:xfrm>
              <a:off x="9401960" y="2836325"/>
              <a:ext cx="1395941" cy="774400"/>
            </a:xfrm>
            <a:prstGeom prst="diamond">
              <a:avLst/>
            </a:prstGeom>
            <a:no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33" name="组合 32">
              <a:extLst>
                <a:ext uri="{FF2B5EF4-FFF2-40B4-BE49-F238E27FC236}">
                  <a16:creationId xmlns:a16="http://schemas.microsoft.com/office/drawing/2014/main" id="{4C06F3FE-266F-FF3F-B426-3AA8DB341452}"/>
                </a:ext>
              </a:extLst>
            </p:cNvPr>
            <p:cNvGrpSpPr/>
            <p:nvPr/>
          </p:nvGrpSpPr>
          <p:grpSpPr>
            <a:xfrm>
              <a:off x="9511423" y="2410835"/>
              <a:ext cx="1177015" cy="1107725"/>
              <a:chOff x="7716402" y="-134808"/>
              <a:chExt cx="2049463" cy="1928813"/>
            </a:xfrm>
          </p:grpSpPr>
          <p:sp>
            <p:nvSpPr>
              <p:cNvPr id="34" name="Freeform 28">
                <a:extLst>
                  <a:ext uri="{FF2B5EF4-FFF2-40B4-BE49-F238E27FC236}">
                    <a16:creationId xmlns:a16="http://schemas.microsoft.com/office/drawing/2014/main" id="{DC7978F7-275C-A3F4-70D9-E8626BE57133}"/>
                  </a:ext>
                </a:extLst>
              </p:cNvPr>
              <p:cNvSpPr>
                <a:spLocks/>
              </p:cNvSpPr>
              <p:nvPr/>
            </p:nvSpPr>
            <p:spPr bwMode="auto">
              <a:xfrm>
                <a:off x="8745102" y="458917"/>
                <a:ext cx="1020763" cy="1335088"/>
              </a:xfrm>
              <a:custGeom>
                <a:avLst/>
                <a:gdLst>
                  <a:gd name="T0" fmla="*/ 643 w 643"/>
                  <a:gd name="T1" fmla="*/ 0 h 841"/>
                  <a:gd name="T2" fmla="*/ 641 w 643"/>
                  <a:gd name="T3" fmla="*/ 467 h 841"/>
                  <a:gd name="T4" fmla="*/ 0 w 643"/>
                  <a:gd name="T5" fmla="*/ 841 h 841"/>
                  <a:gd name="T6" fmla="*/ 0 w 643"/>
                  <a:gd name="T7" fmla="*/ 377 h 841"/>
                  <a:gd name="T8" fmla="*/ 643 w 643"/>
                  <a:gd name="T9" fmla="*/ 0 h 841"/>
                </a:gdLst>
                <a:ahLst/>
                <a:cxnLst>
                  <a:cxn ang="0">
                    <a:pos x="T0" y="T1"/>
                  </a:cxn>
                  <a:cxn ang="0">
                    <a:pos x="T2" y="T3"/>
                  </a:cxn>
                  <a:cxn ang="0">
                    <a:pos x="T4" y="T5"/>
                  </a:cxn>
                  <a:cxn ang="0">
                    <a:pos x="T6" y="T7"/>
                  </a:cxn>
                  <a:cxn ang="0">
                    <a:pos x="T8" y="T9"/>
                  </a:cxn>
                </a:cxnLst>
                <a:rect l="0" t="0" r="r" b="b"/>
                <a:pathLst>
                  <a:path w="643" h="841">
                    <a:moveTo>
                      <a:pt x="643" y="0"/>
                    </a:moveTo>
                    <a:lnTo>
                      <a:pt x="641" y="467"/>
                    </a:lnTo>
                    <a:lnTo>
                      <a:pt x="0" y="841"/>
                    </a:lnTo>
                    <a:lnTo>
                      <a:pt x="0" y="377"/>
                    </a:lnTo>
                    <a:lnTo>
                      <a:pt x="643"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29">
                <a:extLst>
                  <a:ext uri="{FF2B5EF4-FFF2-40B4-BE49-F238E27FC236}">
                    <a16:creationId xmlns:a16="http://schemas.microsoft.com/office/drawing/2014/main" id="{D0B19F57-4313-F8D2-48F9-BA33C963911E}"/>
                  </a:ext>
                </a:extLst>
              </p:cNvPr>
              <p:cNvSpPr>
                <a:spLocks/>
              </p:cNvSpPr>
              <p:nvPr/>
            </p:nvSpPr>
            <p:spPr bwMode="auto">
              <a:xfrm>
                <a:off x="7716402" y="458917"/>
                <a:ext cx="1028700" cy="1335088"/>
              </a:xfrm>
              <a:custGeom>
                <a:avLst/>
                <a:gdLst>
                  <a:gd name="T0" fmla="*/ 648 w 648"/>
                  <a:gd name="T1" fmla="*/ 377 h 841"/>
                  <a:gd name="T2" fmla="*/ 648 w 648"/>
                  <a:gd name="T3" fmla="*/ 841 h 841"/>
                  <a:gd name="T4" fmla="*/ 0 w 648"/>
                  <a:gd name="T5" fmla="*/ 467 h 841"/>
                  <a:gd name="T6" fmla="*/ 2 w 648"/>
                  <a:gd name="T7" fmla="*/ 0 h 841"/>
                  <a:gd name="T8" fmla="*/ 648 w 648"/>
                  <a:gd name="T9" fmla="*/ 377 h 841"/>
                </a:gdLst>
                <a:ahLst/>
                <a:cxnLst>
                  <a:cxn ang="0">
                    <a:pos x="T0" y="T1"/>
                  </a:cxn>
                  <a:cxn ang="0">
                    <a:pos x="T2" y="T3"/>
                  </a:cxn>
                  <a:cxn ang="0">
                    <a:pos x="T4" y="T5"/>
                  </a:cxn>
                  <a:cxn ang="0">
                    <a:pos x="T6" y="T7"/>
                  </a:cxn>
                  <a:cxn ang="0">
                    <a:pos x="T8" y="T9"/>
                  </a:cxn>
                </a:cxnLst>
                <a:rect l="0" t="0" r="r" b="b"/>
                <a:pathLst>
                  <a:path w="648" h="841">
                    <a:moveTo>
                      <a:pt x="648" y="377"/>
                    </a:moveTo>
                    <a:lnTo>
                      <a:pt x="648" y="841"/>
                    </a:lnTo>
                    <a:lnTo>
                      <a:pt x="0" y="467"/>
                    </a:lnTo>
                    <a:lnTo>
                      <a:pt x="2" y="0"/>
                    </a:lnTo>
                    <a:lnTo>
                      <a:pt x="648" y="377"/>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30">
                <a:extLst>
                  <a:ext uri="{FF2B5EF4-FFF2-40B4-BE49-F238E27FC236}">
                    <a16:creationId xmlns:a16="http://schemas.microsoft.com/office/drawing/2014/main" id="{2B2775B7-D514-1344-1F1D-5848BA1297CF}"/>
                  </a:ext>
                </a:extLst>
              </p:cNvPr>
              <p:cNvSpPr>
                <a:spLocks/>
              </p:cNvSpPr>
              <p:nvPr/>
            </p:nvSpPr>
            <p:spPr bwMode="auto">
              <a:xfrm>
                <a:off x="7719577" y="-134808"/>
                <a:ext cx="2046288" cy="1192213"/>
              </a:xfrm>
              <a:custGeom>
                <a:avLst/>
                <a:gdLst>
                  <a:gd name="T0" fmla="*/ 1289 w 1289"/>
                  <a:gd name="T1" fmla="*/ 374 h 751"/>
                  <a:gd name="T2" fmla="*/ 646 w 1289"/>
                  <a:gd name="T3" fmla="*/ 751 h 751"/>
                  <a:gd name="T4" fmla="*/ 0 w 1289"/>
                  <a:gd name="T5" fmla="*/ 374 h 751"/>
                  <a:gd name="T6" fmla="*/ 641 w 1289"/>
                  <a:gd name="T7" fmla="*/ 0 h 751"/>
                  <a:gd name="T8" fmla="*/ 1289 w 1289"/>
                  <a:gd name="T9" fmla="*/ 374 h 751"/>
                </a:gdLst>
                <a:ahLst/>
                <a:cxnLst>
                  <a:cxn ang="0">
                    <a:pos x="T0" y="T1"/>
                  </a:cxn>
                  <a:cxn ang="0">
                    <a:pos x="T2" y="T3"/>
                  </a:cxn>
                  <a:cxn ang="0">
                    <a:pos x="T4" y="T5"/>
                  </a:cxn>
                  <a:cxn ang="0">
                    <a:pos x="T6" y="T7"/>
                  </a:cxn>
                  <a:cxn ang="0">
                    <a:pos x="T8" y="T9"/>
                  </a:cxn>
                </a:cxnLst>
                <a:rect l="0" t="0" r="r" b="b"/>
                <a:pathLst>
                  <a:path w="1289" h="751">
                    <a:moveTo>
                      <a:pt x="1289" y="374"/>
                    </a:moveTo>
                    <a:lnTo>
                      <a:pt x="646" y="751"/>
                    </a:lnTo>
                    <a:lnTo>
                      <a:pt x="0" y="374"/>
                    </a:lnTo>
                    <a:lnTo>
                      <a:pt x="641" y="0"/>
                    </a:lnTo>
                    <a:lnTo>
                      <a:pt x="1289" y="374"/>
                    </a:lnTo>
                    <a:close/>
                  </a:path>
                </a:pathLst>
              </a:custGeom>
              <a:gradFill flip="none" rotWithShape="1">
                <a:gsLst>
                  <a:gs pos="0">
                    <a:schemeClr val="accent1">
                      <a:lumMod val="5000"/>
                      <a:lumOff val="95000"/>
                    </a:schemeClr>
                  </a:gs>
                  <a:gs pos="100000">
                    <a:srgbClr val="8E9CEF">
                      <a:lumMod val="52000"/>
                      <a:lumOff val="48000"/>
                    </a:srgbClr>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7" name="Freeform 31">
                <a:extLst>
                  <a:ext uri="{FF2B5EF4-FFF2-40B4-BE49-F238E27FC236}">
                    <a16:creationId xmlns:a16="http://schemas.microsoft.com/office/drawing/2014/main" id="{01EDF201-F1D2-85BA-09F9-764F954D5F33}"/>
                  </a:ext>
                </a:extLst>
              </p:cNvPr>
              <p:cNvSpPr>
                <a:spLocks/>
              </p:cNvSpPr>
              <p:nvPr/>
            </p:nvSpPr>
            <p:spPr bwMode="auto">
              <a:xfrm>
                <a:off x="8740340" y="357317"/>
                <a:ext cx="644525" cy="495300"/>
              </a:xfrm>
              <a:custGeom>
                <a:avLst/>
                <a:gdLst>
                  <a:gd name="T0" fmla="*/ 406 w 406"/>
                  <a:gd name="T1" fmla="*/ 0 h 312"/>
                  <a:gd name="T2" fmla="*/ 406 w 406"/>
                  <a:gd name="T3" fmla="*/ 76 h 312"/>
                  <a:gd name="T4" fmla="*/ 0 w 406"/>
                  <a:gd name="T5" fmla="*/ 312 h 312"/>
                  <a:gd name="T6" fmla="*/ 3 w 406"/>
                  <a:gd name="T7" fmla="*/ 236 h 312"/>
                  <a:gd name="T8" fmla="*/ 406 w 406"/>
                  <a:gd name="T9" fmla="*/ 0 h 312"/>
                </a:gdLst>
                <a:ahLst/>
                <a:cxnLst>
                  <a:cxn ang="0">
                    <a:pos x="T0" y="T1"/>
                  </a:cxn>
                  <a:cxn ang="0">
                    <a:pos x="T2" y="T3"/>
                  </a:cxn>
                  <a:cxn ang="0">
                    <a:pos x="T4" y="T5"/>
                  </a:cxn>
                  <a:cxn ang="0">
                    <a:pos x="T6" y="T7"/>
                  </a:cxn>
                  <a:cxn ang="0">
                    <a:pos x="T8" y="T9"/>
                  </a:cxn>
                </a:cxnLst>
                <a:rect l="0" t="0" r="r" b="b"/>
                <a:pathLst>
                  <a:path w="406" h="312">
                    <a:moveTo>
                      <a:pt x="406" y="0"/>
                    </a:moveTo>
                    <a:lnTo>
                      <a:pt x="406" y="76"/>
                    </a:lnTo>
                    <a:lnTo>
                      <a:pt x="0" y="312"/>
                    </a:lnTo>
                    <a:lnTo>
                      <a:pt x="3" y="236"/>
                    </a:lnTo>
                    <a:lnTo>
                      <a:pt x="406"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8" name="Freeform 32">
                <a:extLst>
                  <a:ext uri="{FF2B5EF4-FFF2-40B4-BE49-F238E27FC236}">
                    <a16:creationId xmlns:a16="http://schemas.microsoft.com/office/drawing/2014/main" id="{9A3A4BE7-5A90-FEFA-4B87-343808C0DA56}"/>
                  </a:ext>
                </a:extLst>
              </p:cNvPr>
              <p:cNvSpPr>
                <a:spLocks/>
              </p:cNvSpPr>
              <p:nvPr/>
            </p:nvSpPr>
            <p:spPr bwMode="auto">
              <a:xfrm>
                <a:off x="8095815" y="357317"/>
                <a:ext cx="649288" cy="495300"/>
              </a:xfrm>
              <a:custGeom>
                <a:avLst/>
                <a:gdLst>
                  <a:gd name="T0" fmla="*/ 409 w 409"/>
                  <a:gd name="T1" fmla="*/ 236 h 312"/>
                  <a:gd name="T2" fmla="*/ 406 w 409"/>
                  <a:gd name="T3" fmla="*/ 312 h 312"/>
                  <a:gd name="T4" fmla="*/ 0 w 409"/>
                  <a:gd name="T5" fmla="*/ 76 h 312"/>
                  <a:gd name="T6" fmla="*/ 0 w 409"/>
                  <a:gd name="T7" fmla="*/ 0 h 312"/>
                  <a:gd name="T8" fmla="*/ 409 w 409"/>
                  <a:gd name="T9" fmla="*/ 236 h 312"/>
                </a:gdLst>
                <a:ahLst/>
                <a:cxnLst>
                  <a:cxn ang="0">
                    <a:pos x="T0" y="T1"/>
                  </a:cxn>
                  <a:cxn ang="0">
                    <a:pos x="T2" y="T3"/>
                  </a:cxn>
                  <a:cxn ang="0">
                    <a:pos x="T4" y="T5"/>
                  </a:cxn>
                  <a:cxn ang="0">
                    <a:pos x="T6" y="T7"/>
                  </a:cxn>
                  <a:cxn ang="0">
                    <a:pos x="T8" y="T9"/>
                  </a:cxn>
                </a:cxnLst>
                <a:rect l="0" t="0" r="r" b="b"/>
                <a:pathLst>
                  <a:path w="409" h="312">
                    <a:moveTo>
                      <a:pt x="409" y="236"/>
                    </a:moveTo>
                    <a:lnTo>
                      <a:pt x="406" y="312"/>
                    </a:lnTo>
                    <a:lnTo>
                      <a:pt x="0" y="76"/>
                    </a:lnTo>
                    <a:lnTo>
                      <a:pt x="0" y="0"/>
                    </a:lnTo>
                    <a:lnTo>
                      <a:pt x="409" y="236"/>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33">
                <a:extLst>
                  <a:ext uri="{FF2B5EF4-FFF2-40B4-BE49-F238E27FC236}">
                    <a16:creationId xmlns:a16="http://schemas.microsoft.com/office/drawing/2014/main" id="{F33E5E81-368A-7BCA-23C4-8087B8F68F3D}"/>
                  </a:ext>
                </a:extLst>
              </p:cNvPr>
              <p:cNvSpPr>
                <a:spLocks/>
              </p:cNvSpPr>
              <p:nvPr/>
            </p:nvSpPr>
            <p:spPr bwMode="auto">
              <a:xfrm>
                <a:off x="8095815" y="-17333"/>
                <a:ext cx="1289050" cy="749300"/>
              </a:xfrm>
              <a:custGeom>
                <a:avLst/>
                <a:gdLst>
                  <a:gd name="T0" fmla="*/ 812 w 812"/>
                  <a:gd name="T1" fmla="*/ 236 h 472"/>
                  <a:gd name="T2" fmla="*/ 409 w 812"/>
                  <a:gd name="T3" fmla="*/ 472 h 472"/>
                  <a:gd name="T4" fmla="*/ 0 w 812"/>
                  <a:gd name="T5" fmla="*/ 236 h 472"/>
                  <a:gd name="T6" fmla="*/ 404 w 812"/>
                  <a:gd name="T7" fmla="*/ 0 h 472"/>
                  <a:gd name="T8" fmla="*/ 812 w 812"/>
                  <a:gd name="T9" fmla="*/ 236 h 472"/>
                </a:gdLst>
                <a:ahLst/>
                <a:cxnLst>
                  <a:cxn ang="0">
                    <a:pos x="T0" y="T1"/>
                  </a:cxn>
                  <a:cxn ang="0">
                    <a:pos x="T2" y="T3"/>
                  </a:cxn>
                  <a:cxn ang="0">
                    <a:pos x="T4" y="T5"/>
                  </a:cxn>
                  <a:cxn ang="0">
                    <a:pos x="T6" y="T7"/>
                  </a:cxn>
                  <a:cxn ang="0">
                    <a:pos x="T8" y="T9"/>
                  </a:cxn>
                </a:cxnLst>
                <a:rect l="0" t="0" r="r" b="b"/>
                <a:pathLst>
                  <a:path w="812" h="472">
                    <a:moveTo>
                      <a:pt x="812" y="236"/>
                    </a:moveTo>
                    <a:lnTo>
                      <a:pt x="409" y="472"/>
                    </a:lnTo>
                    <a:lnTo>
                      <a:pt x="0" y="236"/>
                    </a:lnTo>
                    <a:lnTo>
                      <a:pt x="404" y="0"/>
                    </a:lnTo>
                    <a:lnTo>
                      <a:pt x="812" y="236"/>
                    </a:lnTo>
                    <a:close/>
                  </a:path>
                </a:pathLst>
              </a:custGeom>
              <a:gradFill flip="none" rotWithShape="1">
                <a:gsLst>
                  <a:gs pos="0">
                    <a:schemeClr val="accent1">
                      <a:lumMod val="0"/>
                      <a:lumOff val="100000"/>
                    </a:schemeClr>
                  </a:gs>
                  <a:gs pos="100000">
                    <a:srgbClr val="8E9CEF">
                      <a:lumMod val="61000"/>
                      <a:lumOff val="39000"/>
                    </a:srgbClr>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sp>
        <p:nvSpPr>
          <p:cNvPr id="41" name="图形 79"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7579933-5951-DE80-78FA-C775C7B8E916}"/>
              </a:ext>
            </a:extLst>
          </p:cNvPr>
          <p:cNvSpPr/>
          <p:nvPr/>
        </p:nvSpPr>
        <p:spPr>
          <a:xfrm>
            <a:off x="10317705" y="2943951"/>
            <a:ext cx="236882" cy="296102"/>
          </a:xfrm>
          <a:custGeom>
            <a:avLst/>
            <a:gdLst>
              <a:gd name="connsiteX0" fmla="*/ 133350 w 152400"/>
              <a:gd name="connsiteY0" fmla="*/ 0 h 190500"/>
              <a:gd name="connsiteX1" fmla="*/ 19050 w 152400"/>
              <a:gd name="connsiteY1" fmla="*/ 0 h 190500"/>
              <a:gd name="connsiteX2" fmla="*/ 0 w 152400"/>
              <a:gd name="connsiteY2" fmla="*/ 19050 h 190500"/>
              <a:gd name="connsiteX3" fmla="*/ 0 w 152400"/>
              <a:gd name="connsiteY3" fmla="*/ 171450 h 190500"/>
              <a:gd name="connsiteX4" fmla="*/ 19050 w 152400"/>
              <a:gd name="connsiteY4" fmla="*/ 190500 h 190500"/>
              <a:gd name="connsiteX5" fmla="*/ 133350 w 152400"/>
              <a:gd name="connsiteY5" fmla="*/ 190500 h 190500"/>
              <a:gd name="connsiteX6" fmla="*/ 152400 w 152400"/>
              <a:gd name="connsiteY6" fmla="*/ 171450 h 190500"/>
              <a:gd name="connsiteX7" fmla="*/ 152400 w 152400"/>
              <a:gd name="connsiteY7" fmla="*/ 19050 h 190500"/>
              <a:gd name="connsiteX8" fmla="*/ 133350 w 152400"/>
              <a:gd name="connsiteY8" fmla="*/ 0 h 190500"/>
              <a:gd name="connsiteX9" fmla="*/ 19050 w 152400"/>
              <a:gd name="connsiteY9" fmla="*/ 19050 h 190500"/>
              <a:gd name="connsiteX10" fmla="*/ 66675 w 152400"/>
              <a:gd name="connsiteY10" fmla="*/ 19050 h 190500"/>
              <a:gd name="connsiteX11" fmla="*/ 66675 w 152400"/>
              <a:gd name="connsiteY11" fmla="*/ 95250 h 190500"/>
              <a:gd name="connsiteX12" fmla="*/ 42863 w 152400"/>
              <a:gd name="connsiteY12" fmla="*/ 80963 h 190500"/>
              <a:gd name="connsiteX13" fmla="*/ 19050 w 152400"/>
              <a:gd name="connsiteY13" fmla="*/ 95250 h 190500"/>
              <a:gd name="connsiteX14" fmla="*/ 19050 w 152400"/>
              <a:gd name="connsiteY14" fmla="*/ 190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2400" h="190500">
                <a:moveTo>
                  <a:pt x="133350" y="0"/>
                </a:moveTo>
                <a:lnTo>
                  <a:pt x="19050" y="0"/>
                </a:lnTo>
                <a:cubicBezTo>
                  <a:pt x="8573" y="0"/>
                  <a:pt x="0" y="8573"/>
                  <a:pt x="0" y="19050"/>
                </a:cubicBezTo>
                <a:lnTo>
                  <a:pt x="0" y="171450"/>
                </a:lnTo>
                <a:cubicBezTo>
                  <a:pt x="0" y="181928"/>
                  <a:pt x="8573" y="190500"/>
                  <a:pt x="19050" y="190500"/>
                </a:cubicBezTo>
                <a:lnTo>
                  <a:pt x="133350" y="190500"/>
                </a:lnTo>
                <a:cubicBezTo>
                  <a:pt x="143828" y="190500"/>
                  <a:pt x="152400" y="181928"/>
                  <a:pt x="152400" y="171450"/>
                </a:cubicBezTo>
                <a:lnTo>
                  <a:pt x="152400" y="19050"/>
                </a:lnTo>
                <a:cubicBezTo>
                  <a:pt x="152400" y="8573"/>
                  <a:pt x="143828" y="0"/>
                  <a:pt x="133350" y="0"/>
                </a:cubicBezTo>
                <a:close/>
                <a:moveTo>
                  <a:pt x="19050" y="19050"/>
                </a:moveTo>
                <a:lnTo>
                  <a:pt x="66675" y="19050"/>
                </a:lnTo>
                <a:lnTo>
                  <a:pt x="66675" y="95250"/>
                </a:lnTo>
                <a:lnTo>
                  <a:pt x="42863" y="80963"/>
                </a:lnTo>
                <a:lnTo>
                  <a:pt x="19050" y="95250"/>
                </a:lnTo>
                <a:lnTo>
                  <a:pt x="19050" y="19050"/>
                </a:lnTo>
                <a:close/>
              </a:path>
            </a:pathLst>
          </a:custGeom>
          <a:gradFill flip="none" rotWithShape="1">
            <a:gsLst>
              <a:gs pos="0">
                <a:srgbClr val="3749CC"/>
              </a:gs>
              <a:gs pos="100000">
                <a:srgbClr val="6578F0"/>
              </a:gs>
            </a:gsLst>
            <a:lin ang="10800000" scaled="1"/>
            <a:tileRect/>
          </a:gradFill>
          <a:ln w="9525">
            <a:noFill/>
            <a:round/>
          </a:ln>
          <a:effectLst>
            <a:outerShdw blurRad="152400" dir="3360000" sx="1000" sy="1000" rotWithShape="0">
              <a:srgbClr val="3749CC"/>
            </a:outerShdw>
          </a:effectLst>
          <a:scene3d>
            <a:camera prst="isometricTopUp"/>
            <a:lightRig rig="threePt" dir="t"/>
          </a:scene3d>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42" name="图形 81"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6C4FF6E-D847-ED77-11B8-4B5D038F8D77}"/>
              </a:ext>
            </a:extLst>
          </p:cNvPr>
          <p:cNvSpPr/>
          <p:nvPr/>
        </p:nvSpPr>
        <p:spPr>
          <a:xfrm>
            <a:off x="7715106" y="4389721"/>
            <a:ext cx="355322" cy="236882"/>
          </a:xfrm>
          <a:custGeom>
            <a:avLst/>
            <a:gdLst>
              <a:gd name="connsiteX0" fmla="*/ 184309 w 228600"/>
              <a:gd name="connsiteY0" fmla="*/ 57531 h 152400"/>
              <a:gd name="connsiteX1" fmla="*/ 114300 w 228600"/>
              <a:gd name="connsiteY1" fmla="*/ 0 h 152400"/>
              <a:gd name="connsiteX2" fmla="*/ 50959 w 228600"/>
              <a:gd name="connsiteY2" fmla="*/ 38481 h 152400"/>
              <a:gd name="connsiteX3" fmla="*/ 0 w 228600"/>
              <a:gd name="connsiteY3" fmla="*/ 95250 h 152400"/>
              <a:gd name="connsiteX4" fmla="*/ 57150 w 228600"/>
              <a:gd name="connsiteY4" fmla="*/ 152400 h 152400"/>
              <a:gd name="connsiteX5" fmla="*/ 180975 w 228600"/>
              <a:gd name="connsiteY5" fmla="*/ 152400 h 152400"/>
              <a:gd name="connsiteX6" fmla="*/ 228600 w 228600"/>
              <a:gd name="connsiteY6" fmla="*/ 104775 h 152400"/>
              <a:gd name="connsiteX7" fmla="*/ 184309 w 228600"/>
              <a:gd name="connsiteY7" fmla="*/ 57531 h 152400"/>
              <a:gd name="connsiteX8" fmla="*/ 133350 w 228600"/>
              <a:gd name="connsiteY8" fmla="*/ 85725 h 152400"/>
              <a:gd name="connsiteX9" fmla="*/ 133350 w 228600"/>
              <a:gd name="connsiteY9" fmla="*/ 123825 h 152400"/>
              <a:gd name="connsiteX10" fmla="*/ 95250 w 228600"/>
              <a:gd name="connsiteY10" fmla="*/ 123825 h 152400"/>
              <a:gd name="connsiteX11" fmla="*/ 95250 w 228600"/>
              <a:gd name="connsiteY11" fmla="*/ 85725 h 152400"/>
              <a:gd name="connsiteX12" fmla="*/ 66675 w 228600"/>
              <a:gd name="connsiteY12" fmla="*/ 85725 h 152400"/>
              <a:gd name="connsiteX13" fmla="*/ 114300 w 228600"/>
              <a:gd name="connsiteY13" fmla="*/ 38100 h 152400"/>
              <a:gd name="connsiteX14" fmla="*/ 161925 w 228600"/>
              <a:gd name="connsiteY14" fmla="*/ 85725 h 152400"/>
              <a:gd name="connsiteX15" fmla="*/ 133350 w 228600"/>
              <a:gd name="connsiteY15" fmla="*/ 857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8600" h="152400">
                <a:moveTo>
                  <a:pt x="184309" y="57531"/>
                </a:moveTo>
                <a:cubicBezTo>
                  <a:pt x="177832" y="24670"/>
                  <a:pt x="148971" y="0"/>
                  <a:pt x="114300" y="0"/>
                </a:cubicBezTo>
                <a:cubicBezTo>
                  <a:pt x="86773" y="0"/>
                  <a:pt x="62865" y="15621"/>
                  <a:pt x="50959" y="38481"/>
                </a:cubicBezTo>
                <a:cubicBezTo>
                  <a:pt x="22289" y="41529"/>
                  <a:pt x="0" y="65818"/>
                  <a:pt x="0" y="95250"/>
                </a:cubicBezTo>
                <a:cubicBezTo>
                  <a:pt x="0" y="126778"/>
                  <a:pt x="25622" y="152400"/>
                  <a:pt x="57150" y="152400"/>
                </a:cubicBezTo>
                <a:lnTo>
                  <a:pt x="180975" y="152400"/>
                </a:lnTo>
                <a:cubicBezTo>
                  <a:pt x="207264" y="152400"/>
                  <a:pt x="228600" y="131064"/>
                  <a:pt x="228600" y="104775"/>
                </a:cubicBezTo>
                <a:cubicBezTo>
                  <a:pt x="228600" y="79629"/>
                  <a:pt x="209074" y="59245"/>
                  <a:pt x="184309" y="57531"/>
                </a:cubicBezTo>
                <a:close/>
                <a:moveTo>
                  <a:pt x="133350" y="85725"/>
                </a:moveTo>
                <a:lnTo>
                  <a:pt x="133350" y="123825"/>
                </a:lnTo>
                <a:lnTo>
                  <a:pt x="95250" y="123825"/>
                </a:lnTo>
                <a:lnTo>
                  <a:pt x="95250" y="85725"/>
                </a:lnTo>
                <a:lnTo>
                  <a:pt x="66675" y="85725"/>
                </a:lnTo>
                <a:lnTo>
                  <a:pt x="114300" y="38100"/>
                </a:lnTo>
                <a:lnTo>
                  <a:pt x="161925" y="85725"/>
                </a:lnTo>
                <a:lnTo>
                  <a:pt x="133350" y="85725"/>
                </a:lnTo>
                <a:close/>
              </a:path>
            </a:pathLst>
          </a:custGeom>
          <a:gradFill flip="none" rotWithShape="1">
            <a:gsLst>
              <a:gs pos="0">
                <a:srgbClr val="3749CC"/>
              </a:gs>
              <a:gs pos="100000">
                <a:srgbClr val="6578F0"/>
              </a:gs>
            </a:gsLst>
            <a:lin ang="10800000" scaled="1"/>
            <a:tileRect/>
          </a:gradFill>
          <a:ln w="9525">
            <a:noFill/>
            <a:round/>
          </a:ln>
          <a:effectLst>
            <a:outerShdw blurRad="152400" dir="3360000" sx="1000" sy="1000" rotWithShape="0">
              <a:srgbClr val="3749CC"/>
            </a:outerShdw>
          </a:effectLst>
          <a:scene3d>
            <a:camera prst="isometricTopUp"/>
            <a:lightRig rig="threePt" dir="t"/>
          </a:scene3d>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grpSp>
        <p:nvGrpSpPr>
          <p:cNvPr id="99" name="组合 98">
            <a:extLst>
              <a:ext uri="{FF2B5EF4-FFF2-40B4-BE49-F238E27FC236}">
                <a16:creationId xmlns:a16="http://schemas.microsoft.com/office/drawing/2014/main" id="{52FDF3F7-215F-51C5-7565-152128790AA4}"/>
              </a:ext>
            </a:extLst>
          </p:cNvPr>
          <p:cNvGrpSpPr/>
          <p:nvPr/>
        </p:nvGrpSpPr>
        <p:grpSpPr>
          <a:xfrm>
            <a:off x="8686709" y="3152032"/>
            <a:ext cx="1695942" cy="1550352"/>
            <a:chOff x="7730646" y="3093312"/>
            <a:chExt cx="1695942" cy="1550352"/>
          </a:xfrm>
        </p:grpSpPr>
        <p:grpSp>
          <p:nvGrpSpPr>
            <p:cNvPr id="43" name="组合 42">
              <a:extLst>
                <a:ext uri="{FF2B5EF4-FFF2-40B4-BE49-F238E27FC236}">
                  <a16:creationId xmlns:a16="http://schemas.microsoft.com/office/drawing/2014/main" id="{430B3187-024C-4128-D804-0C96CB1CCC66}"/>
                </a:ext>
              </a:extLst>
            </p:cNvPr>
            <p:cNvGrpSpPr/>
            <p:nvPr/>
          </p:nvGrpSpPr>
          <p:grpSpPr>
            <a:xfrm>
              <a:off x="8178781" y="3093312"/>
              <a:ext cx="763386" cy="995706"/>
              <a:chOff x="8390884" y="2982570"/>
              <a:chExt cx="763386" cy="995706"/>
            </a:xfrm>
          </p:grpSpPr>
          <p:grpSp>
            <p:nvGrpSpPr>
              <p:cNvPr id="44" name="组合 43">
                <a:extLst>
                  <a:ext uri="{FF2B5EF4-FFF2-40B4-BE49-F238E27FC236}">
                    <a16:creationId xmlns:a16="http://schemas.microsoft.com/office/drawing/2014/main" id="{CEAD99CC-A21E-D6F3-E29B-7FEF5CE84767}"/>
                  </a:ext>
                </a:extLst>
              </p:cNvPr>
              <p:cNvGrpSpPr/>
              <p:nvPr/>
            </p:nvGrpSpPr>
            <p:grpSpPr>
              <a:xfrm>
                <a:off x="8394232" y="3458014"/>
                <a:ext cx="760038" cy="484012"/>
                <a:chOff x="8647430" y="2989740"/>
                <a:chExt cx="2181226" cy="1389062"/>
              </a:xfrm>
            </p:grpSpPr>
            <p:sp>
              <p:nvSpPr>
                <p:cNvPr id="54" name="Freeform 11">
                  <a:extLst>
                    <a:ext uri="{FF2B5EF4-FFF2-40B4-BE49-F238E27FC236}">
                      <a16:creationId xmlns:a16="http://schemas.microsoft.com/office/drawing/2014/main" id="{8CB84F4E-AEBD-2F5F-589E-B101CE4156FE}"/>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55" name="Freeform 12">
                  <a:extLst>
                    <a:ext uri="{FF2B5EF4-FFF2-40B4-BE49-F238E27FC236}">
                      <a16:creationId xmlns:a16="http://schemas.microsoft.com/office/drawing/2014/main" id="{154593EF-0B40-B345-E42E-5D8A97FFAC9C}"/>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Freeform 13">
                  <a:extLst>
                    <a:ext uri="{FF2B5EF4-FFF2-40B4-BE49-F238E27FC236}">
                      <a16:creationId xmlns:a16="http://schemas.microsoft.com/office/drawing/2014/main" id="{336DBE71-B4D4-A4E2-A982-5F6D776CD821}"/>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45" name="组合 44">
                <a:extLst>
                  <a:ext uri="{FF2B5EF4-FFF2-40B4-BE49-F238E27FC236}">
                    <a16:creationId xmlns:a16="http://schemas.microsoft.com/office/drawing/2014/main" id="{EA8C5492-505A-3F3E-D156-008050F46B34}"/>
                  </a:ext>
                </a:extLst>
              </p:cNvPr>
              <p:cNvGrpSpPr/>
              <p:nvPr/>
            </p:nvGrpSpPr>
            <p:grpSpPr>
              <a:xfrm>
                <a:off x="8390884" y="2982570"/>
                <a:ext cx="762316" cy="995706"/>
                <a:chOff x="6270625" y="1539875"/>
                <a:chExt cx="876301" cy="1144588"/>
              </a:xfrm>
            </p:grpSpPr>
            <p:sp>
              <p:nvSpPr>
                <p:cNvPr id="51" name="Freeform 10">
                  <a:extLst>
                    <a:ext uri="{FF2B5EF4-FFF2-40B4-BE49-F238E27FC236}">
                      <a16:creationId xmlns:a16="http://schemas.microsoft.com/office/drawing/2014/main" id="{27A208D7-7543-4E44-D367-1728C2D87776}"/>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2" name="Freeform 11">
                  <a:extLst>
                    <a:ext uri="{FF2B5EF4-FFF2-40B4-BE49-F238E27FC236}">
                      <a16:creationId xmlns:a16="http://schemas.microsoft.com/office/drawing/2014/main" id="{C1F93F00-96C4-4210-46C3-07D76D64747B}"/>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3" name="Freeform 12">
                  <a:extLst>
                    <a:ext uri="{FF2B5EF4-FFF2-40B4-BE49-F238E27FC236}">
                      <a16:creationId xmlns:a16="http://schemas.microsoft.com/office/drawing/2014/main" id="{8BAD334F-65D1-A6A5-DC1C-38AC1A0CFA46}"/>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46" name="组合 45">
                <a:extLst>
                  <a:ext uri="{FF2B5EF4-FFF2-40B4-BE49-F238E27FC236}">
                    <a16:creationId xmlns:a16="http://schemas.microsoft.com/office/drawing/2014/main" id="{8F33CACF-2CFA-8A20-03A1-787B459A187C}"/>
                  </a:ext>
                </a:extLst>
              </p:cNvPr>
              <p:cNvGrpSpPr/>
              <p:nvPr/>
            </p:nvGrpSpPr>
            <p:grpSpPr>
              <a:xfrm>
                <a:off x="8541696" y="3509743"/>
                <a:ext cx="460693" cy="328730"/>
                <a:chOff x="9934979" y="5169636"/>
                <a:chExt cx="460693" cy="328730"/>
              </a:xfrm>
            </p:grpSpPr>
            <p:sp>
              <p:nvSpPr>
                <p:cNvPr id="48" name="Freeform 20">
                  <a:extLst>
                    <a:ext uri="{FF2B5EF4-FFF2-40B4-BE49-F238E27FC236}">
                      <a16:creationId xmlns:a16="http://schemas.microsoft.com/office/drawing/2014/main" id="{9C76506F-E12D-DBD3-0C9B-2DE614719CFC}"/>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21">
                  <a:extLst>
                    <a:ext uri="{FF2B5EF4-FFF2-40B4-BE49-F238E27FC236}">
                      <a16:creationId xmlns:a16="http://schemas.microsoft.com/office/drawing/2014/main" id="{2B39D1AB-B852-3D93-10A1-EBEB9A6B4DEC}"/>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22">
                  <a:extLst>
                    <a:ext uri="{FF2B5EF4-FFF2-40B4-BE49-F238E27FC236}">
                      <a16:creationId xmlns:a16="http://schemas.microsoft.com/office/drawing/2014/main" id="{434AFFB0-413B-7237-40F2-01866957FFE1}"/>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47"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958D737A-91A0-CB77-1AB0-E473F02C4A42}"/>
                  </a:ext>
                </a:extLst>
              </p:cNvPr>
              <p:cNvSpPr/>
              <p:nvPr/>
            </p:nvSpPr>
            <p:spPr>
              <a:xfrm>
                <a:off x="8694740" y="3553187"/>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nvGrpSpPr>
            <p:cNvPr id="57" name="组合 56">
              <a:extLst>
                <a:ext uri="{FF2B5EF4-FFF2-40B4-BE49-F238E27FC236}">
                  <a16:creationId xmlns:a16="http://schemas.microsoft.com/office/drawing/2014/main" id="{7F700666-FA84-FE04-A4A4-62FEC5F94E69}"/>
                </a:ext>
              </a:extLst>
            </p:cNvPr>
            <p:cNvGrpSpPr/>
            <p:nvPr/>
          </p:nvGrpSpPr>
          <p:grpSpPr>
            <a:xfrm>
              <a:off x="8663202" y="3362617"/>
              <a:ext cx="763386" cy="995706"/>
              <a:chOff x="8390884" y="2982570"/>
              <a:chExt cx="763386" cy="995706"/>
            </a:xfrm>
          </p:grpSpPr>
          <p:grpSp>
            <p:nvGrpSpPr>
              <p:cNvPr id="58" name="组合 57">
                <a:extLst>
                  <a:ext uri="{FF2B5EF4-FFF2-40B4-BE49-F238E27FC236}">
                    <a16:creationId xmlns:a16="http://schemas.microsoft.com/office/drawing/2014/main" id="{93659210-F21C-0CB4-B99E-A1658C5EAD6F}"/>
                  </a:ext>
                </a:extLst>
              </p:cNvPr>
              <p:cNvGrpSpPr/>
              <p:nvPr/>
            </p:nvGrpSpPr>
            <p:grpSpPr>
              <a:xfrm>
                <a:off x="8394232" y="3458014"/>
                <a:ext cx="760038" cy="484012"/>
                <a:chOff x="8647430" y="2989740"/>
                <a:chExt cx="2181226" cy="1389062"/>
              </a:xfrm>
            </p:grpSpPr>
            <p:sp>
              <p:nvSpPr>
                <p:cNvPr id="68" name="Freeform 11">
                  <a:extLst>
                    <a:ext uri="{FF2B5EF4-FFF2-40B4-BE49-F238E27FC236}">
                      <a16:creationId xmlns:a16="http://schemas.microsoft.com/office/drawing/2014/main" id="{0F53F5BF-CA14-1844-06C7-BC2A04125F62}"/>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69" name="Freeform 12">
                  <a:extLst>
                    <a:ext uri="{FF2B5EF4-FFF2-40B4-BE49-F238E27FC236}">
                      <a16:creationId xmlns:a16="http://schemas.microsoft.com/office/drawing/2014/main" id="{907B7E81-621E-622B-8E99-E72EFAD14FA6}"/>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0" name="Freeform 13">
                  <a:extLst>
                    <a:ext uri="{FF2B5EF4-FFF2-40B4-BE49-F238E27FC236}">
                      <a16:creationId xmlns:a16="http://schemas.microsoft.com/office/drawing/2014/main" id="{0F6575F5-A501-BAFC-01BF-BAFC28A7AAB3}"/>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59" name="组合 58">
                <a:extLst>
                  <a:ext uri="{FF2B5EF4-FFF2-40B4-BE49-F238E27FC236}">
                    <a16:creationId xmlns:a16="http://schemas.microsoft.com/office/drawing/2014/main" id="{939F1E89-E000-B282-6952-958BF54154B7}"/>
                  </a:ext>
                </a:extLst>
              </p:cNvPr>
              <p:cNvGrpSpPr/>
              <p:nvPr/>
            </p:nvGrpSpPr>
            <p:grpSpPr>
              <a:xfrm>
                <a:off x="8390884" y="2982570"/>
                <a:ext cx="762316" cy="995706"/>
                <a:chOff x="6270625" y="1539875"/>
                <a:chExt cx="876301" cy="1144588"/>
              </a:xfrm>
            </p:grpSpPr>
            <p:sp>
              <p:nvSpPr>
                <p:cNvPr id="65" name="Freeform 10">
                  <a:extLst>
                    <a:ext uri="{FF2B5EF4-FFF2-40B4-BE49-F238E27FC236}">
                      <a16:creationId xmlns:a16="http://schemas.microsoft.com/office/drawing/2014/main" id="{8C4EBEA3-9B29-3C54-A4A5-F959A968B388}"/>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6" name="Freeform 11">
                  <a:extLst>
                    <a:ext uri="{FF2B5EF4-FFF2-40B4-BE49-F238E27FC236}">
                      <a16:creationId xmlns:a16="http://schemas.microsoft.com/office/drawing/2014/main" id="{89D97583-1AC9-BA6E-D6F6-9406680597A0}"/>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7" name="Freeform 12">
                  <a:extLst>
                    <a:ext uri="{FF2B5EF4-FFF2-40B4-BE49-F238E27FC236}">
                      <a16:creationId xmlns:a16="http://schemas.microsoft.com/office/drawing/2014/main" id="{5499CF87-21EB-D1E1-422C-91990C2266EA}"/>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60" name="组合 59">
                <a:extLst>
                  <a:ext uri="{FF2B5EF4-FFF2-40B4-BE49-F238E27FC236}">
                    <a16:creationId xmlns:a16="http://schemas.microsoft.com/office/drawing/2014/main" id="{B5DB1FD2-CDBC-AD0C-4BA6-158AF30322F2}"/>
                  </a:ext>
                </a:extLst>
              </p:cNvPr>
              <p:cNvGrpSpPr/>
              <p:nvPr/>
            </p:nvGrpSpPr>
            <p:grpSpPr>
              <a:xfrm>
                <a:off x="8541696" y="3509743"/>
                <a:ext cx="460693" cy="328730"/>
                <a:chOff x="9934979" y="5169636"/>
                <a:chExt cx="460693" cy="328730"/>
              </a:xfrm>
            </p:grpSpPr>
            <p:sp>
              <p:nvSpPr>
                <p:cNvPr id="62" name="Freeform 20">
                  <a:extLst>
                    <a:ext uri="{FF2B5EF4-FFF2-40B4-BE49-F238E27FC236}">
                      <a16:creationId xmlns:a16="http://schemas.microsoft.com/office/drawing/2014/main" id="{793C8704-5C78-8E15-7427-3720F44AE63C}"/>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21">
                  <a:extLst>
                    <a:ext uri="{FF2B5EF4-FFF2-40B4-BE49-F238E27FC236}">
                      <a16:creationId xmlns:a16="http://schemas.microsoft.com/office/drawing/2014/main" id="{24FA596E-4702-A2B9-725C-DA60791976CB}"/>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22">
                  <a:extLst>
                    <a:ext uri="{FF2B5EF4-FFF2-40B4-BE49-F238E27FC236}">
                      <a16:creationId xmlns:a16="http://schemas.microsoft.com/office/drawing/2014/main" id="{9E6E099A-2B98-3730-1560-2530DCF82F4C}"/>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61"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DD4F532C-A481-FC97-C72A-AB7894929C0C}"/>
                  </a:ext>
                </a:extLst>
              </p:cNvPr>
              <p:cNvSpPr/>
              <p:nvPr/>
            </p:nvSpPr>
            <p:spPr>
              <a:xfrm>
                <a:off x="8694740" y="3553187"/>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nvGrpSpPr>
            <p:cNvPr id="71" name="组合 70">
              <a:extLst>
                <a:ext uri="{FF2B5EF4-FFF2-40B4-BE49-F238E27FC236}">
                  <a16:creationId xmlns:a16="http://schemas.microsoft.com/office/drawing/2014/main" id="{556F28BD-3520-4D6F-5840-AF60994A43A3}"/>
                </a:ext>
              </a:extLst>
            </p:cNvPr>
            <p:cNvGrpSpPr/>
            <p:nvPr/>
          </p:nvGrpSpPr>
          <p:grpSpPr>
            <a:xfrm>
              <a:off x="7730646" y="3378653"/>
              <a:ext cx="763386" cy="995706"/>
              <a:chOff x="8390884" y="2982570"/>
              <a:chExt cx="763386" cy="995706"/>
            </a:xfrm>
          </p:grpSpPr>
          <p:grpSp>
            <p:nvGrpSpPr>
              <p:cNvPr id="72" name="组合 71">
                <a:extLst>
                  <a:ext uri="{FF2B5EF4-FFF2-40B4-BE49-F238E27FC236}">
                    <a16:creationId xmlns:a16="http://schemas.microsoft.com/office/drawing/2014/main" id="{FDA31E4C-BA8D-FF4A-2F2B-84BE94C99495}"/>
                  </a:ext>
                </a:extLst>
              </p:cNvPr>
              <p:cNvGrpSpPr/>
              <p:nvPr/>
            </p:nvGrpSpPr>
            <p:grpSpPr>
              <a:xfrm>
                <a:off x="8394232" y="3458014"/>
                <a:ext cx="760038" cy="484012"/>
                <a:chOff x="8647430" y="2989740"/>
                <a:chExt cx="2181226" cy="1389062"/>
              </a:xfrm>
            </p:grpSpPr>
            <p:sp>
              <p:nvSpPr>
                <p:cNvPr id="82" name="Freeform 11">
                  <a:extLst>
                    <a:ext uri="{FF2B5EF4-FFF2-40B4-BE49-F238E27FC236}">
                      <a16:creationId xmlns:a16="http://schemas.microsoft.com/office/drawing/2014/main" id="{205B8014-C856-3161-4422-99D3FD58DE14}"/>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83" name="Freeform 12">
                  <a:extLst>
                    <a:ext uri="{FF2B5EF4-FFF2-40B4-BE49-F238E27FC236}">
                      <a16:creationId xmlns:a16="http://schemas.microsoft.com/office/drawing/2014/main" id="{A4F165BF-8563-1BA3-111D-1ECEDE733F03}"/>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4" name="Freeform 13">
                  <a:extLst>
                    <a:ext uri="{FF2B5EF4-FFF2-40B4-BE49-F238E27FC236}">
                      <a16:creationId xmlns:a16="http://schemas.microsoft.com/office/drawing/2014/main" id="{0C981E34-5261-D1E7-8C0E-F87564C175AD}"/>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3" name="组合 72">
                <a:extLst>
                  <a:ext uri="{FF2B5EF4-FFF2-40B4-BE49-F238E27FC236}">
                    <a16:creationId xmlns:a16="http://schemas.microsoft.com/office/drawing/2014/main" id="{073AB022-A4C0-FB77-5A3F-22389C0F35B7}"/>
                  </a:ext>
                </a:extLst>
              </p:cNvPr>
              <p:cNvGrpSpPr/>
              <p:nvPr/>
            </p:nvGrpSpPr>
            <p:grpSpPr>
              <a:xfrm>
                <a:off x="8390884" y="2982570"/>
                <a:ext cx="762316" cy="995706"/>
                <a:chOff x="6270625" y="1539875"/>
                <a:chExt cx="876301" cy="1144588"/>
              </a:xfrm>
            </p:grpSpPr>
            <p:sp>
              <p:nvSpPr>
                <p:cNvPr id="79" name="Freeform 10">
                  <a:extLst>
                    <a:ext uri="{FF2B5EF4-FFF2-40B4-BE49-F238E27FC236}">
                      <a16:creationId xmlns:a16="http://schemas.microsoft.com/office/drawing/2014/main" id="{03E8138F-E039-9F82-6451-A34DF16CAD38}"/>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0" name="Freeform 11">
                  <a:extLst>
                    <a:ext uri="{FF2B5EF4-FFF2-40B4-BE49-F238E27FC236}">
                      <a16:creationId xmlns:a16="http://schemas.microsoft.com/office/drawing/2014/main" id="{D0F89383-7AD5-EDAF-978E-BF941459A8AD}"/>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12">
                  <a:extLst>
                    <a:ext uri="{FF2B5EF4-FFF2-40B4-BE49-F238E27FC236}">
                      <a16:creationId xmlns:a16="http://schemas.microsoft.com/office/drawing/2014/main" id="{C34F4322-834D-36EE-4463-AD3B20CC2C5F}"/>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74" name="组合 73">
                <a:extLst>
                  <a:ext uri="{FF2B5EF4-FFF2-40B4-BE49-F238E27FC236}">
                    <a16:creationId xmlns:a16="http://schemas.microsoft.com/office/drawing/2014/main" id="{BA20D822-BACB-AB57-F717-CD3BB2BB6606}"/>
                  </a:ext>
                </a:extLst>
              </p:cNvPr>
              <p:cNvGrpSpPr/>
              <p:nvPr/>
            </p:nvGrpSpPr>
            <p:grpSpPr>
              <a:xfrm>
                <a:off x="8541696" y="3509743"/>
                <a:ext cx="460693" cy="328730"/>
                <a:chOff x="9934979" y="5169636"/>
                <a:chExt cx="460693" cy="328730"/>
              </a:xfrm>
            </p:grpSpPr>
            <p:sp>
              <p:nvSpPr>
                <p:cNvPr id="76" name="Freeform 20">
                  <a:extLst>
                    <a:ext uri="{FF2B5EF4-FFF2-40B4-BE49-F238E27FC236}">
                      <a16:creationId xmlns:a16="http://schemas.microsoft.com/office/drawing/2014/main" id="{C62B3831-2A39-BDAA-7896-D661F37F0E82}"/>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7" name="Freeform 21">
                  <a:extLst>
                    <a:ext uri="{FF2B5EF4-FFF2-40B4-BE49-F238E27FC236}">
                      <a16:creationId xmlns:a16="http://schemas.microsoft.com/office/drawing/2014/main" id="{2174161B-231F-0B92-E751-62F7B8ADAE47}"/>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Freeform 22">
                  <a:extLst>
                    <a:ext uri="{FF2B5EF4-FFF2-40B4-BE49-F238E27FC236}">
                      <a16:creationId xmlns:a16="http://schemas.microsoft.com/office/drawing/2014/main" id="{3E41D05E-9296-2403-CAD3-3212D215A4B8}"/>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75"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B129011-B757-DA8F-0FE7-7DA8AD51AF65}"/>
                  </a:ext>
                </a:extLst>
              </p:cNvPr>
              <p:cNvSpPr/>
              <p:nvPr/>
            </p:nvSpPr>
            <p:spPr>
              <a:xfrm>
                <a:off x="8694740" y="3553187"/>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nvGrpSpPr>
            <p:cNvPr id="85" name="组合 84">
              <a:extLst>
                <a:ext uri="{FF2B5EF4-FFF2-40B4-BE49-F238E27FC236}">
                  <a16:creationId xmlns:a16="http://schemas.microsoft.com/office/drawing/2014/main" id="{85CD3551-AC47-0977-4221-273B710E3D66}"/>
                </a:ext>
              </a:extLst>
            </p:cNvPr>
            <p:cNvGrpSpPr/>
            <p:nvPr/>
          </p:nvGrpSpPr>
          <p:grpSpPr>
            <a:xfrm>
              <a:off x="8215067" y="3647958"/>
              <a:ext cx="763386" cy="995706"/>
              <a:chOff x="8390884" y="2982570"/>
              <a:chExt cx="763386" cy="995706"/>
            </a:xfrm>
          </p:grpSpPr>
          <p:grpSp>
            <p:nvGrpSpPr>
              <p:cNvPr id="86" name="组合 85">
                <a:extLst>
                  <a:ext uri="{FF2B5EF4-FFF2-40B4-BE49-F238E27FC236}">
                    <a16:creationId xmlns:a16="http://schemas.microsoft.com/office/drawing/2014/main" id="{1FBBF7D2-5DD9-4FEA-1813-2F651CF4D096}"/>
                  </a:ext>
                </a:extLst>
              </p:cNvPr>
              <p:cNvGrpSpPr/>
              <p:nvPr/>
            </p:nvGrpSpPr>
            <p:grpSpPr>
              <a:xfrm>
                <a:off x="8394232" y="3458014"/>
                <a:ext cx="760038" cy="484012"/>
                <a:chOff x="8647430" y="2989740"/>
                <a:chExt cx="2181226" cy="1389062"/>
              </a:xfrm>
            </p:grpSpPr>
            <p:sp>
              <p:nvSpPr>
                <p:cNvPr id="96" name="Freeform 11">
                  <a:extLst>
                    <a:ext uri="{FF2B5EF4-FFF2-40B4-BE49-F238E27FC236}">
                      <a16:creationId xmlns:a16="http://schemas.microsoft.com/office/drawing/2014/main" id="{95897B1B-464C-6C74-6713-C353786118EC}"/>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97" name="Freeform 12">
                  <a:extLst>
                    <a:ext uri="{FF2B5EF4-FFF2-40B4-BE49-F238E27FC236}">
                      <a16:creationId xmlns:a16="http://schemas.microsoft.com/office/drawing/2014/main" id="{1C1A7197-4E89-C13B-EAC6-C4B514CBA6FD}"/>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8" name="Freeform 13">
                  <a:extLst>
                    <a:ext uri="{FF2B5EF4-FFF2-40B4-BE49-F238E27FC236}">
                      <a16:creationId xmlns:a16="http://schemas.microsoft.com/office/drawing/2014/main" id="{0FCB549B-9523-E8E8-8E0C-E0E3CCE8E191}"/>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87" name="组合 86">
                <a:extLst>
                  <a:ext uri="{FF2B5EF4-FFF2-40B4-BE49-F238E27FC236}">
                    <a16:creationId xmlns:a16="http://schemas.microsoft.com/office/drawing/2014/main" id="{0054D4B7-8A00-3A37-5ED3-F0C08F7F6391}"/>
                  </a:ext>
                </a:extLst>
              </p:cNvPr>
              <p:cNvGrpSpPr/>
              <p:nvPr/>
            </p:nvGrpSpPr>
            <p:grpSpPr>
              <a:xfrm>
                <a:off x="8390884" y="2982570"/>
                <a:ext cx="762316" cy="995706"/>
                <a:chOff x="6270625" y="1539875"/>
                <a:chExt cx="876301" cy="1144588"/>
              </a:xfrm>
            </p:grpSpPr>
            <p:sp>
              <p:nvSpPr>
                <p:cNvPr id="93" name="Freeform 10">
                  <a:extLst>
                    <a:ext uri="{FF2B5EF4-FFF2-40B4-BE49-F238E27FC236}">
                      <a16:creationId xmlns:a16="http://schemas.microsoft.com/office/drawing/2014/main" id="{DB048D44-31D0-2502-C400-913B0D9D1461}"/>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4" name="Freeform 11">
                  <a:extLst>
                    <a:ext uri="{FF2B5EF4-FFF2-40B4-BE49-F238E27FC236}">
                      <a16:creationId xmlns:a16="http://schemas.microsoft.com/office/drawing/2014/main" id="{B23D7AA3-73BE-9555-3D10-8E71CEA5D6C7}"/>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 name="Freeform 12">
                  <a:extLst>
                    <a:ext uri="{FF2B5EF4-FFF2-40B4-BE49-F238E27FC236}">
                      <a16:creationId xmlns:a16="http://schemas.microsoft.com/office/drawing/2014/main" id="{89053F75-20CF-2289-B134-3E35AF188E3B}"/>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88" name="组合 87">
                <a:extLst>
                  <a:ext uri="{FF2B5EF4-FFF2-40B4-BE49-F238E27FC236}">
                    <a16:creationId xmlns:a16="http://schemas.microsoft.com/office/drawing/2014/main" id="{4606D696-9D1B-92CA-D8B6-225199572584}"/>
                  </a:ext>
                </a:extLst>
              </p:cNvPr>
              <p:cNvGrpSpPr/>
              <p:nvPr/>
            </p:nvGrpSpPr>
            <p:grpSpPr>
              <a:xfrm>
                <a:off x="8541696" y="3509743"/>
                <a:ext cx="460693" cy="328730"/>
                <a:chOff x="9934979" y="5169636"/>
                <a:chExt cx="460693" cy="328730"/>
              </a:xfrm>
            </p:grpSpPr>
            <p:sp>
              <p:nvSpPr>
                <p:cNvPr id="90" name="Freeform 20">
                  <a:extLst>
                    <a:ext uri="{FF2B5EF4-FFF2-40B4-BE49-F238E27FC236}">
                      <a16:creationId xmlns:a16="http://schemas.microsoft.com/office/drawing/2014/main" id="{B9CC540E-24DC-B146-C1C2-4BE2EE6B4A60}"/>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1" name="Freeform 21">
                  <a:extLst>
                    <a:ext uri="{FF2B5EF4-FFF2-40B4-BE49-F238E27FC236}">
                      <a16:creationId xmlns:a16="http://schemas.microsoft.com/office/drawing/2014/main" id="{0C389A02-5795-27B5-92D9-C47A9384FA53}"/>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Freeform 22">
                  <a:extLst>
                    <a:ext uri="{FF2B5EF4-FFF2-40B4-BE49-F238E27FC236}">
                      <a16:creationId xmlns:a16="http://schemas.microsoft.com/office/drawing/2014/main" id="{877476CC-4A9D-8BF2-37D1-F86B95026B05}"/>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89"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64DE16C3-0F9C-1211-4DE5-9C74ABA0FD0F}"/>
                  </a:ext>
                </a:extLst>
              </p:cNvPr>
              <p:cNvSpPr/>
              <p:nvPr/>
            </p:nvSpPr>
            <p:spPr>
              <a:xfrm>
                <a:off x="8694740" y="3553187"/>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grpSp>
        <p:nvGrpSpPr>
          <p:cNvPr id="100" name="组合 99">
            <a:extLst>
              <a:ext uri="{FF2B5EF4-FFF2-40B4-BE49-F238E27FC236}">
                <a16:creationId xmlns:a16="http://schemas.microsoft.com/office/drawing/2014/main" id="{4F6AFCAE-C7E7-E47E-82D0-D6F563178BDB}"/>
              </a:ext>
            </a:extLst>
          </p:cNvPr>
          <p:cNvGrpSpPr/>
          <p:nvPr/>
        </p:nvGrpSpPr>
        <p:grpSpPr>
          <a:xfrm>
            <a:off x="6155633" y="4584466"/>
            <a:ext cx="1695942" cy="1550352"/>
            <a:chOff x="7730646" y="3093312"/>
            <a:chExt cx="1695942" cy="1550352"/>
          </a:xfrm>
        </p:grpSpPr>
        <p:grpSp>
          <p:nvGrpSpPr>
            <p:cNvPr id="101" name="组合 100">
              <a:extLst>
                <a:ext uri="{FF2B5EF4-FFF2-40B4-BE49-F238E27FC236}">
                  <a16:creationId xmlns:a16="http://schemas.microsoft.com/office/drawing/2014/main" id="{4FBDD2CD-8E6A-3E32-D51F-2178E9D441A4}"/>
                </a:ext>
              </a:extLst>
            </p:cNvPr>
            <p:cNvGrpSpPr/>
            <p:nvPr/>
          </p:nvGrpSpPr>
          <p:grpSpPr>
            <a:xfrm>
              <a:off x="8178781" y="3093312"/>
              <a:ext cx="763386" cy="995706"/>
              <a:chOff x="8390884" y="2982570"/>
              <a:chExt cx="763386" cy="995706"/>
            </a:xfrm>
          </p:grpSpPr>
          <p:grpSp>
            <p:nvGrpSpPr>
              <p:cNvPr id="144" name="组合 143">
                <a:extLst>
                  <a:ext uri="{FF2B5EF4-FFF2-40B4-BE49-F238E27FC236}">
                    <a16:creationId xmlns:a16="http://schemas.microsoft.com/office/drawing/2014/main" id="{4F619BB2-2537-CEA9-BE60-E56B80EE4C0E}"/>
                  </a:ext>
                </a:extLst>
              </p:cNvPr>
              <p:cNvGrpSpPr/>
              <p:nvPr/>
            </p:nvGrpSpPr>
            <p:grpSpPr>
              <a:xfrm>
                <a:off x="8394232" y="3458014"/>
                <a:ext cx="760038" cy="484012"/>
                <a:chOff x="8647430" y="2989740"/>
                <a:chExt cx="2181226" cy="1389062"/>
              </a:xfrm>
            </p:grpSpPr>
            <p:sp>
              <p:nvSpPr>
                <p:cNvPr id="154" name="Freeform 11">
                  <a:extLst>
                    <a:ext uri="{FF2B5EF4-FFF2-40B4-BE49-F238E27FC236}">
                      <a16:creationId xmlns:a16="http://schemas.microsoft.com/office/drawing/2014/main" id="{2CDE373F-011E-5CBB-5023-3AE6A69C5521}"/>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55" name="Freeform 12">
                  <a:extLst>
                    <a:ext uri="{FF2B5EF4-FFF2-40B4-BE49-F238E27FC236}">
                      <a16:creationId xmlns:a16="http://schemas.microsoft.com/office/drawing/2014/main" id="{D0A9ED5C-1AB1-F94D-8DBC-069AC3199283}"/>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6" name="Freeform 13">
                  <a:extLst>
                    <a:ext uri="{FF2B5EF4-FFF2-40B4-BE49-F238E27FC236}">
                      <a16:creationId xmlns:a16="http://schemas.microsoft.com/office/drawing/2014/main" id="{9052BAD9-2A03-04C1-0C42-FAEB00D2AEE0}"/>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45" name="组合 144">
                <a:extLst>
                  <a:ext uri="{FF2B5EF4-FFF2-40B4-BE49-F238E27FC236}">
                    <a16:creationId xmlns:a16="http://schemas.microsoft.com/office/drawing/2014/main" id="{92C9984F-434A-B784-1901-5EF3FA068155}"/>
                  </a:ext>
                </a:extLst>
              </p:cNvPr>
              <p:cNvGrpSpPr/>
              <p:nvPr/>
            </p:nvGrpSpPr>
            <p:grpSpPr>
              <a:xfrm>
                <a:off x="8390884" y="2982570"/>
                <a:ext cx="762316" cy="995706"/>
                <a:chOff x="6270625" y="1539875"/>
                <a:chExt cx="876301" cy="1144588"/>
              </a:xfrm>
            </p:grpSpPr>
            <p:sp>
              <p:nvSpPr>
                <p:cNvPr id="151" name="Freeform 10">
                  <a:extLst>
                    <a:ext uri="{FF2B5EF4-FFF2-40B4-BE49-F238E27FC236}">
                      <a16:creationId xmlns:a16="http://schemas.microsoft.com/office/drawing/2014/main" id="{F9C6A99A-D705-26AD-EB23-D58DE56D99DF}"/>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2" name="Freeform 11">
                  <a:extLst>
                    <a:ext uri="{FF2B5EF4-FFF2-40B4-BE49-F238E27FC236}">
                      <a16:creationId xmlns:a16="http://schemas.microsoft.com/office/drawing/2014/main" id="{FF56DE5D-1C3C-B74E-2126-AEAA2C3A72E4}"/>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3" name="Freeform 12">
                  <a:extLst>
                    <a:ext uri="{FF2B5EF4-FFF2-40B4-BE49-F238E27FC236}">
                      <a16:creationId xmlns:a16="http://schemas.microsoft.com/office/drawing/2014/main" id="{B5FA4A31-A8E2-7A0C-70B2-755417F3A8EE}"/>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46" name="组合 145">
                <a:extLst>
                  <a:ext uri="{FF2B5EF4-FFF2-40B4-BE49-F238E27FC236}">
                    <a16:creationId xmlns:a16="http://schemas.microsoft.com/office/drawing/2014/main" id="{B15FF93D-EC46-72C1-8498-A8ABCD526DB3}"/>
                  </a:ext>
                </a:extLst>
              </p:cNvPr>
              <p:cNvGrpSpPr/>
              <p:nvPr/>
            </p:nvGrpSpPr>
            <p:grpSpPr>
              <a:xfrm>
                <a:off x="8541696" y="3509743"/>
                <a:ext cx="460693" cy="328730"/>
                <a:chOff x="9934979" y="5169636"/>
                <a:chExt cx="460693" cy="328730"/>
              </a:xfrm>
            </p:grpSpPr>
            <p:sp>
              <p:nvSpPr>
                <p:cNvPr id="148" name="Freeform 20">
                  <a:extLst>
                    <a:ext uri="{FF2B5EF4-FFF2-40B4-BE49-F238E27FC236}">
                      <a16:creationId xmlns:a16="http://schemas.microsoft.com/office/drawing/2014/main" id="{FF1E37D1-DD79-CB7E-FFBC-82FD68288DEE}"/>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9" name="Freeform 21">
                  <a:extLst>
                    <a:ext uri="{FF2B5EF4-FFF2-40B4-BE49-F238E27FC236}">
                      <a16:creationId xmlns:a16="http://schemas.microsoft.com/office/drawing/2014/main" id="{D38E8F56-1CCD-4326-9E6A-8C69992E169F}"/>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0" name="Freeform 22">
                  <a:extLst>
                    <a:ext uri="{FF2B5EF4-FFF2-40B4-BE49-F238E27FC236}">
                      <a16:creationId xmlns:a16="http://schemas.microsoft.com/office/drawing/2014/main" id="{9DD348A6-C151-C1F7-B74A-B3BE3033A6AF}"/>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47"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0F13F889-69F9-4297-A40E-5EAB75F9F4C2}"/>
                  </a:ext>
                </a:extLst>
              </p:cNvPr>
              <p:cNvSpPr/>
              <p:nvPr/>
            </p:nvSpPr>
            <p:spPr>
              <a:xfrm>
                <a:off x="8694740" y="3553187"/>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nvGrpSpPr>
            <p:cNvPr id="102" name="组合 101">
              <a:extLst>
                <a:ext uri="{FF2B5EF4-FFF2-40B4-BE49-F238E27FC236}">
                  <a16:creationId xmlns:a16="http://schemas.microsoft.com/office/drawing/2014/main" id="{7816D167-4A7B-B907-2592-A9389840539F}"/>
                </a:ext>
              </a:extLst>
            </p:cNvPr>
            <p:cNvGrpSpPr/>
            <p:nvPr/>
          </p:nvGrpSpPr>
          <p:grpSpPr>
            <a:xfrm>
              <a:off x="8663202" y="3362617"/>
              <a:ext cx="763386" cy="995706"/>
              <a:chOff x="8390884" y="2982570"/>
              <a:chExt cx="763386" cy="995706"/>
            </a:xfrm>
          </p:grpSpPr>
          <p:grpSp>
            <p:nvGrpSpPr>
              <p:cNvPr id="131" name="组合 130">
                <a:extLst>
                  <a:ext uri="{FF2B5EF4-FFF2-40B4-BE49-F238E27FC236}">
                    <a16:creationId xmlns:a16="http://schemas.microsoft.com/office/drawing/2014/main" id="{FE8DFAC2-7C60-0E57-2D89-9A23EFFC7BCF}"/>
                  </a:ext>
                </a:extLst>
              </p:cNvPr>
              <p:cNvGrpSpPr/>
              <p:nvPr/>
            </p:nvGrpSpPr>
            <p:grpSpPr>
              <a:xfrm>
                <a:off x="8394232" y="3458014"/>
                <a:ext cx="760038" cy="484012"/>
                <a:chOff x="8647430" y="2989740"/>
                <a:chExt cx="2181226" cy="1389062"/>
              </a:xfrm>
            </p:grpSpPr>
            <p:sp>
              <p:nvSpPr>
                <p:cNvPr id="141" name="Freeform 11">
                  <a:extLst>
                    <a:ext uri="{FF2B5EF4-FFF2-40B4-BE49-F238E27FC236}">
                      <a16:creationId xmlns:a16="http://schemas.microsoft.com/office/drawing/2014/main" id="{CCABA1FA-CC01-ED1B-A444-2AC7A0631443}"/>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42" name="Freeform 12">
                  <a:extLst>
                    <a:ext uri="{FF2B5EF4-FFF2-40B4-BE49-F238E27FC236}">
                      <a16:creationId xmlns:a16="http://schemas.microsoft.com/office/drawing/2014/main" id="{35D9BB44-71C3-E4F8-298F-B64BDCE3A92A}"/>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3" name="Freeform 13">
                  <a:extLst>
                    <a:ext uri="{FF2B5EF4-FFF2-40B4-BE49-F238E27FC236}">
                      <a16:creationId xmlns:a16="http://schemas.microsoft.com/office/drawing/2014/main" id="{73E81C99-A981-A4BD-A330-CC23AD3303D2}"/>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32" name="组合 131">
                <a:extLst>
                  <a:ext uri="{FF2B5EF4-FFF2-40B4-BE49-F238E27FC236}">
                    <a16:creationId xmlns:a16="http://schemas.microsoft.com/office/drawing/2014/main" id="{51CF8B03-D6F6-F607-07DC-AF5CF7AFE5E9}"/>
                  </a:ext>
                </a:extLst>
              </p:cNvPr>
              <p:cNvGrpSpPr/>
              <p:nvPr/>
            </p:nvGrpSpPr>
            <p:grpSpPr>
              <a:xfrm>
                <a:off x="8390884" y="2982570"/>
                <a:ext cx="762316" cy="995706"/>
                <a:chOff x="6270625" y="1539875"/>
                <a:chExt cx="876301" cy="1144588"/>
              </a:xfrm>
            </p:grpSpPr>
            <p:sp>
              <p:nvSpPr>
                <p:cNvPr id="138" name="Freeform 10">
                  <a:extLst>
                    <a:ext uri="{FF2B5EF4-FFF2-40B4-BE49-F238E27FC236}">
                      <a16:creationId xmlns:a16="http://schemas.microsoft.com/office/drawing/2014/main" id="{8023054F-9BEF-E1D7-E395-DAFBECE6471D}"/>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9" name="Freeform 11">
                  <a:extLst>
                    <a:ext uri="{FF2B5EF4-FFF2-40B4-BE49-F238E27FC236}">
                      <a16:creationId xmlns:a16="http://schemas.microsoft.com/office/drawing/2014/main" id="{B3E2ECE6-E3F4-F732-FCDF-DD507F51CF53}"/>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0" name="Freeform 12">
                  <a:extLst>
                    <a:ext uri="{FF2B5EF4-FFF2-40B4-BE49-F238E27FC236}">
                      <a16:creationId xmlns:a16="http://schemas.microsoft.com/office/drawing/2014/main" id="{539552F3-A411-7762-3754-38C25A20531E}"/>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33" name="组合 132">
                <a:extLst>
                  <a:ext uri="{FF2B5EF4-FFF2-40B4-BE49-F238E27FC236}">
                    <a16:creationId xmlns:a16="http://schemas.microsoft.com/office/drawing/2014/main" id="{23A969CF-0C21-CA2B-ADC6-83640918074F}"/>
                  </a:ext>
                </a:extLst>
              </p:cNvPr>
              <p:cNvGrpSpPr/>
              <p:nvPr/>
            </p:nvGrpSpPr>
            <p:grpSpPr>
              <a:xfrm>
                <a:off x="8541696" y="3509743"/>
                <a:ext cx="460693" cy="328730"/>
                <a:chOff x="9934979" y="5169636"/>
                <a:chExt cx="460693" cy="328730"/>
              </a:xfrm>
            </p:grpSpPr>
            <p:sp>
              <p:nvSpPr>
                <p:cNvPr id="135" name="Freeform 20">
                  <a:extLst>
                    <a:ext uri="{FF2B5EF4-FFF2-40B4-BE49-F238E27FC236}">
                      <a16:creationId xmlns:a16="http://schemas.microsoft.com/office/drawing/2014/main" id="{235FDFB7-D123-E144-4CAD-6D5BA8908FAA}"/>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6" name="Freeform 21">
                  <a:extLst>
                    <a:ext uri="{FF2B5EF4-FFF2-40B4-BE49-F238E27FC236}">
                      <a16:creationId xmlns:a16="http://schemas.microsoft.com/office/drawing/2014/main" id="{86703E9B-D4EA-2D47-9FA8-E0585606BB69}"/>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7" name="Freeform 22">
                  <a:extLst>
                    <a:ext uri="{FF2B5EF4-FFF2-40B4-BE49-F238E27FC236}">
                      <a16:creationId xmlns:a16="http://schemas.microsoft.com/office/drawing/2014/main" id="{5DA43CC7-1137-F574-481F-0F4B4C0BC61D}"/>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34"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9044EA46-1D09-BBC9-7592-A266A11C57C1}"/>
                  </a:ext>
                </a:extLst>
              </p:cNvPr>
              <p:cNvSpPr/>
              <p:nvPr/>
            </p:nvSpPr>
            <p:spPr>
              <a:xfrm>
                <a:off x="8694740" y="3553187"/>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nvGrpSpPr>
            <p:cNvPr id="103" name="组合 102">
              <a:extLst>
                <a:ext uri="{FF2B5EF4-FFF2-40B4-BE49-F238E27FC236}">
                  <a16:creationId xmlns:a16="http://schemas.microsoft.com/office/drawing/2014/main" id="{1C986E1D-77ED-38A2-D1E2-AF9241EBC61C}"/>
                </a:ext>
              </a:extLst>
            </p:cNvPr>
            <p:cNvGrpSpPr/>
            <p:nvPr/>
          </p:nvGrpSpPr>
          <p:grpSpPr>
            <a:xfrm>
              <a:off x="7730646" y="3378653"/>
              <a:ext cx="763386" cy="995706"/>
              <a:chOff x="8390884" y="2982570"/>
              <a:chExt cx="763386" cy="995706"/>
            </a:xfrm>
          </p:grpSpPr>
          <p:grpSp>
            <p:nvGrpSpPr>
              <p:cNvPr id="118" name="组合 117">
                <a:extLst>
                  <a:ext uri="{FF2B5EF4-FFF2-40B4-BE49-F238E27FC236}">
                    <a16:creationId xmlns:a16="http://schemas.microsoft.com/office/drawing/2014/main" id="{E3B7E7A6-8892-B18B-65EC-569C770B56E4}"/>
                  </a:ext>
                </a:extLst>
              </p:cNvPr>
              <p:cNvGrpSpPr/>
              <p:nvPr/>
            </p:nvGrpSpPr>
            <p:grpSpPr>
              <a:xfrm>
                <a:off x="8394232" y="3458014"/>
                <a:ext cx="760038" cy="484012"/>
                <a:chOff x="8647430" y="2989740"/>
                <a:chExt cx="2181226" cy="1389062"/>
              </a:xfrm>
            </p:grpSpPr>
            <p:sp>
              <p:nvSpPr>
                <p:cNvPr id="128" name="Freeform 11">
                  <a:extLst>
                    <a:ext uri="{FF2B5EF4-FFF2-40B4-BE49-F238E27FC236}">
                      <a16:creationId xmlns:a16="http://schemas.microsoft.com/office/drawing/2014/main" id="{E2CE06F7-FB9C-95EB-4215-A2FCA62EF360}"/>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29" name="Freeform 12">
                  <a:extLst>
                    <a:ext uri="{FF2B5EF4-FFF2-40B4-BE49-F238E27FC236}">
                      <a16:creationId xmlns:a16="http://schemas.microsoft.com/office/drawing/2014/main" id="{4F2168A5-A45F-523E-5AE3-DA3FAA9C9B3C}"/>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0" name="Freeform 13">
                  <a:extLst>
                    <a:ext uri="{FF2B5EF4-FFF2-40B4-BE49-F238E27FC236}">
                      <a16:creationId xmlns:a16="http://schemas.microsoft.com/office/drawing/2014/main" id="{711BE4CA-31A1-57AA-BBF8-ADB4411CFD61}"/>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19" name="组合 118">
                <a:extLst>
                  <a:ext uri="{FF2B5EF4-FFF2-40B4-BE49-F238E27FC236}">
                    <a16:creationId xmlns:a16="http://schemas.microsoft.com/office/drawing/2014/main" id="{CF21C289-1873-4D33-2EFC-26E5A5A14555}"/>
                  </a:ext>
                </a:extLst>
              </p:cNvPr>
              <p:cNvGrpSpPr/>
              <p:nvPr/>
            </p:nvGrpSpPr>
            <p:grpSpPr>
              <a:xfrm>
                <a:off x="8390884" y="2982570"/>
                <a:ext cx="762316" cy="995706"/>
                <a:chOff x="6270625" y="1539875"/>
                <a:chExt cx="876301" cy="1144588"/>
              </a:xfrm>
            </p:grpSpPr>
            <p:sp>
              <p:nvSpPr>
                <p:cNvPr id="125" name="Freeform 10">
                  <a:extLst>
                    <a:ext uri="{FF2B5EF4-FFF2-40B4-BE49-F238E27FC236}">
                      <a16:creationId xmlns:a16="http://schemas.microsoft.com/office/drawing/2014/main" id="{DDEB0281-99AE-1FC8-B822-931DD1C4CED1}"/>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6" name="Freeform 11">
                  <a:extLst>
                    <a:ext uri="{FF2B5EF4-FFF2-40B4-BE49-F238E27FC236}">
                      <a16:creationId xmlns:a16="http://schemas.microsoft.com/office/drawing/2014/main" id="{176BD724-A327-BB35-637A-1910D7E2DD13}"/>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7" name="Freeform 12">
                  <a:extLst>
                    <a:ext uri="{FF2B5EF4-FFF2-40B4-BE49-F238E27FC236}">
                      <a16:creationId xmlns:a16="http://schemas.microsoft.com/office/drawing/2014/main" id="{7D2435BA-07EA-AD51-7942-CCA0F0074134}"/>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20" name="组合 119">
                <a:extLst>
                  <a:ext uri="{FF2B5EF4-FFF2-40B4-BE49-F238E27FC236}">
                    <a16:creationId xmlns:a16="http://schemas.microsoft.com/office/drawing/2014/main" id="{9D4CB4A8-0C47-920C-F1BA-E3F82491018D}"/>
                  </a:ext>
                </a:extLst>
              </p:cNvPr>
              <p:cNvGrpSpPr/>
              <p:nvPr/>
            </p:nvGrpSpPr>
            <p:grpSpPr>
              <a:xfrm>
                <a:off x="8541696" y="3509743"/>
                <a:ext cx="460693" cy="328730"/>
                <a:chOff x="9934979" y="5169636"/>
                <a:chExt cx="460693" cy="328730"/>
              </a:xfrm>
            </p:grpSpPr>
            <p:sp>
              <p:nvSpPr>
                <p:cNvPr id="122" name="Freeform 20">
                  <a:extLst>
                    <a:ext uri="{FF2B5EF4-FFF2-40B4-BE49-F238E27FC236}">
                      <a16:creationId xmlns:a16="http://schemas.microsoft.com/office/drawing/2014/main" id="{3B6BFC6F-6658-EFF8-4A8F-3F9D7FE50BEB}"/>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3" name="Freeform 21">
                  <a:extLst>
                    <a:ext uri="{FF2B5EF4-FFF2-40B4-BE49-F238E27FC236}">
                      <a16:creationId xmlns:a16="http://schemas.microsoft.com/office/drawing/2014/main" id="{BACFFC30-604E-6E10-6CB2-F2BFBB7C7583}"/>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4" name="Freeform 22">
                  <a:extLst>
                    <a:ext uri="{FF2B5EF4-FFF2-40B4-BE49-F238E27FC236}">
                      <a16:creationId xmlns:a16="http://schemas.microsoft.com/office/drawing/2014/main" id="{7DE01BE5-E6FD-5586-3F88-65774DB578D0}"/>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21"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730C2DBD-246F-2CEF-EAE6-9100F1F6EE15}"/>
                  </a:ext>
                </a:extLst>
              </p:cNvPr>
              <p:cNvSpPr/>
              <p:nvPr/>
            </p:nvSpPr>
            <p:spPr>
              <a:xfrm>
                <a:off x="8694740" y="3553187"/>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nvGrpSpPr>
            <p:cNvPr id="104" name="组合 103">
              <a:extLst>
                <a:ext uri="{FF2B5EF4-FFF2-40B4-BE49-F238E27FC236}">
                  <a16:creationId xmlns:a16="http://schemas.microsoft.com/office/drawing/2014/main" id="{9062C505-DCE9-7811-BC07-D0D65CA6C372}"/>
                </a:ext>
              </a:extLst>
            </p:cNvPr>
            <p:cNvGrpSpPr/>
            <p:nvPr/>
          </p:nvGrpSpPr>
          <p:grpSpPr>
            <a:xfrm>
              <a:off x="8215067" y="3647958"/>
              <a:ext cx="763386" cy="995706"/>
              <a:chOff x="8390884" y="2982570"/>
              <a:chExt cx="763386" cy="995706"/>
            </a:xfrm>
          </p:grpSpPr>
          <p:grpSp>
            <p:nvGrpSpPr>
              <p:cNvPr id="105" name="组合 104">
                <a:extLst>
                  <a:ext uri="{FF2B5EF4-FFF2-40B4-BE49-F238E27FC236}">
                    <a16:creationId xmlns:a16="http://schemas.microsoft.com/office/drawing/2014/main" id="{9E3F2B28-EB13-0109-03F1-1BFBD745B19E}"/>
                  </a:ext>
                </a:extLst>
              </p:cNvPr>
              <p:cNvGrpSpPr/>
              <p:nvPr/>
            </p:nvGrpSpPr>
            <p:grpSpPr>
              <a:xfrm>
                <a:off x="8394232" y="3458014"/>
                <a:ext cx="760038" cy="484012"/>
                <a:chOff x="8647430" y="2989740"/>
                <a:chExt cx="2181226" cy="1389062"/>
              </a:xfrm>
            </p:grpSpPr>
            <p:sp>
              <p:nvSpPr>
                <p:cNvPr id="115" name="Freeform 11">
                  <a:extLst>
                    <a:ext uri="{FF2B5EF4-FFF2-40B4-BE49-F238E27FC236}">
                      <a16:creationId xmlns:a16="http://schemas.microsoft.com/office/drawing/2014/main" id="{132817BC-C771-14B3-C924-C23FC1F403BC}"/>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16" name="Freeform 12">
                  <a:extLst>
                    <a:ext uri="{FF2B5EF4-FFF2-40B4-BE49-F238E27FC236}">
                      <a16:creationId xmlns:a16="http://schemas.microsoft.com/office/drawing/2014/main" id="{28535EB5-4195-E384-BDD8-39EB191220E9}"/>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7" name="Freeform 13">
                  <a:extLst>
                    <a:ext uri="{FF2B5EF4-FFF2-40B4-BE49-F238E27FC236}">
                      <a16:creationId xmlns:a16="http://schemas.microsoft.com/office/drawing/2014/main" id="{C4AA6A23-CE8A-349C-2104-233652F91B4A}"/>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06" name="组合 105">
                <a:extLst>
                  <a:ext uri="{FF2B5EF4-FFF2-40B4-BE49-F238E27FC236}">
                    <a16:creationId xmlns:a16="http://schemas.microsoft.com/office/drawing/2014/main" id="{75459BFC-B44B-C60B-B30B-2C41EE5BDD8F}"/>
                  </a:ext>
                </a:extLst>
              </p:cNvPr>
              <p:cNvGrpSpPr/>
              <p:nvPr/>
            </p:nvGrpSpPr>
            <p:grpSpPr>
              <a:xfrm>
                <a:off x="8390884" y="2982570"/>
                <a:ext cx="762316" cy="995706"/>
                <a:chOff x="6270625" y="1539875"/>
                <a:chExt cx="876301" cy="1144588"/>
              </a:xfrm>
            </p:grpSpPr>
            <p:sp>
              <p:nvSpPr>
                <p:cNvPr id="112" name="Freeform 10">
                  <a:extLst>
                    <a:ext uri="{FF2B5EF4-FFF2-40B4-BE49-F238E27FC236}">
                      <a16:creationId xmlns:a16="http://schemas.microsoft.com/office/drawing/2014/main" id="{C94152B5-9C74-D9DD-C148-A035E043257C}"/>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3" name="Freeform 11">
                  <a:extLst>
                    <a:ext uri="{FF2B5EF4-FFF2-40B4-BE49-F238E27FC236}">
                      <a16:creationId xmlns:a16="http://schemas.microsoft.com/office/drawing/2014/main" id="{6E9EFD8E-E639-506E-C33C-F70115597C64}"/>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12">
                  <a:extLst>
                    <a:ext uri="{FF2B5EF4-FFF2-40B4-BE49-F238E27FC236}">
                      <a16:creationId xmlns:a16="http://schemas.microsoft.com/office/drawing/2014/main" id="{C8E7A8A0-30EC-04D1-8DD6-9475E77E81C7}"/>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07" name="组合 106">
                <a:extLst>
                  <a:ext uri="{FF2B5EF4-FFF2-40B4-BE49-F238E27FC236}">
                    <a16:creationId xmlns:a16="http://schemas.microsoft.com/office/drawing/2014/main" id="{5BBA79C3-B153-FCEF-BAB8-CFAEA597E537}"/>
                  </a:ext>
                </a:extLst>
              </p:cNvPr>
              <p:cNvGrpSpPr/>
              <p:nvPr/>
            </p:nvGrpSpPr>
            <p:grpSpPr>
              <a:xfrm>
                <a:off x="8541696" y="3509743"/>
                <a:ext cx="460693" cy="328730"/>
                <a:chOff x="9934979" y="5169636"/>
                <a:chExt cx="460693" cy="328730"/>
              </a:xfrm>
            </p:grpSpPr>
            <p:sp>
              <p:nvSpPr>
                <p:cNvPr id="109" name="Freeform 20">
                  <a:extLst>
                    <a:ext uri="{FF2B5EF4-FFF2-40B4-BE49-F238E27FC236}">
                      <a16:creationId xmlns:a16="http://schemas.microsoft.com/office/drawing/2014/main" id="{BCFEC65A-CB8B-0C95-0604-79B1397A9312}"/>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Freeform 21">
                  <a:extLst>
                    <a:ext uri="{FF2B5EF4-FFF2-40B4-BE49-F238E27FC236}">
                      <a16:creationId xmlns:a16="http://schemas.microsoft.com/office/drawing/2014/main" id="{44A11802-1981-F2CF-128C-2DD26DEC6E84}"/>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1" name="Freeform 22">
                  <a:extLst>
                    <a:ext uri="{FF2B5EF4-FFF2-40B4-BE49-F238E27FC236}">
                      <a16:creationId xmlns:a16="http://schemas.microsoft.com/office/drawing/2014/main" id="{E278C9A1-DADC-43D0-CE9A-331F4D67C78F}"/>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08"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F119D295-BA4E-1441-E28D-59028A616148}"/>
                  </a:ext>
                </a:extLst>
              </p:cNvPr>
              <p:cNvSpPr/>
              <p:nvPr/>
            </p:nvSpPr>
            <p:spPr>
              <a:xfrm>
                <a:off x="8694740" y="3553187"/>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grpSp>
        <p:nvGrpSpPr>
          <p:cNvPr id="157" name="组合 156">
            <a:extLst>
              <a:ext uri="{FF2B5EF4-FFF2-40B4-BE49-F238E27FC236}">
                <a16:creationId xmlns:a16="http://schemas.microsoft.com/office/drawing/2014/main" id="{8F782038-30A4-66BE-718E-10863E60F20A}"/>
              </a:ext>
            </a:extLst>
          </p:cNvPr>
          <p:cNvGrpSpPr/>
          <p:nvPr/>
        </p:nvGrpSpPr>
        <p:grpSpPr>
          <a:xfrm>
            <a:off x="5038312" y="1562558"/>
            <a:ext cx="857816" cy="652865"/>
            <a:chOff x="7866731" y="1005790"/>
            <a:chExt cx="1169117" cy="889789"/>
          </a:xfrm>
        </p:grpSpPr>
        <p:sp>
          <p:nvSpPr>
            <p:cNvPr id="158" name="菱形 157">
              <a:extLst>
                <a:ext uri="{FF2B5EF4-FFF2-40B4-BE49-F238E27FC236}">
                  <a16:creationId xmlns:a16="http://schemas.microsoft.com/office/drawing/2014/main" id="{FE8D6C9F-02C1-1D67-1428-4A1A52F122AF}"/>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59" name="组合 158">
              <a:extLst>
                <a:ext uri="{FF2B5EF4-FFF2-40B4-BE49-F238E27FC236}">
                  <a16:creationId xmlns:a16="http://schemas.microsoft.com/office/drawing/2014/main" id="{48596412-48F2-9DE3-EE3D-3CC3ED493013}"/>
                </a:ext>
              </a:extLst>
            </p:cNvPr>
            <p:cNvGrpSpPr/>
            <p:nvPr/>
          </p:nvGrpSpPr>
          <p:grpSpPr>
            <a:xfrm>
              <a:off x="7979430" y="1005790"/>
              <a:ext cx="943718" cy="796775"/>
              <a:chOff x="8056563" y="1092200"/>
              <a:chExt cx="1641476" cy="1385888"/>
            </a:xfrm>
          </p:grpSpPr>
          <p:sp>
            <p:nvSpPr>
              <p:cNvPr id="160" name="Freeform 18">
                <a:extLst>
                  <a:ext uri="{FF2B5EF4-FFF2-40B4-BE49-F238E27FC236}">
                    <a16:creationId xmlns:a16="http://schemas.microsoft.com/office/drawing/2014/main" id="{2016C9F4-D8E8-F5A8-C678-848542AB4C10}"/>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1" name="Freeform 19">
                <a:extLst>
                  <a:ext uri="{FF2B5EF4-FFF2-40B4-BE49-F238E27FC236}">
                    <a16:creationId xmlns:a16="http://schemas.microsoft.com/office/drawing/2014/main" id="{D999BE5F-7CB0-6109-C9B9-F577242AF186}"/>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2" name="Freeform 20">
                <a:extLst>
                  <a:ext uri="{FF2B5EF4-FFF2-40B4-BE49-F238E27FC236}">
                    <a16:creationId xmlns:a16="http://schemas.microsoft.com/office/drawing/2014/main" id="{920832D8-621B-FEA8-7744-16694BB0D116}"/>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63" name="组合 162">
            <a:extLst>
              <a:ext uri="{FF2B5EF4-FFF2-40B4-BE49-F238E27FC236}">
                <a16:creationId xmlns:a16="http://schemas.microsoft.com/office/drawing/2014/main" id="{992CAB51-DDE7-9FF1-67B7-63DFEEBFAFBB}"/>
              </a:ext>
            </a:extLst>
          </p:cNvPr>
          <p:cNvGrpSpPr/>
          <p:nvPr/>
        </p:nvGrpSpPr>
        <p:grpSpPr>
          <a:xfrm>
            <a:off x="5716062" y="1971953"/>
            <a:ext cx="857816" cy="652865"/>
            <a:chOff x="7866731" y="1005790"/>
            <a:chExt cx="1169117" cy="889789"/>
          </a:xfrm>
        </p:grpSpPr>
        <p:sp>
          <p:nvSpPr>
            <p:cNvPr id="164" name="菱形 163">
              <a:extLst>
                <a:ext uri="{FF2B5EF4-FFF2-40B4-BE49-F238E27FC236}">
                  <a16:creationId xmlns:a16="http://schemas.microsoft.com/office/drawing/2014/main" id="{220B4F74-2FA9-D7C9-17DF-25F512BCD027}"/>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65" name="组合 164">
              <a:extLst>
                <a:ext uri="{FF2B5EF4-FFF2-40B4-BE49-F238E27FC236}">
                  <a16:creationId xmlns:a16="http://schemas.microsoft.com/office/drawing/2014/main" id="{6DB09C68-33E7-D3F7-F10E-75AB2AA3D30F}"/>
                </a:ext>
              </a:extLst>
            </p:cNvPr>
            <p:cNvGrpSpPr/>
            <p:nvPr/>
          </p:nvGrpSpPr>
          <p:grpSpPr>
            <a:xfrm>
              <a:off x="7979430" y="1005790"/>
              <a:ext cx="943718" cy="796775"/>
              <a:chOff x="8056563" y="1092200"/>
              <a:chExt cx="1641476" cy="1385888"/>
            </a:xfrm>
          </p:grpSpPr>
          <p:sp>
            <p:nvSpPr>
              <p:cNvPr id="166" name="Freeform 18">
                <a:extLst>
                  <a:ext uri="{FF2B5EF4-FFF2-40B4-BE49-F238E27FC236}">
                    <a16:creationId xmlns:a16="http://schemas.microsoft.com/office/drawing/2014/main" id="{C565079A-6F33-7E57-16FE-7BE2AFDB7AFF}"/>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7" name="Freeform 19">
                <a:extLst>
                  <a:ext uri="{FF2B5EF4-FFF2-40B4-BE49-F238E27FC236}">
                    <a16:creationId xmlns:a16="http://schemas.microsoft.com/office/drawing/2014/main" id="{56C5BC11-6692-F723-03B1-41A46FF582B5}"/>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8" name="Freeform 20">
                <a:extLst>
                  <a:ext uri="{FF2B5EF4-FFF2-40B4-BE49-F238E27FC236}">
                    <a16:creationId xmlns:a16="http://schemas.microsoft.com/office/drawing/2014/main" id="{26F7D3A0-36B9-CB9E-089D-60704C229730}"/>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69" name="组合 168">
            <a:extLst>
              <a:ext uri="{FF2B5EF4-FFF2-40B4-BE49-F238E27FC236}">
                <a16:creationId xmlns:a16="http://schemas.microsoft.com/office/drawing/2014/main" id="{371F94CD-D34C-DFA0-5FEE-C69AAB69379D}"/>
              </a:ext>
            </a:extLst>
          </p:cNvPr>
          <p:cNvGrpSpPr/>
          <p:nvPr/>
        </p:nvGrpSpPr>
        <p:grpSpPr>
          <a:xfrm>
            <a:off x="6416734" y="2383389"/>
            <a:ext cx="857816" cy="652865"/>
            <a:chOff x="7866731" y="1005790"/>
            <a:chExt cx="1169117" cy="889789"/>
          </a:xfrm>
        </p:grpSpPr>
        <p:sp>
          <p:nvSpPr>
            <p:cNvPr id="170" name="菱形 169">
              <a:extLst>
                <a:ext uri="{FF2B5EF4-FFF2-40B4-BE49-F238E27FC236}">
                  <a16:creationId xmlns:a16="http://schemas.microsoft.com/office/drawing/2014/main" id="{1B695CE1-F438-4114-F129-E9D1C0B99933}"/>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71" name="组合 170">
              <a:extLst>
                <a:ext uri="{FF2B5EF4-FFF2-40B4-BE49-F238E27FC236}">
                  <a16:creationId xmlns:a16="http://schemas.microsoft.com/office/drawing/2014/main" id="{E57DE1A5-965A-275C-E274-7506000D7277}"/>
                </a:ext>
              </a:extLst>
            </p:cNvPr>
            <p:cNvGrpSpPr/>
            <p:nvPr/>
          </p:nvGrpSpPr>
          <p:grpSpPr>
            <a:xfrm>
              <a:off x="7979430" y="1005790"/>
              <a:ext cx="943718" cy="796775"/>
              <a:chOff x="8056563" y="1092200"/>
              <a:chExt cx="1641476" cy="1385888"/>
            </a:xfrm>
          </p:grpSpPr>
          <p:sp>
            <p:nvSpPr>
              <p:cNvPr id="172" name="Freeform 18">
                <a:extLst>
                  <a:ext uri="{FF2B5EF4-FFF2-40B4-BE49-F238E27FC236}">
                    <a16:creationId xmlns:a16="http://schemas.microsoft.com/office/drawing/2014/main" id="{F07DA3AD-D8FA-FBDD-5830-6CCEA6E3C321}"/>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3" name="Freeform 19">
                <a:extLst>
                  <a:ext uri="{FF2B5EF4-FFF2-40B4-BE49-F238E27FC236}">
                    <a16:creationId xmlns:a16="http://schemas.microsoft.com/office/drawing/2014/main" id="{BD0BA3F9-9381-96C3-5AFA-4AF877987C42}"/>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4" name="Freeform 20">
                <a:extLst>
                  <a:ext uri="{FF2B5EF4-FFF2-40B4-BE49-F238E27FC236}">
                    <a16:creationId xmlns:a16="http://schemas.microsoft.com/office/drawing/2014/main" id="{0DA2A782-C230-6187-F984-9EA3D86033B4}"/>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81" name="组合 180">
            <a:extLst>
              <a:ext uri="{FF2B5EF4-FFF2-40B4-BE49-F238E27FC236}">
                <a16:creationId xmlns:a16="http://schemas.microsoft.com/office/drawing/2014/main" id="{0C4BE7EE-80DD-668C-3103-5EA8576383D2}"/>
              </a:ext>
            </a:extLst>
          </p:cNvPr>
          <p:cNvGrpSpPr/>
          <p:nvPr/>
        </p:nvGrpSpPr>
        <p:grpSpPr>
          <a:xfrm>
            <a:off x="7159495" y="2630314"/>
            <a:ext cx="857816" cy="833439"/>
            <a:chOff x="7866731" y="759686"/>
            <a:chExt cx="1169117" cy="1135893"/>
          </a:xfrm>
        </p:grpSpPr>
        <p:sp>
          <p:nvSpPr>
            <p:cNvPr id="182" name="菱形 181">
              <a:extLst>
                <a:ext uri="{FF2B5EF4-FFF2-40B4-BE49-F238E27FC236}">
                  <a16:creationId xmlns:a16="http://schemas.microsoft.com/office/drawing/2014/main" id="{0753C390-3CC9-F52F-22BC-2A73CDCEE27A}"/>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83" name="组合 182">
              <a:extLst>
                <a:ext uri="{FF2B5EF4-FFF2-40B4-BE49-F238E27FC236}">
                  <a16:creationId xmlns:a16="http://schemas.microsoft.com/office/drawing/2014/main" id="{86CE69AA-FDA4-E9E3-9F56-FEE18B319C86}"/>
                </a:ext>
              </a:extLst>
            </p:cNvPr>
            <p:cNvGrpSpPr/>
            <p:nvPr/>
          </p:nvGrpSpPr>
          <p:grpSpPr>
            <a:xfrm>
              <a:off x="7979430" y="1005790"/>
              <a:ext cx="943718" cy="796775"/>
              <a:chOff x="8056563" y="1092200"/>
              <a:chExt cx="1641476" cy="1385888"/>
            </a:xfrm>
          </p:grpSpPr>
          <p:sp>
            <p:nvSpPr>
              <p:cNvPr id="188" name="Freeform 18">
                <a:extLst>
                  <a:ext uri="{FF2B5EF4-FFF2-40B4-BE49-F238E27FC236}">
                    <a16:creationId xmlns:a16="http://schemas.microsoft.com/office/drawing/2014/main" id="{7E105BFB-A724-148D-BBDA-861804BC43D5}"/>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9" name="Freeform 19">
                <a:extLst>
                  <a:ext uri="{FF2B5EF4-FFF2-40B4-BE49-F238E27FC236}">
                    <a16:creationId xmlns:a16="http://schemas.microsoft.com/office/drawing/2014/main" id="{8B0357C0-4A83-B3C6-33F2-8EC8549EB89F}"/>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0" name="Freeform 20">
                <a:extLst>
                  <a:ext uri="{FF2B5EF4-FFF2-40B4-BE49-F238E27FC236}">
                    <a16:creationId xmlns:a16="http://schemas.microsoft.com/office/drawing/2014/main" id="{6C9021F4-CC88-8DAC-D31C-485A400E2EE2}"/>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84" name="组合 183">
              <a:extLst>
                <a:ext uri="{FF2B5EF4-FFF2-40B4-BE49-F238E27FC236}">
                  <a16:creationId xmlns:a16="http://schemas.microsoft.com/office/drawing/2014/main" id="{3F23F3A7-01E7-756A-0F34-C0CAB58F46E0}"/>
                </a:ext>
              </a:extLst>
            </p:cNvPr>
            <p:cNvGrpSpPr/>
            <p:nvPr/>
          </p:nvGrpSpPr>
          <p:grpSpPr>
            <a:xfrm>
              <a:off x="7979430" y="759686"/>
              <a:ext cx="943718" cy="796775"/>
              <a:chOff x="8056563" y="1092200"/>
              <a:chExt cx="1641476" cy="1385888"/>
            </a:xfrm>
          </p:grpSpPr>
          <p:sp>
            <p:nvSpPr>
              <p:cNvPr id="185" name="Freeform 18">
                <a:extLst>
                  <a:ext uri="{FF2B5EF4-FFF2-40B4-BE49-F238E27FC236}">
                    <a16:creationId xmlns:a16="http://schemas.microsoft.com/office/drawing/2014/main" id="{6C2DE319-BAF8-46D2-1DB6-DDDE106DE9A8}"/>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6" name="Freeform 19">
                <a:extLst>
                  <a:ext uri="{FF2B5EF4-FFF2-40B4-BE49-F238E27FC236}">
                    <a16:creationId xmlns:a16="http://schemas.microsoft.com/office/drawing/2014/main" id="{59A80C38-FA8B-A91B-7B62-AC2858DF7856}"/>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7" name="Freeform 20">
                <a:extLst>
                  <a:ext uri="{FF2B5EF4-FFF2-40B4-BE49-F238E27FC236}">
                    <a16:creationId xmlns:a16="http://schemas.microsoft.com/office/drawing/2014/main" id="{B461B317-FFBE-9EF8-4CCB-9441BF6E882A}"/>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91" name="组合 190">
            <a:extLst>
              <a:ext uri="{FF2B5EF4-FFF2-40B4-BE49-F238E27FC236}">
                <a16:creationId xmlns:a16="http://schemas.microsoft.com/office/drawing/2014/main" id="{B8052032-EA18-13B3-FC0E-CA5C750BE51D}"/>
              </a:ext>
            </a:extLst>
          </p:cNvPr>
          <p:cNvGrpSpPr/>
          <p:nvPr/>
        </p:nvGrpSpPr>
        <p:grpSpPr>
          <a:xfrm>
            <a:off x="6163565" y="783779"/>
            <a:ext cx="857816" cy="652865"/>
            <a:chOff x="7866731" y="1005790"/>
            <a:chExt cx="1169117" cy="889789"/>
          </a:xfrm>
        </p:grpSpPr>
        <p:sp>
          <p:nvSpPr>
            <p:cNvPr id="192" name="菱形 191">
              <a:extLst>
                <a:ext uri="{FF2B5EF4-FFF2-40B4-BE49-F238E27FC236}">
                  <a16:creationId xmlns:a16="http://schemas.microsoft.com/office/drawing/2014/main" id="{9229CA90-EE2D-81F3-8730-8C60B66EC645}"/>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93" name="组合 192">
              <a:extLst>
                <a:ext uri="{FF2B5EF4-FFF2-40B4-BE49-F238E27FC236}">
                  <a16:creationId xmlns:a16="http://schemas.microsoft.com/office/drawing/2014/main" id="{2B5498F6-2229-D111-75C6-63252711B05A}"/>
                </a:ext>
              </a:extLst>
            </p:cNvPr>
            <p:cNvGrpSpPr/>
            <p:nvPr/>
          </p:nvGrpSpPr>
          <p:grpSpPr>
            <a:xfrm>
              <a:off x="7979430" y="1005790"/>
              <a:ext cx="943718" cy="796775"/>
              <a:chOff x="8056563" y="1092200"/>
              <a:chExt cx="1641476" cy="1385888"/>
            </a:xfrm>
          </p:grpSpPr>
          <p:sp>
            <p:nvSpPr>
              <p:cNvPr id="194" name="Freeform 18">
                <a:extLst>
                  <a:ext uri="{FF2B5EF4-FFF2-40B4-BE49-F238E27FC236}">
                    <a16:creationId xmlns:a16="http://schemas.microsoft.com/office/drawing/2014/main" id="{FA9AD7AA-851D-C802-A0B7-1CE577D4688C}"/>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5" name="Freeform 19">
                <a:extLst>
                  <a:ext uri="{FF2B5EF4-FFF2-40B4-BE49-F238E27FC236}">
                    <a16:creationId xmlns:a16="http://schemas.microsoft.com/office/drawing/2014/main" id="{C2D1923B-CD66-583F-0457-A7AE7E23157F}"/>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6" name="Freeform 20">
                <a:extLst>
                  <a:ext uri="{FF2B5EF4-FFF2-40B4-BE49-F238E27FC236}">
                    <a16:creationId xmlns:a16="http://schemas.microsoft.com/office/drawing/2014/main" id="{65FEC2BF-0FD3-2E37-849F-ED9AD5ADA07F}"/>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97" name="组合 196">
            <a:extLst>
              <a:ext uri="{FF2B5EF4-FFF2-40B4-BE49-F238E27FC236}">
                <a16:creationId xmlns:a16="http://schemas.microsoft.com/office/drawing/2014/main" id="{6830B2F7-8FD7-36F8-C213-448C571DC7F8}"/>
              </a:ext>
            </a:extLst>
          </p:cNvPr>
          <p:cNvGrpSpPr/>
          <p:nvPr/>
        </p:nvGrpSpPr>
        <p:grpSpPr>
          <a:xfrm>
            <a:off x="6841315" y="1193174"/>
            <a:ext cx="857816" cy="652865"/>
            <a:chOff x="7866731" y="1005790"/>
            <a:chExt cx="1169117" cy="889789"/>
          </a:xfrm>
        </p:grpSpPr>
        <p:sp>
          <p:nvSpPr>
            <p:cNvPr id="198" name="菱形 197">
              <a:extLst>
                <a:ext uri="{FF2B5EF4-FFF2-40B4-BE49-F238E27FC236}">
                  <a16:creationId xmlns:a16="http://schemas.microsoft.com/office/drawing/2014/main" id="{AB7EE6EB-DE40-56C9-D0D0-B842873B741C}"/>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99" name="组合 198">
              <a:extLst>
                <a:ext uri="{FF2B5EF4-FFF2-40B4-BE49-F238E27FC236}">
                  <a16:creationId xmlns:a16="http://schemas.microsoft.com/office/drawing/2014/main" id="{1D8F057C-6321-BFEC-6AAA-0DFE0229D46B}"/>
                </a:ext>
              </a:extLst>
            </p:cNvPr>
            <p:cNvGrpSpPr/>
            <p:nvPr/>
          </p:nvGrpSpPr>
          <p:grpSpPr>
            <a:xfrm>
              <a:off x="7979430" y="1005790"/>
              <a:ext cx="943718" cy="796775"/>
              <a:chOff x="8056563" y="1092200"/>
              <a:chExt cx="1641476" cy="1385888"/>
            </a:xfrm>
          </p:grpSpPr>
          <p:sp>
            <p:nvSpPr>
              <p:cNvPr id="200" name="Freeform 18">
                <a:extLst>
                  <a:ext uri="{FF2B5EF4-FFF2-40B4-BE49-F238E27FC236}">
                    <a16:creationId xmlns:a16="http://schemas.microsoft.com/office/drawing/2014/main" id="{9FA0DD68-AA74-1F61-854E-CDFB8D56DE06}"/>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1" name="Freeform 19">
                <a:extLst>
                  <a:ext uri="{FF2B5EF4-FFF2-40B4-BE49-F238E27FC236}">
                    <a16:creationId xmlns:a16="http://schemas.microsoft.com/office/drawing/2014/main" id="{A462908D-362F-8801-B209-38BE9BEEBEC3}"/>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2" name="Freeform 20">
                <a:extLst>
                  <a:ext uri="{FF2B5EF4-FFF2-40B4-BE49-F238E27FC236}">
                    <a16:creationId xmlns:a16="http://schemas.microsoft.com/office/drawing/2014/main" id="{3D990225-00C1-0AC7-C665-5A2BD6A0C385}"/>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03" name="组合 202">
            <a:extLst>
              <a:ext uri="{FF2B5EF4-FFF2-40B4-BE49-F238E27FC236}">
                <a16:creationId xmlns:a16="http://schemas.microsoft.com/office/drawing/2014/main" id="{F0E93F51-8580-7CF1-1A32-2A18238A2C1D}"/>
              </a:ext>
            </a:extLst>
          </p:cNvPr>
          <p:cNvGrpSpPr/>
          <p:nvPr/>
        </p:nvGrpSpPr>
        <p:grpSpPr>
          <a:xfrm>
            <a:off x="7540604" y="1595888"/>
            <a:ext cx="857816" cy="652865"/>
            <a:chOff x="7866731" y="1005790"/>
            <a:chExt cx="1169117" cy="889789"/>
          </a:xfrm>
        </p:grpSpPr>
        <p:sp>
          <p:nvSpPr>
            <p:cNvPr id="204" name="菱形 203">
              <a:extLst>
                <a:ext uri="{FF2B5EF4-FFF2-40B4-BE49-F238E27FC236}">
                  <a16:creationId xmlns:a16="http://schemas.microsoft.com/office/drawing/2014/main" id="{F072D3E2-8FFB-5B3C-687F-AFAF2D0EDB5A}"/>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205" name="组合 204">
              <a:extLst>
                <a:ext uri="{FF2B5EF4-FFF2-40B4-BE49-F238E27FC236}">
                  <a16:creationId xmlns:a16="http://schemas.microsoft.com/office/drawing/2014/main" id="{D619540E-11C5-5A17-053B-32665283DEAE}"/>
                </a:ext>
              </a:extLst>
            </p:cNvPr>
            <p:cNvGrpSpPr/>
            <p:nvPr/>
          </p:nvGrpSpPr>
          <p:grpSpPr>
            <a:xfrm>
              <a:off x="7979430" y="1005790"/>
              <a:ext cx="943718" cy="796775"/>
              <a:chOff x="8056563" y="1092200"/>
              <a:chExt cx="1641476" cy="1385888"/>
            </a:xfrm>
          </p:grpSpPr>
          <p:sp>
            <p:nvSpPr>
              <p:cNvPr id="206" name="Freeform 18">
                <a:extLst>
                  <a:ext uri="{FF2B5EF4-FFF2-40B4-BE49-F238E27FC236}">
                    <a16:creationId xmlns:a16="http://schemas.microsoft.com/office/drawing/2014/main" id="{5F8ADB68-8D3D-937D-E26E-14D47FF9EBF4}"/>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7" name="Freeform 19">
                <a:extLst>
                  <a:ext uri="{FF2B5EF4-FFF2-40B4-BE49-F238E27FC236}">
                    <a16:creationId xmlns:a16="http://schemas.microsoft.com/office/drawing/2014/main" id="{1D11D088-E450-72C7-3EC0-472C1323B0B0}"/>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8" name="Freeform 20">
                <a:extLst>
                  <a:ext uri="{FF2B5EF4-FFF2-40B4-BE49-F238E27FC236}">
                    <a16:creationId xmlns:a16="http://schemas.microsoft.com/office/drawing/2014/main" id="{6A7EC710-0116-848D-020F-B300B91624E1}"/>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09" name="组合 208">
            <a:extLst>
              <a:ext uri="{FF2B5EF4-FFF2-40B4-BE49-F238E27FC236}">
                <a16:creationId xmlns:a16="http://schemas.microsoft.com/office/drawing/2014/main" id="{3BF3F6D4-54F0-C3B4-5123-A0D3D789FE04}"/>
              </a:ext>
            </a:extLst>
          </p:cNvPr>
          <p:cNvGrpSpPr/>
          <p:nvPr/>
        </p:nvGrpSpPr>
        <p:grpSpPr>
          <a:xfrm>
            <a:off x="8284748" y="1851535"/>
            <a:ext cx="857816" cy="833439"/>
            <a:chOff x="7866731" y="759686"/>
            <a:chExt cx="1169117" cy="1135893"/>
          </a:xfrm>
        </p:grpSpPr>
        <p:sp>
          <p:nvSpPr>
            <p:cNvPr id="210" name="菱形 209">
              <a:extLst>
                <a:ext uri="{FF2B5EF4-FFF2-40B4-BE49-F238E27FC236}">
                  <a16:creationId xmlns:a16="http://schemas.microsoft.com/office/drawing/2014/main" id="{89F5DBEB-BBD1-35B0-61EE-506C5623C1B9}"/>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211" name="组合 210">
              <a:extLst>
                <a:ext uri="{FF2B5EF4-FFF2-40B4-BE49-F238E27FC236}">
                  <a16:creationId xmlns:a16="http://schemas.microsoft.com/office/drawing/2014/main" id="{A0536B21-5ABB-A1D1-70D6-A34CCBA029E9}"/>
                </a:ext>
              </a:extLst>
            </p:cNvPr>
            <p:cNvGrpSpPr/>
            <p:nvPr/>
          </p:nvGrpSpPr>
          <p:grpSpPr>
            <a:xfrm>
              <a:off x="7979430" y="1005790"/>
              <a:ext cx="943718" cy="796775"/>
              <a:chOff x="8056563" y="1092200"/>
              <a:chExt cx="1641476" cy="1385888"/>
            </a:xfrm>
          </p:grpSpPr>
          <p:sp>
            <p:nvSpPr>
              <p:cNvPr id="216" name="Freeform 18">
                <a:extLst>
                  <a:ext uri="{FF2B5EF4-FFF2-40B4-BE49-F238E27FC236}">
                    <a16:creationId xmlns:a16="http://schemas.microsoft.com/office/drawing/2014/main" id="{BED0F131-0912-22C0-BA88-427FD53E1160}"/>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7" name="Freeform 19">
                <a:extLst>
                  <a:ext uri="{FF2B5EF4-FFF2-40B4-BE49-F238E27FC236}">
                    <a16:creationId xmlns:a16="http://schemas.microsoft.com/office/drawing/2014/main" id="{CF0AB343-023B-5BAB-89C1-1177EC568845}"/>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8" name="Freeform 20">
                <a:extLst>
                  <a:ext uri="{FF2B5EF4-FFF2-40B4-BE49-F238E27FC236}">
                    <a16:creationId xmlns:a16="http://schemas.microsoft.com/office/drawing/2014/main" id="{B35C38C8-5C7F-9AA2-7835-D06DB2F0C09E}"/>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12" name="组合 211">
              <a:extLst>
                <a:ext uri="{FF2B5EF4-FFF2-40B4-BE49-F238E27FC236}">
                  <a16:creationId xmlns:a16="http://schemas.microsoft.com/office/drawing/2014/main" id="{28787C28-808F-4F7A-6D46-44021E6104C7}"/>
                </a:ext>
              </a:extLst>
            </p:cNvPr>
            <p:cNvGrpSpPr/>
            <p:nvPr/>
          </p:nvGrpSpPr>
          <p:grpSpPr>
            <a:xfrm>
              <a:off x="7979430" y="759686"/>
              <a:ext cx="943718" cy="796775"/>
              <a:chOff x="8056563" y="1092200"/>
              <a:chExt cx="1641476" cy="1385888"/>
            </a:xfrm>
          </p:grpSpPr>
          <p:sp>
            <p:nvSpPr>
              <p:cNvPr id="213" name="Freeform 18">
                <a:extLst>
                  <a:ext uri="{FF2B5EF4-FFF2-40B4-BE49-F238E27FC236}">
                    <a16:creationId xmlns:a16="http://schemas.microsoft.com/office/drawing/2014/main" id="{18567A10-3ECB-9054-89C1-CF01AB08642D}"/>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4" name="Freeform 19">
                <a:extLst>
                  <a:ext uri="{FF2B5EF4-FFF2-40B4-BE49-F238E27FC236}">
                    <a16:creationId xmlns:a16="http://schemas.microsoft.com/office/drawing/2014/main" id="{314E5E61-323D-7FB6-6E07-5FB2470F37C0}"/>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5" name="Freeform 20">
                <a:extLst>
                  <a:ext uri="{FF2B5EF4-FFF2-40B4-BE49-F238E27FC236}">
                    <a16:creationId xmlns:a16="http://schemas.microsoft.com/office/drawing/2014/main" id="{FFA91576-A9D8-6831-38EA-D6F5F1E1ACF2}"/>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219" name="箭头: 右 218">
            <a:extLst>
              <a:ext uri="{FF2B5EF4-FFF2-40B4-BE49-F238E27FC236}">
                <a16:creationId xmlns:a16="http://schemas.microsoft.com/office/drawing/2014/main" id="{DF06A9E6-E0AE-BB2D-D280-E11F430ED463}"/>
              </a:ext>
            </a:extLst>
          </p:cNvPr>
          <p:cNvSpPr/>
          <p:nvPr/>
        </p:nvSpPr>
        <p:spPr>
          <a:xfrm>
            <a:off x="8182624" y="3594967"/>
            <a:ext cx="349134" cy="274320"/>
          </a:xfrm>
          <a:prstGeom prst="rightArrow">
            <a:avLst/>
          </a:prstGeom>
          <a:gradFill flip="none" rotWithShape="1">
            <a:gsLst>
              <a:gs pos="0">
                <a:srgbClr val="8E9CEF"/>
              </a:gs>
              <a:gs pos="100000">
                <a:srgbClr val="8E9CEF">
                  <a:alpha val="0"/>
                </a:srgbClr>
              </a:gs>
            </a:gsLst>
            <a:lin ang="10800000" scaled="1"/>
            <a:tileRect/>
          </a:gradFill>
          <a:ln>
            <a:noFill/>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0" name="箭头: 右 219">
            <a:extLst>
              <a:ext uri="{FF2B5EF4-FFF2-40B4-BE49-F238E27FC236}">
                <a16:creationId xmlns:a16="http://schemas.microsoft.com/office/drawing/2014/main" id="{D5DDEDA3-77FB-061C-34C0-8F92C11217E9}"/>
              </a:ext>
            </a:extLst>
          </p:cNvPr>
          <p:cNvSpPr/>
          <p:nvPr/>
        </p:nvSpPr>
        <p:spPr>
          <a:xfrm>
            <a:off x="9338380" y="2799866"/>
            <a:ext cx="349134" cy="274320"/>
          </a:xfrm>
          <a:prstGeom prst="rightArrow">
            <a:avLst/>
          </a:prstGeom>
          <a:gradFill flip="none" rotWithShape="1">
            <a:gsLst>
              <a:gs pos="0">
                <a:srgbClr val="8E9CEF"/>
              </a:gs>
              <a:gs pos="100000">
                <a:srgbClr val="8E9CEF">
                  <a:alpha val="0"/>
                </a:srgbClr>
              </a:gs>
            </a:gsLst>
            <a:lin ang="10800000" scaled="1"/>
            <a:tileRect/>
          </a:gradFill>
          <a:ln>
            <a:noFill/>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1" name="图形 1012"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BB03D096-9739-933B-77BD-CC7412030072}"/>
              </a:ext>
            </a:extLst>
          </p:cNvPr>
          <p:cNvSpPr/>
          <p:nvPr/>
        </p:nvSpPr>
        <p:spPr>
          <a:xfrm>
            <a:off x="6414812" y="800185"/>
            <a:ext cx="355322" cy="236882"/>
          </a:xfrm>
          <a:custGeom>
            <a:avLst/>
            <a:gdLst>
              <a:gd name="connsiteX0" fmla="*/ 184309 w 228600"/>
              <a:gd name="connsiteY0" fmla="*/ 57531 h 152400"/>
              <a:gd name="connsiteX1" fmla="*/ 114300 w 228600"/>
              <a:gd name="connsiteY1" fmla="*/ 0 h 152400"/>
              <a:gd name="connsiteX2" fmla="*/ 50959 w 228600"/>
              <a:gd name="connsiteY2" fmla="*/ 38481 h 152400"/>
              <a:gd name="connsiteX3" fmla="*/ 0 w 228600"/>
              <a:gd name="connsiteY3" fmla="*/ 95250 h 152400"/>
              <a:gd name="connsiteX4" fmla="*/ 57150 w 228600"/>
              <a:gd name="connsiteY4" fmla="*/ 152400 h 152400"/>
              <a:gd name="connsiteX5" fmla="*/ 180975 w 228600"/>
              <a:gd name="connsiteY5" fmla="*/ 152400 h 152400"/>
              <a:gd name="connsiteX6" fmla="*/ 228600 w 228600"/>
              <a:gd name="connsiteY6" fmla="*/ 104775 h 152400"/>
              <a:gd name="connsiteX7" fmla="*/ 184309 w 228600"/>
              <a:gd name="connsiteY7" fmla="*/ 57531 h 152400"/>
              <a:gd name="connsiteX8" fmla="*/ 161925 w 228600"/>
              <a:gd name="connsiteY8" fmla="*/ 85725 h 152400"/>
              <a:gd name="connsiteX9" fmla="*/ 114300 w 228600"/>
              <a:gd name="connsiteY9" fmla="*/ 133350 h 152400"/>
              <a:gd name="connsiteX10" fmla="*/ 66675 w 228600"/>
              <a:gd name="connsiteY10" fmla="*/ 85725 h 152400"/>
              <a:gd name="connsiteX11" fmla="*/ 95250 w 228600"/>
              <a:gd name="connsiteY11" fmla="*/ 85725 h 152400"/>
              <a:gd name="connsiteX12" fmla="*/ 95250 w 228600"/>
              <a:gd name="connsiteY12" fmla="*/ 47625 h 152400"/>
              <a:gd name="connsiteX13" fmla="*/ 133350 w 228600"/>
              <a:gd name="connsiteY13" fmla="*/ 47625 h 152400"/>
              <a:gd name="connsiteX14" fmla="*/ 133350 w 228600"/>
              <a:gd name="connsiteY14" fmla="*/ 85725 h 152400"/>
              <a:gd name="connsiteX15" fmla="*/ 161925 w 228600"/>
              <a:gd name="connsiteY15" fmla="*/ 857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8600" h="152400">
                <a:moveTo>
                  <a:pt x="184309" y="57531"/>
                </a:moveTo>
                <a:cubicBezTo>
                  <a:pt x="177832" y="24670"/>
                  <a:pt x="148971" y="0"/>
                  <a:pt x="114300" y="0"/>
                </a:cubicBezTo>
                <a:cubicBezTo>
                  <a:pt x="86773" y="0"/>
                  <a:pt x="62865" y="15621"/>
                  <a:pt x="50959" y="38481"/>
                </a:cubicBezTo>
                <a:cubicBezTo>
                  <a:pt x="22289" y="41529"/>
                  <a:pt x="0" y="65818"/>
                  <a:pt x="0" y="95250"/>
                </a:cubicBezTo>
                <a:cubicBezTo>
                  <a:pt x="0" y="126778"/>
                  <a:pt x="25622" y="152400"/>
                  <a:pt x="57150" y="152400"/>
                </a:cubicBezTo>
                <a:lnTo>
                  <a:pt x="180975" y="152400"/>
                </a:lnTo>
                <a:cubicBezTo>
                  <a:pt x="207264" y="152400"/>
                  <a:pt x="228600" y="131064"/>
                  <a:pt x="228600" y="104775"/>
                </a:cubicBezTo>
                <a:cubicBezTo>
                  <a:pt x="228600" y="79629"/>
                  <a:pt x="209074" y="59245"/>
                  <a:pt x="184309" y="57531"/>
                </a:cubicBezTo>
                <a:close/>
                <a:moveTo>
                  <a:pt x="161925" y="85725"/>
                </a:moveTo>
                <a:lnTo>
                  <a:pt x="114300" y="133350"/>
                </a:lnTo>
                <a:lnTo>
                  <a:pt x="66675" y="85725"/>
                </a:lnTo>
                <a:lnTo>
                  <a:pt x="95250" y="85725"/>
                </a:lnTo>
                <a:lnTo>
                  <a:pt x="95250" y="47625"/>
                </a:lnTo>
                <a:lnTo>
                  <a:pt x="133350" y="47625"/>
                </a:lnTo>
                <a:lnTo>
                  <a:pt x="133350" y="85725"/>
                </a:lnTo>
                <a:lnTo>
                  <a:pt x="161925" y="85725"/>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22" name="图形 1014"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9BB87DDA-EC04-BF56-2A8B-77F5EF5315A5}"/>
              </a:ext>
            </a:extLst>
          </p:cNvPr>
          <p:cNvSpPr/>
          <p:nvPr/>
        </p:nvSpPr>
        <p:spPr>
          <a:xfrm>
            <a:off x="8558124" y="1807112"/>
            <a:ext cx="355322" cy="236882"/>
          </a:xfrm>
          <a:custGeom>
            <a:avLst/>
            <a:gdLst>
              <a:gd name="connsiteX0" fmla="*/ 184309 w 228600"/>
              <a:gd name="connsiteY0" fmla="*/ 57531 h 152400"/>
              <a:gd name="connsiteX1" fmla="*/ 114300 w 228600"/>
              <a:gd name="connsiteY1" fmla="*/ 0 h 152400"/>
              <a:gd name="connsiteX2" fmla="*/ 50959 w 228600"/>
              <a:gd name="connsiteY2" fmla="*/ 38481 h 152400"/>
              <a:gd name="connsiteX3" fmla="*/ 0 w 228600"/>
              <a:gd name="connsiteY3" fmla="*/ 95250 h 152400"/>
              <a:gd name="connsiteX4" fmla="*/ 57150 w 228600"/>
              <a:gd name="connsiteY4" fmla="*/ 152400 h 152400"/>
              <a:gd name="connsiteX5" fmla="*/ 180975 w 228600"/>
              <a:gd name="connsiteY5" fmla="*/ 152400 h 152400"/>
              <a:gd name="connsiteX6" fmla="*/ 228600 w 228600"/>
              <a:gd name="connsiteY6" fmla="*/ 104775 h 152400"/>
              <a:gd name="connsiteX7" fmla="*/ 184309 w 228600"/>
              <a:gd name="connsiteY7" fmla="*/ 57531 h 152400"/>
              <a:gd name="connsiteX8" fmla="*/ 95250 w 228600"/>
              <a:gd name="connsiteY8" fmla="*/ 123825 h 152400"/>
              <a:gd name="connsiteX9" fmla="*/ 61913 w 228600"/>
              <a:gd name="connsiteY9" fmla="*/ 90488 h 152400"/>
              <a:gd name="connsiteX10" fmla="*/ 75343 w 228600"/>
              <a:gd name="connsiteY10" fmla="*/ 77057 h 152400"/>
              <a:gd name="connsiteX11" fmla="*/ 95250 w 228600"/>
              <a:gd name="connsiteY11" fmla="*/ 96869 h 152400"/>
              <a:gd name="connsiteX12" fmla="*/ 144590 w 228600"/>
              <a:gd name="connsiteY12" fmla="*/ 47625 h 152400"/>
              <a:gd name="connsiteX13" fmla="*/ 158020 w 228600"/>
              <a:gd name="connsiteY13" fmla="*/ 61055 h 152400"/>
              <a:gd name="connsiteX14" fmla="*/ 95250 w 228600"/>
              <a:gd name="connsiteY14" fmla="*/ 1238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8600" h="152400">
                <a:moveTo>
                  <a:pt x="184309" y="57531"/>
                </a:moveTo>
                <a:cubicBezTo>
                  <a:pt x="177832" y="24670"/>
                  <a:pt x="148971" y="0"/>
                  <a:pt x="114300" y="0"/>
                </a:cubicBezTo>
                <a:cubicBezTo>
                  <a:pt x="86773" y="0"/>
                  <a:pt x="62865" y="15621"/>
                  <a:pt x="50959" y="38481"/>
                </a:cubicBezTo>
                <a:cubicBezTo>
                  <a:pt x="22289" y="41529"/>
                  <a:pt x="0" y="65818"/>
                  <a:pt x="0" y="95250"/>
                </a:cubicBezTo>
                <a:cubicBezTo>
                  <a:pt x="0" y="126778"/>
                  <a:pt x="25622" y="152400"/>
                  <a:pt x="57150" y="152400"/>
                </a:cubicBezTo>
                <a:lnTo>
                  <a:pt x="180975" y="152400"/>
                </a:lnTo>
                <a:cubicBezTo>
                  <a:pt x="207264" y="152400"/>
                  <a:pt x="228600" y="131064"/>
                  <a:pt x="228600" y="104775"/>
                </a:cubicBezTo>
                <a:cubicBezTo>
                  <a:pt x="228600" y="79629"/>
                  <a:pt x="209074" y="59245"/>
                  <a:pt x="184309" y="57531"/>
                </a:cubicBezTo>
                <a:close/>
                <a:moveTo>
                  <a:pt x="95250" y="123825"/>
                </a:moveTo>
                <a:lnTo>
                  <a:pt x="61913" y="90488"/>
                </a:lnTo>
                <a:lnTo>
                  <a:pt x="75343" y="77057"/>
                </a:lnTo>
                <a:lnTo>
                  <a:pt x="95250" y="96869"/>
                </a:lnTo>
                <a:lnTo>
                  <a:pt x="144590" y="47625"/>
                </a:lnTo>
                <a:lnTo>
                  <a:pt x="158020" y="61055"/>
                </a:lnTo>
                <a:lnTo>
                  <a:pt x="95250" y="123825"/>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23" name="图形 353"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DD322F98-F98E-958B-03C9-47078604409C}"/>
              </a:ext>
            </a:extLst>
          </p:cNvPr>
          <p:cNvSpPr/>
          <p:nvPr/>
        </p:nvSpPr>
        <p:spPr>
          <a:xfrm>
            <a:off x="7452190" y="2570013"/>
            <a:ext cx="296102" cy="296102"/>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42875 w 190500"/>
              <a:gd name="connsiteY5" fmla="*/ 152400 h 190500"/>
              <a:gd name="connsiteX6" fmla="*/ 47625 w 190500"/>
              <a:gd name="connsiteY6" fmla="*/ 152400 h 190500"/>
              <a:gd name="connsiteX7" fmla="*/ 47625 w 190500"/>
              <a:gd name="connsiteY7" fmla="*/ 133350 h 190500"/>
              <a:gd name="connsiteX8" fmla="*/ 142875 w 190500"/>
              <a:gd name="connsiteY8" fmla="*/ 133350 h 190500"/>
              <a:gd name="connsiteX9" fmla="*/ 142875 w 190500"/>
              <a:gd name="connsiteY9" fmla="*/ 152400 h 190500"/>
              <a:gd name="connsiteX10" fmla="*/ 79058 w 190500"/>
              <a:gd name="connsiteY10" fmla="*/ 114300 h 190500"/>
              <a:gd name="connsiteX11" fmla="*/ 47625 w 190500"/>
              <a:gd name="connsiteY11" fmla="*/ 82868 h 190500"/>
              <a:gd name="connsiteX12" fmla="*/ 60960 w 190500"/>
              <a:gd name="connsiteY12" fmla="*/ 69533 h 190500"/>
              <a:gd name="connsiteX13" fmla="*/ 79058 w 190500"/>
              <a:gd name="connsiteY13" fmla="*/ 87630 h 190500"/>
              <a:gd name="connsiteX14" fmla="*/ 129540 w 190500"/>
              <a:gd name="connsiteY14" fmla="*/ 37148 h 190500"/>
              <a:gd name="connsiteX15" fmla="*/ 142875 w 190500"/>
              <a:gd name="connsiteY15" fmla="*/ 50483 h 190500"/>
              <a:gd name="connsiteX16" fmla="*/ 79058 w 190500"/>
              <a:gd name="connsiteY16" fmla="*/ 11430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0" h="190500">
                <a:moveTo>
                  <a:pt x="95250" y="0"/>
                </a:moveTo>
                <a:cubicBezTo>
                  <a:pt x="42863" y="0"/>
                  <a:pt x="0" y="42863"/>
                  <a:pt x="0" y="95250"/>
                </a:cubicBezTo>
                <a:cubicBezTo>
                  <a:pt x="0" y="147638"/>
                  <a:pt x="42863" y="190500"/>
                  <a:pt x="95250" y="190500"/>
                </a:cubicBezTo>
                <a:cubicBezTo>
                  <a:pt x="147638" y="190500"/>
                  <a:pt x="190500" y="147638"/>
                  <a:pt x="190500" y="95250"/>
                </a:cubicBezTo>
                <a:cubicBezTo>
                  <a:pt x="190500" y="42863"/>
                  <a:pt x="147638" y="0"/>
                  <a:pt x="95250" y="0"/>
                </a:cubicBezTo>
                <a:close/>
                <a:moveTo>
                  <a:pt x="142875" y="152400"/>
                </a:moveTo>
                <a:lnTo>
                  <a:pt x="47625" y="152400"/>
                </a:lnTo>
                <a:lnTo>
                  <a:pt x="47625" y="133350"/>
                </a:lnTo>
                <a:lnTo>
                  <a:pt x="142875" y="133350"/>
                </a:lnTo>
                <a:lnTo>
                  <a:pt x="142875" y="152400"/>
                </a:lnTo>
                <a:close/>
                <a:moveTo>
                  <a:pt x="79058" y="114300"/>
                </a:moveTo>
                <a:lnTo>
                  <a:pt x="47625" y="82868"/>
                </a:lnTo>
                <a:lnTo>
                  <a:pt x="60960" y="69533"/>
                </a:lnTo>
                <a:lnTo>
                  <a:pt x="79058" y="87630"/>
                </a:lnTo>
                <a:lnTo>
                  <a:pt x="129540" y="37148"/>
                </a:lnTo>
                <a:lnTo>
                  <a:pt x="142875" y="50483"/>
                </a:lnTo>
                <a:lnTo>
                  <a:pt x="79058" y="114300"/>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25" name="图形 391"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622AE7CA-2298-FA07-0CD9-D4DF35B227E4}"/>
              </a:ext>
            </a:extLst>
          </p:cNvPr>
          <p:cNvSpPr/>
          <p:nvPr/>
        </p:nvSpPr>
        <p:spPr>
          <a:xfrm>
            <a:off x="7861297" y="1467438"/>
            <a:ext cx="236882" cy="310907"/>
          </a:xfrm>
          <a:custGeom>
            <a:avLst/>
            <a:gdLst>
              <a:gd name="connsiteX0" fmla="*/ 133350 w 152400"/>
              <a:gd name="connsiteY0" fmla="*/ 66675 h 200025"/>
              <a:gd name="connsiteX1" fmla="*/ 123825 w 152400"/>
              <a:gd name="connsiteY1" fmla="*/ 66675 h 200025"/>
              <a:gd name="connsiteX2" fmla="*/ 123825 w 152400"/>
              <a:gd name="connsiteY2" fmla="*/ 47625 h 200025"/>
              <a:gd name="connsiteX3" fmla="*/ 76200 w 152400"/>
              <a:gd name="connsiteY3" fmla="*/ 0 h 200025"/>
              <a:gd name="connsiteX4" fmla="*/ 28575 w 152400"/>
              <a:gd name="connsiteY4" fmla="*/ 47625 h 200025"/>
              <a:gd name="connsiteX5" fmla="*/ 28575 w 152400"/>
              <a:gd name="connsiteY5" fmla="*/ 66675 h 200025"/>
              <a:gd name="connsiteX6" fmla="*/ 19050 w 152400"/>
              <a:gd name="connsiteY6" fmla="*/ 66675 h 200025"/>
              <a:gd name="connsiteX7" fmla="*/ 0 w 152400"/>
              <a:gd name="connsiteY7" fmla="*/ 85725 h 200025"/>
              <a:gd name="connsiteX8" fmla="*/ 0 w 152400"/>
              <a:gd name="connsiteY8" fmla="*/ 180975 h 200025"/>
              <a:gd name="connsiteX9" fmla="*/ 19050 w 152400"/>
              <a:gd name="connsiteY9" fmla="*/ 200025 h 200025"/>
              <a:gd name="connsiteX10" fmla="*/ 133350 w 152400"/>
              <a:gd name="connsiteY10" fmla="*/ 200025 h 200025"/>
              <a:gd name="connsiteX11" fmla="*/ 152400 w 152400"/>
              <a:gd name="connsiteY11" fmla="*/ 180975 h 200025"/>
              <a:gd name="connsiteX12" fmla="*/ 152400 w 152400"/>
              <a:gd name="connsiteY12" fmla="*/ 85725 h 200025"/>
              <a:gd name="connsiteX13" fmla="*/ 133350 w 152400"/>
              <a:gd name="connsiteY13" fmla="*/ 66675 h 200025"/>
              <a:gd name="connsiteX14" fmla="*/ 76200 w 152400"/>
              <a:gd name="connsiteY14" fmla="*/ 152400 h 200025"/>
              <a:gd name="connsiteX15" fmla="*/ 57150 w 152400"/>
              <a:gd name="connsiteY15" fmla="*/ 133350 h 200025"/>
              <a:gd name="connsiteX16" fmla="*/ 76200 w 152400"/>
              <a:gd name="connsiteY16" fmla="*/ 114300 h 200025"/>
              <a:gd name="connsiteX17" fmla="*/ 95250 w 152400"/>
              <a:gd name="connsiteY17" fmla="*/ 133350 h 200025"/>
              <a:gd name="connsiteX18" fmla="*/ 76200 w 152400"/>
              <a:gd name="connsiteY18" fmla="*/ 152400 h 200025"/>
              <a:gd name="connsiteX19" fmla="*/ 105728 w 152400"/>
              <a:gd name="connsiteY19" fmla="*/ 66675 h 200025"/>
              <a:gd name="connsiteX20" fmla="*/ 46673 w 152400"/>
              <a:gd name="connsiteY20" fmla="*/ 66675 h 200025"/>
              <a:gd name="connsiteX21" fmla="*/ 46673 w 152400"/>
              <a:gd name="connsiteY21" fmla="*/ 47625 h 200025"/>
              <a:gd name="connsiteX22" fmla="*/ 76200 w 152400"/>
              <a:gd name="connsiteY22" fmla="*/ 18098 h 200025"/>
              <a:gd name="connsiteX23" fmla="*/ 105728 w 152400"/>
              <a:gd name="connsiteY23" fmla="*/ 47625 h 200025"/>
              <a:gd name="connsiteX24" fmla="*/ 105728 w 152400"/>
              <a:gd name="connsiteY24" fmla="*/ 66675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2400" h="200025">
                <a:moveTo>
                  <a:pt x="133350" y="66675"/>
                </a:moveTo>
                <a:lnTo>
                  <a:pt x="123825" y="66675"/>
                </a:lnTo>
                <a:lnTo>
                  <a:pt x="123825" y="47625"/>
                </a:lnTo>
                <a:cubicBezTo>
                  <a:pt x="123825" y="21336"/>
                  <a:pt x="102489" y="0"/>
                  <a:pt x="76200" y="0"/>
                </a:cubicBezTo>
                <a:cubicBezTo>
                  <a:pt x="49911" y="0"/>
                  <a:pt x="28575" y="21336"/>
                  <a:pt x="28575" y="47625"/>
                </a:cubicBezTo>
                <a:lnTo>
                  <a:pt x="28575" y="66675"/>
                </a:lnTo>
                <a:lnTo>
                  <a:pt x="19050" y="66675"/>
                </a:lnTo>
                <a:cubicBezTo>
                  <a:pt x="8573" y="66675"/>
                  <a:pt x="0" y="75248"/>
                  <a:pt x="0" y="85725"/>
                </a:cubicBezTo>
                <a:lnTo>
                  <a:pt x="0" y="180975"/>
                </a:lnTo>
                <a:cubicBezTo>
                  <a:pt x="0" y="191453"/>
                  <a:pt x="8573" y="200025"/>
                  <a:pt x="19050" y="200025"/>
                </a:cubicBezTo>
                <a:lnTo>
                  <a:pt x="133350" y="200025"/>
                </a:lnTo>
                <a:cubicBezTo>
                  <a:pt x="143828" y="200025"/>
                  <a:pt x="152400" y="191453"/>
                  <a:pt x="152400" y="180975"/>
                </a:cubicBezTo>
                <a:lnTo>
                  <a:pt x="152400" y="85725"/>
                </a:lnTo>
                <a:cubicBezTo>
                  <a:pt x="152400" y="75248"/>
                  <a:pt x="143828" y="66675"/>
                  <a:pt x="133350" y="66675"/>
                </a:cubicBezTo>
                <a:close/>
                <a:moveTo>
                  <a:pt x="76200" y="152400"/>
                </a:moveTo>
                <a:cubicBezTo>
                  <a:pt x="65723" y="152400"/>
                  <a:pt x="57150" y="143828"/>
                  <a:pt x="57150" y="133350"/>
                </a:cubicBezTo>
                <a:cubicBezTo>
                  <a:pt x="57150" y="122873"/>
                  <a:pt x="65723" y="114300"/>
                  <a:pt x="76200" y="114300"/>
                </a:cubicBezTo>
                <a:cubicBezTo>
                  <a:pt x="86678" y="114300"/>
                  <a:pt x="95250" y="122873"/>
                  <a:pt x="95250" y="133350"/>
                </a:cubicBezTo>
                <a:cubicBezTo>
                  <a:pt x="95250" y="143828"/>
                  <a:pt x="86678" y="152400"/>
                  <a:pt x="76200" y="152400"/>
                </a:cubicBezTo>
                <a:close/>
                <a:moveTo>
                  <a:pt x="105728" y="66675"/>
                </a:moveTo>
                <a:lnTo>
                  <a:pt x="46673" y="66675"/>
                </a:lnTo>
                <a:lnTo>
                  <a:pt x="46673" y="47625"/>
                </a:lnTo>
                <a:cubicBezTo>
                  <a:pt x="46673" y="31337"/>
                  <a:pt x="59912" y="18098"/>
                  <a:pt x="76200" y="18098"/>
                </a:cubicBezTo>
                <a:cubicBezTo>
                  <a:pt x="92488" y="18098"/>
                  <a:pt x="105728" y="31337"/>
                  <a:pt x="105728" y="47625"/>
                </a:cubicBezTo>
                <a:lnTo>
                  <a:pt x="105728" y="66675"/>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26" name="图形 39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0FC03174-BD6C-48FB-68FE-2AA6EA100ECA}"/>
              </a:ext>
            </a:extLst>
          </p:cNvPr>
          <p:cNvSpPr/>
          <p:nvPr/>
        </p:nvSpPr>
        <p:spPr>
          <a:xfrm>
            <a:off x="5386391" y="1474362"/>
            <a:ext cx="177661" cy="296102"/>
          </a:xfrm>
          <a:custGeom>
            <a:avLst/>
            <a:gdLst>
              <a:gd name="connsiteX0" fmla="*/ 0 w 114300"/>
              <a:gd name="connsiteY0" fmla="*/ 0 h 190500"/>
              <a:gd name="connsiteX1" fmla="*/ 0 w 114300"/>
              <a:gd name="connsiteY1" fmla="*/ 57150 h 190500"/>
              <a:gd name="connsiteX2" fmla="*/ 95 w 114300"/>
              <a:gd name="connsiteY2" fmla="*/ 57150 h 190500"/>
              <a:gd name="connsiteX3" fmla="*/ 0 w 114300"/>
              <a:gd name="connsiteY3" fmla="*/ 57245 h 190500"/>
              <a:gd name="connsiteX4" fmla="*/ 38100 w 114300"/>
              <a:gd name="connsiteY4" fmla="*/ 95250 h 190500"/>
              <a:gd name="connsiteX5" fmla="*/ 0 w 114300"/>
              <a:gd name="connsiteY5" fmla="*/ 133350 h 190500"/>
              <a:gd name="connsiteX6" fmla="*/ 95 w 114300"/>
              <a:gd name="connsiteY6" fmla="*/ 133445 h 190500"/>
              <a:gd name="connsiteX7" fmla="*/ 0 w 114300"/>
              <a:gd name="connsiteY7" fmla="*/ 133445 h 190500"/>
              <a:gd name="connsiteX8" fmla="*/ 0 w 114300"/>
              <a:gd name="connsiteY8" fmla="*/ 190500 h 190500"/>
              <a:gd name="connsiteX9" fmla="*/ 114300 w 114300"/>
              <a:gd name="connsiteY9" fmla="*/ 190500 h 190500"/>
              <a:gd name="connsiteX10" fmla="*/ 114300 w 114300"/>
              <a:gd name="connsiteY10" fmla="*/ 133445 h 190500"/>
              <a:gd name="connsiteX11" fmla="*/ 114205 w 114300"/>
              <a:gd name="connsiteY11" fmla="*/ 133445 h 190500"/>
              <a:gd name="connsiteX12" fmla="*/ 114300 w 114300"/>
              <a:gd name="connsiteY12" fmla="*/ 133350 h 190500"/>
              <a:gd name="connsiteX13" fmla="*/ 76200 w 114300"/>
              <a:gd name="connsiteY13" fmla="*/ 95250 h 190500"/>
              <a:gd name="connsiteX14" fmla="*/ 114300 w 114300"/>
              <a:gd name="connsiteY14" fmla="*/ 57245 h 190500"/>
              <a:gd name="connsiteX15" fmla="*/ 114205 w 114300"/>
              <a:gd name="connsiteY15" fmla="*/ 57150 h 190500"/>
              <a:gd name="connsiteX16" fmla="*/ 114300 w 114300"/>
              <a:gd name="connsiteY16" fmla="*/ 57150 h 190500"/>
              <a:gd name="connsiteX17" fmla="*/ 114300 w 114300"/>
              <a:gd name="connsiteY17" fmla="*/ 0 h 190500"/>
              <a:gd name="connsiteX18" fmla="*/ 0 w 114300"/>
              <a:gd name="connsiteY18" fmla="*/ 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4300" h="190500">
                <a:moveTo>
                  <a:pt x="0" y="0"/>
                </a:moveTo>
                <a:lnTo>
                  <a:pt x="0" y="57150"/>
                </a:lnTo>
                <a:lnTo>
                  <a:pt x="95" y="57150"/>
                </a:lnTo>
                <a:lnTo>
                  <a:pt x="0" y="57245"/>
                </a:lnTo>
                <a:lnTo>
                  <a:pt x="38100" y="95250"/>
                </a:lnTo>
                <a:lnTo>
                  <a:pt x="0" y="133350"/>
                </a:lnTo>
                <a:lnTo>
                  <a:pt x="95" y="133445"/>
                </a:lnTo>
                <a:lnTo>
                  <a:pt x="0" y="133445"/>
                </a:lnTo>
                <a:lnTo>
                  <a:pt x="0" y="190500"/>
                </a:lnTo>
                <a:lnTo>
                  <a:pt x="114300" y="190500"/>
                </a:lnTo>
                <a:lnTo>
                  <a:pt x="114300" y="133445"/>
                </a:lnTo>
                <a:lnTo>
                  <a:pt x="114205" y="133445"/>
                </a:lnTo>
                <a:lnTo>
                  <a:pt x="114300" y="133350"/>
                </a:lnTo>
                <a:lnTo>
                  <a:pt x="76200" y="95250"/>
                </a:lnTo>
                <a:lnTo>
                  <a:pt x="114300" y="57245"/>
                </a:lnTo>
                <a:lnTo>
                  <a:pt x="114205" y="57150"/>
                </a:lnTo>
                <a:lnTo>
                  <a:pt x="114300" y="57150"/>
                </a:lnTo>
                <a:lnTo>
                  <a:pt x="114300" y="0"/>
                </a:lnTo>
                <a:lnTo>
                  <a:pt x="0" y="0"/>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28" name="图形 401"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1EDE4050-EE0B-C4C0-0FD3-B18FEE9D3722}"/>
              </a:ext>
            </a:extLst>
          </p:cNvPr>
          <p:cNvSpPr/>
          <p:nvPr/>
        </p:nvSpPr>
        <p:spPr>
          <a:xfrm>
            <a:off x="6703924" y="2328341"/>
            <a:ext cx="296102" cy="251687"/>
          </a:xfrm>
          <a:custGeom>
            <a:avLst/>
            <a:gdLst>
              <a:gd name="connsiteX0" fmla="*/ 76200 w 190500"/>
              <a:gd name="connsiteY0" fmla="*/ 161925 h 161925"/>
              <a:gd name="connsiteX1" fmla="*/ 76200 w 190500"/>
              <a:gd name="connsiteY1" fmla="*/ 104775 h 161925"/>
              <a:gd name="connsiteX2" fmla="*/ 114300 w 190500"/>
              <a:gd name="connsiteY2" fmla="*/ 104775 h 161925"/>
              <a:gd name="connsiteX3" fmla="*/ 114300 w 190500"/>
              <a:gd name="connsiteY3" fmla="*/ 161925 h 161925"/>
              <a:gd name="connsiteX4" fmla="*/ 161925 w 190500"/>
              <a:gd name="connsiteY4" fmla="*/ 161925 h 161925"/>
              <a:gd name="connsiteX5" fmla="*/ 161925 w 190500"/>
              <a:gd name="connsiteY5" fmla="*/ 85725 h 161925"/>
              <a:gd name="connsiteX6" fmla="*/ 190500 w 190500"/>
              <a:gd name="connsiteY6" fmla="*/ 85725 h 161925"/>
              <a:gd name="connsiteX7" fmla="*/ 95250 w 190500"/>
              <a:gd name="connsiteY7" fmla="*/ 0 h 161925"/>
              <a:gd name="connsiteX8" fmla="*/ 0 w 190500"/>
              <a:gd name="connsiteY8" fmla="*/ 85725 h 161925"/>
              <a:gd name="connsiteX9" fmla="*/ 28575 w 190500"/>
              <a:gd name="connsiteY9" fmla="*/ 85725 h 161925"/>
              <a:gd name="connsiteX10" fmla="*/ 28575 w 190500"/>
              <a:gd name="connsiteY10" fmla="*/ 161925 h 161925"/>
              <a:gd name="connsiteX11" fmla="*/ 76200 w 190500"/>
              <a:gd name="connsiteY11" fmla="*/ 161925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0500" h="161925">
                <a:moveTo>
                  <a:pt x="76200" y="161925"/>
                </a:moveTo>
                <a:lnTo>
                  <a:pt x="76200" y="104775"/>
                </a:lnTo>
                <a:lnTo>
                  <a:pt x="114300" y="104775"/>
                </a:lnTo>
                <a:lnTo>
                  <a:pt x="114300" y="161925"/>
                </a:lnTo>
                <a:lnTo>
                  <a:pt x="161925" y="161925"/>
                </a:lnTo>
                <a:lnTo>
                  <a:pt x="161925" y="85725"/>
                </a:lnTo>
                <a:lnTo>
                  <a:pt x="190500" y="85725"/>
                </a:lnTo>
                <a:lnTo>
                  <a:pt x="95250" y="0"/>
                </a:lnTo>
                <a:lnTo>
                  <a:pt x="0" y="85725"/>
                </a:lnTo>
                <a:lnTo>
                  <a:pt x="28575" y="85725"/>
                </a:lnTo>
                <a:lnTo>
                  <a:pt x="28575" y="161925"/>
                </a:lnTo>
                <a:lnTo>
                  <a:pt x="76200" y="161925"/>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29" name="图形 406"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4EA5C91C-26AC-DA2A-CFA9-2D9DAD5FC058}"/>
              </a:ext>
            </a:extLst>
          </p:cNvPr>
          <p:cNvSpPr/>
          <p:nvPr/>
        </p:nvSpPr>
        <p:spPr>
          <a:xfrm>
            <a:off x="7126502" y="1142152"/>
            <a:ext cx="296102" cy="296102"/>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61925 h 190500"/>
              <a:gd name="connsiteX6" fmla="*/ 85725 w 190500"/>
              <a:gd name="connsiteY6" fmla="*/ 161925 h 190500"/>
              <a:gd name="connsiteX7" fmla="*/ 85725 w 190500"/>
              <a:gd name="connsiteY7" fmla="*/ 142875 h 190500"/>
              <a:gd name="connsiteX8" fmla="*/ 104775 w 190500"/>
              <a:gd name="connsiteY8" fmla="*/ 142875 h 190500"/>
              <a:gd name="connsiteX9" fmla="*/ 104775 w 190500"/>
              <a:gd name="connsiteY9" fmla="*/ 161925 h 190500"/>
              <a:gd name="connsiteX10" fmla="*/ 124492 w 190500"/>
              <a:gd name="connsiteY10" fmla="*/ 88106 h 190500"/>
              <a:gd name="connsiteX11" fmla="*/ 115919 w 190500"/>
              <a:gd name="connsiteY11" fmla="*/ 96869 h 190500"/>
              <a:gd name="connsiteX12" fmla="*/ 104775 w 190500"/>
              <a:gd name="connsiteY12" fmla="*/ 123825 h 190500"/>
              <a:gd name="connsiteX13" fmla="*/ 85725 w 190500"/>
              <a:gd name="connsiteY13" fmla="*/ 123825 h 190500"/>
              <a:gd name="connsiteX14" fmla="*/ 85725 w 190500"/>
              <a:gd name="connsiteY14" fmla="*/ 119063 h 190500"/>
              <a:gd name="connsiteX15" fmla="*/ 96869 w 190500"/>
              <a:gd name="connsiteY15" fmla="*/ 92107 h 190500"/>
              <a:gd name="connsiteX16" fmla="*/ 108680 w 190500"/>
              <a:gd name="connsiteY16" fmla="*/ 80105 h 190500"/>
              <a:gd name="connsiteX17" fmla="*/ 114300 w 190500"/>
              <a:gd name="connsiteY17" fmla="*/ 66675 h 190500"/>
              <a:gd name="connsiteX18" fmla="*/ 95250 w 190500"/>
              <a:gd name="connsiteY18" fmla="*/ 47625 h 190500"/>
              <a:gd name="connsiteX19" fmla="*/ 76200 w 190500"/>
              <a:gd name="connsiteY19" fmla="*/ 66675 h 190500"/>
              <a:gd name="connsiteX20" fmla="*/ 57150 w 190500"/>
              <a:gd name="connsiteY20" fmla="*/ 66675 h 190500"/>
              <a:gd name="connsiteX21" fmla="*/ 95250 w 190500"/>
              <a:gd name="connsiteY21" fmla="*/ 28575 h 190500"/>
              <a:gd name="connsiteX22" fmla="*/ 133350 w 190500"/>
              <a:gd name="connsiteY22" fmla="*/ 66675 h 190500"/>
              <a:gd name="connsiteX23" fmla="*/ 124492 w 190500"/>
              <a:gd name="connsiteY23" fmla="*/ 88106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61925"/>
                </a:moveTo>
                <a:lnTo>
                  <a:pt x="85725" y="161925"/>
                </a:lnTo>
                <a:lnTo>
                  <a:pt x="85725" y="142875"/>
                </a:lnTo>
                <a:lnTo>
                  <a:pt x="104775" y="142875"/>
                </a:lnTo>
                <a:lnTo>
                  <a:pt x="104775" y="161925"/>
                </a:lnTo>
                <a:close/>
                <a:moveTo>
                  <a:pt x="124492" y="88106"/>
                </a:moveTo>
                <a:lnTo>
                  <a:pt x="115919" y="96869"/>
                </a:lnTo>
                <a:cubicBezTo>
                  <a:pt x="109061" y="103823"/>
                  <a:pt x="104775" y="109538"/>
                  <a:pt x="104775" y="123825"/>
                </a:cubicBezTo>
                <a:lnTo>
                  <a:pt x="85725" y="123825"/>
                </a:lnTo>
                <a:lnTo>
                  <a:pt x="85725" y="119063"/>
                </a:lnTo>
                <a:cubicBezTo>
                  <a:pt x="85725" y="108585"/>
                  <a:pt x="90011" y="99060"/>
                  <a:pt x="96869" y="92107"/>
                </a:cubicBezTo>
                <a:lnTo>
                  <a:pt x="108680" y="80105"/>
                </a:lnTo>
                <a:cubicBezTo>
                  <a:pt x="112205" y="76676"/>
                  <a:pt x="114300" y="71914"/>
                  <a:pt x="114300" y="66675"/>
                </a:cubicBezTo>
                <a:cubicBezTo>
                  <a:pt x="114300" y="56198"/>
                  <a:pt x="105728" y="47625"/>
                  <a:pt x="95250" y="47625"/>
                </a:cubicBezTo>
                <a:cubicBezTo>
                  <a:pt x="84773" y="47625"/>
                  <a:pt x="76200" y="56198"/>
                  <a:pt x="76200" y="66675"/>
                </a:cubicBezTo>
                <a:lnTo>
                  <a:pt x="57150" y="66675"/>
                </a:lnTo>
                <a:cubicBezTo>
                  <a:pt x="57150" y="45625"/>
                  <a:pt x="74200" y="28575"/>
                  <a:pt x="95250" y="28575"/>
                </a:cubicBezTo>
                <a:cubicBezTo>
                  <a:pt x="116300" y="28575"/>
                  <a:pt x="133350" y="45625"/>
                  <a:pt x="133350" y="66675"/>
                </a:cubicBezTo>
                <a:cubicBezTo>
                  <a:pt x="133350" y="75057"/>
                  <a:pt x="129921" y="82677"/>
                  <a:pt x="124492" y="88106"/>
                </a:cubicBez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32"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027F9FFB-9308-4189-3817-9F9BCACED664}"/>
              </a:ext>
            </a:extLst>
          </p:cNvPr>
          <p:cNvSpPr/>
          <p:nvPr/>
        </p:nvSpPr>
        <p:spPr>
          <a:xfrm>
            <a:off x="6003150" y="1879639"/>
            <a:ext cx="296102" cy="296102"/>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35" name="文本框 234">
            <a:extLst>
              <a:ext uri="{FF2B5EF4-FFF2-40B4-BE49-F238E27FC236}">
                <a16:creationId xmlns:a16="http://schemas.microsoft.com/office/drawing/2014/main" id="{42BA7F31-6D84-F4FB-1B44-DC6E132DBC13}"/>
              </a:ext>
            </a:extLst>
          </p:cNvPr>
          <p:cNvSpPr txBox="1"/>
          <p:nvPr/>
        </p:nvSpPr>
        <p:spPr>
          <a:xfrm>
            <a:off x="5207701" y="2801329"/>
            <a:ext cx="1454244" cy="261610"/>
          </a:xfrm>
          <a:prstGeom prst="rect">
            <a:avLst/>
          </a:prstGeom>
          <a:noFill/>
          <a:scene3d>
            <a:camera prst="isometricLeftDown"/>
            <a:lightRig rig="threePt" dir="t"/>
          </a:scene3d>
        </p:spPr>
        <p:txBody>
          <a:bodyPr wrap="none" rtlCol="0">
            <a:spAutoFit/>
          </a:bodyPr>
          <a:lstStyle/>
          <a:p>
            <a:r>
              <a:rPr lang="zh-CN" altLang="en-US" sz="1100" dirty="0">
                <a:solidFill>
                  <a:srgbClr val="3749CC"/>
                </a:solidFill>
                <a:latin typeface="HarmonyOS Sans SC Medium" panose="00000600000000000000" pitchFamily="2" charset="-122"/>
                <a:ea typeface="HarmonyOS Sans SC Medium" panose="00000600000000000000" pitchFamily="2" charset="-122"/>
              </a:rPr>
              <a:t>加快品牌开发的步伐</a:t>
            </a:r>
          </a:p>
        </p:txBody>
      </p:sp>
      <p:sp>
        <p:nvSpPr>
          <p:cNvPr id="236" name="文本框 235">
            <a:extLst>
              <a:ext uri="{FF2B5EF4-FFF2-40B4-BE49-F238E27FC236}">
                <a16:creationId xmlns:a16="http://schemas.microsoft.com/office/drawing/2014/main" id="{1E14782D-DA1C-6A24-95D3-3EAB2213C803}"/>
              </a:ext>
            </a:extLst>
          </p:cNvPr>
          <p:cNvSpPr txBox="1"/>
          <p:nvPr/>
        </p:nvSpPr>
        <p:spPr>
          <a:xfrm>
            <a:off x="6307569" y="2007586"/>
            <a:ext cx="1454244" cy="261610"/>
          </a:xfrm>
          <a:prstGeom prst="rect">
            <a:avLst/>
          </a:prstGeom>
          <a:noFill/>
          <a:scene3d>
            <a:camera prst="isometricLeftDown"/>
            <a:lightRig rig="threePt" dir="t"/>
          </a:scene3d>
        </p:spPr>
        <p:txBody>
          <a:bodyPr wrap="none" rtlCol="0">
            <a:spAutoFit/>
          </a:bodyPr>
          <a:lstStyle/>
          <a:p>
            <a:r>
              <a:rPr lang="zh-CN" altLang="en-US" sz="1100" dirty="0">
                <a:solidFill>
                  <a:srgbClr val="3749CC"/>
                </a:solidFill>
                <a:latin typeface="HarmonyOS Sans SC Medium" panose="00000600000000000000" pitchFamily="2" charset="-122"/>
                <a:ea typeface="HarmonyOS Sans SC Medium" panose="00000600000000000000" pitchFamily="2" charset="-122"/>
              </a:rPr>
              <a:t>加快品牌开发的步伐</a:t>
            </a:r>
          </a:p>
        </p:txBody>
      </p:sp>
      <p:sp>
        <p:nvSpPr>
          <p:cNvPr id="237" name="文本框 236">
            <a:extLst>
              <a:ext uri="{FF2B5EF4-FFF2-40B4-BE49-F238E27FC236}">
                <a16:creationId xmlns:a16="http://schemas.microsoft.com/office/drawing/2014/main" id="{FEFCC5A1-11EA-E2BF-3902-8106F869869B}"/>
              </a:ext>
            </a:extLst>
          </p:cNvPr>
          <p:cNvSpPr txBox="1"/>
          <p:nvPr/>
        </p:nvSpPr>
        <p:spPr>
          <a:xfrm>
            <a:off x="775024" y="2336608"/>
            <a:ext cx="3733714" cy="707886"/>
          </a:xfrm>
          <a:prstGeom prst="rect">
            <a:avLst/>
          </a:prstGeom>
          <a:noFill/>
        </p:spPr>
        <p:txBody>
          <a:bodyPr wrap="none" rtlCol="0">
            <a:spAutoFit/>
          </a:bodyPr>
          <a:lstStyle/>
          <a:p>
            <a:r>
              <a:rPr lang="en-US" altLang="zh-CN" sz="40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rPr>
              <a:t>YOUR BRAND</a:t>
            </a:r>
            <a:endParaRPr lang="zh-CN" altLang="en-US" sz="40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endParaRPr>
          </a:p>
        </p:txBody>
      </p:sp>
      <p:sp>
        <p:nvSpPr>
          <p:cNvPr id="238" name="文本框 237">
            <a:extLst>
              <a:ext uri="{FF2B5EF4-FFF2-40B4-BE49-F238E27FC236}">
                <a16:creationId xmlns:a16="http://schemas.microsoft.com/office/drawing/2014/main" id="{9545C0D7-6F63-A68B-19AF-A6DDCDE0CE12}"/>
              </a:ext>
            </a:extLst>
          </p:cNvPr>
          <p:cNvSpPr txBox="1"/>
          <p:nvPr/>
        </p:nvSpPr>
        <p:spPr>
          <a:xfrm>
            <a:off x="775024" y="2151209"/>
            <a:ext cx="1484702" cy="369332"/>
          </a:xfrm>
          <a:prstGeom prst="rect">
            <a:avLst/>
          </a:prstGeom>
          <a:noFill/>
        </p:spPr>
        <p:txBody>
          <a:bodyPr wrap="none" rtlCol="0">
            <a:spAutoFit/>
          </a:bodyPr>
          <a:lstStyle/>
          <a:p>
            <a:r>
              <a:rPr lang="en-US" altLang="zh-CN" dirty="0">
                <a:solidFill>
                  <a:srgbClr val="02F276"/>
                </a:solidFill>
                <a:latin typeface="HarmonyOS Sans SC Black" panose="00000A00000000000000" pitchFamily="2" charset="-122"/>
                <a:ea typeface="HarmonyOS Sans SC Black" panose="00000A00000000000000" pitchFamily="2" charset="-122"/>
              </a:rPr>
              <a:t>TEXT TITLE</a:t>
            </a:r>
            <a:endParaRPr lang="zh-CN" altLang="en-US" dirty="0">
              <a:solidFill>
                <a:srgbClr val="02F276"/>
              </a:solidFill>
              <a:latin typeface="HarmonyOS Sans SC Black" panose="00000A00000000000000" pitchFamily="2" charset="-122"/>
              <a:ea typeface="HarmonyOS Sans SC Black" panose="00000A00000000000000" pitchFamily="2" charset="-122"/>
            </a:endParaRPr>
          </a:p>
        </p:txBody>
      </p:sp>
      <p:sp>
        <p:nvSpPr>
          <p:cNvPr id="239" name="文本框 238">
            <a:extLst>
              <a:ext uri="{FF2B5EF4-FFF2-40B4-BE49-F238E27FC236}">
                <a16:creationId xmlns:a16="http://schemas.microsoft.com/office/drawing/2014/main" id="{D08237B5-978B-8E71-153F-99B10AB65836}"/>
              </a:ext>
            </a:extLst>
          </p:cNvPr>
          <p:cNvSpPr txBox="1"/>
          <p:nvPr/>
        </p:nvSpPr>
        <p:spPr>
          <a:xfrm>
            <a:off x="775024" y="3864491"/>
            <a:ext cx="3489741" cy="369332"/>
          </a:xfrm>
          <a:prstGeom prst="rect">
            <a:avLst/>
          </a:prstGeom>
          <a:noFill/>
        </p:spPr>
        <p:txBody>
          <a:bodyPr wrap="square" rtlCol="0">
            <a:spAutoFit/>
          </a:bodyPr>
          <a:lstStyle/>
          <a:p>
            <a:r>
              <a:rPr lang="zh-CN" altLang="en-US" dirty="0">
                <a:solidFill>
                  <a:srgbClr val="3749CC"/>
                </a:solidFill>
                <a:latin typeface="HarmonyOS Sans SC Black" panose="00000A00000000000000" pitchFamily="2" charset="-122"/>
                <a:ea typeface="HarmonyOS Sans SC Black" panose="00000A00000000000000" pitchFamily="2" charset="-122"/>
              </a:rPr>
              <a:t>颜色形状可自由编辑</a:t>
            </a:r>
          </a:p>
        </p:txBody>
      </p:sp>
      <p:sp>
        <p:nvSpPr>
          <p:cNvPr id="240" name="文本框 239">
            <a:extLst>
              <a:ext uri="{FF2B5EF4-FFF2-40B4-BE49-F238E27FC236}">
                <a16:creationId xmlns:a16="http://schemas.microsoft.com/office/drawing/2014/main" id="{E4BDB835-EE4C-A47C-386D-18950D9585C9}"/>
              </a:ext>
            </a:extLst>
          </p:cNvPr>
          <p:cNvSpPr txBox="1"/>
          <p:nvPr/>
        </p:nvSpPr>
        <p:spPr>
          <a:xfrm>
            <a:off x="775024" y="4207008"/>
            <a:ext cx="4073751" cy="1277209"/>
          </a:xfrm>
          <a:prstGeom prst="rect">
            <a:avLst/>
          </a:prstGeom>
          <a:noFill/>
        </p:spPr>
        <p:txBody>
          <a:bodyPr wrap="square" rtlCol="0">
            <a:spAutoFit/>
          </a:bodyPr>
          <a:lstStyle/>
          <a:p>
            <a:pPr>
              <a:lnSpc>
                <a:spcPct val="150000"/>
              </a:lnSpc>
            </a:pPr>
            <a:r>
              <a:rPr lang="zh-CN" altLang="en-US" sz="1050" dirty="0">
                <a:solidFill>
                  <a:schemeClr val="bg1">
                    <a:lumMod val="50000"/>
                  </a:schemeClr>
                </a:solidFill>
                <a:latin typeface="HarmonyOS Sans SC Light" panose="00000400000000000000" pitchFamily="2" charset="-122"/>
                <a:ea typeface="HarmonyOS Sans SC Light" panose="00000400000000000000" pitchFamily="2" charset="-122"/>
              </a:rPr>
              <a:t>企业形象是企业自身在消费者心日中的地位和价值的体现，也是企业在市场竞争中取胜的有力武器。品牌营销战略和企业形象息息相关，知名品牌往往就是企业形象良好的具体证明。品牌营销战略有助于企业形象的改善，良好的企业形象也有助于品牌营销战略的实施，二者相互促进，相互保障。</a:t>
            </a:r>
          </a:p>
        </p:txBody>
      </p:sp>
      <p:sp>
        <p:nvSpPr>
          <p:cNvPr id="241" name="文本框 240">
            <a:extLst>
              <a:ext uri="{FF2B5EF4-FFF2-40B4-BE49-F238E27FC236}">
                <a16:creationId xmlns:a16="http://schemas.microsoft.com/office/drawing/2014/main" id="{E64ECE58-8468-6B48-8DE6-6DD59E123BEA}"/>
              </a:ext>
            </a:extLst>
          </p:cNvPr>
          <p:cNvSpPr txBox="1"/>
          <p:nvPr/>
        </p:nvSpPr>
        <p:spPr>
          <a:xfrm>
            <a:off x="775024" y="2980023"/>
            <a:ext cx="4437900" cy="584775"/>
          </a:xfrm>
          <a:prstGeom prst="rect">
            <a:avLst/>
          </a:prstGeom>
          <a:noFill/>
        </p:spPr>
        <p:txBody>
          <a:bodyPr wrap="square" rtlCol="0">
            <a:spAutoFit/>
          </a:bodyPr>
          <a:lstStyle/>
          <a:p>
            <a:r>
              <a:rPr lang="zh-CN" altLang="en-US" sz="32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rPr>
              <a:t>图标文字均可</a:t>
            </a:r>
            <a:r>
              <a:rPr lang="zh-CN" altLang="en-US" sz="3200" dirty="0">
                <a:solidFill>
                  <a:srgbClr val="02F276"/>
                </a:solidFill>
                <a:latin typeface="HarmonyOS Sans SC Black" panose="00000A00000000000000" pitchFamily="2" charset="-122"/>
                <a:ea typeface="HarmonyOS Sans SC Black" panose="00000A00000000000000" pitchFamily="2" charset="-122"/>
              </a:rPr>
              <a:t>替换修改</a:t>
            </a:r>
          </a:p>
        </p:txBody>
      </p:sp>
    </p:spTree>
    <p:extLst>
      <p:ext uri="{BB962C8B-B14F-4D97-AF65-F5344CB8AC3E}">
        <p14:creationId xmlns:p14="http://schemas.microsoft.com/office/powerpoint/2010/main" val="332415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653DF10-EF76-FA24-9F91-5A313018BA77}"/>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65BCD26A-C191-D2E8-8C18-A8AEC3AE3279}"/>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9319340B-C5E4-A997-E881-8C448320914C}"/>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24E8854A-6879-77B4-064B-864A1B1C50D7}"/>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7FFBA632-9558-5284-4764-B6AD3DB25B43}"/>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87C21505-E3A1-A1A6-AEC3-7006378B2724}"/>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14" name="文本框 13">
              <a:extLst>
                <a:ext uri="{FF2B5EF4-FFF2-40B4-BE49-F238E27FC236}">
                  <a16:creationId xmlns:a16="http://schemas.microsoft.com/office/drawing/2014/main" id="{23E79F0A-1B5D-2FC4-77D3-BEACA7313052}"/>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15" name="文本框 14">
              <a:extLst>
                <a:ext uri="{FF2B5EF4-FFF2-40B4-BE49-F238E27FC236}">
                  <a16:creationId xmlns:a16="http://schemas.microsoft.com/office/drawing/2014/main" id="{C8A67F75-F035-43A1-D318-5730FB3BBC91}"/>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16"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E69DCA2E-DA78-50CB-3D8F-346858FD3C39}"/>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17" name="文本框 16">
              <a:extLst>
                <a:ext uri="{FF2B5EF4-FFF2-40B4-BE49-F238E27FC236}">
                  <a16:creationId xmlns:a16="http://schemas.microsoft.com/office/drawing/2014/main" id="{A6E65029-4683-7E57-4747-461EC59CD4EB}"/>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18" name="文本框 17">
              <a:extLst>
                <a:ext uri="{FF2B5EF4-FFF2-40B4-BE49-F238E27FC236}">
                  <a16:creationId xmlns:a16="http://schemas.microsoft.com/office/drawing/2014/main" id="{2A8F92BF-E5E3-180B-82EC-3FB6EFE98BF2}"/>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grpSp>
        <p:nvGrpSpPr>
          <p:cNvPr id="89" name="组合 88">
            <a:extLst>
              <a:ext uri="{FF2B5EF4-FFF2-40B4-BE49-F238E27FC236}">
                <a16:creationId xmlns:a16="http://schemas.microsoft.com/office/drawing/2014/main" id="{64E957FD-5414-2BDA-3995-747B2A8DD293}"/>
              </a:ext>
            </a:extLst>
          </p:cNvPr>
          <p:cNvGrpSpPr/>
          <p:nvPr/>
        </p:nvGrpSpPr>
        <p:grpSpPr>
          <a:xfrm>
            <a:off x="5667092" y="4122575"/>
            <a:ext cx="857816" cy="652865"/>
            <a:chOff x="7866731" y="1005790"/>
            <a:chExt cx="1169117" cy="889789"/>
          </a:xfrm>
        </p:grpSpPr>
        <p:sp>
          <p:nvSpPr>
            <p:cNvPr id="100" name="菱形 99">
              <a:extLst>
                <a:ext uri="{FF2B5EF4-FFF2-40B4-BE49-F238E27FC236}">
                  <a16:creationId xmlns:a16="http://schemas.microsoft.com/office/drawing/2014/main" id="{FD6BE570-8E9C-B344-0273-5F1AA017355F}"/>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01" name="组合 100">
              <a:extLst>
                <a:ext uri="{FF2B5EF4-FFF2-40B4-BE49-F238E27FC236}">
                  <a16:creationId xmlns:a16="http://schemas.microsoft.com/office/drawing/2014/main" id="{CEB82820-C07A-4C9E-868B-3B29F99FD8DE}"/>
                </a:ext>
              </a:extLst>
            </p:cNvPr>
            <p:cNvGrpSpPr/>
            <p:nvPr/>
          </p:nvGrpSpPr>
          <p:grpSpPr>
            <a:xfrm>
              <a:off x="7979430" y="1005790"/>
              <a:ext cx="943718" cy="796775"/>
              <a:chOff x="8056563" y="1092200"/>
              <a:chExt cx="1641476" cy="1385888"/>
            </a:xfrm>
          </p:grpSpPr>
          <p:sp>
            <p:nvSpPr>
              <p:cNvPr id="102" name="Freeform 18">
                <a:extLst>
                  <a:ext uri="{FF2B5EF4-FFF2-40B4-BE49-F238E27FC236}">
                    <a16:creationId xmlns:a16="http://schemas.microsoft.com/office/drawing/2014/main" id="{26D37C26-9C34-377E-E8A4-ABC969A15CD2}"/>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Freeform 19">
                <a:extLst>
                  <a:ext uri="{FF2B5EF4-FFF2-40B4-BE49-F238E27FC236}">
                    <a16:creationId xmlns:a16="http://schemas.microsoft.com/office/drawing/2014/main" id="{66E15CD4-00D1-51A5-7F12-35514C31FD91}"/>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Freeform 20">
                <a:extLst>
                  <a:ext uri="{FF2B5EF4-FFF2-40B4-BE49-F238E27FC236}">
                    <a16:creationId xmlns:a16="http://schemas.microsoft.com/office/drawing/2014/main" id="{F6870A0A-10E4-2D5C-02C7-3F906B4A1CEB}"/>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18" name="组合 117">
            <a:extLst>
              <a:ext uri="{FF2B5EF4-FFF2-40B4-BE49-F238E27FC236}">
                <a16:creationId xmlns:a16="http://schemas.microsoft.com/office/drawing/2014/main" id="{1A380635-DE0B-3151-04BC-FDC86D09F320}"/>
              </a:ext>
            </a:extLst>
          </p:cNvPr>
          <p:cNvGrpSpPr/>
          <p:nvPr/>
        </p:nvGrpSpPr>
        <p:grpSpPr>
          <a:xfrm>
            <a:off x="4084260" y="5003457"/>
            <a:ext cx="4023480" cy="652865"/>
            <a:chOff x="4219901" y="4616760"/>
            <a:chExt cx="4023480" cy="652865"/>
          </a:xfrm>
        </p:grpSpPr>
        <p:grpSp>
          <p:nvGrpSpPr>
            <p:cNvPr id="106" name="组合 105">
              <a:extLst>
                <a:ext uri="{FF2B5EF4-FFF2-40B4-BE49-F238E27FC236}">
                  <a16:creationId xmlns:a16="http://schemas.microsoft.com/office/drawing/2014/main" id="{F95C2B46-440E-8320-5108-1EB927D39D1F}"/>
                </a:ext>
              </a:extLst>
            </p:cNvPr>
            <p:cNvGrpSpPr/>
            <p:nvPr/>
          </p:nvGrpSpPr>
          <p:grpSpPr>
            <a:xfrm>
              <a:off x="4219901" y="4616760"/>
              <a:ext cx="857816" cy="652865"/>
              <a:chOff x="7866731" y="1005790"/>
              <a:chExt cx="1169117" cy="889789"/>
            </a:xfrm>
          </p:grpSpPr>
          <p:sp>
            <p:nvSpPr>
              <p:cNvPr id="107" name="菱形 106">
                <a:extLst>
                  <a:ext uri="{FF2B5EF4-FFF2-40B4-BE49-F238E27FC236}">
                    <a16:creationId xmlns:a16="http://schemas.microsoft.com/office/drawing/2014/main" id="{9E452D17-F717-F6B7-9253-A32932F7948D}"/>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08" name="组合 107">
                <a:extLst>
                  <a:ext uri="{FF2B5EF4-FFF2-40B4-BE49-F238E27FC236}">
                    <a16:creationId xmlns:a16="http://schemas.microsoft.com/office/drawing/2014/main" id="{6D361D22-CF6F-0B30-4355-5924ABC1F882}"/>
                  </a:ext>
                </a:extLst>
              </p:cNvPr>
              <p:cNvGrpSpPr/>
              <p:nvPr/>
            </p:nvGrpSpPr>
            <p:grpSpPr>
              <a:xfrm>
                <a:off x="7979430" y="1005790"/>
                <a:ext cx="943718" cy="796775"/>
                <a:chOff x="8056563" y="1092200"/>
                <a:chExt cx="1641476" cy="1385888"/>
              </a:xfrm>
            </p:grpSpPr>
            <p:sp>
              <p:nvSpPr>
                <p:cNvPr id="109" name="Freeform 18">
                  <a:extLst>
                    <a:ext uri="{FF2B5EF4-FFF2-40B4-BE49-F238E27FC236}">
                      <a16:creationId xmlns:a16="http://schemas.microsoft.com/office/drawing/2014/main" id="{37379505-B054-5362-C69E-239F386A439B}"/>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Freeform 19">
                  <a:extLst>
                    <a:ext uri="{FF2B5EF4-FFF2-40B4-BE49-F238E27FC236}">
                      <a16:creationId xmlns:a16="http://schemas.microsoft.com/office/drawing/2014/main" id="{8EE88F0E-D74B-C56B-1963-9271303A160C}"/>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1" name="Freeform 20">
                  <a:extLst>
                    <a:ext uri="{FF2B5EF4-FFF2-40B4-BE49-F238E27FC236}">
                      <a16:creationId xmlns:a16="http://schemas.microsoft.com/office/drawing/2014/main" id="{A09BDE59-4123-2D45-5F4A-4B3F5B525171}"/>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12" name="组合 111">
              <a:extLst>
                <a:ext uri="{FF2B5EF4-FFF2-40B4-BE49-F238E27FC236}">
                  <a16:creationId xmlns:a16="http://schemas.microsoft.com/office/drawing/2014/main" id="{F7788E74-1FA6-BC99-A3BE-71C6FE70E1BD}"/>
                </a:ext>
              </a:extLst>
            </p:cNvPr>
            <p:cNvGrpSpPr/>
            <p:nvPr/>
          </p:nvGrpSpPr>
          <p:grpSpPr>
            <a:xfrm>
              <a:off x="7385565" y="4616760"/>
              <a:ext cx="857816" cy="652865"/>
              <a:chOff x="7866731" y="1005790"/>
              <a:chExt cx="1169117" cy="889789"/>
            </a:xfrm>
          </p:grpSpPr>
          <p:sp>
            <p:nvSpPr>
              <p:cNvPr id="113" name="菱形 112">
                <a:extLst>
                  <a:ext uri="{FF2B5EF4-FFF2-40B4-BE49-F238E27FC236}">
                    <a16:creationId xmlns:a16="http://schemas.microsoft.com/office/drawing/2014/main" id="{E9A75C75-2CD1-229A-2C16-E42F12CD4FD3}"/>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14" name="组合 113">
                <a:extLst>
                  <a:ext uri="{FF2B5EF4-FFF2-40B4-BE49-F238E27FC236}">
                    <a16:creationId xmlns:a16="http://schemas.microsoft.com/office/drawing/2014/main" id="{B1EBA279-5FF2-C7AF-F867-F1AC45A2572D}"/>
                  </a:ext>
                </a:extLst>
              </p:cNvPr>
              <p:cNvGrpSpPr/>
              <p:nvPr/>
            </p:nvGrpSpPr>
            <p:grpSpPr>
              <a:xfrm>
                <a:off x="7979430" y="1005790"/>
                <a:ext cx="943718" cy="796775"/>
                <a:chOff x="8056563" y="1092200"/>
                <a:chExt cx="1641476" cy="1385888"/>
              </a:xfrm>
            </p:grpSpPr>
            <p:sp>
              <p:nvSpPr>
                <p:cNvPr id="115" name="Freeform 18">
                  <a:extLst>
                    <a:ext uri="{FF2B5EF4-FFF2-40B4-BE49-F238E27FC236}">
                      <a16:creationId xmlns:a16="http://schemas.microsoft.com/office/drawing/2014/main" id="{01BB80B5-CE15-E9C0-BDE8-679068DEC6DD}"/>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6" name="Freeform 19">
                  <a:extLst>
                    <a:ext uri="{FF2B5EF4-FFF2-40B4-BE49-F238E27FC236}">
                      <a16:creationId xmlns:a16="http://schemas.microsoft.com/office/drawing/2014/main" id="{C5DF064E-C50B-A80D-F95D-18FA82632DAE}"/>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7" name="Freeform 20">
                  <a:extLst>
                    <a:ext uri="{FF2B5EF4-FFF2-40B4-BE49-F238E27FC236}">
                      <a16:creationId xmlns:a16="http://schemas.microsoft.com/office/drawing/2014/main" id="{17E8B547-410E-D6F4-7698-ADD2F2CA32FD}"/>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126" name="组合 125">
            <a:extLst>
              <a:ext uri="{FF2B5EF4-FFF2-40B4-BE49-F238E27FC236}">
                <a16:creationId xmlns:a16="http://schemas.microsoft.com/office/drawing/2014/main" id="{BBEA7FE6-9E95-C46A-AD82-4C59B37C1B71}"/>
              </a:ext>
            </a:extLst>
          </p:cNvPr>
          <p:cNvGrpSpPr/>
          <p:nvPr/>
        </p:nvGrpSpPr>
        <p:grpSpPr>
          <a:xfrm>
            <a:off x="1461521" y="1615477"/>
            <a:ext cx="2162104" cy="1268558"/>
            <a:chOff x="1410420" y="1422627"/>
            <a:chExt cx="2162104" cy="1268558"/>
          </a:xfrm>
        </p:grpSpPr>
        <p:grpSp>
          <p:nvGrpSpPr>
            <p:cNvPr id="35" name="组合 34">
              <a:extLst>
                <a:ext uri="{FF2B5EF4-FFF2-40B4-BE49-F238E27FC236}">
                  <a16:creationId xmlns:a16="http://schemas.microsoft.com/office/drawing/2014/main" id="{8F816DC7-0780-852D-970D-FCCDB60019C1}"/>
                </a:ext>
              </a:extLst>
            </p:cNvPr>
            <p:cNvGrpSpPr/>
            <p:nvPr/>
          </p:nvGrpSpPr>
          <p:grpSpPr>
            <a:xfrm>
              <a:off x="1410420" y="2447345"/>
              <a:ext cx="2162104" cy="243840"/>
              <a:chOff x="1410420" y="2237372"/>
              <a:chExt cx="2162104" cy="243840"/>
            </a:xfrm>
          </p:grpSpPr>
          <p:grpSp>
            <p:nvGrpSpPr>
              <p:cNvPr id="28" name="组合 27">
                <a:extLst>
                  <a:ext uri="{FF2B5EF4-FFF2-40B4-BE49-F238E27FC236}">
                    <a16:creationId xmlns:a16="http://schemas.microsoft.com/office/drawing/2014/main" id="{1F64E1DF-9230-B728-125E-E5ABCB101ABD}"/>
                  </a:ext>
                </a:extLst>
              </p:cNvPr>
              <p:cNvGrpSpPr/>
              <p:nvPr/>
            </p:nvGrpSpPr>
            <p:grpSpPr>
              <a:xfrm>
                <a:off x="1410420" y="2237372"/>
                <a:ext cx="624558" cy="243840"/>
                <a:chOff x="1756405" y="2309707"/>
                <a:chExt cx="624558" cy="243840"/>
              </a:xfrm>
            </p:grpSpPr>
            <p:sp>
              <p:nvSpPr>
                <p:cNvPr id="26" name="矩形 25">
                  <a:extLst>
                    <a:ext uri="{FF2B5EF4-FFF2-40B4-BE49-F238E27FC236}">
                      <a16:creationId xmlns:a16="http://schemas.microsoft.com/office/drawing/2014/main" id="{5E019DE5-6ED3-017A-E328-80FA10DF7EB6}"/>
                    </a:ext>
                  </a:extLst>
                </p:cNvPr>
                <p:cNvSpPr/>
                <p:nvPr/>
              </p:nvSpPr>
              <p:spPr>
                <a:xfrm>
                  <a:off x="1756405" y="2309707"/>
                  <a:ext cx="624558" cy="243840"/>
                </a:xfrm>
                <a:prstGeom prst="rect">
                  <a:avLst/>
                </a:prstGeom>
                <a:solidFill>
                  <a:srgbClr val="E7EBFF">
                    <a:alpha val="50000"/>
                  </a:srgbClr>
                </a:solidFill>
                <a:ln w="6350">
                  <a:solidFill>
                    <a:srgbClr val="8E9C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E2A65320-6CF2-5B9C-414C-7D9206EE018E}"/>
                    </a:ext>
                  </a:extLst>
                </p:cNvPr>
                <p:cNvSpPr txBox="1"/>
                <p:nvPr/>
              </p:nvSpPr>
              <p:spPr>
                <a:xfrm>
                  <a:off x="1771167" y="2338103"/>
                  <a:ext cx="595035" cy="215444"/>
                </a:xfrm>
                <a:prstGeom prst="rect">
                  <a:avLst/>
                </a:prstGeom>
                <a:noFill/>
              </p:spPr>
              <p:txBody>
                <a:bodyPr wrap="none" rtlCol="0">
                  <a:spAutoFit/>
                </a:body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nvGrpSpPr>
              <p:cNvPr id="29" name="组合 28">
                <a:extLst>
                  <a:ext uri="{FF2B5EF4-FFF2-40B4-BE49-F238E27FC236}">
                    <a16:creationId xmlns:a16="http://schemas.microsoft.com/office/drawing/2014/main" id="{98D0F85F-74AA-FF9B-9123-BA2EA271A4F9}"/>
                  </a:ext>
                </a:extLst>
              </p:cNvPr>
              <p:cNvGrpSpPr/>
              <p:nvPr/>
            </p:nvGrpSpPr>
            <p:grpSpPr>
              <a:xfrm>
                <a:off x="2179193" y="2237372"/>
                <a:ext cx="624558" cy="243840"/>
                <a:chOff x="1756405" y="2309707"/>
                <a:chExt cx="624558" cy="243840"/>
              </a:xfrm>
            </p:grpSpPr>
            <p:sp>
              <p:nvSpPr>
                <p:cNvPr id="30" name="矩形 29">
                  <a:extLst>
                    <a:ext uri="{FF2B5EF4-FFF2-40B4-BE49-F238E27FC236}">
                      <a16:creationId xmlns:a16="http://schemas.microsoft.com/office/drawing/2014/main" id="{5B2316B7-B952-2A3C-F977-C79C3F76F465}"/>
                    </a:ext>
                  </a:extLst>
                </p:cNvPr>
                <p:cNvSpPr/>
                <p:nvPr/>
              </p:nvSpPr>
              <p:spPr>
                <a:xfrm>
                  <a:off x="1756405" y="2309707"/>
                  <a:ext cx="624558" cy="243840"/>
                </a:xfrm>
                <a:prstGeom prst="rect">
                  <a:avLst/>
                </a:prstGeom>
                <a:solidFill>
                  <a:srgbClr val="E7EBFF">
                    <a:alpha val="50000"/>
                  </a:srgbClr>
                </a:solidFill>
                <a:ln w="6350">
                  <a:solidFill>
                    <a:srgbClr val="8E9C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6C964235-7A86-62B0-0DCC-659D76977AC7}"/>
                    </a:ext>
                  </a:extLst>
                </p:cNvPr>
                <p:cNvSpPr txBox="1"/>
                <p:nvPr/>
              </p:nvSpPr>
              <p:spPr>
                <a:xfrm>
                  <a:off x="1771167" y="2338103"/>
                  <a:ext cx="595035" cy="215444"/>
                </a:xfrm>
                <a:prstGeom prst="rect">
                  <a:avLst/>
                </a:prstGeom>
                <a:noFill/>
              </p:spPr>
              <p:txBody>
                <a:bodyPr wrap="none" rtlCol="0">
                  <a:spAutoFit/>
                </a:body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nvGrpSpPr>
              <p:cNvPr id="32" name="组合 31">
                <a:extLst>
                  <a:ext uri="{FF2B5EF4-FFF2-40B4-BE49-F238E27FC236}">
                    <a16:creationId xmlns:a16="http://schemas.microsoft.com/office/drawing/2014/main" id="{DEB21269-7AC6-CF56-29F9-D976AB85ACD4}"/>
                  </a:ext>
                </a:extLst>
              </p:cNvPr>
              <p:cNvGrpSpPr/>
              <p:nvPr/>
            </p:nvGrpSpPr>
            <p:grpSpPr>
              <a:xfrm>
                <a:off x="2947966" y="2237372"/>
                <a:ext cx="624558" cy="243840"/>
                <a:chOff x="1756405" y="2309707"/>
                <a:chExt cx="624558" cy="243840"/>
              </a:xfrm>
            </p:grpSpPr>
            <p:sp>
              <p:nvSpPr>
                <p:cNvPr id="33" name="矩形 32">
                  <a:extLst>
                    <a:ext uri="{FF2B5EF4-FFF2-40B4-BE49-F238E27FC236}">
                      <a16:creationId xmlns:a16="http://schemas.microsoft.com/office/drawing/2014/main" id="{5B99D2CC-FE66-2A37-2C39-37C13D5C6BD6}"/>
                    </a:ext>
                  </a:extLst>
                </p:cNvPr>
                <p:cNvSpPr/>
                <p:nvPr/>
              </p:nvSpPr>
              <p:spPr>
                <a:xfrm>
                  <a:off x="1756405" y="2309707"/>
                  <a:ext cx="624558" cy="243840"/>
                </a:xfrm>
                <a:prstGeom prst="rect">
                  <a:avLst/>
                </a:prstGeom>
                <a:solidFill>
                  <a:srgbClr val="E7EBFF">
                    <a:alpha val="50000"/>
                  </a:srgbClr>
                </a:solidFill>
                <a:ln w="6350">
                  <a:solidFill>
                    <a:srgbClr val="8E9C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A7126CBF-1635-4979-265E-C72EFE47720B}"/>
                    </a:ext>
                  </a:extLst>
                </p:cNvPr>
                <p:cNvSpPr txBox="1"/>
                <p:nvPr/>
              </p:nvSpPr>
              <p:spPr>
                <a:xfrm>
                  <a:off x="1771167" y="2338103"/>
                  <a:ext cx="595035" cy="215444"/>
                </a:xfrm>
                <a:prstGeom prst="rect">
                  <a:avLst/>
                </a:prstGeom>
                <a:noFill/>
              </p:spPr>
              <p:txBody>
                <a:bodyPr wrap="none" rtlCol="0">
                  <a:spAutoFit/>
                </a:body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grpSp>
          <p:nvGrpSpPr>
            <p:cNvPr id="122" name="组合 121">
              <a:extLst>
                <a:ext uri="{FF2B5EF4-FFF2-40B4-BE49-F238E27FC236}">
                  <a16:creationId xmlns:a16="http://schemas.microsoft.com/office/drawing/2014/main" id="{F06B30B0-E99B-BE95-902F-3128B6801DF7}"/>
                </a:ext>
              </a:extLst>
            </p:cNvPr>
            <p:cNvGrpSpPr/>
            <p:nvPr/>
          </p:nvGrpSpPr>
          <p:grpSpPr>
            <a:xfrm>
              <a:off x="1753674" y="2075492"/>
              <a:ext cx="1513228" cy="258229"/>
              <a:chOff x="1753674" y="2075492"/>
              <a:chExt cx="1513228" cy="258229"/>
            </a:xfrm>
          </p:grpSpPr>
          <p:sp>
            <p:nvSpPr>
              <p:cNvPr id="119" name="右中括号 118">
                <a:extLst>
                  <a:ext uri="{FF2B5EF4-FFF2-40B4-BE49-F238E27FC236}">
                    <a16:creationId xmlns:a16="http://schemas.microsoft.com/office/drawing/2014/main" id="{4FD99739-DA93-54B3-24CC-632819FC2629}"/>
                  </a:ext>
                </a:extLst>
              </p:cNvPr>
              <p:cNvSpPr/>
              <p:nvPr/>
            </p:nvSpPr>
            <p:spPr>
              <a:xfrm rot="16200000">
                <a:off x="2462980" y="1529799"/>
                <a:ext cx="94616" cy="1513228"/>
              </a:xfrm>
              <a:prstGeom prst="rightBracket">
                <a:avLst>
                  <a:gd name="adj" fmla="val 0"/>
                </a:avLst>
              </a:prstGeom>
              <a:ln>
                <a:solidFill>
                  <a:srgbClr val="7584E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21" name="直接连接符 120">
                <a:extLst>
                  <a:ext uri="{FF2B5EF4-FFF2-40B4-BE49-F238E27FC236}">
                    <a16:creationId xmlns:a16="http://schemas.microsoft.com/office/drawing/2014/main" id="{36A103BE-4940-E9BF-C273-9F426976DCB2}"/>
                  </a:ext>
                </a:extLst>
              </p:cNvPr>
              <p:cNvCxnSpPr>
                <a:cxnSpLocks/>
              </p:cNvCxnSpPr>
              <p:nvPr/>
            </p:nvCxnSpPr>
            <p:spPr>
              <a:xfrm>
                <a:off x="2491472" y="2075492"/>
                <a:ext cx="0" cy="258229"/>
              </a:xfrm>
              <a:prstGeom prst="line">
                <a:avLst/>
              </a:prstGeom>
              <a:ln>
                <a:solidFill>
                  <a:srgbClr val="7584E5"/>
                </a:solidFill>
              </a:ln>
            </p:spPr>
            <p:style>
              <a:lnRef idx="1">
                <a:schemeClr val="accent1"/>
              </a:lnRef>
              <a:fillRef idx="0">
                <a:schemeClr val="accent1"/>
              </a:fillRef>
              <a:effectRef idx="0">
                <a:schemeClr val="accent1"/>
              </a:effectRef>
              <a:fontRef idx="minor">
                <a:schemeClr val="tx1"/>
              </a:fontRef>
            </p:style>
          </p:cxnSp>
        </p:grpSp>
        <p:grpSp>
          <p:nvGrpSpPr>
            <p:cNvPr id="8" name="组合 7">
              <a:extLst>
                <a:ext uri="{FF2B5EF4-FFF2-40B4-BE49-F238E27FC236}">
                  <a16:creationId xmlns:a16="http://schemas.microsoft.com/office/drawing/2014/main" id="{F80E8FE3-86EC-FBC4-6F8C-54B13BEE48AC}"/>
                </a:ext>
              </a:extLst>
            </p:cNvPr>
            <p:cNvGrpSpPr/>
            <p:nvPr/>
          </p:nvGrpSpPr>
          <p:grpSpPr>
            <a:xfrm>
              <a:off x="2065056" y="1422627"/>
              <a:ext cx="857816" cy="652865"/>
              <a:chOff x="7866731" y="1005790"/>
              <a:chExt cx="1169117" cy="889789"/>
            </a:xfrm>
          </p:grpSpPr>
          <p:sp>
            <p:nvSpPr>
              <p:cNvPr id="9" name="菱形 8">
                <a:extLst>
                  <a:ext uri="{FF2B5EF4-FFF2-40B4-BE49-F238E27FC236}">
                    <a16:creationId xmlns:a16="http://schemas.microsoft.com/office/drawing/2014/main" id="{2678F78B-0C98-9554-D031-C88C9D055B6E}"/>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0" name="组合 9">
                <a:extLst>
                  <a:ext uri="{FF2B5EF4-FFF2-40B4-BE49-F238E27FC236}">
                    <a16:creationId xmlns:a16="http://schemas.microsoft.com/office/drawing/2014/main" id="{88E3047F-90A5-68CC-3377-82603890EDFA}"/>
                  </a:ext>
                </a:extLst>
              </p:cNvPr>
              <p:cNvGrpSpPr/>
              <p:nvPr/>
            </p:nvGrpSpPr>
            <p:grpSpPr>
              <a:xfrm>
                <a:off x="7979430" y="1005790"/>
                <a:ext cx="943718" cy="796775"/>
                <a:chOff x="8056563" y="1092200"/>
                <a:chExt cx="1641476" cy="1385888"/>
              </a:xfrm>
            </p:grpSpPr>
            <p:sp>
              <p:nvSpPr>
                <p:cNvPr id="11" name="Freeform 18">
                  <a:extLst>
                    <a:ext uri="{FF2B5EF4-FFF2-40B4-BE49-F238E27FC236}">
                      <a16:creationId xmlns:a16="http://schemas.microsoft.com/office/drawing/2014/main" id="{E070159B-3FE3-C79F-CED8-D57DF242121B}"/>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Freeform 19">
                  <a:extLst>
                    <a:ext uri="{FF2B5EF4-FFF2-40B4-BE49-F238E27FC236}">
                      <a16:creationId xmlns:a16="http://schemas.microsoft.com/office/drawing/2014/main" id="{BB61543B-2DBF-FDFD-C9E0-462E9D980E76}"/>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Freeform 20">
                  <a:extLst>
                    <a:ext uri="{FF2B5EF4-FFF2-40B4-BE49-F238E27FC236}">
                      <a16:creationId xmlns:a16="http://schemas.microsoft.com/office/drawing/2014/main" id="{70DD7AB5-513E-4940-3B5B-3D1242E923C9}"/>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127" name="组合 126">
            <a:extLst>
              <a:ext uri="{FF2B5EF4-FFF2-40B4-BE49-F238E27FC236}">
                <a16:creationId xmlns:a16="http://schemas.microsoft.com/office/drawing/2014/main" id="{2471CE70-05CC-1421-4CB8-EE7057B3856E}"/>
              </a:ext>
            </a:extLst>
          </p:cNvPr>
          <p:cNvGrpSpPr/>
          <p:nvPr/>
        </p:nvGrpSpPr>
        <p:grpSpPr>
          <a:xfrm>
            <a:off x="3809960" y="1615477"/>
            <a:ext cx="2162104" cy="1268558"/>
            <a:chOff x="1410420" y="1422627"/>
            <a:chExt cx="2162104" cy="1268558"/>
          </a:xfrm>
        </p:grpSpPr>
        <p:grpSp>
          <p:nvGrpSpPr>
            <p:cNvPr id="128" name="组合 127">
              <a:extLst>
                <a:ext uri="{FF2B5EF4-FFF2-40B4-BE49-F238E27FC236}">
                  <a16:creationId xmlns:a16="http://schemas.microsoft.com/office/drawing/2014/main" id="{CF14E0C1-1E5F-3FE7-D97B-C746490C9189}"/>
                </a:ext>
              </a:extLst>
            </p:cNvPr>
            <p:cNvGrpSpPr/>
            <p:nvPr/>
          </p:nvGrpSpPr>
          <p:grpSpPr>
            <a:xfrm>
              <a:off x="1410420" y="2447345"/>
              <a:ext cx="2162104" cy="243840"/>
              <a:chOff x="1410420" y="2237372"/>
              <a:chExt cx="2162104" cy="243840"/>
            </a:xfrm>
          </p:grpSpPr>
          <p:grpSp>
            <p:nvGrpSpPr>
              <p:cNvPr id="138" name="组合 137">
                <a:extLst>
                  <a:ext uri="{FF2B5EF4-FFF2-40B4-BE49-F238E27FC236}">
                    <a16:creationId xmlns:a16="http://schemas.microsoft.com/office/drawing/2014/main" id="{D4BF25CF-D91B-FCDB-340A-04B051AAC0EE}"/>
                  </a:ext>
                </a:extLst>
              </p:cNvPr>
              <p:cNvGrpSpPr/>
              <p:nvPr/>
            </p:nvGrpSpPr>
            <p:grpSpPr>
              <a:xfrm>
                <a:off x="1410420" y="2237372"/>
                <a:ext cx="624558" cy="243840"/>
                <a:chOff x="1756405" y="2309707"/>
                <a:chExt cx="624558" cy="243840"/>
              </a:xfrm>
            </p:grpSpPr>
            <p:sp>
              <p:nvSpPr>
                <p:cNvPr id="145" name="矩形 144">
                  <a:extLst>
                    <a:ext uri="{FF2B5EF4-FFF2-40B4-BE49-F238E27FC236}">
                      <a16:creationId xmlns:a16="http://schemas.microsoft.com/office/drawing/2014/main" id="{C1A6CC72-817D-2B98-CEAE-56C8298B0592}"/>
                    </a:ext>
                  </a:extLst>
                </p:cNvPr>
                <p:cNvSpPr/>
                <p:nvPr/>
              </p:nvSpPr>
              <p:spPr>
                <a:xfrm>
                  <a:off x="1756405" y="2309707"/>
                  <a:ext cx="624558" cy="243840"/>
                </a:xfrm>
                <a:prstGeom prst="rect">
                  <a:avLst/>
                </a:prstGeom>
                <a:solidFill>
                  <a:srgbClr val="E7EBFF">
                    <a:alpha val="50000"/>
                  </a:srgbClr>
                </a:solidFill>
                <a:ln w="6350">
                  <a:solidFill>
                    <a:srgbClr val="8E9C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文本框 145">
                  <a:extLst>
                    <a:ext uri="{FF2B5EF4-FFF2-40B4-BE49-F238E27FC236}">
                      <a16:creationId xmlns:a16="http://schemas.microsoft.com/office/drawing/2014/main" id="{14EF34F1-F32C-00D4-FE0B-BE7EA14E1045}"/>
                    </a:ext>
                  </a:extLst>
                </p:cNvPr>
                <p:cNvSpPr txBox="1"/>
                <p:nvPr/>
              </p:nvSpPr>
              <p:spPr>
                <a:xfrm>
                  <a:off x="1771167" y="2338103"/>
                  <a:ext cx="595035" cy="215444"/>
                </a:xfrm>
                <a:prstGeom prst="rect">
                  <a:avLst/>
                </a:prstGeom>
                <a:noFill/>
              </p:spPr>
              <p:txBody>
                <a:bodyPr wrap="none" rtlCol="0">
                  <a:spAutoFit/>
                </a:body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nvGrpSpPr>
              <p:cNvPr id="139" name="组合 138">
                <a:extLst>
                  <a:ext uri="{FF2B5EF4-FFF2-40B4-BE49-F238E27FC236}">
                    <a16:creationId xmlns:a16="http://schemas.microsoft.com/office/drawing/2014/main" id="{FE0A0216-F311-2305-9BD8-88D9E224682A}"/>
                  </a:ext>
                </a:extLst>
              </p:cNvPr>
              <p:cNvGrpSpPr/>
              <p:nvPr/>
            </p:nvGrpSpPr>
            <p:grpSpPr>
              <a:xfrm>
                <a:off x="2179193" y="2237372"/>
                <a:ext cx="624558" cy="243840"/>
                <a:chOff x="1756405" y="2309707"/>
                <a:chExt cx="624558" cy="243840"/>
              </a:xfrm>
            </p:grpSpPr>
            <p:sp>
              <p:nvSpPr>
                <p:cNvPr id="143" name="矩形 142">
                  <a:extLst>
                    <a:ext uri="{FF2B5EF4-FFF2-40B4-BE49-F238E27FC236}">
                      <a16:creationId xmlns:a16="http://schemas.microsoft.com/office/drawing/2014/main" id="{BC030960-31A6-6A67-DB91-0D47F4798803}"/>
                    </a:ext>
                  </a:extLst>
                </p:cNvPr>
                <p:cNvSpPr/>
                <p:nvPr/>
              </p:nvSpPr>
              <p:spPr>
                <a:xfrm>
                  <a:off x="1756405" y="2309707"/>
                  <a:ext cx="624558" cy="243840"/>
                </a:xfrm>
                <a:prstGeom prst="rect">
                  <a:avLst/>
                </a:prstGeom>
                <a:solidFill>
                  <a:srgbClr val="E7EBFF">
                    <a:alpha val="50000"/>
                  </a:srgbClr>
                </a:solidFill>
                <a:ln w="6350">
                  <a:solidFill>
                    <a:srgbClr val="8E9C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文本框 143">
                  <a:extLst>
                    <a:ext uri="{FF2B5EF4-FFF2-40B4-BE49-F238E27FC236}">
                      <a16:creationId xmlns:a16="http://schemas.microsoft.com/office/drawing/2014/main" id="{78B7FC70-E611-BF10-C691-125B50B16547}"/>
                    </a:ext>
                  </a:extLst>
                </p:cNvPr>
                <p:cNvSpPr txBox="1"/>
                <p:nvPr/>
              </p:nvSpPr>
              <p:spPr>
                <a:xfrm>
                  <a:off x="1771167" y="2338103"/>
                  <a:ext cx="595035" cy="215444"/>
                </a:xfrm>
                <a:prstGeom prst="rect">
                  <a:avLst/>
                </a:prstGeom>
                <a:noFill/>
              </p:spPr>
              <p:txBody>
                <a:bodyPr wrap="none" rtlCol="0">
                  <a:spAutoFit/>
                </a:body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nvGrpSpPr>
              <p:cNvPr id="140" name="组合 139">
                <a:extLst>
                  <a:ext uri="{FF2B5EF4-FFF2-40B4-BE49-F238E27FC236}">
                    <a16:creationId xmlns:a16="http://schemas.microsoft.com/office/drawing/2014/main" id="{0A9E5D68-6C0F-013D-3BCF-BE9306ED0275}"/>
                  </a:ext>
                </a:extLst>
              </p:cNvPr>
              <p:cNvGrpSpPr/>
              <p:nvPr/>
            </p:nvGrpSpPr>
            <p:grpSpPr>
              <a:xfrm>
                <a:off x="2947966" y="2237372"/>
                <a:ext cx="624558" cy="243840"/>
                <a:chOff x="1756405" y="2309707"/>
                <a:chExt cx="624558" cy="243840"/>
              </a:xfrm>
            </p:grpSpPr>
            <p:sp>
              <p:nvSpPr>
                <p:cNvPr id="141" name="矩形 140">
                  <a:extLst>
                    <a:ext uri="{FF2B5EF4-FFF2-40B4-BE49-F238E27FC236}">
                      <a16:creationId xmlns:a16="http://schemas.microsoft.com/office/drawing/2014/main" id="{4C23C5BF-F08C-2488-8B44-8782902B1B5F}"/>
                    </a:ext>
                  </a:extLst>
                </p:cNvPr>
                <p:cNvSpPr/>
                <p:nvPr/>
              </p:nvSpPr>
              <p:spPr>
                <a:xfrm>
                  <a:off x="1756405" y="2309707"/>
                  <a:ext cx="624558" cy="243840"/>
                </a:xfrm>
                <a:prstGeom prst="rect">
                  <a:avLst/>
                </a:prstGeom>
                <a:solidFill>
                  <a:srgbClr val="E7EBFF">
                    <a:alpha val="50000"/>
                  </a:srgbClr>
                </a:solidFill>
                <a:ln w="6350">
                  <a:solidFill>
                    <a:srgbClr val="8E9C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文本框 141">
                  <a:extLst>
                    <a:ext uri="{FF2B5EF4-FFF2-40B4-BE49-F238E27FC236}">
                      <a16:creationId xmlns:a16="http://schemas.microsoft.com/office/drawing/2014/main" id="{E18C543F-79CD-3590-E101-93E8FE1DA640}"/>
                    </a:ext>
                  </a:extLst>
                </p:cNvPr>
                <p:cNvSpPr txBox="1"/>
                <p:nvPr/>
              </p:nvSpPr>
              <p:spPr>
                <a:xfrm>
                  <a:off x="1771167" y="2338103"/>
                  <a:ext cx="595035" cy="215444"/>
                </a:xfrm>
                <a:prstGeom prst="rect">
                  <a:avLst/>
                </a:prstGeom>
                <a:noFill/>
              </p:spPr>
              <p:txBody>
                <a:bodyPr wrap="none" rtlCol="0">
                  <a:spAutoFit/>
                </a:body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grpSp>
          <p:nvGrpSpPr>
            <p:cNvPr id="129" name="组合 128">
              <a:extLst>
                <a:ext uri="{FF2B5EF4-FFF2-40B4-BE49-F238E27FC236}">
                  <a16:creationId xmlns:a16="http://schemas.microsoft.com/office/drawing/2014/main" id="{8DAC8AED-1AD1-E3EA-760F-F15B09DC040F}"/>
                </a:ext>
              </a:extLst>
            </p:cNvPr>
            <p:cNvGrpSpPr/>
            <p:nvPr/>
          </p:nvGrpSpPr>
          <p:grpSpPr>
            <a:xfrm>
              <a:off x="1753674" y="2075492"/>
              <a:ext cx="1513228" cy="258229"/>
              <a:chOff x="1753674" y="2075492"/>
              <a:chExt cx="1513228" cy="258229"/>
            </a:xfrm>
          </p:grpSpPr>
          <p:sp>
            <p:nvSpPr>
              <p:cNvPr id="136" name="右中括号 135">
                <a:extLst>
                  <a:ext uri="{FF2B5EF4-FFF2-40B4-BE49-F238E27FC236}">
                    <a16:creationId xmlns:a16="http://schemas.microsoft.com/office/drawing/2014/main" id="{7F3EF4B6-D12D-B0CE-2A0E-6BEBF933DBFB}"/>
                  </a:ext>
                </a:extLst>
              </p:cNvPr>
              <p:cNvSpPr/>
              <p:nvPr/>
            </p:nvSpPr>
            <p:spPr>
              <a:xfrm rot="16200000">
                <a:off x="2462980" y="1529799"/>
                <a:ext cx="94616" cy="1513228"/>
              </a:xfrm>
              <a:prstGeom prst="rightBracket">
                <a:avLst>
                  <a:gd name="adj" fmla="val 0"/>
                </a:avLst>
              </a:prstGeom>
              <a:ln>
                <a:solidFill>
                  <a:srgbClr val="7584E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7" name="直接连接符 136">
                <a:extLst>
                  <a:ext uri="{FF2B5EF4-FFF2-40B4-BE49-F238E27FC236}">
                    <a16:creationId xmlns:a16="http://schemas.microsoft.com/office/drawing/2014/main" id="{E88364AD-2D95-6C9C-8919-4B89E9A3FB24}"/>
                  </a:ext>
                </a:extLst>
              </p:cNvPr>
              <p:cNvCxnSpPr>
                <a:cxnSpLocks/>
              </p:cNvCxnSpPr>
              <p:nvPr/>
            </p:nvCxnSpPr>
            <p:spPr>
              <a:xfrm>
                <a:off x="2491472" y="2075492"/>
                <a:ext cx="0" cy="258229"/>
              </a:xfrm>
              <a:prstGeom prst="line">
                <a:avLst/>
              </a:prstGeom>
              <a:ln>
                <a:solidFill>
                  <a:srgbClr val="7584E5"/>
                </a:solidFill>
              </a:ln>
            </p:spPr>
            <p:style>
              <a:lnRef idx="1">
                <a:schemeClr val="accent1"/>
              </a:lnRef>
              <a:fillRef idx="0">
                <a:schemeClr val="accent1"/>
              </a:fillRef>
              <a:effectRef idx="0">
                <a:schemeClr val="accent1"/>
              </a:effectRef>
              <a:fontRef idx="minor">
                <a:schemeClr val="tx1"/>
              </a:fontRef>
            </p:style>
          </p:cxnSp>
        </p:grpSp>
        <p:grpSp>
          <p:nvGrpSpPr>
            <p:cNvPr id="130" name="组合 129">
              <a:extLst>
                <a:ext uri="{FF2B5EF4-FFF2-40B4-BE49-F238E27FC236}">
                  <a16:creationId xmlns:a16="http://schemas.microsoft.com/office/drawing/2014/main" id="{4CF9E16A-F52C-4375-A205-5E7405420322}"/>
                </a:ext>
              </a:extLst>
            </p:cNvPr>
            <p:cNvGrpSpPr/>
            <p:nvPr/>
          </p:nvGrpSpPr>
          <p:grpSpPr>
            <a:xfrm>
              <a:off x="2065056" y="1422627"/>
              <a:ext cx="857816" cy="652865"/>
              <a:chOff x="7866731" y="1005790"/>
              <a:chExt cx="1169117" cy="889789"/>
            </a:xfrm>
          </p:grpSpPr>
          <p:sp>
            <p:nvSpPr>
              <p:cNvPr id="131" name="菱形 130">
                <a:extLst>
                  <a:ext uri="{FF2B5EF4-FFF2-40B4-BE49-F238E27FC236}">
                    <a16:creationId xmlns:a16="http://schemas.microsoft.com/office/drawing/2014/main" id="{A8E6E7B7-7BE8-12E4-5119-7DE83CB75112}"/>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32" name="组合 131">
                <a:extLst>
                  <a:ext uri="{FF2B5EF4-FFF2-40B4-BE49-F238E27FC236}">
                    <a16:creationId xmlns:a16="http://schemas.microsoft.com/office/drawing/2014/main" id="{B8F51977-BE69-56C4-238B-8533E0466FE2}"/>
                  </a:ext>
                </a:extLst>
              </p:cNvPr>
              <p:cNvGrpSpPr/>
              <p:nvPr/>
            </p:nvGrpSpPr>
            <p:grpSpPr>
              <a:xfrm>
                <a:off x="7979430" y="1005790"/>
                <a:ext cx="943718" cy="796775"/>
                <a:chOff x="8056563" y="1092200"/>
                <a:chExt cx="1641476" cy="1385888"/>
              </a:xfrm>
            </p:grpSpPr>
            <p:sp>
              <p:nvSpPr>
                <p:cNvPr id="133" name="Freeform 18">
                  <a:extLst>
                    <a:ext uri="{FF2B5EF4-FFF2-40B4-BE49-F238E27FC236}">
                      <a16:creationId xmlns:a16="http://schemas.microsoft.com/office/drawing/2014/main" id="{531513B3-57FA-1C0F-A8EA-4C3B966D5E88}"/>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4" name="Freeform 19">
                  <a:extLst>
                    <a:ext uri="{FF2B5EF4-FFF2-40B4-BE49-F238E27FC236}">
                      <a16:creationId xmlns:a16="http://schemas.microsoft.com/office/drawing/2014/main" id="{71AAFDB0-4911-9D99-F284-57C9F85771E9}"/>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5" name="Freeform 20">
                  <a:extLst>
                    <a:ext uri="{FF2B5EF4-FFF2-40B4-BE49-F238E27FC236}">
                      <a16:creationId xmlns:a16="http://schemas.microsoft.com/office/drawing/2014/main" id="{9CA5E81B-CB4C-E90E-970C-7251D49B6694}"/>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147" name="组合 146">
            <a:extLst>
              <a:ext uri="{FF2B5EF4-FFF2-40B4-BE49-F238E27FC236}">
                <a16:creationId xmlns:a16="http://schemas.microsoft.com/office/drawing/2014/main" id="{F55A0F99-BB19-466A-CBEA-CB4DA6F391D7}"/>
              </a:ext>
            </a:extLst>
          </p:cNvPr>
          <p:cNvGrpSpPr/>
          <p:nvPr/>
        </p:nvGrpSpPr>
        <p:grpSpPr>
          <a:xfrm>
            <a:off x="6158399" y="1615477"/>
            <a:ext cx="2162104" cy="1268558"/>
            <a:chOff x="1410420" y="1422627"/>
            <a:chExt cx="2162104" cy="1268558"/>
          </a:xfrm>
        </p:grpSpPr>
        <p:grpSp>
          <p:nvGrpSpPr>
            <p:cNvPr id="148" name="组合 147">
              <a:extLst>
                <a:ext uri="{FF2B5EF4-FFF2-40B4-BE49-F238E27FC236}">
                  <a16:creationId xmlns:a16="http://schemas.microsoft.com/office/drawing/2014/main" id="{A6574C99-E47B-F627-E016-B765410E4CAC}"/>
                </a:ext>
              </a:extLst>
            </p:cNvPr>
            <p:cNvGrpSpPr/>
            <p:nvPr/>
          </p:nvGrpSpPr>
          <p:grpSpPr>
            <a:xfrm>
              <a:off x="1410420" y="2447345"/>
              <a:ext cx="2162104" cy="243840"/>
              <a:chOff x="1410420" y="2237372"/>
              <a:chExt cx="2162104" cy="243840"/>
            </a:xfrm>
          </p:grpSpPr>
          <p:grpSp>
            <p:nvGrpSpPr>
              <p:cNvPr id="158" name="组合 157">
                <a:extLst>
                  <a:ext uri="{FF2B5EF4-FFF2-40B4-BE49-F238E27FC236}">
                    <a16:creationId xmlns:a16="http://schemas.microsoft.com/office/drawing/2014/main" id="{0F886CE8-9239-8375-8C1A-9C2D5B795B64}"/>
                  </a:ext>
                </a:extLst>
              </p:cNvPr>
              <p:cNvGrpSpPr/>
              <p:nvPr/>
            </p:nvGrpSpPr>
            <p:grpSpPr>
              <a:xfrm>
                <a:off x="1410420" y="2237372"/>
                <a:ext cx="624558" cy="243840"/>
                <a:chOff x="1756405" y="2309707"/>
                <a:chExt cx="624558" cy="243840"/>
              </a:xfrm>
            </p:grpSpPr>
            <p:sp>
              <p:nvSpPr>
                <p:cNvPr id="165" name="矩形 164">
                  <a:extLst>
                    <a:ext uri="{FF2B5EF4-FFF2-40B4-BE49-F238E27FC236}">
                      <a16:creationId xmlns:a16="http://schemas.microsoft.com/office/drawing/2014/main" id="{28382490-9BF1-86C3-C4C7-D966BE2DE9D8}"/>
                    </a:ext>
                  </a:extLst>
                </p:cNvPr>
                <p:cNvSpPr/>
                <p:nvPr/>
              </p:nvSpPr>
              <p:spPr>
                <a:xfrm>
                  <a:off x="1756405" y="2309707"/>
                  <a:ext cx="624558" cy="243840"/>
                </a:xfrm>
                <a:prstGeom prst="rect">
                  <a:avLst/>
                </a:prstGeom>
                <a:solidFill>
                  <a:srgbClr val="E7EBFF">
                    <a:alpha val="50000"/>
                  </a:srgbClr>
                </a:solidFill>
                <a:ln w="6350">
                  <a:solidFill>
                    <a:srgbClr val="8E9C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文本框 165">
                  <a:extLst>
                    <a:ext uri="{FF2B5EF4-FFF2-40B4-BE49-F238E27FC236}">
                      <a16:creationId xmlns:a16="http://schemas.microsoft.com/office/drawing/2014/main" id="{1BC4CFDD-C414-CEF1-8F5D-F45DCBC1E6B3}"/>
                    </a:ext>
                  </a:extLst>
                </p:cNvPr>
                <p:cNvSpPr txBox="1"/>
                <p:nvPr/>
              </p:nvSpPr>
              <p:spPr>
                <a:xfrm>
                  <a:off x="1771167" y="2338103"/>
                  <a:ext cx="595035" cy="215444"/>
                </a:xfrm>
                <a:prstGeom prst="rect">
                  <a:avLst/>
                </a:prstGeom>
                <a:noFill/>
              </p:spPr>
              <p:txBody>
                <a:bodyPr wrap="none" rtlCol="0">
                  <a:spAutoFit/>
                </a:body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nvGrpSpPr>
              <p:cNvPr id="159" name="组合 158">
                <a:extLst>
                  <a:ext uri="{FF2B5EF4-FFF2-40B4-BE49-F238E27FC236}">
                    <a16:creationId xmlns:a16="http://schemas.microsoft.com/office/drawing/2014/main" id="{CA28C105-7106-54F9-E23B-72A0B390339F}"/>
                  </a:ext>
                </a:extLst>
              </p:cNvPr>
              <p:cNvGrpSpPr/>
              <p:nvPr/>
            </p:nvGrpSpPr>
            <p:grpSpPr>
              <a:xfrm>
                <a:off x="2179193" y="2237372"/>
                <a:ext cx="624558" cy="243840"/>
                <a:chOff x="1756405" y="2309707"/>
                <a:chExt cx="624558" cy="243840"/>
              </a:xfrm>
            </p:grpSpPr>
            <p:sp>
              <p:nvSpPr>
                <p:cNvPr id="163" name="矩形 162">
                  <a:extLst>
                    <a:ext uri="{FF2B5EF4-FFF2-40B4-BE49-F238E27FC236}">
                      <a16:creationId xmlns:a16="http://schemas.microsoft.com/office/drawing/2014/main" id="{16B45707-F665-AAD3-B22B-4F6E68BAE414}"/>
                    </a:ext>
                  </a:extLst>
                </p:cNvPr>
                <p:cNvSpPr/>
                <p:nvPr/>
              </p:nvSpPr>
              <p:spPr>
                <a:xfrm>
                  <a:off x="1756405" y="2309707"/>
                  <a:ext cx="624558" cy="243840"/>
                </a:xfrm>
                <a:prstGeom prst="rect">
                  <a:avLst/>
                </a:prstGeom>
                <a:solidFill>
                  <a:srgbClr val="E7EBFF">
                    <a:alpha val="50000"/>
                  </a:srgbClr>
                </a:solidFill>
                <a:ln w="6350">
                  <a:solidFill>
                    <a:srgbClr val="8E9C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1B437CCB-F2E0-429E-F35F-048A6702C239}"/>
                    </a:ext>
                  </a:extLst>
                </p:cNvPr>
                <p:cNvSpPr txBox="1"/>
                <p:nvPr/>
              </p:nvSpPr>
              <p:spPr>
                <a:xfrm>
                  <a:off x="1771167" y="2338103"/>
                  <a:ext cx="595035" cy="215444"/>
                </a:xfrm>
                <a:prstGeom prst="rect">
                  <a:avLst/>
                </a:prstGeom>
                <a:noFill/>
              </p:spPr>
              <p:txBody>
                <a:bodyPr wrap="none" rtlCol="0">
                  <a:spAutoFit/>
                </a:body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nvGrpSpPr>
              <p:cNvPr id="160" name="组合 159">
                <a:extLst>
                  <a:ext uri="{FF2B5EF4-FFF2-40B4-BE49-F238E27FC236}">
                    <a16:creationId xmlns:a16="http://schemas.microsoft.com/office/drawing/2014/main" id="{1527BAE6-6A04-09A8-D921-DF161990997F}"/>
                  </a:ext>
                </a:extLst>
              </p:cNvPr>
              <p:cNvGrpSpPr/>
              <p:nvPr/>
            </p:nvGrpSpPr>
            <p:grpSpPr>
              <a:xfrm>
                <a:off x="2947966" y="2237372"/>
                <a:ext cx="624558" cy="243840"/>
                <a:chOff x="1756405" y="2309707"/>
                <a:chExt cx="624558" cy="243840"/>
              </a:xfrm>
            </p:grpSpPr>
            <p:sp>
              <p:nvSpPr>
                <p:cNvPr id="161" name="矩形 160">
                  <a:extLst>
                    <a:ext uri="{FF2B5EF4-FFF2-40B4-BE49-F238E27FC236}">
                      <a16:creationId xmlns:a16="http://schemas.microsoft.com/office/drawing/2014/main" id="{E5776548-8E49-8FCA-1005-D2FED6A132DE}"/>
                    </a:ext>
                  </a:extLst>
                </p:cNvPr>
                <p:cNvSpPr/>
                <p:nvPr/>
              </p:nvSpPr>
              <p:spPr>
                <a:xfrm>
                  <a:off x="1756405" y="2309707"/>
                  <a:ext cx="624558" cy="243840"/>
                </a:xfrm>
                <a:prstGeom prst="rect">
                  <a:avLst/>
                </a:prstGeom>
                <a:solidFill>
                  <a:srgbClr val="E7EBFF">
                    <a:alpha val="50000"/>
                  </a:srgbClr>
                </a:solidFill>
                <a:ln w="6350">
                  <a:solidFill>
                    <a:srgbClr val="8E9C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文本框 161">
                  <a:extLst>
                    <a:ext uri="{FF2B5EF4-FFF2-40B4-BE49-F238E27FC236}">
                      <a16:creationId xmlns:a16="http://schemas.microsoft.com/office/drawing/2014/main" id="{583A9AEB-1ED7-10C7-6AFD-C2896E7E7C60}"/>
                    </a:ext>
                  </a:extLst>
                </p:cNvPr>
                <p:cNvSpPr txBox="1"/>
                <p:nvPr/>
              </p:nvSpPr>
              <p:spPr>
                <a:xfrm>
                  <a:off x="1771167" y="2338103"/>
                  <a:ext cx="595035" cy="215444"/>
                </a:xfrm>
                <a:prstGeom prst="rect">
                  <a:avLst/>
                </a:prstGeom>
                <a:noFill/>
              </p:spPr>
              <p:txBody>
                <a:bodyPr wrap="none" rtlCol="0">
                  <a:spAutoFit/>
                </a:body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grpSp>
          <p:nvGrpSpPr>
            <p:cNvPr id="149" name="组合 148">
              <a:extLst>
                <a:ext uri="{FF2B5EF4-FFF2-40B4-BE49-F238E27FC236}">
                  <a16:creationId xmlns:a16="http://schemas.microsoft.com/office/drawing/2014/main" id="{562403A9-B900-745D-CE8B-AA4811335EB5}"/>
                </a:ext>
              </a:extLst>
            </p:cNvPr>
            <p:cNvGrpSpPr/>
            <p:nvPr/>
          </p:nvGrpSpPr>
          <p:grpSpPr>
            <a:xfrm>
              <a:off x="1753674" y="2075492"/>
              <a:ext cx="1513228" cy="258229"/>
              <a:chOff x="1753674" y="2075492"/>
              <a:chExt cx="1513228" cy="258229"/>
            </a:xfrm>
          </p:grpSpPr>
          <p:sp>
            <p:nvSpPr>
              <p:cNvPr id="156" name="右中括号 155">
                <a:extLst>
                  <a:ext uri="{FF2B5EF4-FFF2-40B4-BE49-F238E27FC236}">
                    <a16:creationId xmlns:a16="http://schemas.microsoft.com/office/drawing/2014/main" id="{574A8F4B-5FB1-15A7-DDD0-78AF46AB8911}"/>
                  </a:ext>
                </a:extLst>
              </p:cNvPr>
              <p:cNvSpPr/>
              <p:nvPr/>
            </p:nvSpPr>
            <p:spPr>
              <a:xfrm rot="16200000">
                <a:off x="2462980" y="1529799"/>
                <a:ext cx="94616" cy="1513228"/>
              </a:xfrm>
              <a:prstGeom prst="rightBracket">
                <a:avLst>
                  <a:gd name="adj" fmla="val 0"/>
                </a:avLst>
              </a:prstGeom>
              <a:ln>
                <a:solidFill>
                  <a:srgbClr val="7584E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57" name="直接连接符 156">
                <a:extLst>
                  <a:ext uri="{FF2B5EF4-FFF2-40B4-BE49-F238E27FC236}">
                    <a16:creationId xmlns:a16="http://schemas.microsoft.com/office/drawing/2014/main" id="{33F2564E-5112-1D88-CB8C-E005782A35B1}"/>
                  </a:ext>
                </a:extLst>
              </p:cNvPr>
              <p:cNvCxnSpPr>
                <a:cxnSpLocks/>
              </p:cNvCxnSpPr>
              <p:nvPr/>
            </p:nvCxnSpPr>
            <p:spPr>
              <a:xfrm>
                <a:off x="2491472" y="2075492"/>
                <a:ext cx="0" cy="258229"/>
              </a:xfrm>
              <a:prstGeom prst="line">
                <a:avLst/>
              </a:prstGeom>
              <a:ln>
                <a:solidFill>
                  <a:srgbClr val="7584E5"/>
                </a:solidFill>
              </a:ln>
            </p:spPr>
            <p:style>
              <a:lnRef idx="1">
                <a:schemeClr val="accent1"/>
              </a:lnRef>
              <a:fillRef idx="0">
                <a:schemeClr val="accent1"/>
              </a:fillRef>
              <a:effectRef idx="0">
                <a:schemeClr val="accent1"/>
              </a:effectRef>
              <a:fontRef idx="minor">
                <a:schemeClr val="tx1"/>
              </a:fontRef>
            </p:style>
          </p:cxnSp>
        </p:grpSp>
        <p:grpSp>
          <p:nvGrpSpPr>
            <p:cNvPr id="150" name="组合 149">
              <a:extLst>
                <a:ext uri="{FF2B5EF4-FFF2-40B4-BE49-F238E27FC236}">
                  <a16:creationId xmlns:a16="http://schemas.microsoft.com/office/drawing/2014/main" id="{69F3083E-391C-D0CA-5801-FC5FAC63E58C}"/>
                </a:ext>
              </a:extLst>
            </p:cNvPr>
            <p:cNvGrpSpPr/>
            <p:nvPr/>
          </p:nvGrpSpPr>
          <p:grpSpPr>
            <a:xfrm>
              <a:off x="2065056" y="1422627"/>
              <a:ext cx="857816" cy="652865"/>
              <a:chOff x="7866731" y="1005790"/>
              <a:chExt cx="1169117" cy="889789"/>
            </a:xfrm>
          </p:grpSpPr>
          <p:sp>
            <p:nvSpPr>
              <p:cNvPr id="151" name="菱形 150">
                <a:extLst>
                  <a:ext uri="{FF2B5EF4-FFF2-40B4-BE49-F238E27FC236}">
                    <a16:creationId xmlns:a16="http://schemas.microsoft.com/office/drawing/2014/main" id="{E8245250-6441-E94F-3CC1-5B1104476B9B}"/>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52" name="组合 151">
                <a:extLst>
                  <a:ext uri="{FF2B5EF4-FFF2-40B4-BE49-F238E27FC236}">
                    <a16:creationId xmlns:a16="http://schemas.microsoft.com/office/drawing/2014/main" id="{1CCD8706-3A95-15E4-E130-F5962592F99C}"/>
                  </a:ext>
                </a:extLst>
              </p:cNvPr>
              <p:cNvGrpSpPr/>
              <p:nvPr/>
            </p:nvGrpSpPr>
            <p:grpSpPr>
              <a:xfrm>
                <a:off x="7979430" y="1005790"/>
                <a:ext cx="943718" cy="796775"/>
                <a:chOff x="8056563" y="1092200"/>
                <a:chExt cx="1641476" cy="1385888"/>
              </a:xfrm>
            </p:grpSpPr>
            <p:sp>
              <p:nvSpPr>
                <p:cNvPr id="153" name="Freeform 18">
                  <a:extLst>
                    <a:ext uri="{FF2B5EF4-FFF2-40B4-BE49-F238E27FC236}">
                      <a16:creationId xmlns:a16="http://schemas.microsoft.com/office/drawing/2014/main" id="{0C95416C-7FAF-B140-0B79-A725DB88BB59}"/>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4" name="Freeform 19">
                  <a:extLst>
                    <a:ext uri="{FF2B5EF4-FFF2-40B4-BE49-F238E27FC236}">
                      <a16:creationId xmlns:a16="http://schemas.microsoft.com/office/drawing/2014/main" id="{2E0D75AB-7285-4546-4CD4-844EE27482E3}"/>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5" name="Freeform 20">
                  <a:extLst>
                    <a:ext uri="{FF2B5EF4-FFF2-40B4-BE49-F238E27FC236}">
                      <a16:creationId xmlns:a16="http://schemas.microsoft.com/office/drawing/2014/main" id="{94867629-3D05-BDE2-14E1-1EA3321467ED}"/>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167" name="组合 166">
            <a:extLst>
              <a:ext uri="{FF2B5EF4-FFF2-40B4-BE49-F238E27FC236}">
                <a16:creationId xmlns:a16="http://schemas.microsoft.com/office/drawing/2014/main" id="{B431C216-C3A7-689E-562E-A3CC855E7334}"/>
              </a:ext>
            </a:extLst>
          </p:cNvPr>
          <p:cNvGrpSpPr/>
          <p:nvPr/>
        </p:nvGrpSpPr>
        <p:grpSpPr>
          <a:xfrm>
            <a:off x="8506838" y="1615477"/>
            <a:ext cx="2162104" cy="1268558"/>
            <a:chOff x="1410420" y="1422627"/>
            <a:chExt cx="2162104" cy="1268558"/>
          </a:xfrm>
        </p:grpSpPr>
        <p:grpSp>
          <p:nvGrpSpPr>
            <p:cNvPr id="168" name="组合 167">
              <a:extLst>
                <a:ext uri="{FF2B5EF4-FFF2-40B4-BE49-F238E27FC236}">
                  <a16:creationId xmlns:a16="http://schemas.microsoft.com/office/drawing/2014/main" id="{DF9D3D78-0A19-09DD-18B0-AF7EE02149FA}"/>
                </a:ext>
              </a:extLst>
            </p:cNvPr>
            <p:cNvGrpSpPr/>
            <p:nvPr/>
          </p:nvGrpSpPr>
          <p:grpSpPr>
            <a:xfrm>
              <a:off x="1410420" y="2447345"/>
              <a:ext cx="2162104" cy="243840"/>
              <a:chOff x="1410420" y="2237372"/>
              <a:chExt cx="2162104" cy="243840"/>
            </a:xfrm>
          </p:grpSpPr>
          <p:grpSp>
            <p:nvGrpSpPr>
              <p:cNvPr id="178" name="组合 177">
                <a:extLst>
                  <a:ext uri="{FF2B5EF4-FFF2-40B4-BE49-F238E27FC236}">
                    <a16:creationId xmlns:a16="http://schemas.microsoft.com/office/drawing/2014/main" id="{D7F064D1-E8C1-7A41-FEFE-F06D55AE68C1}"/>
                  </a:ext>
                </a:extLst>
              </p:cNvPr>
              <p:cNvGrpSpPr/>
              <p:nvPr/>
            </p:nvGrpSpPr>
            <p:grpSpPr>
              <a:xfrm>
                <a:off x="1410420" y="2237372"/>
                <a:ext cx="624558" cy="243840"/>
                <a:chOff x="1756405" y="2309707"/>
                <a:chExt cx="624558" cy="243840"/>
              </a:xfrm>
            </p:grpSpPr>
            <p:sp>
              <p:nvSpPr>
                <p:cNvPr id="185" name="矩形 184">
                  <a:extLst>
                    <a:ext uri="{FF2B5EF4-FFF2-40B4-BE49-F238E27FC236}">
                      <a16:creationId xmlns:a16="http://schemas.microsoft.com/office/drawing/2014/main" id="{0797487F-6246-73F5-146F-AC6A9EEC3876}"/>
                    </a:ext>
                  </a:extLst>
                </p:cNvPr>
                <p:cNvSpPr/>
                <p:nvPr/>
              </p:nvSpPr>
              <p:spPr>
                <a:xfrm>
                  <a:off x="1756405" y="2309707"/>
                  <a:ext cx="624558" cy="243840"/>
                </a:xfrm>
                <a:prstGeom prst="rect">
                  <a:avLst/>
                </a:prstGeom>
                <a:solidFill>
                  <a:srgbClr val="E7EBFF">
                    <a:alpha val="50000"/>
                  </a:srgbClr>
                </a:solidFill>
                <a:ln w="6350">
                  <a:solidFill>
                    <a:srgbClr val="8E9C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文本框 185">
                  <a:extLst>
                    <a:ext uri="{FF2B5EF4-FFF2-40B4-BE49-F238E27FC236}">
                      <a16:creationId xmlns:a16="http://schemas.microsoft.com/office/drawing/2014/main" id="{88C9E8B8-13A4-778F-0191-85E9BA388729}"/>
                    </a:ext>
                  </a:extLst>
                </p:cNvPr>
                <p:cNvSpPr txBox="1"/>
                <p:nvPr/>
              </p:nvSpPr>
              <p:spPr>
                <a:xfrm>
                  <a:off x="1771167" y="2338103"/>
                  <a:ext cx="595035" cy="215444"/>
                </a:xfrm>
                <a:prstGeom prst="rect">
                  <a:avLst/>
                </a:prstGeom>
                <a:noFill/>
              </p:spPr>
              <p:txBody>
                <a:bodyPr wrap="none" rtlCol="0">
                  <a:spAutoFit/>
                </a:body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nvGrpSpPr>
              <p:cNvPr id="179" name="组合 178">
                <a:extLst>
                  <a:ext uri="{FF2B5EF4-FFF2-40B4-BE49-F238E27FC236}">
                    <a16:creationId xmlns:a16="http://schemas.microsoft.com/office/drawing/2014/main" id="{4CE4ED6E-CCE9-FA1F-340A-C3C91899BAC6}"/>
                  </a:ext>
                </a:extLst>
              </p:cNvPr>
              <p:cNvGrpSpPr/>
              <p:nvPr/>
            </p:nvGrpSpPr>
            <p:grpSpPr>
              <a:xfrm>
                <a:off x="2179193" y="2237372"/>
                <a:ext cx="624558" cy="243840"/>
                <a:chOff x="1756405" y="2309707"/>
                <a:chExt cx="624558" cy="243840"/>
              </a:xfrm>
            </p:grpSpPr>
            <p:sp>
              <p:nvSpPr>
                <p:cNvPr id="183" name="矩形 182">
                  <a:extLst>
                    <a:ext uri="{FF2B5EF4-FFF2-40B4-BE49-F238E27FC236}">
                      <a16:creationId xmlns:a16="http://schemas.microsoft.com/office/drawing/2014/main" id="{5C812A86-83E7-867B-E9B8-6A1D4B98B196}"/>
                    </a:ext>
                  </a:extLst>
                </p:cNvPr>
                <p:cNvSpPr/>
                <p:nvPr/>
              </p:nvSpPr>
              <p:spPr>
                <a:xfrm>
                  <a:off x="1756405" y="2309707"/>
                  <a:ext cx="624558" cy="243840"/>
                </a:xfrm>
                <a:prstGeom prst="rect">
                  <a:avLst/>
                </a:prstGeom>
                <a:solidFill>
                  <a:srgbClr val="E7EBFF">
                    <a:alpha val="50000"/>
                  </a:srgbClr>
                </a:solidFill>
                <a:ln w="6350">
                  <a:solidFill>
                    <a:srgbClr val="8E9C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文本框 183">
                  <a:extLst>
                    <a:ext uri="{FF2B5EF4-FFF2-40B4-BE49-F238E27FC236}">
                      <a16:creationId xmlns:a16="http://schemas.microsoft.com/office/drawing/2014/main" id="{B3206F60-F231-7E94-A962-AF6890509BC4}"/>
                    </a:ext>
                  </a:extLst>
                </p:cNvPr>
                <p:cNvSpPr txBox="1"/>
                <p:nvPr/>
              </p:nvSpPr>
              <p:spPr>
                <a:xfrm>
                  <a:off x="1771167" y="2338103"/>
                  <a:ext cx="595035" cy="215444"/>
                </a:xfrm>
                <a:prstGeom prst="rect">
                  <a:avLst/>
                </a:prstGeom>
                <a:noFill/>
              </p:spPr>
              <p:txBody>
                <a:bodyPr wrap="none" rtlCol="0">
                  <a:spAutoFit/>
                </a:body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nvGrpSpPr>
              <p:cNvPr id="180" name="组合 179">
                <a:extLst>
                  <a:ext uri="{FF2B5EF4-FFF2-40B4-BE49-F238E27FC236}">
                    <a16:creationId xmlns:a16="http://schemas.microsoft.com/office/drawing/2014/main" id="{ECD6D8E2-7047-3B49-A8E4-5755F3033FE8}"/>
                  </a:ext>
                </a:extLst>
              </p:cNvPr>
              <p:cNvGrpSpPr/>
              <p:nvPr/>
            </p:nvGrpSpPr>
            <p:grpSpPr>
              <a:xfrm>
                <a:off x="2947966" y="2237372"/>
                <a:ext cx="624558" cy="243840"/>
                <a:chOff x="1756405" y="2309707"/>
                <a:chExt cx="624558" cy="243840"/>
              </a:xfrm>
            </p:grpSpPr>
            <p:sp>
              <p:nvSpPr>
                <p:cNvPr id="181" name="矩形 180">
                  <a:extLst>
                    <a:ext uri="{FF2B5EF4-FFF2-40B4-BE49-F238E27FC236}">
                      <a16:creationId xmlns:a16="http://schemas.microsoft.com/office/drawing/2014/main" id="{78E1A3E4-8A93-133F-5EC7-860F5EBA0DCB}"/>
                    </a:ext>
                  </a:extLst>
                </p:cNvPr>
                <p:cNvSpPr/>
                <p:nvPr/>
              </p:nvSpPr>
              <p:spPr>
                <a:xfrm>
                  <a:off x="1756405" y="2309707"/>
                  <a:ext cx="624558" cy="243840"/>
                </a:xfrm>
                <a:prstGeom prst="rect">
                  <a:avLst/>
                </a:prstGeom>
                <a:solidFill>
                  <a:srgbClr val="E7EBFF">
                    <a:alpha val="50000"/>
                  </a:srgbClr>
                </a:solidFill>
                <a:ln w="6350">
                  <a:solidFill>
                    <a:srgbClr val="8E9C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文本框 181">
                  <a:extLst>
                    <a:ext uri="{FF2B5EF4-FFF2-40B4-BE49-F238E27FC236}">
                      <a16:creationId xmlns:a16="http://schemas.microsoft.com/office/drawing/2014/main" id="{B62696CD-C4B4-8C0C-7063-9A42C469495C}"/>
                    </a:ext>
                  </a:extLst>
                </p:cNvPr>
                <p:cNvSpPr txBox="1"/>
                <p:nvPr/>
              </p:nvSpPr>
              <p:spPr>
                <a:xfrm>
                  <a:off x="1771167" y="2338103"/>
                  <a:ext cx="595035" cy="215444"/>
                </a:xfrm>
                <a:prstGeom prst="rect">
                  <a:avLst/>
                </a:prstGeom>
                <a:noFill/>
              </p:spPr>
              <p:txBody>
                <a:bodyPr wrap="none" rtlCol="0">
                  <a:spAutoFit/>
                </a:body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grpSp>
          <p:nvGrpSpPr>
            <p:cNvPr id="169" name="组合 168">
              <a:extLst>
                <a:ext uri="{FF2B5EF4-FFF2-40B4-BE49-F238E27FC236}">
                  <a16:creationId xmlns:a16="http://schemas.microsoft.com/office/drawing/2014/main" id="{ADED0374-5107-D13D-FB1D-648A5081724A}"/>
                </a:ext>
              </a:extLst>
            </p:cNvPr>
            <p:cNvGrpSpPr/>
            <p:nvPr/>
          </p:nvGrpSpPr>
          <p:grpSpPr>
            <a:xfrm>
              <a:off x="1753674" y="2075492"/>
              <a:ext cx="1513228" cy="258229"/>
              <a:chOff x="1753674" y="2075492"/>
              <a:chExt cx="1513228" cy="258229"/>
            </a:xfrm>
          </p:grpSpPr>
          <p:sp>
            <p:nvSpPr>
              <p:cNvPr id="176" name="右中括号 175">
                <a:extLst>
                  <a:ext uri="{FF2B5EF4-FFF2-40B4-BE49-F238E27FC236}">
                    <a16:creationId xmlns:a16="http://schemas.microsoft.com/office/drawing/2014/main" id="{8ADED1FA-5BA0-98DC-AAA2-6629CEEA847A}"/>
                  </a:ext>
                </a:extLst>
              </p:cNvPr>
              <p:cNvSpPr/>
              <p:nvPr/>
            </p:nvSpPr>
            <p:spPr>
              <a:xfrm rot="16200000">
                <a:off x="2462980" y="1529799"/>
                <a:ext cx="94616" cy="1513228"/>
              </a:xfrm>
              <a:prstGeom prst="rightBracket">
                <a:avLst>
                  <a:gd name="adj" fmla="val 0"/>
                </a:avLst>
              </a:prstGeom>
              <a:ln>
                <a:solidFill>
                  <a:srgbClr val="7584E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77" name="直接连接符 176">
                <a:extLst>
                  <a:ext uri="{FF2B5EF4-FFF2-40B4-BE49-F238E27FC236}">
                    <a16:creationId xmlns:a16="http://schemas.microsoft.com/office/drawing/2014/main" id="{F3E481C2-A191-EAAF-F133-2222597D9A6E}"/>
                  </a:ext>
                </a:extLst>
              </p:cNvPr>
              <p:cNvCxnSpPr>
                <a:cxnSpLocks/>
              </p:cNvCxnSpPr>
              <p:nvPr/>
            </p:nvCxnSpPr>
            <p:spPr>
              <a:xfrm>
                <a:off x="2491472" y="2075492"/>
                <a:ext cx="0" cy="258229"/>
              </a:xfrm>
              <a:prstGeom prst="line">
                <a:avLst/>
              </a:prstGeom>
              <a:ln>
                <a:solidFill>
                  <a:srgbClr val="7584E5"/>
                </a:solidFill>
              </a:ln>
            </p:spPr>
            <p:style>
              <a:lnRef idx="1">
                <a:schemeClr val="accent1"/>
              </a:lnRef>
              <a:fillRef idx="0">
                <a:schemeClr val="accent1"/>
              </a:fillRef>
              <a:effectRef idx="0">
                <a:schemeClr val="accent1"/>
              </a:effectRef>
              <a:fontRef idx="minor">
                <a:schemeClr val="tx1"/>
              </a:fontRef>
            </p:style>
          </p:cxnSp>
        </p:grpSp>
        <p:grpSp>
          <p:nvGrpSpPr>
            <p:cNvPr id="170" name="组合 169">
              <a:extLst>
                <a:ext uri="{FF2B5EF4-FFF2-40B4-BE49-F238E27FC236}">
                  <a16:creationId xmlns:a16="http://schemas.microsoft.com/office/drawing/2014/main" id="{CBAC7B12-181F-C1F9-243D-ACBB76461A0C}"/>
                </a:ext>
              </a:extLst>
            </p:cNvPr>
            <p:cNvGrpSpPr/>
            <p:nvPr/>
          </p:nvGrpSpPr>
          <p:grpSpPr>
            <a:xfrm>
              <a:off x="2065056" y="1422627"/>
              <a:ext cx="857816" cy="652865"/>
              <a:chOff x="7866731" y="1005790"/>
              <a:chExt cx="1169117" cy="889789"/>
            </a:xfrm>
          </p:grpSpPr>
          <p:sp>
            <p:nvSpPr>
              <p:cNvPr id="171" name="菱形 170">
                <a:extLst>
                  <a:ext uri="{FF2B5EF4-FFF2-40B4-BE49-F238E27FC236}">
                    <a16:creationId xmlns:a16="http://schemas.microsoft.com/office/drawing/2014/main" id="{E4B7F24D-852A-6798-458A-870763969D38}"/>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72" name="组合 171">
                <a:extLst>
                  <a:ext uri="{FF2B5EF4-FFF2-40B4-BE49-F238E27FC236}">
                    <a16:creationId xmlns:a16="http://schemas.microsoft.com/office/drawing/2014/main" id="{DC91691E-6C53-D554-9159-07A9F3091BE9}"/>
                  </a:ext>
                </a:extLst>
              </p:cNvPr>
              <p:cNvGrpSpPr/>
              <p:nvPr/>
            </p:nvGrpSpPr>
            <p:grpSpPr>
              <a:xfrm>
                <a:off x="7979430" y="1005790"/>
                <a:ext cx="943718" cy="796775"/>
                <a:chOff x="8056563" y="1092200"/>
                <a:chExt cx="1641476" cy="1385888"/>
              </a:xfrm>
            </p:grpSpPr>
            <p:sp>
              <p:nvSpPr>
                <p:cNvPr id="173" name="Freeform 18">
                  <a:extLst>
                    <a:ext uri="{FF2B5EF4-FFF2-40B4-BE49-F238E27FC236}">
                      <a16:creationId xmlns:a16="http://schemas.microsoft.com/office/drawing/2014/main" id="{A8F1CF06-7C06-15F3-F7F2-9D07C638D5E3}"/>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4" name="Freeform 19">
                  <a:extLst>
                    <a:ext uri="{FF2B5EF4-FFF2-40B4-BE49-F238E27FC236}">
                      <a16:creationId xmlns:a16="http://schemas.microsoft.com/office/drawing/2014/main" id="{58605FAE-C16F-53A2-9FC5-E9A5C20AE54F}"/>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5" name="Freeform 20">
                  <a:extLst>
                    <a:ext uri="{FF2B5EF4-FFF2-40B4-BE49-F238E27FC236}">
                      <a16:creationId xmlns:a16="http://schemas.microsoft.com/office/drawing/2014/main" id="{FD399E8C-86AF-B82C-86E2-D35356F1D11A}"/>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sp>
        <p:nvSpPr>
          <p:cNvPr id="187" name="文本框 186">
            <a:extLst>
              <a:ext uri="{FF2B5EF4-FFF2-40B4-BE49-F238E27FC236}">
                <a16:creationId xmlns:a16="http://schemas.microsoft.com/office/drawing/2014/main" id="{DD2719BD-6533-71B3-CEA6-9247295566CC}"/>
              </a:ext>
            </a:extLst>
          </p:cNvPr>
          <p:cNvSpPr txBox="1"/>
          <p:nvPr/>
        </p:nvSpPr>
        <p:spPr>
          <a:xfrm>
            <a:off x="2198848" y="1310217"/>
            <a:ext cx="697627" cy="246221"/>
          </a:xfrm>
          <a:prstGeom prst="rect">
            <a:avLst/>
          </a:prstGeom>
          <a:noFill/>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188" name="文本框 187">
            <a:extLst>
              <a:ext uri="{FF2B5EF4-FFF2-40B4-BE49-F238E27FC236}">
                <a16:creationId xmlns:a16="http://schemas.microsoft.com/office/drawing/2014/main" id="{97B265C9-95C1-772C-4F12-2729EF26DF8B}"/>
              </a:ext>
            </a:extLst>
          </p:cNvPr>
          <p:cNvSpPr txBox="1"/>
          <p:nvPr/>
        </p:nvSpPr>
        <p:spPr>
          <a:xfrm>
            <a:off x="4544454" y="1310217"/>
            <a:ext cx="697627" cy="246221"/>
          </a:xfrm>
          <a:prstGeom prst="rect">
            <a:avLst/>
          </a:prstGeom>
          <a:noFill/>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189" name="文本框 188">
            <a:extLst>
              <a:ext uri="{FF2B5EF4-FFF2-40B4-BE49-F238E27FC236}">
                <a16:creationId xmlns:a16="http://schemas.microsoft.com/office/drawing/2014/main" id="{C03DE6CF-68AF-F3E0-9642-7137D04CE0AF}"/>
              </a:ext>
            </a:extLst>
          </p:cNvPr>
          <p:cNvSpPr txBox="1"/>
          <p:nvPr/>
        </p:nvSpPr>
        <p:spPr>
          <a:xfrm>
            <a:off x="6890060" y="1310217"/>
            <a:ext cx="697627" cy="246221"/>
          </a:xfrm>
          <a:prstGeom prst="rect">
            <a:avLst/>
          </a:prstGeom>
          <a:noFill/>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190" name="文本框 189">
            <a:extLst>
              <a:ext uri="{FF2B5EF4-FFF2-40B4-BE49-F238E27FC236}">
                <a16:creationId xmlns:a16="http://schemas.microsoft.com/office/drawing/2014/main" id="{C895DEAD-8100-74DB-7650-2E0FED3EFC03}"/>
              </a:ext>
            </a:extLst>
          </p:cNvPr>
          <p:cNvSpPr txBox="1"/>
          <p:nvPr/>
        </p:nvSpPr>
        <p:spPr>
          <a:xfrm>
            <a:off x="9235666" y="1310217"/>
            <a:ext cx="697627" cy="246221"/>
          </a:xfrm>
          <a:prstGeom prst="rect">
            <a:avLst/>
          </a:prstGeom>
          <a:noFill/>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191" name="图形 383"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4CCBE616-8783-353B-F6B5-22C46A06C784}"/>
              </a:ext>
            </a:extLst>
          </p:cNvPr>
          <p:cNvSpPr/>
          <p:nvPr/>
        </p:nvSpPr>
        <p:spPr>
          <a:xfrm>
            <a:off x="2421204" y="1615477"/>
            <a:ext cx="247052" cy="274503"/>
          </a:xfrm>
          <a:custGeom>
            <a:avLst/>
            <a:gdLst>
              <a:gd name="connsiteX0" fmla="*/ 85725 w 171450"/>
              <a:gd name="connsiteY0" fmla="*/ 0 h 190500"/>
              <a:gd name="connsiteX1" fmla="*/ 0 w 171450"/>
              <a:gd name="connsiteY1" fmla="*/ 85725 h 190500"/>
              <a:gd name="connsiteX2" fmla="*/ 63722 w 171450"/>
              <a:gd name="connsiteY2" fmla="*/ 168497 h 190500"/>
              <a:gd name="connsiteX3" fmla="*/ 85725 w 171450"/>
              <a:gd name="connsiteY3" fmla="*/ 190500 h 190500"/>
              <a:gd name="connsiteX4" fmla="*/ 107728 w 171450"/>
              <a:gd name="connsiteY4" fmla="*/ 168497 h 190500"/>
              <a:gd name="connsiteX5" fmla="*/ 171450 w 171450"/>
              <a:gd name="connsiteY5" fmla="*/ 85725 h 190500"/>
              <a:gd name="connsiteX6" fmla="*/ 85725 w 171450"/>
              <a:gd name="connsiteY6" fmla="*/ 0 h 190500"/>
              <a:gd name="connsiteX7" fmla="*/ 85725 w 171450"/>
              <a:gd name="connsiteY7" fmla="*/ 19050 h 190500"/>
              <a:gd name="connsiteX8" fmla="*/ 114300 w 171450"/>
              <a:gd name="connsiteY8" fmla="*/ 47625 h 190500"/>
              <a:gd name="connsiteX9" fmla="*/ 85725 w 171450"/>
              <a:gd name="connsiteY9" fmla="*/ 76200 h 190500"/>
              <a:gd name="connsiteX10" fmla="*/ 57150 w 171450"/>
              <a:gd name="connsiteY10" fmla="*/ 47625 h 190500"/>
              <a:gd name="connsiteX11" fmla="*/ 85725 w 171450"/>
              <a:gd name="connsiteY11" fmla="*/ 19050 h 190500"/>
              <a:gd name="connsiteX12" fmla="*/ 85725 w 171450"/>
              <a:gd name="connsiteY12" fmla="*/ 155258 h 190500"/>
              <a:gd name="connsiteX13" fmla="*/ 28575 w 171450"/>
              <a:gd name="connsiteY13" fmla="*/ 124587 h 190500"/>
              <a:gd name="connsiteX14" fmla="*/ 85725 w 171450"/>
              <a:gd name="connsiteY14" fmla="*/ 95250 h 190500"/>
              <a:gd name="connsiteX15" fmla="*/ 142875 w 171450"/>
              <a:gd name="connsiteY15" fmla="*/ 124587 h 190500"/>
              <a:gd name="connsiteX16" fmla="*/ 85725 w 171450"/>
              <a:gd name="connsiteY16" fmla="*/ 155258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90500">
                <a:moveTo>
                  <a:pt x="85725" y="0"/>
                </a:moveTo>
                <a:cubicBezTo>
                  <a:pt x="38386" y="0"/>
                  <a:pt x="0" y="38386"/>
                  <a:pt x="0" y="85725"/>
                </a:cubicBezTo>
                <a:cubicBezTo>
                  <a:pt x="0" y="125444"/>
                  <a:pt x="27051" y="158782"/>
                  <a:pt x="63722" y="168497"/>
                </a:cubicBezTo>
                <a:lnTo>
                  <a:pt x="85725" y="190500"/>
                </a:lnTo>
                <a:lnTo>
                  <a:pt x="107728" y="168497"/>
                </a:lnTo>
                <a:cubicBezTo>
                  <a:pt x="144399" y="158782"/>
                  <a:pt x="171450" y="125444"/>
                  <a:pt x="171450" y="85725"/>
                </a:cubicBezTo>
                <a:cubicBezTo>
                  <a:pt x="171450" y="38386"/>
                  <a:pt x="133064" y="0"/>
                  <a:pt x="85725" y="0"/>
                </a:cubicBezTo>
                <a:close/>
                <a:moveTo>
                  <a:pt x="85725" y="19050"/>
                </a:moveTo>
                <a:cubicBezTo>
                  <a:pt x="101537" y="19050"/>
                  <a:pt x="114300" y="31814"/>
                  <a:pt x="114300" y="47625"/>
                </a:cubicBezTo>
                <a:cubicBezTo>
                  <a:pt x="114300" y="63437"/>
                  <a:pt x="101537" y="76200"/>
                  <a:pt x="85725" y="76200"/>
                </a:cubicBezTo>
                <a:cubicBezTo>
                  <a:pt x="69914" y="76200"/>
                  <a:pt x="57150" y="63437"/>
                  <a:pt x="57150" y="47625"/>
                </a:cubicBezTo>
                <a:cubicBezTo>
                  <a:pt x="57150" y="31814"/>
                  <a:pt x="69914" y="19050"/>
                  <a:pt x="85725" y="19050"/>
                </a:cubicBezTo>
                <a:close/>
                <a:moveTo>
                  <a:pt x="85725" y="155258"/>
                </a:moveTo>
                <a:cubicBezTo>
                  <a:pt x="61913" y="155258"/>
                  <a:pt x="40862" y="143066"/>
                  <a:pt x="28575" y="124587"/>
                </a:cubicBezTo>
                <a:cubicBezTo>
                  <a:pt x="28861" y="105632"/>
                  <a:pt x="66675" y="95250"/>
                  <a:pt x="85725" y="95250"/>
                </a:cubicBezTo>
                <a:cubicBezTo>
                  <a:pt x="104680" y="95250"/>
                  <a:pt x="142589" y="105632"/>
                  <a:pt x="142875" y="124587"/>
                </a:cubicBezTo>
                <a:cubicBezTo>
                  <a:pt x="130588" y="143066"/>
                  <a:pt x="109538" y="155258"/>
                  <a:pt x="85725" y="155258"/>
                </a:cubicBez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192" name="图形 391"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08782A5D-DCC5-1C94-FDFD-01A4175F82D1}"/>
              </a:ext>
            </a:extLst>
          </p:cNvPr>
          <p:cNvSpPr/>
          <p:nvPr/>
        </p:nvSpPr>
        <p:spPr>
          <a:xfrm>
            <a:off x="7128084" y="1613257"/>
            <a:ext cx="219602" cy="260778"/>
          </a:xfrm>
          <a:custGeom>
            <a:avLst/>
            <a:gdLst>
              <a:gd name="connsiteX0" fmla="*/ 76200 w 152400"/>
              <a:gd name="connsiteY0" fmla="*/ 185738 h 180975"/>
              <a:gd name="connsiteX1" fmla="*/ 95250 w 152400"/>
              <a:gd name="connsiteY1" fmla="*/ 166688 h 180975"/>
              <a:gd name="connsiteX2" fmla="*/ 57150 w 152400"/>
              <a:gd name="connsiteY2" fmla="*/ 166688 h 180975"/>
              <a:gd name="connsiteX3" fmla="*/ 76200 w 152400"/>
              <a:gd name="connsiteY3" fmla="*/ 185738 h 180975"/>
              <a:gd name="connsiteX4" fmla="*/ 133350 w 152400"/>
              <a:gd name="connsiteY4" fmla="*/ 128588 h 180975"/>
              <a:gd name="connsiteX5" fmla="*/ 133350 w 152400"/>
              <a:gd name="connsiteY5" fmla="*/ 80963 h 180975"/>
              <a:gd name="connsiteX6" fmla="*/ 90488 w 152400"/>
              <a:gd name="connsiteY6" fmla="*/ 20765 h 180975"/>
              <a:gd name="connsiteX7" fmla="*/ 90488 w 152400"/>
              <a:gd name="connsiteY7" fmla="*/ 14288 h 180975"/>
              <a:gd name="connsiteX8" fmla="*/ 76200 w 152400"/>
              <a:gd name="connsiteY8" fmla="*/ 0 h 180975"/>
              <a:gd name="connsiteX9" fmla="*/ 61913 w 152400"/>
              <a:gd name="connsiteY9" fmla="*/ 14288 h 180975"/>
              <a:gd name="connsiteX10" fmla="*/ 61913 w 152400"/>
              <a:gd name="connsiteY10" fmla="*/ 20765 h 180975"/>
              <a:gd name="connsiteX11" fmla="*/ 19050 w 152400"/>
              <a:gd name="connsiteY11" fmla="*/ 80963 h 180975"/>
              <a:gd name="connsiteX12" fmla="*/ 19050 w 152400"/>
              <a:gd name="connsiteY12" fmla="*/ 128588 h 180975"/>
              <a:gd name="connsiteX13" fmla="*/ 0 w 152400"/>
              <a:gd name="connsiteY13" fmla="*/ 147638 h 180975"/>
              <a:gd name="connsiteX14" fmla="*/ 0 w 152400"/>
              <a:gd name="connsiteY14" fmla="*/ 157163 h 180975"/>
              <a:gd name="connsiteX15" fmla="*/ 152400 w 152400"/>
              <a:gd name="connsiteY15" fmla="*/ 157163 h 180975"/>
              <a:gd name="connsiteX16" fmla="*/ 152400 w 152400"/>
              <a:gd name="connsiteY16" fmla="*/ 147638 h 180975"/>
              <a:gd name="connsiteX17" fmla="*/ 133350 w 152400"/>
              <a:gd name="connsiteY17" fmla="*/ 128588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2400" h="180975">
                <a:moveTo>
                  <a:pt x="76200" y="185738"/>
                </a:moveTo>
                <a:cubicBezTo>
                  <a:pt x="86678" y="185738"/>
                  <a:pt x="95250" y="177165"/>
                  <a:pt x="95250" y="166688"/>
                </a:cubicBezTo>
                <a:lnTo>
                  <a:pt x="57150" y="166688"/>
                </a:lnTo>
                <a:cubicBezTo>
                  <a:pt x="57150" y="177165"/>
                  <a:pt x="65627" y="185738"/>
                  <a:pt x="76200" y="185738"/>
                </a:cubicBezTo>
                <a:close/>
                <a:moveTo>
                  <a:pt x="133350" y="128588"/>
                </a:moveTo>
                <a:lnTo>
                  <a:pt x="133350" y="80963"/>
                </a:lnTo>
                <a:cubicBezTo>
                  <a:pt x="133350" y="51721"/>
                  <a:pt x="117729" y="27241"/>
                  <a:pt x="90488" y="20765"/>
                </a:cubicBezTo>
                <a:lnTo>
                  <a:pt x="90488" y="14288"/>
                </a:lnTo>
                <a:cubicBezTo>
                  <a:pt x="90488" y="6382"/>
                  <a:pt x="84106" y="0"/>
                  <a:pt x="76200" y="0"/>
                </a:cubicBezTo>
                <a:cubicBezTo>
                  <a:pt x="68294" y="0"/>
                  <a:pt x="61913" y="6382"/>
                  <a:pt x="61913" y="14288"/>
                </a:cubicBezTo>
                <a:lnTo>
                  <a:pt x="61913" y="20765"/>
                </a:lnTo>
                <a:cubicBezTo>
                  <a:pt x="34576" y="27241"/>
                  <a:pt x="19050" y="51626"/>
                  <a:pt x="19050" y="80963"/>
                </a:cubicBezTo>
                <a:lnTo>
                  <a:pt x="19050" y="128588"/>
                </a:lnTo>
                <a:lnTo>
                  <a:pt x="0" y="147638"/>
                </a:lnTo>
                <a:lnTo>
                  <a:pt x="0" y="157163"/>
                </a:lnTo>
                <a:lnTo>
                  <a:pt x="152400" y="157163"/>
                </a:lnTo>
                <a:lnTo>
                  <a:pt x="152400" y="147638"/>
                </a:lnTo>
                <a:lnTo>
                  <a:pt x="133350" y="128588"/>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193" name="图形 399"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A8D43668-E8DB-3DCB-F213-413063C6ECB5}"/>
              </a:ext>
            </a:extLst>
          </p:cNvPr>
          <p:cNvSpPr/>
          <p:nvPr/>
        </p:nvSpPr>
        <p:spPr>
          <a:xfrm>
            <a:off x="5963176" y="4079516"/>
            <a:ext cx="260778" cy="260778"/>
          </a:xfrm>
          <a:custGeom>
            <a:avLst/>
            <a:gdLst>
              <a:gd name="connsiteX0" fmla="*/ 52864 w 180975"/>
              <a:gd name="connsiteY0" fmla="*/ 15050 h 180975"/>
              <a:gd name="connsiteX1" fmla="*/ 39243 w 180975"/>
              <a:gd name="connsiteY1" fmla="*/ 1429 h 180975"/>
              <a:gd name="connsiteX2" fmla="*/ 0 w 180975"/>
              <a:gd name="connsiteY2" fmla="*/ 76200 h 180975"/>
              <a:gd name="connsiteX3" fmla="*/ 19050 w 180975"/>
              <a:gd name="connsiteY3" fmla="*/ 76200 h 180975"/>
              <a:gd name="connsiteX4" fmla="*/ 52864 w 180975"/>
              <a:gd name="connsiteY4" fmla="*/ 15050 h 180975"/>
              <a:gd name="connsiteX5" fmla="*/ 170879 w 180975"/>
              <a:gd name="connsiteY5" fmla="*/ 76200 h 180975"/>
              <a:gd name="connsiteX6" fmla="*/ 189929 w 180975"/>
              <a:gd name="connsiteY6" fmla="*/ 76200 h 180975"/>
              <a:gd name="connsiteX7" fmla="*/ 150686 w 180975"/>
              <a:gd name="connsiteY7" fmla="*/ 1429 h 180975"/>
              <a:gd name="connsiteX8" fmla="*/ 137160 w 180975"/>
              <a:gd name="connsiteY8" fmla="*/ 15050 h 180975"/>
              <a:gd name="connsiteX9" fmla="*/ 170879 w 180975"/>
              <a:gd name="connsiteY9" fmla="*/ 76200 h 180975"/>
              <a:gd name="connsiteX10" fmla="*/ 152114 w 180975"/>
              <a:gd name="connsiteY10" fmla="*/ 80963 h 180975"/>
              <a:gd name="connsiteX11" fmla="*/ 109252 w 180975"/>
              <a:gd name="connsiteY11" fmla="*/ 20765 h 180975"/>
              <a:gd name="connsiteX12" fmla="*/ 109252 w 180975"/>
              <a:gd name="connsiteY12" fmla="*/ 14288 h 180975"/>
              <a:gd name="connsiteX13" fmla="*/ 94964 w 180975"/>
              <a:gd name="connsiteY13" fmla="*/ 0 h 180975"/>
              <a:gd name="connsiteX14" fmla="*/ 80677 w 180975"/>
              <a:gd name="connsiteY14" fmla="*/ 14288 h 180975"/>
              <a:gd name="connsiteX15" fmla="*/ 80677 w 180975"/>
              <a:gd name="connsiteY15" fmla="*/ 20765 h 180975"/>
              <a:gd name="connsiteX16" fmla="*/ 37814 w 180975"/>
              <a:gd name="connsiteY16" fmla="*/ 80963 h 180975"/>
              <a:gd name="connsiteX17" fmla="*/ 37814 w 180975"/>
              <a:gd name="connsiteY17" fmla="*/ 128588 h 180975"/>
              <a:gd name="connsiteX18" fmla="*/ 18764 w 180975"/>
              <a:gd name="connsiteY18" fmla="*/ 147638 h 180975"/>
              <a:gd name="connsiteX19" fmla="*/ 18764 w 180975"/>
              <a:gd name="connsiteY19" fmla="*/ 157163 h 180975"/>
              <a:gd name="connsiteX20" fmla="*/ 171164 w 180975"/>
              <a:gd name="connsiteY20" fmla="*/ 157163 h 180975"/>
              <a:gd name="connsiteX21" fmla="*/ 171164 w 180975"/>
              <a:gd name="connsiteY21" fmla="*/ 147638 h 180975"/>
              <a:gd name="connsiteX22" fmla="*/ 152114 w 180975"/>
              <a:gd name="connsiteY22" fmla="*/ 128588 h 180975"/>
              <a:gd name="connsiteX23" fmla="*/ 152114 w 180975"/>
              <a:gd name="connsiteY23" fmla="*/ 80963 h 180975"/>
              <a:gd name="connsiteX24" fmla="*/ 94964 w 180975"/>
              <a:gd name="connsiteY24" fmla="*/ 185738 h 180975"/>
              <a:gd name="connsiteX25" fmla="*/ 98774 w 180975"/>
              <a:gd name="connsiteY25" fmla="*/ 185356 h 180975"/>
              <a:gd name="connsiteX26" fmla="*/ 112490 w 180975"/>
              <a:gd name="connsiteY26" fmla="*/ 174117 h 180975"/>
              <a:gd name="connsiteX27" fmla="*/ 113919 w 180975"/>
              <a:gd name="connsiteY27" fmla="*/ 166688 h 180975"/>
              <a:gd name="connsiteX28" fmla="*/ 75819 w 180975"/>
              <a:gd name="connsiteY28" fmla="*/ 166688 h 180975"/>
              <a:gd name="connsiteX29" fmla="*/ 94964 w 180975"/>
              <a:gd name="connsiteY29" fmla="*/ 185738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0975" h="180975">
                <a:moveTo>
                  <a:pt x="52864" y="15050"/>
                </a:moveTo>
                <a:lnTo>
                  <a:pt x="39243" y="1429"/>
                </a:lnTo>
                <a:cubicBezTo>
                  <a:pt x="16383" y="18860"/>
                  <a:pt x="1334" y="45720"/>
                  <a:pt x="0" y="76200"/>
                </a:cubicBezTo>
                <a:lnTo>
                  <a:pt x="19050" y="76200"/>
                </a:lnTo>
                <a:cubicBezTo>
                  <a:pt x="20479" y="50959"/>
                  <a:pt x="33433" y="28861"/>
                  <a:pt x="52864" y="15050"/>
                </a:cubicBezTo>
                <a:close/>
                <a:moveTo>
                  <a:pt x="170879" y="76200"/>
                </a:moveTo>
                <a:lnTo>
                  <a:pt x="189929" y="76200"/>
                </a:lnTo>
                <a:cubicBezTo>
                  <a:pt x="188500" y="45720"/>
                  <a:pt x="173450" y="18860"/>
                  <a:pt x="150686" y="1429"/>
                </a:cubicBezTo>
                <a:lnTo>
                  <a:pt x="137160" y="15050"/>
                </a:lnTo>
                <a:cubicBezTo>
                  <a:pt x="156401" y="28861"/>
                  <a:pt x="169450" y="50959"/>
                  <a:pt x="170879" y="76200"/>
                </a:cubicBezTo>
                <a:close/>
                <a:moveTo>
                  <a:pt x="152114" y="80963"/>
                </a:moveTo>
                <a:cubicBezTo>
                  <a:pt x="152114" y="51721"/>
                  <a:pt x="136493" y="27241"/>
                  <a:pt x="109252" y="20765"/>
                </a:cubicBezTo>
                <a:lnTo>
                  <a:pt x="109252" y="14288"/>
                </a:lnTo>
                <a:cubicBezTo>
                  <a:pt x="109252" y="6382"/>
                  <a:pt x="102870" y="0"/>
                  <a:pt x="94964" y="0"/>
                </a:cubicBezTo>
                <a:cubicBezTo>
                  <a:pt x="87059" y="0"/>
                  <a:pt x="80677" y="6382"/>
                  <a:pt x="80677" y="14288"/>
                </a:cubicBezTo>
                <a:lnTo>
                  <a:pt x="80677" y="20765"/>
                </a:lnTo>
                <a:cubicBezTo>
                  <a:pt x="53340" y="27241"/>
                  <a:pt x="37814" y="51626"/>
                  <a:pt x="37814" y="80963"/>
                </a:cubicBezTo>
                <a:lnTo>
                  <a:pt x="37814" y="128588"/>
                </a:lnTo>
                <a:lnTo>
                  <a:pt x="18764" y="147638"/>
                </a:lnTo>
                <a:lnTo>
                  <a:pt x="18764" y="157163"/>
                </a:lnTo>
                <a:lnTo>
                  <a:pt x="171164" y="157163"/>
                </a:lnTo>
                <a:lnTo>
                  <a:pt x="171164" y="147638"/>
                </a:lnTo>
                <a:lnTo>
                  <a:pt x="152114" y="128588"/>
                </a:lnTo>
                <a:lnTo>
                  <a:pt x="152114" y="80963"/>
                </a:lnTo>
                <a:close/>
                <a:moveTo>
                  <a:pt x="94964" y="185738"/>
                </a:moveTo>
                <a:cubicBezTo>
                  <a:pt x="96298" y="185738"/>
                  <a:pt x="97536" y="185642"/>
                  <a:pt x="98774" y="185356"/>
                </a:cubicBezTo>
                <a:cubicBezTo>
                  <a:pt x="104966" y="184023"/>
                  <a:pt x="110014" y="179832"/>
                  <a:pt x="112490" y="174117"/>
                </a:cubicBezTo>
                <a:cubicBezTo>
                  <a:pt x="113443" y="171831"/>
                  <a:pt x="113919" y="169355"/>
                  <a:pt x="113919" y="166688"/>
                </a:cubicBezTo>
                <a:lnTo>
                  <a:pt x="75819" y="166688"/>
                </a:lnTo>
                <a:cubicBezTo>
                  <a:pt x="75914" y="177165"/>
                  <a:pt x="84392" y="185738"/>
                  <a:pt x="94964" y="185738"/>
                </a:cubicBez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194" name="图形 436"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8860A3A-2245-D36A-4AFF-919B28286F9A}"/>
              </a:ext>
            </a:extLst>
          </p:cNvPr>
          <p:cNvSpPr/>
          <p:nvPr/>
        </p:nvSpPr>
        <p:spPr>
          <a:xfrm>
            <a:off x="4772576" y="1645191"/>
            <a:ext cx="274503" cy="219602"/>
          </a:xfrm>
          <a:custGeom>
            <a:avLst/>
            <a:gdLst>
              <a:gd name="connsiteX0" fmla="*/ 171450 w 190500"/>
              <a:gd name="connsiteY0" fmla="*/ 76200 h 152400"/>
              <a:gd name="connsiteX1" fmla="*/ 190500 w 190500"/>
              <a:gd name="connsiteY1" fmla="*/ 57150 h 152400"/>
              <a:gd name="connsiteX2" fmla="*/ 190500 w 190500"/>
              <a:gd name="connsiteY2" fmla="*/ 19050 h 152400"/>
              <a:gd name="connsiteX3" fmla="*/ 171450 w 190500"/>
              <a:gd name="connsiteY3" fmla="*/ 0 h 152400"/>
              <a:gd name="connsiteX4" fmla="*/ 19050 w 190500"/>
              <a:gd name="connsiteY4" fmla="*/ 0 h 152400"/>
              <a:gd name="connsiteX5" fmla="*/ 95 w 190500"/>
              <a:gd name="connsiteY5" fmla="*/ 19050 h 152400"/>
              <a:gd name="connsiteX6" fmla="*/ 95 w 190500"/>
              <a:gd name="connsiteY6" fmla="*/ 57150 h 152400"/>
              <a:gd name="connsiteX7" fmla="*/ 19050 w 190500"/>
              <a:gd name="connsiteY7" fmla="*/ 76200 h 152400"/>
              <a:gd name="connsiteX8" fmla="*/ 0 w 190500"/>
              <a:gd name="connsiteY8" fmla="*/ 95250 h 152400"/>
              <a:gd name="connsiteX9" fmla="*/ 0 w 190500"/>
              <a:gd name="connsiteY9" fmla="*/ 133350 h 152400"/>
              <a:gd name="connsiteX10" fmla="*/ 19050 w 190500"/>
              <a:gd name="connsiteY10" fmla="*/ 152400 h 152400"/>
              <a:gd name="connsiteX11" fmla="*/ 171450 w 190500"/>
              <a:gd name="connsiteY11" fmla="*/ 152400 h 152400"/>
              <a:gd name="connsiteX12" fmla="*/ 190500 w 190500"/>
              <a:gd name="connsiteY12" fmla="*/ 133350 h 152400"/>
              <a:gd name="connsiteX13" fmla="*/ 190500 w 190500"/>
              <a:gd name="connsiteY13" fmla="*/ 95250 h 152400"/>
              <a:gd name="connsiteX14" fmla="*/ 171450 w 190500"/>
              <a:gd name="connsiteY14" fmla="*/ 76200 h 152400"/>
              <a:gd name="connsiteX15" fmla="*/ 129350 w 190500"/>
              <a:gd name="connsiteY15" fmla="*/ 121920 h 152400"/>
              <a:gd name="connsiteX16" fmla="*/ 95250 w 190500"/>
              <a:gd name="connsiteY16" fmla="*/ 100013 h 152400"/>
              <a:gd name="connsiteX17" fmla="*/ 61151 w 190500"/>
              <a:gd name="connsiteY17" fmla="*/ 121920 h 152400"/>
              <a:gd name="connsiteX18" fmla="*/ 71438 w 190500"/>
              <a:gd name="connsiteY18" fmla="*/ 82677 h 152400"/>
              <a:gd name="connsiteX19" fmla="*/ 40100 w 190500"/>
              <a:gd name="connsiteY19" fmla="*/ 57055 h 152400"/>
              <a:gd name="connsiteX20" fmla="*/ 80486 w 190500"/>
              <a:gd name="connsiteY20" fmla="*/ 54673 h 152400"/>
              <a:gd name="connsiteX21" fmla="*/ 95250 w 190500"/>
              <a:gd name="connsiteY21" fmla="*/ 17145 h 152400"/>
              <a:gd name="connsiteX22" fmla="*/ 109919 w 190500"/>
              <a:gd name="connsiteY22" fmla="*/ 54769 h 152400"/>
              <a:gd name="connsiteX23" fmla="*/ 150305 w 190500"/>
              <a:gd name="connsiteY23" fmla="*/ 57150 h 152400"/>
              <a:gd name="connsiteX24" fmla="*/ 118967 w 190500"/>
              <a:gd name="connsiteY24" fmla="*/ 82772 h 152400"/>
              <a:gd name="connsiteX25" fmla="*/ 129350 w 190500"/>
              <a:gd name="connsiteY25" fmla="*/ 12192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90500" h="152400">
                <a:moveTo>
                  <a:pt x="171450" y="76200"/>
                </a:moveTo>
                <a:cubicBezTo>
                  <a:pt x="171450" y="65723"/>
                  <a:pt x="180023" y="57150"/>
                  <a:pt x="190500" y="57150"/>
                </a:cubicBezTo>
                <a:lnTo>
                  <a:pt x="190500" y="19050"/>
                </a:lnTo>
                <a:cubicBezTo>
                  <a:pt x="190500" y="8573"/>
                  <a:pt x="181928" y="0"/>
                  <a:pt x="171450" y="0"/>
                </a:cubicBezTo>
                <a:lnTo>
                  <a:pt x="19050" y="0"/>
                </a:lnTo>
                <a:cubicBezTo>
                  <a:pt x="8573" y="0"/>
                  <a:pt x="95" y="8573"/>
                  <a:pt x="95" y="19050"/>
                </a:cubicBezTo>
                <a:lnTo>
                  <a:pt x="95" y="57150"/>
                </a:lnTo>
                <a:cubicBezTo>
                  <a:pt x="10573" y="57150"/>
                  <a:pt x="19050" y="65723"/>
                  <a:pt x="19050" y="76200"/>
                </a:cubicBezTo>
                <a:cubicBezTo>
                  <a:pt x="19050" y="86678"/>
                  <a:pt x="10573" y="95250"/>
                  <a:pt x="0" y="95250"/>
                </a:cubicBezTo>
                <a:lnTo>
                  <a:pt x="0" y="133350"/>
                </a:lnTo>
                <a:cubicBezTo>
                  <a:pt x="0" y="143828"/>
                  <a:pt x="8573" y="152400"/>
                  <a:pt x="19050" y="152400"/>
                </a:cubicBezTo>
                <a:lnTo>
                  <a:pt x="171450" y="152400"/>
                </a:lnTo>
                <a:cubicBezTo>
                  <a:pt x="181928" y="152400"/>
                  <a:pt x="190500" y="143828"/>
                  <a:pt x="190500" y="133350"/>
                </a:cubicBezTo>
                <a:lnTo>
                  <a:pt x="190500" y="95250"/>
                </a:lnTo>
                <a:cubicBezTo>
                  <a:pt x="180023" y="95250"/>
                  <a:pt x="171450" y="86678"/>
                  <a:pt x="171450" y="76200"/>
                </a:cubicBezTo>
                <a:close/>
                <a:moveTo>
                  <a:pt x="129350" y="121920"/>
                </a:moveTo>
                <a:lnTo>
                  <a:pt x="95250" y="100013"/>
                </a:lnTo>
                <a:lnTo>
                  <a:pt x="61151" y="121920"/>
                </a:lnTo>
                <a:lnTo>
                  <a:pt x="71438" y="82677"/>
                </a:lnTo>
                <a:lnTo>
                  <a:pt x="40100" y="57055"/>
                </a:lnTo>
                <a:lnTo>
                  <a:pt x="80486" y="54673"/>
                </a:lnTo>
                <a:lnTo>
                  <a:pt x="95250" y="17145"/>
                </a:lnTo>
                <a:lnTo>
                  <a:pt x="109919" y="54769"/>
                </a:lnTo>
                <a:lnTo>
                  <a:pt x="150305" y="57150"/>
                </a:lnTo>
                <a:lnTo>
                  <a:pt x="118967" y="82772"/>
                </a:lnTo>
                <a:cubicBezTo>
                  <a:pt x="118967" y="82772"/>
                  <a:pt x="129350" y="121920"/>
                  <a:pt x="129350" y="121920"/>
                </a:cubicBez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195" name="图形 444"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84242DAC-FE69-B2D0-808A-2558A2984F06}"/>
              </a:ext>
            </a:extLst>
          </p:cNvPr>
          <p:cNvSpPr/>
          <p:nvPr/>
        </p:nvSpPr>
        <p:spPr>
          <a:xfrm>
            <a:off x="9431502" y="1573409"/>
            <a:ext cx="274503" cy="274503"/>
          </a:xfrm>
          <a:custGeom>
            <a:avLst/>
            <a:gdLst>
              <a:gd name="connsiteX0" fmla="*/ 184880 w 190500"/>
              <a:gd name="connsiteY0" fmla="*/ 91250 h 190500"/>
              <a:gd name="connsiteX1" fmla="*/ 99155 w 190500"/>
              <a:gd name="connsiteY1" fmla="*/ 5525 h 190500"/>
              <a:gd name="connsiteX2" fmla="*/ 85725 w 190500"/>
              <a:gd name="connsiteY2" fmla="*/ 0 h 190500"/>
              <a:gd name="connsiteX3" fmla="*/ 19050 w 190500"/>
              <a:gd name="connsiteY3" fmla="*/ 0 h 190500"/>
              <a:gd name="connsiteX4" fmla="*/ 0 w 190500"/>
              <a:gd name="connsiteY4" fmla="*/ 19050 h 190500"/>
              <a:gd name="connsiteX5" fmla="*/ 0 w 190500"/>
              <a:gd name="connsiteY5" fmla="*/ 85725 h 190500"/>
              <a:gd name="connsiteX6" fmla="*/ 5620 w 190500"/>
              <a:gd name="connsiteY6" fmla="*/ 99251 h 190500"/>
              <a:gd name="connsiteX7" fmla="*/ 91345 w 190500"/>
              <a:gd name="connsiteY7" fmla="*/ 184976 h 190500"/>
              <a:gd name="connsiteX8" fmla="*/ 104775 w 190500"/>
              <a:gd name="connsiteY8" fmla="*/ 190500 h 190500"/>
              <a:gd name="connsiteX9" fmla="*/ 118205 w 190500"/>
              <a:gd name="connsiteY9" fmla="*/ 184880 h 190500"/>
              <a:gd name="connsiteX10" fmla="*/ 184880 w 190500"/>
              <a:gd name="connsiteY10" fmla="*/ 118205 h 190500"/>
              <a:gd name="connsiteX11" fmla="*/ 190500 w 190500"/>
              <a:gd name="connsiteY11" fmla="*/ 104775 h 190500"/>
              <a:gd name="connsiteX12" fmla="*/ 184880 w 190500"/>
              <a:gd name="connsiteY12" fmla="*/ 91250 h 190500"/>
              <a:gd name="connsiteX13" fmla="*/ 33338 w 190500"/>
              <a:gd name="connsiteY13" fmla="*/ 47625 h 190500"/>
              <a:gd name="connsiteX14" fmla="*/ 19050 w 190500"/>
              <a:gd name="connsiteY14" fmla="*/ 33338 h 190500"/>
              <a:gd name="connsiteX15" fmla="*/ 33338 w 190500"/>
              <a:gd name="connsiteY15" fmla="*/ 19050 h 190500"/>
              <a:gd name="connsiteX16" fmla="*/ 47625 w 190500"/>
              <a:gd name="connsiteY16" fmla="*/ 33338 h 190500"/>
              <a:gd name="connsiteX17" fmla="*/ 33338 w 190500"/>
              <a:gd name="connsiteY17" fmla="*/ 4762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0500" h="190500">
                <a:moveTo>
                  <a:pt x="184880" y="91250"/>
                </a:moveTo>
                <a:lnTo>
                  <a:pt x="99155" y="5525"/>
                </a:lnTo>
                <a:cubicBezTo>
                  <a:pt x="95726" y="2096"/>
                  <a:pt x="90964" y="0"/>
                  <a:pt x="85725" y="0"/>
                </a:cubicBezTo>
                <a:lnTo>
                  <a:pt x="19050" y="0"/>
                </a:lnTo>
                <a:cubicBezTo>
                  <a:pt x="8573" y="0"/>
                  <a:pt x="0" y="8573"/>
                  <a:pt x="0" y="19050"/>
                </a:cubicBezTo>
                <a:lnTo>
                  <a:pt x="0" y="85725"/>
                </a:lnTo>
                <a:cubicBezTo>
                  <a:pt x="0" y="90964"/>
                  <a:pt x="2096" y="95726"/>
                  <a:pt x="5620" y="99251"/>
                </a:cubicBezTo>
                <a:lnTo>
                  <a:pt x="91345" y="184976"/>
                </a:lnTo>
                <a:cubicBezTo>
                  <a:pt x="94774" y="188405"/>
                  <a:pt x="99536" y="190500"/>
                  <a:pt x="104775" y="190500"/>
                </a:cubicBezTo>
                <a:cubicBezTo>
                  <a:pt x="110014" y="190500"/>
                  <a:pt x="114776" y="188405"/>
                  <a:pt x="118205" y="184880"/>
                </a:cubicBezTo>
                <a:lnTo>
                  <a:pt x="184880" y="118205"/>
                </a:lnTo>
                <a:cubicBezTo>
                  <a:pt x="188405" y="114776"/>
                  <a:pt x="190500" y="110014"/>
                  <a:pt x="190500" y="104775"/>
                </a:cubicBezTo>
                <a:cubicBezTo>
                  <a:pt x="190500" y="99536"/>
                  <a:pt x="188309" y="94678"/>
                  <a:pt x="184880" y="91250"/>
                </a:cubicBezTo>
                <a:close/>
                <a:moveTo>
                  <a:pt x="33338" y="47625"/>
                </a:moveTo>
                <a:cubicBezTo>
                  <a:pt x="25432" y="47625"/>
                  <a:pt x="19050" y="41243"/>
                  <a:pt x="19050" y="33338"/>
                </a:cubicBezTo>
                <a:cubicBezTo>
                  <a:pt x="19050" y="25432"/>
                  <a:pt x="25432" y="19050"/>
                  <a:pt x="33338" y="19050"/>
                </a:cubicBezTo>
                <a:cubicBezTo>
                  <a:pt x="41243" y="19050"/>
                  <a:pt x="47625" y="25432"/>
                  <a:pt x="47625" y="33338"/>
                </a:cubicBezTo>
                <a:cubicBezTo>
                  <a:pt x="47625" y="41243"/>
                  <a:pt x="41243" y="47625"/>
                  <a:pt x="33338" y="47625"/>
                </a:cubicBez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196" name="文本框 195">
            <a:extLst>
              <a:ext uri="{FF2B5EF4-FFF2-40B4-BE49-F238E27FC236}">
                <a16:creationId xmlns:a16="http://schemas.microsoft.com/office/drawing/2014/main" id="{5E7BE383-3D35-17FD-2964-F89CC38EAE58}"/>
              </a:ext>
            </a:extLst>
          </p:cNvPr>
          <p:cNvSpPr txBox="1"/>
          <p:nvPr/>
        </p:nvSpPr>
        <p:spPr>
          <a:xfrm>
            <a:off x="5731785" y="3170142"/>
            <a:ext cx="697627" cy="246221"/>
          </a:xfrm>
          <a:prstGeom prst="rect">
            <a:avLst/>
          </a:prstGeom>
          <a:noFill/>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197" name="右中括号 196">
            <a:extLst>
              <a:ext uri="{FF2B5EF4-FFF2-40B4-BE49-F238E27FC236}">
                <a16:creationId xmlns:a16="http://schemas.microsoft.com/office/drawing/2014/main" id="{76DD7514-F6B2-9D4A-3C06-BAFF683F9D8C}"/>
              </a:ext>
            </a:extLst>
          </p:cNvPr>
          <p:cNvSpPr/>
          <p:nvPr/>
        </p:nvSpPr>
        <p:spPr>
          <a:xfrm rot="5400000">
            <a:off x="6017923" y="-477692"/>
            <a:ext cx="94616" cy="7045317"/>
          </a:xfrm>
          <a:prstGeom prst="rightBracket">
            <a:avLst>
              <a:gd name="adj" fmla="val 0"/>
            </a:avLst>
          </a:prstGeom>
          <a:ln>
            <a:solidFill>
              <a:srgbClr val="7584E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99" name="直接箭头连接符 198">
            <a:extLst>
              <a:ext uri="{FF2B5EF4-FFF2-40B4-BE49-F238E27FC236}">
                <a16:creationId xmlns:a16="http://schemas.microsoft.com/office/drawing/2014/main" id="{03F6F5A3-5B8A-FF6D-1751-1624E13A240E}"/>
              </a:ext>
            </a:extLst>
          </p:cNvPr>
          <p:cNvCxnSpPr/>
          <p:nvPr/>
        </p:nvCxnSpPr>
        <p:spPr>
          <a:xfrm>
            <a:off x="6096669" y="3401310"/>
            <a:ext cx="0" cy="238259"/>
          </a:xfrm>
          <a:prstGeom prst="straightConnector1">
            <a:avLst/>
          </a:prstGeom>
          <a:ln>
            <a:solidFill>
              <a:srgbClr val="3749CC"/>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00" name="文本框 199">
            <a:extLst>
              <a:ext uri="{FF2B5EF4-FFF2-40B4-BE49-F238E27FC236}">
                <a16:creationId xmlns:a16="http://schemas.microsoft.com/office/drawing/2014/main" id="{6F59F748-500F-A4E4-61ED-CA466F7E4532}"/>
              </a:ext>
            </a:extLst>
          </p:cNvPr>
          <p:cNvSpPr txBox="1"/>
          <p:nvPr/>
        </p:nvSpPr>
        <p:spPr>
          <a:xfrm>
            <a:off x="5744589" y="3647531"/>
            <a:ext cx="697627" cy="246221"/>
          </a:xfrm>
          <a:prstGeom prst="rect">
            <a:avLst/>
          </a:prstGeom>
          <a:noFill/>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cxnSp>
        <p:nvCxnSpPr>
          <p:cNvPr id="203" name="直接箭头连接符 202">
            <a:extLst>
              <a:ext uri="{FF2B5EF4-FFF2-40B4-BE49-F238E27FC236}">
                <a16:creationId xmlns:a16="http://schemas.microsoft.com/office/drawing/2014/main" id="{CED49B28-E214-BD81-083C-9D6409C8841D}"/>
              </a:ext>
            </a:extLst>
          </p:cNvPr>
          <p:cNvCxnSpPr>
            <a:cxnSpLocks/>
          </p:cNvCxnSpPr>
          <p:nvPr/>
        </p:nvCxnSpPr>
        <p:spPr>
          <a:xfrm flipH="1" flipV="1">
            <a:off x="6510377" y="4707193"/>
            <a:ext cx="698671" cy="393849"/>
          </a:xfrm>
          <a:prstGeom prst="straightConnector1">
            <a:avLst/>
          </a:prstGeom>
          <a:ln>
            <a:gradFill>
              <a:gsLst>
                <a:gs pos="0">
                  <a:schemeClr val="accent1">
                    <a:lumMod val="5000"/>
                    <a:lumOff val="95000"/>
                    <a:alpha val="0"/>
                  </a:schemeClr>
                </a:gs>
                <a:gs pos="65000">
                  <a:srgbClr val="3749CC"/>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205" name="直接箭头连接符 204">
            <a:extLst>
              <a:ext uri="{FF2B5EF4-FFF2-40B4-BE49-F238E27FC236}">
                <a16:creationId xmlns:a16="http://schemas.microsoft.com/office/drawing/2014/main" id="{F5038F69-156E-CCD3-C208-7709BF2F4799}"/>
              </a:ext>
            </a:extLst>
          </p:cNvPr>
          <p:cNvCxnSpPr>
            <a:cxnSpLocks/>
          </p:cNvCxnSpPr>
          <p:nvPr/>
        </p:nvCxnSpPr>
        <p:spPr>
          <a:xfrm flipH="1">
            <a:off x="4986209" y="4761776"/>
            <a:ext cx="698671" cy="393849"/>
          </a:xfrm>
          <a:prstGeom prst="straightConnector1">
            <a:avLst/>
          </a:prstGeom>
          <a:ln>
            <a:gradFill>
              <a:gsLst>
                <a:gs pos="0">
                  <a:schemeClr val="accent1">
                    <a:lumMod val="5000"/>
                    <a:lumOff val="95000"/>
                    <a:alpha val="0"/>
                  </a:schemeClr>
                </a:gs>
                <a:gs pos="65000">
                  <a:srgbClr val="3749CC"/>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207" name="直接箭头连接符 206">
            <a:extLst>
              <a:ext uri="{FF2B5EF4-FFF2-40B4-BE49-F238E27FC236}">
                <a16:creationId xmlns:a16="http://schemas.microsoft.com/office/drawing/2014/main" id="{DFAAD44D-EAD6-C559-A744-1D49CFFB7A79}"/>
              </a:ext>
            </a:extLst>
          </p:cNvPr>
          <p:cNvCxnSpPr/>
          <p:nvPr/>
        </p:nvCxnSpPr>
        <p:spPr>
          <a:xfrm>
            <a:off x="4859384" y="5588075"/>
            <a:ext cx="2186008" cy="0"/>
          </a:xfrm>
          <a:prstGeom prst="straightConnector1">
            <a:avLst/>
          </a:prstGeom>
          <a:ln>
            <a:gradFill flip="none" rotWithShape="1">
              <a:gsLst>
                <a:gs pos="0">
                  <a:schemeClr val="accent1">
                    <a:lumMod val="5000"/>
                    <a:lumOff val="95000"/>
                    <a:alpha val="0"/>
                  </a:schemeClr>
                </a:gs>
                <a:gs pos="82000">
                  <a:srgbClr val="3749CC"/>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sp>
        <p:nvSpPr>
          <p:cNvPr id="208" name="图形 581"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1EC39A0B-7ED2-55FB-0CF8-70612C54E99F}"/>
              </a:ext>
            </a:extLst>
          </p:cNvPr>
          <p:cNvSpPr/>
          <p:nvPr/>
        </p:nvSpPr>
        <p:spPr>
          <a:xfrm>
            <a:off x="7573493" y="4969500"/>
            <a:ext cx="244904" cy="244904"/>
          </a:xfrm>
          <a:custGeom>
            <a:avLst/>
            <a:gdLst>
              <a:gd name="connsiteX0" fmla="*/ 171450 w 190500"/>
              <a:gd name="connsiteY0" fmla="*/ 0 h 190500"/>
              <a:gd name="connsiteX1" fmla="*/ 57150 w 190500"/>
              <a:gd name="connsiteY1" fmla="*/ 0 h 190500"/>
              <a:gd name="connsiteX2" fmla="*/ 38100 w 190500"/>
              <a:gd name="connsiteY2" fmla="*/ 19050 h 190500"/>
              <a:gd name="connsiteX3" fmla="*/ 38100 w 190500"/>
              <a:gd name="connsiteY3" fmla="*/ 133350 h 190500"/>
              <a:gd name="connsiteX4" fmla="*/ 57150 w 190500"/>
              <a:gd name="connsiteY4" fmla="*/ 152400 h 190500"/>
              <a:gd name="connsiteX5" fmla="*/ 171450 w 190500"/>
              <a:gd name="connsiteY5" fmla="*/ 152400 h 190500"/>
              <a:gd name="connsiteX6" fmla="*/ 190500 w 190500"/>
              <a:gd name="connsiteY6" fmla="*/ 133350 h 190500"/>
              <a:gd name="connsiteX7" fmla="*/ 190500 w 190500"/>
              <a:gd name="connsiteY7" fmla="*/ 19050 h 190500"/>
              <a:gd name="connsiteX8" fmla="*/ 171450 w 190500"/>
              <a:gd name="connsiteY8" fmla="*/ 0 h 190500"/>
              <a:gd name="connsiteX9" fmla="*/ 152400 w 190500"/>
              <a:gd name="connsiteY9" fmla="*/ 47625 h 190500"/>
              <a:gd name="connsiteX10" fmla="*/ 123825 w 190500"/>
              <a:gd name="connsiteY10" fmla="*/ 47625 h 190500"/>
              <a:gd name="connsiteX11" fmla="*/ 123825 w 190500"/>
              <a:gd name="connsiteY11" fmla="*/ 100013 h 190500"/>
              <a:gd name="connsiteX12" fmla="*/ 100013 w 190500"/>
              <a:gd name="connsiteY12" fmla="*/ 123825 h 190500"/>
              <a:gd name="connsiteX13" fmla="*/ 76200 w 190500"/>
              <a:gd name="connsiteY13" fmla="*/ 100013 h 190500"/>
              <a:gd name="connsiteX14" fmla="*/ 100013 w 190500"/>
              <a:gd name="connsiteY14" fmla="*/ 76200 h 190500"/>
              <a:gd name="connsiteX15" fmla="*/ 114300 w 190500"/>
              <a:gd name="connsiteY15" fmla="*/ 81058 h 190500"/>
              <a:gd name="connsiteX16" fmla="*/ 114300 w 190500"/>
              <a:gd name="connsiteY16" fmla="*/ 28575 h 190500"/>
              <a:gd name="connsiteX17" fmla="*/ 152400 w 190500"/>
              <a:gd name="connsiteY17" fmla="*/ 28575 h 190500"/>
              <a:gd name="connsiteX18" fmla="*/ 152400 w 190500"/>
              <a:gd name="connsiteY18" fmla="*/ 47625 h 190500"/>
              <a:gd name="connsiteX19" fmla="*/ 19050 w 190500"/>
              <a:gd name="connsiteY19" fmla="*/ 38100 h 190500"/>
              <a:gd name="connsiteX20" fmla="*/ 0 w 190500"/>
              <a:gd name="connsiteY20" fmla="*/ 38100 h 190500"/>
              <a:gd name="connsiteX21" fmla="*/ 0 w 190500"/>
              <a:gd name="connsiteY21" fmla="*/ 171450 h 190500"/>
              <a:gd name="connsiteX22" fmla="*/ 19050 w 190500"/>
              <a:gd name="connsiteY22" fmla="*/ 190500 h 190500"/>
              <a:gd name="connsiteX23" fmla="*/ 152400 w 190500"/>
              <a:gd name="connsiteY23" fmla="*/ 190500 h 190500"/>
              <a:gd name="connsiteX24" fmla="*/ 152400 w 190500"/>
              <a:gd name="connsiteY24" fmla="*/ 171450 h 190500"/>
              <a:gd name="connsiteX25" fmla="*/ 19050 w 190500"/>
              <a:gd name="connsiteY25" fmla="*/ 171450 h 190500"/>
              <a:gd name="connsiteX26" fmla="*/ 19050 w 190500"/>
              <a:gd name="connsiteY26" fmla="*/ 3810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90500" h="190500">
                <a:moveTo>
                  <a:pt x="171450" y="0"/>
                </a:moveTo>
                <a:lnTo>
                  <a:pt x="57150" y="0"/>
                </a:lnTo>
                <a:cubicBezTo>
                  <a:pt x="46673" y="0"/>
                  <a:pt x="38100" y="8573"/>
                  <a:pt x="38100" y="19050"/>
                </a:cubicBezTo>
                <a:lnTo>
                  <a:pt x="38100" y="133350"/>
                </a:lnTo>
                <a:cubicBezTo>
                  <a:pt x="38100" y="143828"/>
                  <a:pt x="46673" y="152400"/>
                  <a:pt x="57150" y="152400"/>
                </a:cubicBezTo>
                <a:lnTo>
                  <a:pt x="171450" y="152400"/>
                </a:lnTo>
                <a:cubicBezTo>
                  <a:pt x="181928" y="152400"/>
                  <a:pt x="190500" y="143828"/>
                  <a:pt x="190500" y="133350"/>
                </a:cubicBezTo>
                <a:lnTo>
                  <a:pt x="190500" y="19050"/>
                </a:lnTo>
                <a:cubicBezTo>
                  <a:pt x="190500" y="8573"/>
                  <a:pt x="181928" y="0"/>
                  <a:pt x="171450" y="0"/>
                </a:cubicBezTo>
                <a:close/>
                <a:moveTo>
                  <a:pt x="152400" y="47625"/>
                </a:moveTo>
                <a:lnTo>
                  <a:pt x="123825" y="47625"/>
                </a:lnTo>
                <a:lnTo>
                  <a:pt x="123825" y="100013"/>
                </a:lnTo>
                <a:cubicBezTo>
                  <a:pt x="123825" y="113157"/>
                  <a:pt x="113157" y="123825"/>
                  <a:pt x="100013" y="123825"/>
                </a:cubicBezTo>
                <a:cubicBezTo>
                  <a:pt x="86868" y="123825"/>
                  <a:pt x="76200" y="113157"/>
                  <a:pt x="76200" y="100013"/>
                </a:cubicBezTo>
                <a:cubicBezTo>
                  <a:pt x="76200" y="86868"/>
                  <a:pt x="86868" y="76200"/>
                  <a:pt x="100013" y="76200"/>
                </a:cubicBezTo>
                <a:cubicBezTo>
                  <a:pt x="105442" y="76200"/>
                  <a:pt x="110300" y="78010"/>
                  <a:pt x="114300" y="81058"/>
                </a:cubicBezTo>
                <a:lnTo>
                  <a:pt x="114300" y="28575"/>
                </a:lnTo>
                <a:lnTo>
                  <a:pt x="152400" y="28575"/>
                </a:lnTo>
                <a:lnTo>
                  <a:pt x="152400" y="47625"/>
                </a:lnTo>
                <a:close/>
                <a:moveTo>
                  <a:pt x="19050" y="38100"/>
                </a:moveTo>
                <a:lnTo>
                  <a:pt x="0" y="38100"/>
                </a:lnTo>
                <a:lnTo>
                  <a:pt x="0" y="171450"/>
                </a:lnTo>
                <a:cubicBezTo>
                  <a:pt x="0" y="181928"/>
                  <a:pt x="8573" y="190500"/>
                  <a:pt x="19050" y="190500"/>
                </a:cubicBezTo>
                <a:lnTo>
                  <a:pt x="152400" y="190500"/>
                </a:lnTo>
                <a:lnTo>
                  <a:pt x="152400" y="171450"/>
                </a:lnTo>
                <a:lnTo>
                  <a:pt x="19050" y="171450"/>
                </a:lnTo>
                <a:lnTo>
                  <a:pt x="19050" y="38100"/>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09" name="图形 583"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87B4B366-C148-F534-479B-D9FAD095E725}"/>
              </a:ext>
            </a:extLst>
          </p:cNvPr>
          <p:cNvSpPr/>
          <p:nvPr/>
        </p:nvSpPr>
        <p:spPr>
          <a:xfrm>
            <a:off x="4411999" y="4958700"/>
            <a:ext cx="244904" cy="244904"/>
          </a:xfrm>
          <a:custGeom>
            <a:avLst/>
            <a:gdLst>
              <a:gd name="connsiteX0" fmla="*/ 19050 w 190500"/>
              <a:gd name="connsiteY0" fmla="*/ 38100 h 190500"/>
              <a:gd name="connsiteX1" fmla="*/ 0 w 190500"/>
              <a:gd name="connsiteY1" fmla="*/ 38100 h 190500"/>
              <a:gd name="connsiteX2" fmla="*/ 0 w 190500"/>
              <a:gd name="connsiteY2" fmla="*/ 171450 h 190500"/>
              <a:gd name="connsiteX3" fmla="*/ 19050 w 190500"/>
              <a:gd name="connsiteY3" fmla="*/ 190500 h 190500"/>
              <a:gd name="connsiteX4" fmla="*/ 152400 w 190500"/>
              <a:gd name="connsiteY4" fmla="*/ 190500 h 190500"/>
              <a:gd name="connsiteX5" fmla="*/ 152400 w 190500"/>
              <a:gd name="connsiteY5" fmla="*/ 171450 h 190500"/>
              <a:gd name="connsiteX6" fmla="*/ 19050 w 190500"/>
              <a:gd name="connsiteY6" fmla="*/ 171450 h 190500"/>
              <a:gd name="connsiteX7" fmla="*/ 19050 w 190500"/>
              <a:gd name="connsiteY7" fmla="*/ 38100 h 190500"/>
              <a:gd name="connsiteX8" fmla="*/ 171450 w 190500"/>
              <a:gd name="connsiteY8" fmla="*/ 0 h 190500"/>
              <a:gd name="connsiteX9" fmla="*/ 57150 w 190500"/>
              <a:gd name="connsiteY9" fmla="*/ 0 h 190500"/>
              <a:gd name="connsiteX10" fmla="*/ 38100 w 190500"/>
              <a:gd name="connsiteY10" fmla="*/ 19050 h 190500"/>
              <a:gd name="connsiteX11" fmla="*/ 38100 w 190500"/>
              <a:gd name="connsiteY11" fmla="*/ 133350 h 190500"/>
              <a:gd name="connsiteX12" fmla="*/ 57150 w 190500"/>
              <a:gd name="connsiteY12" fmla="*/ 152400 h 190500"/>
              <a:gd name="connsiteX13" fmla="*/ 171450 w 190500"/>
              <a:gd name="connsiteY13" fmla="*/ 152400 h 190500"/>
              <a:gd name="connsiteX14" fmla="*/ 190500 w 190500"/>
              <a:gd name="connsiteY14" fmla="*/ 133350 h 190500"/>
              <a:gd name="connsiteX15" fmla="*/ 190500 w 190500"/>
              <a:gd name="connsiteY15" fmla="*/ 19050 h 190500"/>
              <a:gd name="connsiteX16" fmla="*/ 171450 w 190500"/>
              <a:gd name="connsiteY16" fmla="*/ 0 h 190500"/>
              <a:gd name="connsiteX17" fmla="*/ 161925 w 190500"/>
              <a:gd name="connsiteY17" fmla="*/ 85725 h 190500"/>
              <a:gd name="connsiteX18" fmla="*/ 66675 w 190500"/>
              <a:gd name="connsiteY18" fmla="*/ 85725 h 190500"/>
              <a:gd name="connsiteX19" fmla="*/ 66675 w 190500"/>
              <a:gd name="connsiteY19" fmla="*/ 66675 h 190500"/>
              <a:gd name="connsiteX20" fmla="*/ 161925 w 190500"/>
              <a:gd name="connsiteY20" fmla="*/ 66675 h 190500"/>
              <a:gd name="connsiteX21" fmla="*/ 161925 w 190500"/>
              <a:gd name="connsiteY21" fmla="*/ 85725 h 190500"/>
              <a:gd name="connsiteX22" fmla="*/ 123825 w 190500"/>
              <a:gd name="connsiteY22" fmla="*/ 123825 h 190500"/>
              <a:gd name="connsiteX23" fmla="*/ 66675 w 190500"/>
              <a:gd name="connsiteY23" fmla="*/ 123825 h 190500"/>
              <a:gd name="connsiteX24" fmla="*/ 66675 w 190500"/>
              <a:gd name="connsiteY24" fmla="*/ 104775 h 190500"/>
              <a:gd name="connsiteX25" fmla="*/ 123825 w 190500"/>
              <a:gd name="connsiteY25" fmla="*/ 104775 h 190500"/>
              <a:gd name="connsiteX26" fmla="*/ 123825 w 190500"/>
              <a:gd name="connsiteY26" fmla="*/ 123825 h 190500"/>
              <a:gd name="connsiteX27" fmla="*/ 161925 w 190500"/>
              <a:gd name="connsiteY27" fmla="*/ 47625 h 190500"/>
              <a:gd name="connsiteX28" fmla="*/ 66675 w 190500"/>
              <a:gd name="connsiteY28" fmla="*/ 47625 h 190500"/>
              <a:gd name="connsiteX29" fmla="*/ 66675 w 190500"/>
              <a:gd name="connsiteY29" fmla="*/ 28575 h 190500"/>
              <a:gd name="connsiteX30" fmla="*/ 161925 w 190500"/>
              <a:gd name="connsiteY30" fmla="*/ 28575 h 190500"/>
              <a:gd name="connsiteX31" fmla="*/ 161925 w 190500"/>
              <a:gd name="connsiteY31" fmla="*/ 4762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0500" h="190500">
                <a:moveTo>
                  <a:pt x="19050" y="38100"/>
                </a:moveTo>
                <a:lnTo>
                  <a:pt x="0" y="38100"/>
                </a:lnTo>
                <a:lnTo>
                  <a:pt x="0" y="171450"/>
                </a:lnTo>
                <a:cubicBezTo>
                  <a:pt x="0" y="181928"/>
                  <a:pt x="8573" y="190500"/>
                  <a:pt x="19050" y="190500"/>
                </a:cubicBezTo>
                <a:lnTo>
                  <a:pt x="152400" y="190500"/>
                </a:lnTo>
                <a:lnTo>
                  <a:pt x="152400" y="171450"/>
                </a:lnTo>
                <a:lnTo>
                  <a:pt x="19050" y="171450"/>
                </a:lnTo>
                <a:lnTo>
                  <a:pt x="19050" y="38100"/>
                </a:lnTo>
                <a:close/>
                <a:moveTo>
                  <a:pt x="171450" y="0"/>
                </a:moveTo>
                <a:lnTo>
                  <a:pt x="57150" y="0"/>
                </a:lnTo>
                <a:cubicBezTo>
                  <a:pt x="46673" y="0"/>
                  <a:pt x="38100" y="8573"/>
                  <a:pt x="38100" y="19050"/>
                </a:cubicBezTo>
                <a:lnTo>
                  <a:pt x="38100" y="133350"/>
                </a:lnTo>
                <a:cubicBezTo>
                  <a:pt x="38100" y="143828"/>
                  <a:pt x="46673" y="152400"/>
                  <a:pt x="57150" y="152400"/>
                </a:cubicBezTo>
                <a:lnTo>
                  <a:pt x="171450" y="152400"/>
                </a:lnTo>
                <a:cubicBezTo>
                  <a:pt x="181928" y="152400"/>
                  <a:pt x="190500" y="143828"/>
                  <a:pt x="190500" y="133350"/>
                </a:cubicBezTo>
                <a:lnTo>
                  <a:pt x="190500" y="19050"/>
                </a:lnTo>
                <a:cubicBezTo>
                  <a:pt x="190500" y="8573"/>
                  <a:pt x="181928" y="0"/>
                  <a:pt x="171450" y="0"/>
                </a:cubicBezTo>
                <a:close/>
                <a:moveTo>
                  <a:pt x="161925" y="85725"/>
                </a:moveTo>
                <a:lnTo>
                  <a:pt x="66675" y="85725"/>
                </a:lnTo>
                <a:lnTo>
                  <a:pt x="66675" y="66675"/>
                </a:lnTo>
                <a:lnTo>
                  <a:pt x="161925" y="66675"/>
                </a:lnTo>
                <a:lnTo>
                  <a:pt x="161925" y="85725"/>
                </a:lnTo>
                <a:close/>
                <a:moveTo>
                  <a:pt x="123825" y="123825"/>
                </a:moveTo>
                <a:lnTo>
                  <a:pt x="66675" y="123825"/>
                </a:lnTo>
                <a:lnTo>
                  <a:pt x="66675" y="104775"/>
                </a:lnTo>
                <a:lnTo>
                  <a:pt x="123825" y="104775"/>
                </a:lnTo>
                <a:lnTo>
                  <a:pt x="123825" y="123825"/>
                </a:lnTo>
                <a:close/>
                <a:moveTo>
                  <a:pt x="161925" y="47625"/>
                </a:moveTo>
                <a:lnTo>
                  <a:pt x="66675" y="47625"/>
                </a:lnTo>
                <a:lnTo>
                  <a:pt x="66675" y="28575"/>
                </a:lnTo>
                <a:lnTo>
                  <a:pt x="161925" y="28575"/>
                </a:lnTo>
                <a:lnTo>
                  <a:pt x="161925" y="47625"/>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grpSp>
        <p:nvGrpSpPr>
          <p:cNvPr id="210" name="组合 209">
            <a:extLst>
              <a:ext uri="{FF2B5EF4-FFF2-40B4-BE49-F238E27FC236}">
                <a16:creationId xmlns:a16="http://schemas.microsoft.com/office/drawing/2014/main" id="{203EC927-7155-5B33-C63E-462AC72F31DB}"/>
              </a:ext>
            </a:extLst>
          </p:cNvPr>
          <p:cNvGrpSpPr/>
          <p:nvPr/>
        </p:nvGrpSpPr>
        <p:grpSpPr>
          <a:xfrm>
            <a:off x="5591767" y="4597073"/>
            <a:ext cx="1003353" cy="899927"/>
            <a:chOff x="8544973" y="3222682"/>
            <a:chExt cx="1276805" cy="1145191"/>
          </a:xfrm>
        </p:grpSpPr>
        <p:sp>
          <p:nvSpPr>
            <p:cNvPr id="211" name="Freeform 8">
              <a:extLst>
                <a:ext uri="{FF2B5EF4-FFF2-40B4-BE49-F238E27FC236}">
                  <a16:creationId xmlns:a16="http://schemas.microsoft.com/office/drawing/2014/main" id="{A6023F27-7D57-1524-344E-5385877252F5}"/>
                </a:ext>
              </a:extLst>
            </p:cNvPr>
            <p:cNvSpPr>
              <a:spLocks/>
            </p:cNvSpPr>
            <p:nvPr/>
          </p:nvSpPr>
          <p:spPr bwMode="auto">
            <a:xfrm>
              <a:off x="8544973" y="3630238"/>
              <a:ext cx="1276805" cy="737635"/>
            </a:xfrm>
            <a:custGeom>
              <a:avLst/>
              <a:gdLst>
                <a:gd name="T0" fmla="*/ 398 w 485"/>
                <a:gd name="T1" fmla="*/ 50 h 281"/>
                <a:gd name="T2" fmla="*/ 399 w 485"/>
                <a:gd name="T3" fmla="*/ 231 h 281"/>
                <a:gd name="T4" fmla="*/ 87 w 485"/>
                <a:gd name="T5" fmla="*/ 231 h 281"/>
                <a:gd name="T6" fmla="*/ 86 w 485"/>
                <a:gd name="T7" fmla="*/ 50 h 281"/>
                <a:gd name="T8" fmla="*/ 398 w 485"/>
                <a:gd name="T9" fmla="*/ 50 h 281"/>
              </a:gdLst>
              <a:ahLst/>
              <a:cxnLst>
                <a:cxn ang="0">
                  <a:pos x="T0" y="T1"/>
                </a:cxn>
                <a:cxn ang="0">
                  <a:pos x="T2" y="T3"/>
                </a:cxn>
                <a:cxn ang="0">
                  <a:pos x="T4" y="T5"/>
                </a:cxn>
                <a:cxn ang="0">
                  <a:pos x="T6" y="T7"/>
                </a:cxn>
                <a:cxn ang="0">
                  <a:pos x="T8" y="T9"/>
                </a:cxn>
              </a:cxnLst>
              <a:rect l="0" t="0" r="r" b="b"/>
              <a:pathLst>
                <a:path w="485" h="281">
                  <a:moveTo>
                    <a:pt x="398" y="50"/>
                  </a:moveTo>
                  <a:cubicBezTo>
                    <a:pt x="484" y="100"/>
                    <a:pt x="485" y="181"/>
                    <a:pt x="399" y="231"/>
                  </a:cubicBezTo>
                  <a:cubicBezTo>
                    <a:pt x="313" y="281"/>
                    <a:pt x="173" y="281"/>
                    <a:pt x="87" y="231"/>
                  </a:cubicBezTo>
                  <a:cubicBezTo>
                    <a:pt x="0" y="181"/>
                    <a:pt x="0" y="100"/>
                    <a:pt x="86" y="50"/>
                  </a:cubicBezTo>
                  <a:cubicBezTo>
                    <a:pt x="172" y="0"/>
                    <a:pt x="311" y="0"/>
                    <a:pt x="398" y="50"/>
                  </a:cubicBezTo>
                  <a:close/>
                </a:path>
              </a:pathLst>
            </a:custGeom>
            <a:solidFill>
              <a:srgbClr val="CDD2F8">
                <a:alpha val="27000"/>
              </a:srgbClr>
            </a:solidFill>
            <a:ln>
              <a:solidFill>
                <a:srgbClr val="8E9CEF">
                  <a:alpha val="20000"/>
                </a:srgbClr>
              </a:solidFill>
            </a:ln>
          </p:spPr>
          <p:txBody>
            <a:bodyPr vert="horz" wrap="square" lIns="91440" tIns="45720" rIns="91440" bIns="45720" numCol="1" anchor="t" anchorCtr="0" compatLnSpc="1">
              <a:prstTxWarp prst="textNoShape">
                <a:avLst/>
              </a:prstTxWarp>
            </a:bodyPr>
            <a:lstStyle/>
            <a:p>
              <a:endParaRPr lang="zh-CN" altLang="en-US"/>
            </a:p>
          </p:txBody>
        </p:sp>
        <p:grpSp>
          <p:nvGrpSpPr>
            <p:cNvPr id="212" name="组合 211">
              <a:extLst>
                <a:ext uri="{FF2B5EF4-FFF2-40B4-BE49-F238E27FC236}">
                  <a16:creationId xmlns:a16="http://schemas.microsoft.com/office/drawing/2014/main" id="{DD23AA48-9136-A9D1-E15A-E8FD7DA84187}"/>
                </a:ext>
              </a:extLst>
            </p:cNvPr>
            <p:cNvGrpSpPr/>
            <p:nvPr/>
          </p:nvGrpSpPr>
          <p:grpSpPr>
            <a:xfrm>
              <a:off x="8818242" y="3222682"/>
              <a:ext cx="730266" cy="956030"/>
              <a:chOff x="7939602" y="1498602"/>
              <a:chExt cx="1956238" cy="2561013"/>
            </a:xfrm>
          </p:grpSpPr>
          <p:grpSp>
            <p:nvGrpSpPr>
              <p:cNvPr id="213" name="组合 212">
                <a:extLst>
                  <a:ext uri="{FF2B5EF4-FFF2-40B4-BE49-F238E27FC236}">
                    <a16:creationId xmlns:a16="http://schemas.microsoft.com/office/drawing/2014/main" id="{4FB0F314-C7B0-3B56-909C-C003E32DB80E}"/>
                  </a:ext>
                </a:extLst>
              </p:cNvPr>
              <p:cNvGrpSpPr/>
              <p:nvPr/>
            </p:nvGrpSpPr>
            <p:grpSpPr>
              <a:xfrm>
                <a:off x="7939602" y="1498602"/>
                <a:ext cx="1956238" cy="2561013"/>
                <a:chOff x="7959922" y="1505376"/>
                <a:chExt cx="709945" cy="929426"/>
              </a:xfrm>
            </p:grpSpPr>
            <p:sp>
              <p:nvSpPr>
                <p:cNvPr id="217" name="AutoShape 3">
                  <a:extLst>
                    <a:ext uri="{FF2B5EF4-FFF2-40B4-BE49-F238E27FC236}">
                      <a16:creationId xmlns:a16="http://schemas.microsoft.com/office/drawing/2014/main" id="{C53319EA-F540-8445-7083-61E79E8E997C}"/>
                    </a:ext>
                  </a:extLst>
                </p:cNvPr>
                <p:cNvSpPr>
                  <a:spLocks noChangeAspect="1" noChangeArrowheads="1" noTextEdit="1"/>
                </p:cNvSpPr>
                <p:nvPr/>
              </p:nvSpPr>
              <p:spPr bwMode="auto">
                <a:xfrm>
                  <a:off x="7989963" y="1523155"/>
                  <a:ext cx="649863" cy="911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18" name="组合 217">
                  <a:extLst>
                    <a:ext uri="{FF2B5EF4-FFF2-40B4-BE49-F238E27FC236}">
                      <a16:creationId xmlns:a16="http://schemas.microsoft.com/office/drawing/2014/main" id="{5BEDED33-7F98-882D-0422-9E74A889C308}"/>
                    </a:ext>
                  </a:extLst>
                </p:cNvPr>
                <p:cNvGrpSpPr/>
                <p:nvPr/>
              </p:nvGrpSpPr>
              <p:grpSpPr>
                <a:xfrm>
                  <a:off x="7994254" y="1701393"/>
                  <a:ext cx="641280" cy="710231"/>
                  <a:chOff x="5178425" y="523875"/>
                  <a:chExt cx="1660525" cy="2039938"/>
                </a:xfrm>
              </p:grpSpPr>
              <p:sp>
                <p:nvSpPr>
                  <p:cNvPr id="222" name="Freeform 5">
                    <a:extLst>
                      <a:ext uri="{FF2B5EF4-FFF2-40B4-BE49-F238E27FC236}">
                        <a16:creationId xmlns:a16="http://schemas.microsoft.com/office/drawing/2014/main" id="{4217EA6F-B892-C046-4C8D-85276F2AC7EF}"/>
                      </a:ext>
                    </a:extLst>
                  </p:cNvPr>
                  <p:cNvSpPr>
                    <a:spLocks/>
                  </p:cNvSpPr>
                  <p:nvPr/>
                </p:nvSpPr>
                <p:spPr bwMode="auto">
                  <a:xfrm>
                    <a:off x="5178425" y="523875"/>
                    <a:ext cx="1660525" cy="1512887"/>
                  </a:xfrm>
                  <a:custGeom>
                    <a:avLst/>
                    <a:gdLst>
                      <a:gd name="T0" fmla="*/ 438 w 438"/>
                      <a:gd name="T1" fmla="*/ 139 h 400"/>
                      <a:gd name="T2" fmla="*/ 437 w 438"/>
                      <a:gd name="T3" fmla="*/ 400 h 400"/>
                      <a:gd name="T4" fmla="*/ 373 w 438"/>
                      <a:gd name="T5" fmla="*/ 310 h 400"/>
                      <a:gd name="T6" fmla="*/ 63 w 438"/>
                      <a:gd name="T7" fmla="*/ 310 h 400"/>
                      <a:gd name="T8" fmla="*/ 0 w 438"/>
                      <a:gd name="T9" fmla="*/ 399 h 400"/>
                      <a:gd name="T10" fmla="*/ 0 w 438"/>
                      <a:gd name="T11" fmla="*/ 138 h 400"/>
                      <a:gd name="T12" fmla="*/ 64 w 438"/>
                      <a:gd name="T13" fmla="*/ 49 h 400"/>
                      <a:gd name="T14" fmla="*/ 373 w 438"/>
                      <a:gd name="T15" fmla="*/ 49 h 400"/>
                      <a:gd name="T16" fmla="*/ 438 w 438"/>
                      <a:gd name="T17" fmla="*/ 139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400">
                        <a:moveTo>
                          <a:pt x="438" y="139"/>
                        </a:moveTo>
                        <a:cubicBezTo>
                          <a:pt x="437" y="400"/>
                          <a:pt x="437" y="400"/>
                          <a:pt x="437" y="400"/>
                        </a:cubicBezTo>
                        <a:cubicBezTo>
                          <a:pt x="437" y="368"/>
                          <a:pt x="416" y="335"/>
                          <a:pt x="373" y="310"/>
                        </a:cubicBezTo>
                        <a:cubicBezTo>
                          <a:pt x="287" y="260"/>
                          <a:pt x="148" y="261"/>
                          <a:pt x="63" y="310"/>
                        </a:cubicBezTo>
                        <a:cubicBezTo>
                          <a:pt x="21" y="334"/>
                          <a:pt x="0" y="367"/>
                          <a:pt x="0" y="399"/>
                        </a:cubicBezTo>
                        <a:cubicBezTo>
                          <a:pt x="0" y="138"/>
                          <a:pt x="0" y="138"/>
                          <a:pt x="0" y="138"/>
                        </a:cubicBezTo>
                        <a:cubicBezTo>
                          <a:pt x="1" y="106"/>
                          <a:pt x="22" y="74"/>
                          <a:pt x="64" y="49"/>
                        </a:cubicBezTo>
                        <a:cubicBezTo>
                          <a:pt x="149" y="0"/>
                          <a:pt x="288" y="0"/>
                          <a:pt x="373" y="49"/>
                        </a:cubicBezTo>
                        <a:cubicBezTo>
                          <a:pt x="417" y="74"/>
                          <a:pt x="438" y="107"/>
                          <a:pt x="438" y="139"/>
                        </a:cubicBezTo>
                        <a:close/>
                      </a:path>
                    </a:pathLst>
                  </a:custGeom>
                  <a:gradFill>
                    <a:gsLst>
                      <a:gs pos="0">
                        <a:srgbClr val="3749CC"/>
                      </a:gs>
                      <a:gs pos="100000">
                        <a:srgbClr val="6578F0"/>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3" name="Freeform 6">
                    <a:extLst>
                      <a:ext uri="{FF2B5EF4-FFF2-40B4-BE49-F238E27FC236}">
                        <a16:creationId xmlns:a16="http://schemas.microsoft.com/office/drawing/2014/main" id="{6077817F-9C35-265C-F1DC-F7251CAD2121}"/>
                      </a:ext>
                    </a:extLst>
                  </p:cNvPr>
                  <p:cNvSpPr>
                    <a:spLocks/>
                  </p:cNvSpPr>
                  <p:nvPr/>
                </p:nvSpPr>
                <p:spPr bwMode="auto">
                  <a:xfrm>
                    <a:off x="5178425" y="1046163"/>
                    <a:ext cx="1660525" cy="1517650"/>
                  </a:xfrm>
                  <a:custGeom>
                    <a:avLst/>
                    <a:gdLst>
                      <a:gd name="T0" fmla="*/ 64 w 438"/>
                      <a:gd name="T1" fmla="*/ 351 h 401"/>
                      <a:gd name="T2" fmla="*/ 0 w 438"/>
                      <a:gd name="T3" fmla="*/ 261 h 401"/>
                      <a:gd name="T4" fmla="*/ 0 w 438"/>
                      <a:gd name="T5" fmla="*/ 0 h 401"/>
                      <a:gd name="T6" fmla="*/ 65 w 438"/>
                      <a:gd name="T7" fmla="*/ 90 h 401"/>
                      <a:gd name="T8" fmla="*/ 374 w 438"/>
                      <a:gd name="T9" fmla="*/ 90 h 401"/>
                      <a:gd name="T10" fmla="*/ 438 w 438"/>
                      <a:gd name="T11" fmla="*/ 1 h 401"/>
                      <a:gd name="T12" fmla="*/ 437 w 438"/>
                      <a:gd name="T13" fmla="*/ 262 h 401"/>
                      <a:gd name="T14" fmla="*/ 374 w 438"/>
                      <a:gd name="T15" fmla="*/ 351 h 401"/>
                      <a:gd name="T16" fmla="*/ 64 w 438"/>
                      <a:gd name="T17" fmla="*/ 35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401">
                        <a:moveTo>
                          <a:pt x="64" y="351"/>
                        </a:moveTo>
                        <a:cubicBezTo>
                          <a:pt x="21" y="326"/>
                          <a:pt x="0" y="294"/>
                          <a:pt x="0" y="261"/>
                        </a:cubicBezTo>
                        <a:cubicBezTo>
                          <a:pt x="0" y="0"/>
                          <a:pt x="0" y="0"/>
                          <a:pt x="0" y="0"/>
                        </a:cubicBezTo>
                        <a:cubicBezTo>
                          <a:pt x="0" y="33"/>
                          <a:pt x="22" y="65"/>
                          <a:pt x="65" y="90"/>
                        </a:cubicBezTo>
                        <a:cubicBezTo>
                          <a:pt x="151" y="140"/>
                          <a:pt x="289" y="140"/>
                          <a:pt x="374" y="90"/>
                        </a:cubicBezTo>
                        <a:cubicBezTo>
                          <a:pt x="417" y="66"/>
                          <a:pt x="438" y="34"/>
                          <a:pt x="438" y="1"/>
                        </a:cubicBezTo>
                        <a:cubicBezTo>
                          <a:pt x="437" y="262"/>
                          <a:pt x="437" y="262"/>
                          <a:pt x="437" y="262"/>
                        </a:cubicBezTo>
                        <a:cubicBezTo>
                          <a:pt x="437" y="294"/>
                          <a:pt x="416" y="327"/>
                          <a:pt x="374" y="351"/>
                        </a:cubicBezTo>
                        <a:cubicBezTo>
                          <a:pt x="289" y="401"/>
                          <a:pt x="150" y="401"/>
                          <a:pt x="64" y="351"/>
                        </a:cubicBezTo>
                        <a:close/>
                      </a:path>
                    </a:pathLst>
                  </a:custGeom>
                  <a:gradFill flip="none" rotWithShape="1">
                    <a:gsLst>
                      <a:gs pos="0">
                        <a:srgbClr val="DADFFE"/>
                      </a:gs>
                      <a:gs pos="100000">
                        <a:srgbClr val="6578F0"/>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219" name="Freeform 7">
                  <a:extLst>
                    <a:ext uri="{FF2B5EF4-FFF2-40B4-BE49-F238E27FC236}">
                      <a16:creationId xmlns:a16="http://schemas.microsoft.com/office/drawing/2014/main" id="{FE07820D-0406-8506-DF62-FDDAB1E5D1F3}"/>
                    </a:ext>
                  </a:extLst>
                </p:cNvPr>
                <p:cNvSpPr>
                  <a:spLocks/>
                </p:cNvSpPr>
                <p:nvPr/>
              </p:nvSpPr>
              <p:spPr bwMode="auto">
                <a:xfrm>
                  <a:off x="7991189" y="1707079"/>
                  <a:ext cx="647411" cy="301021"/>
                </a:xfrm>
                <a:custGeom>
                  <a:avLst/>
                  <a:gdLst>
                    <a:gd name="T0" fmla="*/ 442 w 442"/>
                    <a:gd name="T1" fmla="*/ 1 h 206"/>
                    <a:gd name="T2" fmla="*/ 442 w 442"/>
                    <a:gd name="T3" fmla="*/ 67 h 206"/>
                    <a:gd name="T4" fmla="*/ 378 w 442"/>
                    <a:gd name="T5" fmla="*/ 156 h 206"/>
                    <a:gd name="T6" fmla="*/ 65 w 442"/>
                    <a:gd name="T7" fmla="*/ 156 h 206"/>
                    <a:gd name="T8" fmla="*/ 0 w 442"/>
                    <a:gd name="T9" fmla="*/ 65 h 206"/>
                    <a:gd name="T10" fmla="*/ 0 w 442"/>
                    <a:gd name="T11" fmla="*/ 0 h 206"/>
                    <a:gd name="T12" fmla="*/ 66 w 442"/>
                    <a:gd name="T13" fmla="*/ 91 h 206"/>
                    <a:gd name="T14" fmla="*/ 378 w 442"/>
                    <a:gd name="T15" fmla="*/ 91 h 206"/>
                    <a:gd name="T16" fmla="*/ 442 w 442"/>
                    <a:gd name="T17" fmla="*/ 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2" h="206">
                      <a:moveTo>
                        <a:pt x="442" y="1"/>
                      </a:moveTo>
                      <a:cubicBezTo>
                        <a:pt x="442" y="67"/>
                        <a:pt x="442" y="67"/>
                        <a:pt x="442" y="67"/>
                      </a:cubicBezTo>
                      <a:cubicBezTo>
                        <a:pt x="442" y="99"/>
                        <a:pt x="420" y="132"/>
                        <a:pt x="378" y="156"/>
                      </a:cubicBezTo>
                      <a:cubicBezTo>
                        <a:pt x="292" y="206"/>
                        <a:pt x="152" y="206"/>
                        <a:pt x="65" y="156"/>
                      </a:cubicBezTo>
                      <a:cubicBezTo>
                        <a:pt x="22" y="131"/>
                        <a:pt x="0" y="98"/>
                        <a:pt x="0" y="65"/>
                      </a:cubicBezTo>
                      <a:cubicBezTo>
                        <a:pt x="0" y="0"/>
                        <a:pt x="0" y="0"/>
                        <a:pt x="0" y="0"/>
                      </a:cubicBezTo>
                      <a:cubicBezTo>
                        <a:pt x="0" y="33"/>
                        <a:pt x="22" y="66"/>
                        <a:pt x="66" y="91"/>
                      </a:cubicBezTo>
                      <a:cubicBezTo>
                        <a:pt x="152" y="141"/>
                        <a:pt x="292" y="141"/>
                        <a:pt x="378" y="91"/>
                      </a:cubicBezTo>
                      <a:cubicBezTo>
                        <a:pt x="421" y="66"/>
                        <a:pt x="442" y="34"/>
                        <a:pt x="442" y="1"/>
                      </a:cubicBezTo>
                      <a:close/>
                    </a:path>
                  </a:pathLst>
                </a:custGeom>
                <a:gradFill flip="none" rotWithShape="1">
                  <a:gsLst>
                    <a:gs pos="0">
                      <a:srgbClr val="DADFFE"/>
                    </a:gs>
                    <a:gs pos="100000">
                      <a:srgbClr val="6578F0"/>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0" name="Freeform 8">
                  <a:extLst>
                    <a:ext uri="{FF2B5EF4-FFF2-40B4-BE49-F238E27FC236}">
                      <a16:creationId xmlns:a16="http://schemas.microsoft.com/office/drawing/2014/main" id="{CBC523BD-EA59-2DEC-8869-9DD9401E89BD}"/>
                    </a:ext>
                  </a:extLst>
                </p:cNvPr>
                <p:cNvSpPr>
                  <a:spLocks/>
                </p:cNvSpPr>
                <p:nvPr/>
              </p:nvSpPr>
              <p:spPr bwMode="auto">
                <a:xfrm>
                  <a:off x="7959922" y="1505376"/>
                  <a:ext cx="709945" cy="410149"/>
                </a:xfrm>
                <a:custGeom>
                  <a:avLst/>
                  <a:gdLst>
                    <a:gd name="T0" fmla="*/ 398 w 485"/>
                    <a:gd name="T1" fmla="*/ 50 h 281"/>
                    <a:gd name="T2" fmla="*/ 399 w 485"/>
                    <a:gd name="T3" fmla="*/ 231 h 281"/>
                    <a:gd name="T4" fmla="*/ 87 w 485"/>
                    <a:gd name="T5" fmla="*/ 231 h 281"/>
                    <a:gd name="T6" fmla="*/ 86 w 485"/>
                    <a:gd name="T7" fmla="*/ 50 h 281"/>
                    <a:gd name="T8" fmla="*/ 398 w 485"/>
                    <a:gd name="T9" fmla="*/ 50 h 281"/>
                  </a:gdLst>
                  <a:ahLst/>
                  <a:cxnLst>
                    <a:cxn ang="0">
                      <a:pos x="T0" y="T1"/>
                    </a:cxn>
                    <a:cxn ang="0">
                      <a:pos x="T2" y="T3"/>
                    </a:cxn>
                    <a:cxn ang="0">
                      <a:pos x="T4" y="T5"/>
                    </a:cxn>
                    <a:cxn ang="0">
                      <a:pos x="T6" y="T7"/>
                    </a:cxn>
                    <a:cxn ang="0">
                      <a:pos x="T8" y="T9"/>
                    </a:cxn>
                  </a:cxnLst>
                  <a:rect l="0" t="0" r="r" b="b"/>
                  <a:pathLst>
                    <a:path w="485" h="281">
                      <a:moveTo>
                        <a:pt x="398" y="50"/>
                      </a:moveTo>
                      <a:cubicBezTo>
                        <a:pt x="484" y="100"/>
                        <a:pt x="485" y="181"/>
                        <a:pt x="399" y="231"/>
                      </a:cubicBezTo>
                      <a:cubicBezTo>
                        <a:pt x="313" y="281"/>
                        <a:pt x="173" y="281"/>
                        <a:pt x="87" y="231"/>
                      </a:cubicBezTo>
                      <a:cubicBezTo>
                        <a:pt x="0" y="181"/>
                        <a:pt x="0" y="100"/>
                        <a:pt x="86" y="50"/>
                      </a:cubicBezTo>
                      <a:cubicBezTo>
                        <a:pt x="172" y="0"/>
                        <a:pt x="311" y="0"/>
                        <a:pt x="398" y="50"/>
                      </a:cubicBezTo>
                      <a:close/>
                    </a:path>
                  </a:pathLst>
                </a:custGeom>
                <a:gradFill>
                  <a:gsLst>
                    <a:gs pos="0">
                      <a:srgbClr val="FAFBFF"/>
                    </a:gs>
                    <a:gs pos="100000">
                      <a:srgbClr val="CDD2F8"/>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1" name="Freeform 9">
                  <a:extLst>
                    <a:ext uri="{FF2B5EF4-FFF2-40B4-BE49-F238E27FC236}">
                      <a16:creationId xmlns:a16="http://schemas.microsoft.com/office/drawing/2014/main" id="{F5A2BE8D-A875-AB74-B748-B9202BCC799C}"/>
                    </a:ext>
                  </a:extLst>
                </p:cNvPr>
                <p:cNvSpPr>
                  <a:spLocks noEditPoints="1"/>
                </p:cNvSpPr>
                <p:nvPr/>
              </p:nvSpPr>
              <p:spPr bwMode="auto">
                <a:xfrm>
                  <a:off x="8043030" y="1556037"/>
                  <a:ext cx="543729" cy="301021"/>
                </a:xfrm>
                <a:custGeom>
                  <a:avLst/>
                  <a:gdLst>
                    <a:gd name="T0" fmla="*/ 276 w 336"/>
                    <a:gd name="T1" fmla="*/ 35 h 195"/>
                    <a:gd name="T2" fmla="*/ 277 w 336"/>
                    <a:gd name="T3" fmla="*/ 160 h 195"/>
                    <a:gd name="T4" fmla="*/ 60 w 336"/>
                    <a:gd name="T5" fmla="*/ 160 h 195"/>
                    <a:gd name="T6" fmla="*/ 60 w 336"/>
                    <a:gd name="T7" fmla="*/ 35 h 195"/>
                    <a:gd name="T8" fmla="*/ 276 w 336"/>
                    <a:gd name="T9" fmla="*/ 35 h 195"/>
                    <a:gd name="T10" fmla="*/ 62 w 336"/>
                    <a:gd name="T11" fmla="*/ 159 h 195"/>
                    <a:gd name="T12" fmla="*/ 275 w 336"/>
                    <a:gd name="T13" fmla="*/ 159 h 195"/>
                    <a:gd name="T14" fmla="*/ 274 w 336"/>
                    <a:gd name="T15" fmla="*/ 36 h 195"/>
                    <a:gd name="T16" fmla="*/ 62 w 336"/>
                    <a:gd name="T17" fmla="*/ 36 h 195"/>
                    <a:gd name="T18" fmla="*/ 62 w 336"/>
                    <a:gd name="T19" fmla="*/ 159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6" h="195">
                      <a:moveTo>
                        <a:pt x="276" y="35"/>
                      </a:moveTo>
                      <a:cubicBezTo>
                        <a:pt x="336" y="70"/>
                        <a:pt x="336" y="126"/>
                        <a:pt x="277" y="160"/>
                      </a:cubicBezTo>
                      <a:cubicBezTo>
                        <a:pt x="217" y="195"/>
                        <a:pt x="120" y="195"/>
                        <a:pt x="60" y="160"/>
                      </a:cubicBezTo>
                      <a:cubicBezTo>
                        <a:pt x="1" y="126"/>
                        <a:pt x="0" y="70"/>
                        <a:pt x="60" y="35"/>
                      </a:cubicBezTo>
                      <a:cubicBezTo>
                        <a:pt x="119" y="0"/>
                        <a:pt x="216" y="0"/>
                        <a:pt x="276" y="35"/>
                      </a:cubicBezTo>
                      <a:close/>
                      <a:moveTo>
                        <a:pt x="62" y="159"/>
                      </a:moveTo>
                      <a:cubicBezTo>
                        <a:pt x="121" y="193"/>
                        <a:pt x="216" y="193"/>
                        <a:pt x="275" y="159"/>
                      </a:cubicBezTo>
                      <a:cubicBezTo>
                        <a:pt x="333" y="125"/>
                        <a:pt x="333" y="70"/>
                        <a:pt x="274" y="36"/>
                      </a:cubicBezTo>
                      <a:cubicBezTo>
                        <a:pt x="215" y="2"/>
                        <a:pt x="120" y="2"/>
                        <a:pt x="62" y="36"/>
                      </a:cubicBezTo>
                      <a:cubicBezTo>
                        <a:pt x="3" y="70"/>
                        <a:pt x="4" y="125"/>
                        <a:pt x="62" y="159"/>
                      </a:cubicBezTo>
                    </a:path>
                  </a:pathLst>
                </a:custGeom>
                <a:solidFill>
                  <a:srgbClr val="3749CC"/>
                </a:solidFill>
                <a:ln w="0">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14" name="组合 213">
                <a:extLst>
                  <a:ext uri="{FF2B5EF4-FFF2-40B4-BE49-F238E27FC236}">
                    <a16:creationId xmlns:a16="http://schemas.microsoft.com/office/drawing/2014/main" id="{C3F53E3C-AAAF-98C6-B2CB-B0918AAFA752}"/>
                  </a:ext>
                </a:extLst>
              </p:cNvPr>
              <p:cNvGrpSpPr/>
              <p:nvPr/>
            </p:nvGrpSpPr>
            <p:grpSpPr>
              <a:xfrm>
                <a:off x="9687157" y="2993287"/>
                <a:ext cx="69024" cy="493977"/>
                <a:chOff x="9687157" y="2993287"/>
                <a:chExt cx="69024" cy="493977"/>
              </a:xfrm>
            </p:grpSpPr>
            <p:sp>
              <p:nvSpPr>
                <p:cNvPr id="215" name="椭圆 214">
                  <a:extLst>
                    <a:ext uri="{FF2B5EF4-FFF2-40B4-BE49-F238E27FC236}">
                      <a16:creationId xmlns:a16="http://schemas.microsoft.com/office/drawing/2014/main" id="{3B33A9CC-3245-394B-7CD1-E928ED492BC7}"/>
                    </a:ext>
                  </a:extLst>
                </p:cNvPr>
                <p:cNvSpPr/>
                <p:nvPr/>
              </p:nvSpPr>
              <p:spPr>
                <a:xfrm>
                  <a:off x="9687157" y="2993287"/>
                  <a:ext cx="69024" cy="69024"/>
                </a:xfrm>
                <a:prstGeom prst="ellipse">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6" name="矩形: 圆角 215">
                  <a:extLst>
                    <a:ext uri="{FF2B5EF4-FFF2-40B4-BE49-F238E27FC236}">
                      <a16:creationId xmlns:a16="http://schemas.microsoft.com/office/drawing/2014/main" id="{427152D7-2195-7E20-B106-E34A29ACB536}"/>
                    </a:ext>
                  </a:extLst>
                </p:cNvPr>
                <p:cNvSpPr/>
                <p:nvPr/>
              </p:nvSpPr>
              <p:spPr>
                <a:xfrm>
                  <a:off x="9687157" y="3111301"/>
                  <a:ext cx="69024" cy="375963"/>
                </a:xfrm>
                <a:prstGeom prst="roundRect">
                  <a:avLst>
                    <a:gd name="adj" fmla="val 50000"/>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sp>
        <p:nvSpPr>
          <p:cNvPr id="224" name="文本框 223">
            <a:extLst>
              <a:ext uri="{FF2B5EF4-FFF2-40B4-BE49-F238E27FC236}">
                <a16:creationId xmlns:a16="http://schemas.microsoft.com/office/drawing/2014/main" id="{733493B1-454F-8251-37CC-E7EA2C80133C}"/>
              </a:ext>
            </a:extLst>
          </p:cNvPr>
          <p:cNvSpPr txBox="1"/>
          <p:nvPr/>
        </p:nvSpPr>
        <p:spPr>
          <a:xfrm>
            <a:off x="7361893" y="5710201"/>
            <a:ext cx="697627" cy="246221"/>
          </a:xfrm>
          <a:prstGeom prst="rect">
            <a:avLst/>
          </a:prstGeom>
          <a:noFill/>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25" name="文本框 224">
            <a:extLst>
              <a:ext uri="{FF2B5EF4-FFF2-40B4-BE49-F238E27FC236}">
                <a16:creationId xmlns:a16="http://schemas.microsoft.com/office/drawing/2014/main" id="{F60A5FC7-775D-5AB2-C968-65D4144364F1}"/>
              </a:ext>
            </a:extLst>
          </p:cNvPr>
          <p:cNvSpPr txBox="1"/>
          <p:nvPr/>
        </p:nvSpPr>
        <p:spPr>
          <a:xfrm>
            <a:off x="4161757" y="5679150"/>
            <a:ext cx="697627" cy="246221"/>
          </a:xfrm>
          <a:prstGeom prst="rect">
            <a:avLst/>
          </a:prstGeom>
          <a:noFill/>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Tree>
    <p:extLst>
      <p:ext uri="{BB962C8B-B14F-4D97-AF65-F5344CB8AC3E}">
        <p14:creationId xmlns:p14="http://schemas.microsoft.com/office/powerpoint/2010/main" val="819627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3C34809-ABD6-E848-9DAD-BB27790D208C}"/>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2E3A9CC7-2754-616E-0DBE-ECAFA33C8D97}"/>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32AB462A-553A-E1BA-39AF-95FC495EDFE8}"/>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83F85A30-4785-68FD-7D88-477FE6153E5D}"/>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9B84D22A-9130-E01F-7B00-AC99F5B0F861}"/>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F59A50D-43BD-B463-9F4F-76EE53977338}"/>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8" name="文本框 7">
              <a:extLst>
                <a:ext uri="{FF2B5EF4-FFF2-40B4-BE49-F238E27FC236}">
                  <a16:creationId xmlns:a16="http://schemas.microsoft.com/office/drawing/2014/main" id="{F8D839AE-CA5B-6EE5-6FEB-A0EB743F129A}"/>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9" name="文本框 8">
              <a:extLst>
                <a:ext uri="{FF2B5EF4-FFF2-40B4-BE49-F238E27FC236}">
                  <a16:creationId xmlns:a16="http://schemas.microsoft.com/office/drawing/2014/main" id="{A4AA4E76-0CB8-F4BC-8549-98DB9521CE4A}"/>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12"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76552812-4795-FF14-5862-7CB7A78AF8F2}"/>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13" name="文本框 12">
              <a:extLst>
                <a:ext uri="{FF2B5EF4-FFF2-40B4-BE49-F238E27FC236}">
                  <a16:creationId xmlns:a16="http://schemas.microsoft.com/office/drawing/2014/main" id="{76538918-E69F-6A6D-E0C5-B578ABBFBE99}"/>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14" name="文本框 13">
              <a:extLst>
                <a:ext uri="{FF2B5EF4-FFF2-40B4-BE49-F238E27FC236}">
                  <a16:creationId xmlns:a16="http://schemas.microsoft.com/office/drawing/2014/main" id="{C58C6410-40AE-DFA3-3300-26667CACBCB8}"/>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sp>
        <p:nvSpPr>
          <p:cNvPr id="245" name="文本框 244">
            <a:extLst>
              <a:ext uri="{FF2B5EF4-FFF2-40B4-BE49-F238E27FC236}">
                <a16:creationId xmlns:a16="http://schemas.microsoft.com/office/drawing/2014/main" id="{CEE8732D-8F1F-87FE-B8BE-C8C99A1F76DC}"/>
              </a:ext>
            </a:extLst>
          </p:cNvPr>
          <p:cNvSpPr txBox="1"/>
          <p:nvPr/>
        </p:nvSpPr>
        <p:spPr>
          <a:xfrm>
            <a:off x="3785282" y="2657814"/>
            <a:ext cx="1149802" cy="400110"/>
          </a:xfrm>
          <a:prstGeom prst="rect">
            <a:avLst/>
          </a:prstGeom>
          <a:noFill/>
          <a:scene3d>
            <a:camera prst="isometricRightUp"/>
            <a:lightRig rig="threePt" dir="t"/>
          </a:scene3d>
        </p:spPr>
        <p:txBody>
          <a:bodyPr wrap="none" rtlCol="0">
            <a:spAutoFit/>
          </a:bodyPr>
          <a:lstStyle/>
          <a:p>
            <a:r>
              <a:rPr lang="en-US" altLang="zh-CN" sz="2000" dirty="0">
                <a:solidFill>
                  <a:srgbClr val="3749CC"/>
                </a:solidFill>
                <a:latin typeface="Gotham" panose="02000604040000020004" pitchFamily="50" charset="0"/>
                <a:ea typeface="HarmonyOS Sans SC Light" panose="00000400000000000000" pitchFamily="2" charset="-122"/>
              </a:rPr>
              <a:t>BRAND</a:t>
            </a:r>
            <a:endParaRPr lang="zh-CN" altLang="en-US" sz="2000" dirty="0">
              <a:solidFill>
                <a:srgbClr val="3749CC"/>
              </a:solidFill>
              <a:latin typeface="Gotham" panose="02000604040000020004" pitchFamily="50" charset="0"/>
              <a:ea typeface="HarmonyOS Sans SC Light" panose="00000400000000000000" pitchFamily="2" charset="-122"/>
            </a:endParaRPr>
          </a:p>
        </p:txBody>
      </p:sp>
      <p:grpSp>
        <p:nvGrpSpPr>
          <p:cNvPr id="15" name="组合 14">
            <a:extLst>
              <a:ext uri="{FF2B5EF4-FFF2-40B4-BE49-F238E27FC236}">
                <a16:creationId xmlns:a16="http://schemas.microsoft.com/office/drawing/2014/main" id="{48F94322-D5DC-DD7B-F9B0-4F23C095CB5A}"/>
              </a:ext>
            </a:extLst>
          </p:cNvPr>
          <p:cNvGrpSpPr/>
          <p:nvPr/>
        </p:nvGrpSpPr>
        <p:grpSpPr>
          <a:xfrm>
            <a:off x="6651709" y="1005020"/>
            <a:ext cx="4834255" cy="2842472"/>
            <a:chOff x="6815878" y="887519"/>
            <a:chExt cx="5232400" cy="3076575"/>
          </a:xfrm>
        </p:grpSpPr>
        <p:sp>
          <p:nvSpPr>
            <p:cNvPr id="10" name="Freeform 5">
              <a:extLst>
                <a:ext uri="{FF2B5EF4-FFF2-40B4-BE49-F238E27FC236}">
                  <a16:creationId xmlns:a16="http://schemas.microsoft.com/office/drawing/2014/main" id="{BAD59A3D-D9B7-A2C1-B8A4-3C0B5641BBDD}"/>
                </a:ext>
              </a:extLst>
            </p:cNvPr>
            <p:cNvSpPr>
              <a:spLocks/>
            </p:cNvSpPr>
            <p:nvPr/>
          </p:nvSpPr>
          <p:spPr bwMode="auto">
            <a:xfrm>
              <a:off x="6826991" y="1430444"/>
              <a:ext cx="5210175" cy="2533650"/>
            </a:xfrm>
            <a:custGeom>
              <a:avLst/>
              <a:gdLst>
                <a:gd name="T0" fmla="*/ 3531 w 3555"/>
                <a:gd name="T1" fmla="*/ 1356 h 1726"/>
                <a:gd name="T2" fmla="*/ 2983 w 3555"/>
                <a:gd name="T3" fmla="*/ 1675 h 1726"/>
                <a:gd name="T4" fmla="*/ 2867 w 3555"/>
                <a:gd name="T5" fmla="*/ 1675 h 1726"/>
                <a:gd name="T6" fmla="*/ 24 w 3555"/>
                <a:gd name="T7" fmla="*/ 34 h 1726"/>
                <a:gd name="T8" fmla="*/ 0 w 3555"/>
                <a:gd name="T9" fmla="*/ 0 h 1726"/>
                <a:gd name="T10" fmla="*/ 0 w 3555"/>
                <a:gd name="T11" fmla="*/ 33 h 1726"/>
                <a:gd name="T12" fmla="*/ 24 w 3555"/>
                <a:gd name="T13" fmla="*/ 67 h 1726"/>
                <a:gd name="T14" fmla="*/ 2867 w 3555"/>
                <a:gd name="T15" fmla="*/ 1708 h 1726"/>
                <a:gd name="T16" fmla="*/ 2983 w 3555"/>
                <a:gd name="T17" fmla="*/ 1708 h 1726"/>
                <a:gd name="T18" fmla="*/ 3531 w 3555"/>
                <a:gd name="T19" fmla="*/ 1389 h 1726"/>
                <a:gd name="T20" fmla="*/ 3555 w 3555"/>
                <a:gd name="T21" fmla="*/ 1356 h 1726"/>
                <a:gd name="T22" fmla="*/ 3555 w 3555"/>
                <a:gd name="T23" fmla="*/ 1323 h 1726"/>
                <a:gd name="T24" fmla="*/ 3531 w 3555"/>
                <a:gd name="T25" fmla="*/ 1356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55" h="1726">
                  <a:moveTo>
                    <a:pt x="3531" y="1356"/>
                  </a:moveTo>
                  <a:cubicBezTo>
                    <a:pt x="2983" y="1675"/>
                    <a:pt x="2983" y="1675"/>
                    <a:pt x="2983" y="1675"/>
                  </a:cubicBezTo>
                  <a:cubicBezTo>
                    <a:pt x="2951" y="1694"/>
                    <a:pt x="2899" y="1694"/>
                    <a:pt x="2867" y="1675"/>
                  </a:cubicBezTo>
                  <a:cubicBezTo>
                    <a:pt x="24" y="34"/>
                    <a:pt x="24" y="34"/>
                    <a:pt x="24" y="34"/>
                  </a:cubicBezTo>
                  <a:cubicBezTo>
                    <a:pt x="8" y="25"/>
                    <a:pt x="0" y="12"/>
                    <a:pt x="0" y="0"/>
                  </a:cubicBezTo>
                  <a:cubicBezTo>
                    <a:pt x="0" y="33"/>
                    <a:pt x="0" y="33"/>
                    <a:pt x="0" y="33"/>
                  </a:cubicBezTo>
                  <a:cubicBezTo>
                    <a:pt x="0" y="45"/>
                    <a:pt x="8" y="57"/>
                    <a:pt x="24" y="67"/>
                  </a:cubicBezTo>
                  <a:cubicBezTo>
                    <a:pt x="2867" y="1708"/>
                    <a:pt x="2867" y="1708"/>
                    <a:pt x="2867" y="1708"/>
                  </a:cubicBezTo>
                  <a:cubicBezTo>
                    <a:pt x="2899" y="1726"/>
                    <a:pt x="2951" y="1726"/>
                    <a:pt x="2983" y="1708"/>
                  </a:cubicBezTo>
                  <a:cubicBezTo>
                    <a:pt x="3531" y="1389"/>
                    <a:pt x="3531" y="1389"/>
                    <a:pt x="3531" y="1389"/>
                  </a:cubicBezTo>
                  <a:cubicBezTo>
                    <a:pt x="3547" y="1380"/>
                    <a:pt x="3555" y="1368"/>
                    <a:pt x="3555" y="1356"/>
                  </a:cubicBezTo>
                  <a:cubicBezTo>
                    <a:pt x="3555" y="1323"/>
                    <a:pt x="3555" y="1323"/>
                    <a:pt x="3555" y="1323"/>
                  </a:cubicBezTo>
                  <a:cubicBezTo>
                    <a:pt x="3555" y="1335"/>
                    <a:pt x="3547" y="1347"/>
                    <a:pt x="3531" y="1356"/>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Freeform 6">
              <a:extLst>
                <a:ext uri="{FF2B5EF4-FFF2-40B4-BE49-F238E27FC236}">
                  <a16:creationId xmlns:a16="http://schemas.microsoft.com/office/drawing/2014/main" id="{3674125C-13FD-C349-263C-635672F569D4}"/>
                </a:ext>
              </a:extLst>
            </p:cNvPr>
            <p:cNvSpPr>
              <a:spLocks/>
            </p:cNvSpPr>
            <p:nvPr/>
          </p:nvSpPr>
          <p:spPr bwMode="auto">
            <a:xfrm>
              <a:off x="6815878" y="887519"/>
              <a:ext cx="5232400" cy="3028950"/>
            </a:xfrm>
            <a:custGeom>
              <a:avLst/>
              <a:gdLst>
                <a:gd name="T0" fmla="*/ 3539 w 3571"/>
                <a:gd name="T1" fmla="*/ 1659 h 2064"/>
                <a:gd name="T2" fmla="*/ 3539 w 3571"/>
                <a:gd name="T3" fmla="*/ 1726 h 2064"/>
                <a:gd name="T4" fmla="*/ 2991 w 3571"/>
                <a:gd name="T5" fmla="*/ 2045 h 2064"/>
                <a:gd name="T6" fmla="*/ 2875 w 3571"/>
                <a:gd name="T7" fmla="*/ 2045 h 2064"/>
                <a:gd name="T8" fmla="*/ 32 w 3571"/>
                <a:gd name="T9" fmla="*/ 404 h 2064"/>
                <a:gd name="T10" fmla="*/ 32 w 3571"/>
                <a:gd name="T11" fmla="*/ 337 h 2064"/>
                <a:gd name="T12" fmla="*/ 580 w 3571"/>
                <a:gd name="T13" fmla="*/ 18 h 2064"/>
                <a:gd name="T14" fmla="*/ 697 w 3571"/>
                <a:gd name="T15" fmla="*/ 18 h 2064"/>
                <a:gd name="T16" fmla="*/ 3539 w 3571"/>
                <a:gd name="T17" fmla="*/ 1659 h 2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71" h="2064">
                  <a:moveTo>
                    <a:pt x="3539" y="1659"/>
                  </a:moveTo>
                  <a:cubicBezTo>
                    <a:pt x="3571" y="1678"/>
                    <a:pt x="3571" y="1708"/>
                    <a:pt x="3539" y="1726"/>
                  </a:cubicBezTo>
                  <a:cubicBezTo>
                    <a:pt x="2991" y="2045"/>
                    <a:pt x="2991" y="2045"/>
                    <a:pt x="2991" y="2045"/>
                  </a:cubicBezTo>
                  <a:cubicBezTo>
                    <a:pt x="2959" y="2064"/>
                    <a:pt x="2907" y="2064"/>
                    <a:pt x="2875" y="2045"/>
                  </a:cubicBezTo>
                  <a:cubicBezTo>
                    <a:pt x="32" y="404"/>
                    <a:pt x="32" y="404"/>
                    <a:pt x="32" y="404"/>
                  </a:cubicBezTo>
                  <a:cubicBezTo>
                    <a:pt x="0" y="386"/>
                    <a:pt x="0" y="355"/>
                    <a:pt x="32" y="337"/>
                  </a:cubicBezTo>
                  <a:cubicBezTo>
                    <a:pt x="580" y="18"/>
                    <a:pt x="580" y="18"/>
                    <a:pt x="580" y="18"/>
                  </a:cubicBezTo>
                  <a:cubicBezTo>
                    <a:pt x="612" y="0"/>
                    <a:pt x="664" y="0"/>
                    <a:pt x="697" y="18"/>
                  </a:cubicBezTo>
                  <a:lnTo>
                    <a:pt x="3539" y="1659"/>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8" name="组合 27">
            <a:extLst>
              <a:ext uri="{FF2B5EF4-FFF2-40B4-BE49-F238E27FC236}">
                <a16:creationId xmlns:a16="http://schemas.microsoft.com/office/drawing/2014/main" id="{AC3F52BE-1CDD-0869-9EEB-90971ECF7D73}"/>
              </a:ext>
            </a:extLst>
          </p:cNvPr>
          <p:cNvGrpSpPr/>
          <p:nvPr/>
        </p:nvGrpSpPr>
        <p:grpSpPr>
          <a:xfrm>
            <a:off x="5245008" y="1937905"/>
            <a:ext cx="4834255" cy="2842472"/>
            <a:chOff x="6815878" y="887519"/>
            <a:chExt cx="5232400" cy="3076575"/>
          </a:xfrm>
        </p:grpSpPr>
        <p:sp>
          <p:nvSpPr>
            <p:cNvPr id="29" name="Freeform 5">
              <a:extLst>
                <a:ext uri="{FF2B5EF4-FFF2-40B4-BE49-F238E27FC236}">
                  <a16:creationId xmlns:a16="http://schemas.microsoft.com/office/drawing/2014/main" id="{1AF4B012-EBB0-153E-D23D-A486F15FFF8E}"/>
                </a:ext>
              </a:extLst>
            </p:cNvPr>
            <p:cNvSpPr>
              <a:spLocks/>
            </p:cNvSpPr>
            <p:nvPr/>
          </p:nvSpPr>
          <p:spPr bwMode="auto">
            <a:xfrm>
              <a:off x="6826991" y="1430444"/>
              <a:ext cx="5210175" cy="2533650"/>
            </a:xfrm>
            <a:custGeom>
              <a:avLst/>
              <a:gdLst>
                <a:gd name="T0" fmla="*/ 3531 w 3555"/>
                <a:gd name="T1" fmla="*/ 1356 h 1726"/>
                <a:gd name="T2" fmla="*/ 2983 w 3555"/>
                <a:gd name="T3" fmla="*/ 1675 h 1726"/>
                <a:gd name="T4" fmla="*/ 2867 w 3555"/>
                <a:gd name="T5" fmla="*/ 1675 h 1726"/>
                <a:gd name="T6" fmla="*/ 24 w 3555"/>
                <a:gd name="T7" fmla="*/ 34 h 1726"/>
                <a:gd name="T8" fmla="*/ 0 w 3555"/>
                <a:gd name="T9" fmla="*/ 0 h 1726"/>
                <a:gd name="T10" fmla="*/ 0 w 3555"/>
                <a:gd name="T11" fmla="*/ 33 h 1726"/>
                <a:gd name="T12" fmla="*/ 24 w 3555"/>
                <a:gd name="T13" fmla="*/ 67 h 1726"/>
                <a:gd name="T14" fmla="*/ 2867 w 3555"/>
                <a:gd name="T15" fmla="*/ 1708 h 1726"/>
                <a:gd name="T16" fmla="*/ 2983 w 3555"/>
                <a:gd name="T17" fmla="*/ 1708 h 1726"/>
                <a:gd name="T18" fmla="*/ 3531 w 3555"/>
                <a:gd name="T19" fmla="*/ 1389 h 1726"/>
                <a:gd name="T20" fmla="*/ 3555 w 3555"/>
                <a:gd name="T21" fmla="*/ 1356 h 1726"/>
                <a:gd name="T22" fmla="*/ 3555 w 3555"/>
                <a:gd name="T23" fmla="*/ 1323 h 1726"/>
                <a:gd name="T24" fmla="*/ 3531 w 3555"/>
                <a:gd name="T25" fmla="*/ 1356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55" h="1726">
                  <a:moveTo>
                    <a:pt x="3531" y="1356"/>
                  </a:moveTo>
                  <a:cubicBezTo>
                    <a:pt x="2983" y="1675"/>
                    <a:pt x="2983" y="1675"/>
                    <a:pt x="2983" y="1675"/>
                  </a:cubicBezTo>
                  <a:cubicBezTo>
                    <a:pt x="2951" y="1694"/>
                    <a:pt x="2899" y="1694"/>
                    <a:pt x="2867" y="1675"/>
                  </a:cubicBezTo>
                  <a:cubicBezTo>
                    <a:pt x="24" y="34"/>
                    <a:pt x="24" y="34"/>
                    <a:pt x="24" y="34"/>
                  </a:cubicBezTo>
                  <a:cubicBezTo>
                    <a:pt x="8" y="25"/>
                    <a:pt x="0" y="12"/>
                    <a:pt x="0" y="0"/>
                  </a:cubicBezTo>
                  <a:cubicBezTo>
                    <a:pt x="0" y="33"/>
                    <a:pt x="0" y="33"/>
                    <a:pt x="0" y="33"/>
                  </a:cubicBezTo>
                  <a:cubicBezTo>
                    <a:pt x="0" y="45"/>
                    <a:pt x="8" y="57"/>
                    <a:pt x="24" y="67"/>
                  </a:cubicBezTo>
                  <a:cubicBezTo>
                    <a:pt x="2867" y="1708"/>
                    <a:pt x="2867" y="1708"/>
                    <a:pt x="2867" y="1708"/>
                  </a:cubicBezTo>
                  <a:cubicBezTo>
                    <a:pt x="2899" y="1726"/>
                    <a:pt x="2951" y="1726"/>
                    <a:pt x="2983" y="1708"/>
                  </a:cubicBezTo>
                  <a:cubicBezTo>
                    <a:pt x="3531" y="1389"/>
                    <a:pt x="3531" y="1389"/>
                    <a:pt x="3531" y="1389"/>
                  </a:cubicBezTo>
                  <a:cubicBezTo>
                    <a:pt x="3547" y="1380"/>
                    <a:pt x="3555" y="1368"/>
                    <a:pt x="3555" y="1356"/>
                  </a:cubicBezTo>
                  <a:cubicBezTo>
                    <a:pt x="3555" y="1323"/>
                    <a:pt x="3555" y="1323"/>
                    <a:pt x="3555" y="1323"/>
                  </a:cubicBezTo>
                  <a:cubicBezTo>
                    <a:pt x="3555" y="1335"/>
                    <a:pt x="3547" y="1347"/>
                    <a:pt x="3531" y="1356"/>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6">
              <a:extLst>
                <a:ext uri="{FF2B5EF4-FFF2-40B4-BE49-F238E27FC236}">
                  <a16:creationId xmlns:a16="http://schemas.microsoft.com/office/drawing/2014/main" id="{B73D6E0C-F5C7-700B-12F3-632D1318EA4E}"/>
                </a:ext>
              </a:extLst>
            </p:cNvPr>
            <p:cNvSpPr>
              <a:spLocks/>
            </p:cNvSpPr>
            <p:nvPr/>
          </p:nvSpPr>
          <p:spPr bwMode="auto">
            <a:xfrm>
              <a:off x="6815878" y="887519"/>
              <a:ext cx="5232400" cy="3028950"/>
            </a:xfrm>
            <a:custGeom>
              <a:avLst/>
              <a:gdLst>
                <a:gd name="T0" fmla="*/ 3539 w 3571"/>
                <a:gd name="T1" fmla="*/ 1659 h 2064"/>
                <a:gd name="T2" fmla="*/ 3539 w 3571"/>
                <a:gd name="T3" fmla="*/ 1726 h 2064"/>
                <a:gd name="T4" fmla="*/ 2991 w 3571"/>
                <a:gd name="T5" fmla="*/ 2045 h 2064"/>
                <a:gd name="T6" fmla="*/ 2875 w 3571"/>
                <a:gd name="T7" fmla="*/ 2045 h 2064"/>
                <a:gd name="T8" fmla="*/ 32 w 3571"/>
                <a:gd name="T9" fmla="*/ 404 h 2064"/>
                <a:gd name="T10" fmla="*/ 32 w 3571"/>
                <a:gd name="T11" fmla="*/ 337 h 2064"/>
                <a:gd name="T12" fmla="*/ 580 w 3571"/>
                <a:gd name="T13" fmla="*/ 18 h 2064"/>
                <a:gd name="T14" fmla="*/ 697 w 3571"/>
                <a:gd name="T15" fmla="*/ 18 h 2064"/>
                <a:gd name="T16" fmla="*/ 3539 w 3571"/>
                <a:gd name="T17" fmla="*/ 1659 h 2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71" h="2064">
                  <a:moveTo>
                    <a:pt x="3539" y="1659"/>
                  </a:moveTo>
                  <a:cubicBezTo>
                    <a:pt x="3571" y="1678"/>
                    <a:pt x="3571" y="1708"/>
                    <a:pt x="3539" y="1726"/>
                  </a:cubicBezTo>
                  <a:cubicBezTo>
                    <a:pt x="2991" y="2045"/>
                    <a:pt x="2991" y="2045"/>
                    <a:pt x="2991" y="2045"/>
                  </a:cubicBezTo>
                  <a:cubicBezTo>
                    <a:pt x="2959" y="2064"/>
                    <a:pt x="2907" y="2064"/>
                    <a:pt x="2875" y="2045"/>
                  </a:cubicBezTo>
                  <a:cubicBezTo>
                    <a:pt x="32" y="404"/>
                    <a:pt x="32" y="404"/>
                    <a:pt x="32" y="404"/>
                  </a:cubicBezTo>
                  <a:cubicBezTo>
                    <a:pt x="0" y="386"/>
                    <a:pt x="0" y="355"/>
                    <a:pt x="32" y="337"/>
                  </a:cubicBezTo>
                  <a:cubicBezTo>
                    <a:pt x="580" y="18"/>
                    <a:pt x="580" y="18"/>
                    <a:pt x="580" y="18"/>
                  </a:cubicBezTo>
                  <a:cubicBezTo>
                    <a:pt x="612" y="0"/>
                    <a:pt x="664" y="0"/>
                    <a:pt x="697" y="18"/>
                  </a:cubicBezTo>
                  <a:lnTo>
                    <a:pt x="3539" y="1659"/>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31" name="组合 30">
            <a:extLst>
              <a:ext uri="{FF2B5EF4-FFF2-40B4-BE49-F238E27FC236}">
                <a16:creationId xmlns:a16="http://schemas.microsoft.com/office/drawing/2014/main" id="{390D442A-3D69-FD65-5154-F817FDAD393F}"/>
              </a:ext>
            </a:extLst>
          </p:cNvPr>
          <p:cNvGrpSpPr/>
          <p:nvPr/>
        </p:nvGrpSpPr>
        <p:grpSpPr>
          <a:xfrm>
            <a:off x="3937116" y="2712780"/>
            <a:ext cx="4834255" cy="2842472"/>
            <a:chOff x="6815878" y="887519"/>
            <a:chExt cx="5232400" cy="3076575"/>
          </a:xfrm>
        </p:grpSpPr>
        <p:sp>
          <p:nvSpPr>
            <p:cNvPr id="32" name="Freeform 5">
              <a:extLst>
                <a:ext uri="{FF2B5EF4-FFF2-40B4-BE49-F238E27FC236}">
                  <a16:creationId xmlns:a16="http://schemas.microsoft.com/office/drawing/2014/main" id="{B867F741-3045-8D59-8F86-56456FBE0BDF}"/>
                </a:ext>
              </a:extLst>
            </p:cNvPr>
            <p:cNvSpPr>
              <a:spLocks/>
            </p:cNvSpPr>
            <p:nvPr/>
          </p:nvSpPr>
          <p:spPr bwMode="auto">
            <a:xfrm>
              <a:off x="6826991" y="1430444"/>
              <a:ext cx="5210175" cy="2533650"/>
            </a:xfrm>
            <a:custGeom>
              <a:avLst/>
              <a:gdLst>
                <a:gd name="T0" fmla="*/ 3531 w 3555"/>
                <a:gd name="T1" fmla="*/ 1356 h 1726"/>
                <a:gd name="T2" fmla="*/ 2983 w 3555"/>
                <a:gd name="T3" fmla="*/ 1675 h 1726"/>
                <a:gd name="T4" fmla="*/ 2867 w 3555"/>
                <a:gd name="T5" fmla="*/ 1675 h 1726"/>
                <a:gd name="T6" fmla="*/ 24 w 3555"/>
                <a:gd name="T7" fmla="*/ 34 h 1726"/>
                <a:gd name="T8" fmla="*/ 0 w 3555"/>
                <a:gd name="T9" fmla="*/ 0 h 1726"/>
                <a:gd name="T10" fmla="*/ 0 w 3555"/>
                <a:gd name="T11" fmla="*/ 33 h 1726"/>
                <a:gd name="T12" fmla="*/ 24 w 3555"/>
                <a:gd name="T13" fmla="*/ 67 h 1726"/>
                <a:gd name="T14" fmla="*/ 2867 w 3555"/>
                <a:gd name="T15" fmla="*/ 1708 h 1726"/>
                <a:gd name="T16" fmla="*/ 2983 w 3555"/>
                <a:gd name="T17" fmla="*/ 1708 h 1726"/>
                <a:gd name="T18" fmla="*/ 3531 w 3555"/>
                <a:gd name="T19" fmla="*/ 1389 h 1726"/>
                <a:gd name="T20" fmla="*/ 3555 w 3555"/>
                <a:gd name="T21" fmla="*/ 1356 h 1726"/>
                <a:gd name="T22" fmla="*/ 3555 w 3555"/>
                <a:gd name="T23" fmla="*/ 1323 h 1726"/>
                <a:gd name="T24" fmla="*/ 3531 w 3555"/>
                <a:gd name="T25" fmla="*/ 1356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55" h="1726">
                  <a:moveTo>
                    <a:pt x="3531" y="1356"/>
                  </a:moveTo>
                  <a:cubicBezTo>
                    <a:pt x="2983" y="1675"/>
                    <a:pt x="2983" y="1675"/>
                    <a:pt x="2983" y="1675"/>
                  </a:cubicBezTo>
                  <a:cubicBezTo>
                    <a:pt x="2951" y="1694"/>
                    <a:pt x="2899" y="1694"/>
                    <a:pt x="2867" y="1675"/>
                  </a:cubicBezTo>
                  <a:cubicBezTo>
                    <a:pt x="24" y="34"/>
                    <a:pt x="24" y="34"/>
                    <a:pt x="24" y="34"/>
                  </a:cubicBezTo>
                  <a:cubicBezTo>
                    <a:pt x="8" y="25"/>
                    <a:pt x="0" y="12"/>
                    <a:pt x="0" y="0"/>
                  </a:cubicBezTo>
                  <a:cubicBezTo>
                    <a:pt x="0" y="33"/>
                    <a:pt x="0" y="33"/>
                    <a:pt x="0" y="33"/>
                  </a:cubicBezTo>
                  <a:cubicBezTo>
                    <a:pt x="0" y="45"/>
                    <a:pt x="8" y="57"/>
                    <a:pt x="24" y="67"/>
                  </a:cubicBezTo>
                  <a:cubicBezTo>
                    <a:pt x="2867" y="1708"/>
                    <a:pt x="2867" y="1708"/>
                    <a:pt x="2867" y="1708"/>
                  </a:cubicBezTo>
                  <a:cubicBezTo>
                    <a:pt x="2899" y="1726"/>
                    <a:pt x="2951" y="1726"/>
                    <a:pt x="2983" y="1708"/>
                  </a:cubicBezTo>
                  <a:cubicBezTo>
                    <a:pt x="3531" y="1389"/>
                    <a:pt x="3531" y="1389"/>
                    <a:pt x="3531" y="1389"/>
                  </a:cubicBezTo>
                  <a:cubicBezTo>
                    <a:pt x="3547" y="1380"/>
                    <a:pt x="3555" y="1368"/>
                    <a:pt x="3555" y="1356"/>
                  </a:cubicBezTo>
                  <a:cubicBezTo>
                    <a:pt x="3555" y="1323"/>
                    <a:pt x="3555" y="1323"/>
                    <a:pt x="3555" y="1323"/>
                  </a:cubicBezTo>
                  <a:cubicBezTo>
                    <a:pt x="3555" y="1335"/>
                    <a:pt x="3547" y="1347"/>
                    <a:pt x="3531" y="1356"/>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6">
              <a:extLst>
                <a:ext uri="{FF2B5EF4-FFF2-40B4-BE49-F238E27FC236}">
                  <a16:creationId xmlns:a16="http://schemas.microsoft.com/office/drawing/2014/main" id="{3689BFB3-2BC0-034B-CB4E-84B57F792544}"/>
                </a:ext>
              </a:extLst>
            </p:cNvPr>
            <p:cNvSpPr>
              <a:spLocks/>
            </p:cNvSpPr>
            <p:nvPr/>
          </p:nvSpPr>
          <p:spPr bwMode="auto">
            <a:xfrm>
              <a:off x="6815878" y="887519"/>
              <a:ext cx="5232400" cy="3028950"/>
            </a:xfrm>
            <a:custGeom>
              <a:avLst/>
              <a:gdLst>
                <a:gd name="T0" fmla="*/ 3539 w 3571"/>
                <a:gd name="T1" fmla="*/ 1659 h 2064"/>
                <a:gd name="T2" fmla="*/ 3539 w 3571"/>
                <a:gd name="T3" fmla="*/ 1726 h 2064"/>
                <a:gd name="T4" fmla="*/ 2991 w 3571"/>
                <a:gd name="T5" fmla="*/ 2045 h 2064"/>
                <a:gd name="T6" fmla="*/ 2875 w 3571"/>
                <a:gd name="T7" fmla="*/ 2045 h 2064"/>
                <a:gd name="T8" fmla="*/ 32 w 3571"/>
                <a:gd name="T9" fmla="*/ 404 h 2064"/>
                <a:gd name="T10" fmla="*/ 32 w 3571"/>
                <a:gd name="T11" fmla="*/ 337 h 2064"/>
                <a:gd name="T12" fmla="*/ 580 w 3571"/>
                <a:gd name="T13" fmla="*/ 18 h 2064"/>
                <a:gd name="T14" fmla="*/ 697 w 3571"/>
                <a:gd name="T15" fmla="*/ 18 h 2064"/>
                <a:gd name="T16" fmla="*/ 3539 w 3571"/>
                <a:gd name="T17" fmla="*/ 1659 h 2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71" h="2064">
                  <a:moveTo>
                    <a:pt x="3539" y="1659"/>
                  </a:moveTo>
                  <a:cubicBezTo>
                    <a:pt x="3571" y="1678"/>
                    <a:pt x="3571" y="1708"/>
                    <a:pt x="3539" y="1726"/>
                  </a:cubicBezTo>
                  <a:cubicBezTo>
                    <a:pt x="2991" y="2045"/>
                    <a:pt x="2991" y="2045"/>
                    <a:pt x="2991" y="2045"/>
                  </a:cubicBezTo>
                  <a:cubicBezTo>
                    <a:pt x="2959" y="2064"/>
                    <a:pt x="2907" y="2064"/>
                    <a:pt x="2875" y="2045"/>
                  </a:cubicBezTo>
                  <a:cubicBezTo>
                    <a:pt x="32" y="404"/>
                    <a:pt x="32" y="404"/>
                    <a:pt x="32" y="404"/>
                  </a:cubicBezTo>
                  <a:cubicBezTo>
                    <a:pt x="0" y="386"/>
                    <a:pt x="0" y="355"/>
                    <a:pt x="32" y="337"/>
                  </a:cubicBezTo>
                  <a:cubicBezTo>
                    <a:pt x="580" y="18"/>
                    <a:pt x="580" y="18"/>
                    <a:pt x="580" y="18"/>
                  </a:cubicBezTo>
                  <a:cubicBezTo>
                    <a:pt x="612" y="0"/>
                    <a:pt x="664" y="0"/>
                    <a:pt x="697" y="18"/>
                  </a:cubicBezTo>
                  <a:lnTo>
                    <a:pt x="3539" y="1659"/>
                  </a:lnTo>
                  <a:close/>
                </a:path>
              </a:pathLst>
            </a:custGeom>
            <a:gradFill>
              <a:gsLst>
                <a:gs pos="0">
                  <a:srgbClr val="6578F0"/>
                </a:gs>
                <a:gs pos="100000">
                  <a:srgbClr val="3749CC"/>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34" name="组合 33">
            <a:extLst>
              <a:ext uri="{FF2B5EF4-FFF2-40B4-BE49-F238E27FC236}">
                <a16:creationId xmlns:a16="http://schemas.microsoft.com/office/drawing/2014/main" id="{0B016550-AE5D-7958-1027-9518957048FA}"/>
              </a:ext>
            </a:extLst>
          </p:cNvPr>
          <p:cNvGrpSpPr/>
          <p:nvPr/>
        </p:nvGrpSpPr>
        <p:grpSpPr>
          <a:xfrm>
            <a:off x="2434187" y="3702197"/>
            <a:ext cx="4834255" cy="2842472"/>
            <a:chOff x="6815877" y="887519"/>
            <a:chExt cx="5232400" cy="3076575"/>
          </a:xfrm>
        </p:grpSpPr>
        <p:sp>
          <p:nvSpPr>
            <p:cNvPr id="35" name="Freeform 5">
              <a:extLst>
                <a:ext uri="{FF2B5EF4-FFF2-40B4-BE49-F238E27FC236}">
                  <a16:creationId xmlns:a16="http://schemas.microsoft.com/office/drawing/2014/main" id="{4048D6B4-B445-0897-B107-78E5058B573F}"/>
                </a:ext>
              </a:extLst>
            </p:cNvPr>
            <p:cNvSpPr>
              <a:spLocks/>
            </p:cNvSpPr>
            <p:nvPr/>
          </p:nvSpPr>
          <p:spPr bwMode="auto">
            <a:xfrm>
              <a:off x="6826991" y="1430444"/>
              <a:ext cx="5210175" cy="2533650"/>
            </a:xfrm>
            <a:custGeom>
              <a:avLst/>
              <a:gdLst>
                <a:gd name="T0" fmla="*/ 3531 w 3555"/>
                <a:gd name="T1" fmla="*/ 1356 h 1726"/>
                <a:gd name="T2" fmla="*/ 2983 w 3555"/>
                <a:gd name="T3" fmla="*/ 1675 h 1726"/>
                <a:gd name="T4" fmla="*/ 2867 w 3555"/>
                <a:gd name="T5" fmla="*/ 1675 h 1726"/>
                <a:gd name="T6" fmla="*/ 24 w 3555"/>
                <a:gd name="T7" fmla="*/ 34 h 1726"/>
                <a:gd name="T8" fmla="*/ 0 w 3555"/>
                <a:gd name="T9" fmla="*/ 0 h 1726"/>
                <a:gd name="T10" fmla="*/ 0 w 3555"/>
                <a:gd name="T11" fmla="*/ 33 h 1726"/>
                <a:gd name="T12" fmla="*/ 24 w 3555"/>
                <a:gd name="T13" fmla="*/ 67 h 1726"/>
                <a:gd name="T14" fmla="*/ 2867 w 3555"/>
                <a:gd name="T15" fmla="*/ 1708 h 1726"/>
                <a:gd name="T16" fmla="*/ 2983 w 3555"/>
                <a:gd name="T17" fmla="*/ 1708 h 1726"/>
                <a:gd name="T18" fmla="*/ 3531 w 3555"/>
                <a:gd name="T19" fmla="*/ 1389 h 1726"/>
                <a:gd name="T20" fmla="*/ 3555 w 3555"/>
                <a:gd name="T21" fmla="*/ 1356 h 1726"/>
                <a:gd name="T22" fmla="*/ 3555 w 3555"/>
                <a:gd name="T23" fmla="*/ 1323 h 1726"/>
                <a:gd name="T24" fmla="*/ 3531 w 3555"/>
                <a:gd name="T25" fmla="*/ 1356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55" h="1726">
                  <a:moveTo>
                    <a:pt x="3531" y="1356"/>
                  </a:moveTo>
                  <a:cubicBezTo>
                    <a:pt x="2983" y="1675"/>
                    <a:pt x="2983" y="1675"/>
                    <a:pt x="2983" y="1675"/>
                  </a:cubicBezTo>
                  <a:cubicBezTo>
                    <a:pt x="2951" y="1694"/>
                    <a:pt x="2899" y="1694"/>
                    <a:pt x="2867" y="1675"/>
                  </a:cubicBezTo>
                  <a:cubicBezTo>
                    <a:pt x="24" y="34"/>
                    <a:pt x="24" y="34"/>
                    <a:pt x="24" y="34"/>
                  </a:cubicBezTo>
                  <a:cubicBezTo>
                    <a:pt x="8" y="25"/>
                    <a:pt x="0" y="12"/>
                    <a:pt x="0" y="0"/>
                  </a:cubicBezTo>
                  <a:cubicBezTo>
                    <a:pt x="0" y="33"/>
                    <a:pt x="0" y="33"/>
                    <a:pt x="0" y="33"/>
                  </a:cubicBezTo>
                  <a:cubicBezTo>
                    <a:pt x="0" y="45"/>
                    <a:pt x="8" y="57"/>
                    <a:pt x="24" y="67"/>
                  </a:cubicBezTo>
                  <a:cubicBezTo>
                    <a:pt x="2867" y="1708"/>
                    <a:pt x="2867" y="1708"/>
                    <a:pt x="2867" y="1708"/>
                  </a:cubicBezTo>
                  <a:cubicBezTo>
                    <a:pt x="2899" y="1726"/>
                    <a:pt x="2951" y="1726"/>
                    <a:pt x="2983" y="1708"/>
                  </a:cubicBezTo>
                  <a:cubicBezTo>
                    <a:pt x="3531" y="1389"/>
                    <a:pt x="3531" y="1389"/>
                    <a:pt x="3531" y="1389"/>
                  </a:cubicBezTo>
                  <a:cubicBezTo>
                    <a:pt x="3547" y="1380"/>
                    <a:pt x="3555" y="1368"/>
                    <a:pt x="3555" y="1356"/>
                  </a:cubicBezTo>
                  <a:cubicBezTo>
                    <a:pt x="3555" y="1323"/>
                    <a:pt x="3555" y="1323"/>
                    <a:pt x="3555" y="1323"/>
                  </a:cubicBezTo>
                  <a:cubicBezTo>
                    <a:pt x="3555" y="1335"/>
                    <a:pt x="3547" y="1347"/>
                    <a:pt x="3531" y="1356"/>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6">
              <a:extLst>
                <a:ext uri="{FF2B5EF4-FFF2-40B4-BE49-F238E27FC236}">
                  <a16:creationId xmlns:a16="http://schemas.microsoft.com/office/drawing/2014/main" id="{F3F38353-DDD4-4978-774A-15B8B5748776}"/>
                </a:ext>
              </a:extLst>
            </p:cNvPr>
            <p:cNvSpPr>
              <a:spLocks/>
            </p:cNvSpPr>
            <p:nvPr/>
          </p:nvSpPr>
          <p:spPr bwMode="auto">
            <a:xfrm>
              <a:off x="6815877" y="887519"/>
              <a:ext cx="5232400" cy="3028950"/>
            </a:xfrm>
            <a:custGeom>
              <a:avLst/>
              <a:gdLst>
                <a:gd name="T0" fmla="*/ 3539 w 3571"/>
                <a:gd name="T1" fmla="*/ 1659 h 2064"/>
                <a:gd name="T2" fmla="*/ 3539 w 3571"/>
                <a:gd name="T3" fmla="*/ 1726 h 2064"/>
                <a:gd name="T4" fmla="*/ 2991 w 3571"/>
                <a:gd name="T5" fmla="*/ 2045 h 2064"/>
                <a:gd name="T6" fmla="*/ 2875 w 3571"/>
                <a:gd name="T7" fmla="*/ 2045 h 2064"/>
                <a:gd name="T8" fmla="*/ 32 w 3571"/>
                <a:gd name="T9" fmla="*/ 404 h 2064"/>
                <a:gd name="T10" fmla="*/ 32 w 3571"/>
                <a:gd name="T11" fmla="*/ 337 h 2064"/>
                <a:gd name="T12" fmla="*/ 580 w 3571"/>
                <a:gd name="T13" fmla="*/ 18 h 2064"/>
                <a:gd name="T14" fmla="*/ 697 w 3571"/>
                <a:gd name="T15" fmla="*/ 18 h 2064"/>
                <a:gd name="T16" fmla="*/ 3539 w 3571"/>
                <a:gd name="T17" fmla="*/ 1659 h 2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71" h="2064">
                  <a:moveTo>
                    <a:pt x="3539" y="1659"/>
                  </a:moveTo>
                  <a:cubicBezTo>
                    <a:pt x="3571" y="1678"/>
                    <a:pt x="3571" y="1708"/>
                    <a:pt x="3539" y="1726"/>
                  </a:cubicBezTo>
                  <a:cubicBezTo>
                    <a:pt x="2991" y="2045"/>
                    <a:pt x="2991" y="2045"/>
                    <a:pt x="2991" y="2045"/>
                  </a:cubicBezTo>
                  <a:cubicBezTo>
                    <a:pt x="2959" y="2064"/>
                    <a:pt x="2907" y="2064"/>
                    <a:pt x="2875" y="2045"/>
                  </a:cubicBezTo>
                  <a:cubicBezTo>
                    <a:pt x="32" y="404"/>
                    <a:pt x="32" y="404"/>
                    <a:pt x="32" y="404"/>
                  </a:cubicBezTo>
                  <a:cubicBezTo>
                    <a:pt x="0" y="386"/>
                    <a:pt x="0" y="355"/>
                    <a:pt x="32" y="337"/>
                  </a:cubicBezTo>
                  <a:cubicBezTo>
                    <a:pt x="580" y="18"/>
                    <a:pt x="580" y="18"/>
                    <a:pt x="580" y="18"/>
                  </a:cubicBezTo>
                  <a:cubicBezTo>
                    <a:pt x="612" y="0"/>
                    <a:pt x="664" y="0"/>
                    <a:pt x="697" y="18"/>
                  </a:cubicBezTo>
                  <a:lnTo>
                    <a:pt x="3539" y="1659"/>
                  </a:lnTo>
                  <a:close/>
                </a:path>
              </a:pathLst>
            </a:custGeom>
            <a:solidFill>
              <a:srgbClr val="FAFBFF"/>
            </a:solidFill>
            <a:ln>
              <a:noFill/>
            </a:ln>
            <a:effectLst>
              <a:outerShdw blurRad="419100" dist="38100" dir="5400000" algn="t" rotWithShape="0">
                <a:srgbClr val="8E9CEF">
                  <a:alpha val="40000"/>
                </a:srgbClr>
              </a:outerShdw>
            </a:effectLst>
          </p:spPr>
          <p:txBody>
            <a:bodyPr vert="horz" wrap="square" lIns="91440" tIns="45720" rIns="91440" bIns="45720" numCol="1" anchor="t" anchorCtr="0" compatLnSpc="1">
              <a:prstTxWarp prst="textNoShape">
                <a:avLst/>
              </a:prstTxWarp>
            </a:bodyPr>
            <a:lstStyle/>
            <a:p>
              <a:endParaRPr lang="zh-CN" altLang="en-US"/>
            </a:p>
          </p:txBody>
        </p:sp>
      </p:grpSp>
      <p:grpSp>
        <p:nvGrpSpPr>
          <p:cNvPr id="125" name="组合 124">
            <a:extLst>
              <a:ext uri="{FF2B5EF4-FFF2-40B4-BE49-F238E27FC236}">
                <a16:creationId xmlns:a16="http://schemas.microsoft.com/office/drawing/2014/main" id="{DB6503B0-097E-FB8D-F4EF-0597E4CD0880}"/>
              </a:ext>
            </a:extLst>
          </p:cNvPr>
          <p:cNvGrpSpPr/>
          <p:nvPr/>
        </p:nvGrpSpPr>
        <p:grpSpPr>
          <a:xfrm>
            <a:off x="5770139" y="1622022"/>
            <a:ext cx="876301" cy="1156206"/>
            <a:chOff x="9093069" y="3205558"/>
            <a:chExt cx="876301" cy="1156206"/>
          </a:xfrm>
        </p:grpSpPr>
        <p:grpSp>
          <p:nvGrpSpPr>
            <p:cNvPr id="126" name="组合 125">
              <a:extLst>
                <a:ext uri="{FF2B5EF4-FFF2-40B4-BE49-F238E27FC236}">
                  <a16:creationId xmlns:a16="http://schemas.microsoft.com/office/drawing/2014/main" id="{98DDC2A9-CC39-A538-549A-9BA9B9E8313B}"/>
                </a:ext>
              </a:extLst>
            </p:cNvPr>
            <p:cNvGrpSpPr/>
            <p:nvPr/>
          </p:nvGrpSpPr>
          <p:grpSpPr>
            <a:xfrm>
              <a:off x="9102311" y="3708899"/>
              <a:ext cx="857816" cy="652865"/>
              <a:chOff x="7866731" y="1005790"/>
              <a:chExt cx="1169117" cy="889789"/>
            </a:xfrm>
          </p:grpSpPr>
          <p:sp>
            <p:nvSpPr>
              <p:cNvPr id="131" name="菱形 130">
                <a:extLst>
                  <a:ext uri="{FF2B5EF4-FFF2-40B4-BE49-F238E27FC236}">
                    <a16:creationId xmlns:a16="http://schemas.microsoft.com/office/drawing/2014/main" id="{211FD606-94E9-4A59-DABB-7BACE11C962A}"/>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32" name="组合 131">
                <a:extLst>
                  <a:ext uri="{FF2B5EF4-FFF2-40B4-BE49-F238E27FC236}">
                    <a16:creationId xmlns:a16="http://schemas.microsoft.com/office/drawing/2014/main" id="{756FF5E6-487E-5640-3518-A8A06EEF0F96}"/>
                  </a:ext>
                </a:extLst>
              </p:cNvPr>
              <p:cNvGrpSpPr/>
              <p:nvPr/>
            </p:nvGrpSpPr>
            <p:grpSpPr>
              <a:xfrm>
                <a:off x="7979430" y="1005790"/>
                <a:ext cx="943718" cy="796775"/>
                <a:chOff x="8056563" y="1092200"/>
                <a:chExt cx="1641476" cy="1385888"/>
              </a:xfrm>
            </p:grpSpPr>
            <p:sp>
              <p:nvSpPr>
                <p:cNvPr id="133" name="Freeform 18">
                  <a:extLst>
                    <a:ext uri="{FF2B5EF4-FFF2-40B4-BE49-F238E27FC236}">
                      <a16:creationId xmlns:a16="http://schemas.microsoft.com/office/drawing/2014/main" id="{389F5F1F-739C-5D42-7298-25351DD03FE7}"/>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4" name="Freeform 19">
                  <a:extLst>
                    <a:ext uri="{FF2B5EF4-FFF2-40B4-BE49-F238E27FC236}">
                      <a16:creationId xmlns:a16="http://schemas.microsoft.com/office/drawing/2014/main" id="{AFA9942C-D995-D866-67DF-29684AD78EE2}"/>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5" name="Freeform 20">
                  <a:extLst>
                    <a:ext uri="{FF2B5EF4-FFF2-40B4-BE49-F238E27FC236}">
                      <a16:creationId xmlns:a16="http://schemas.microsoft.com/office/drawing/2014/main" id="{C75AFCC1-1E64-1FD0-BE4F-41F4D30E7DBD}"/>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flip="none" rotWithShape="1">
                  <a:gsLst>
                    <a:gs pos="0">
                      <a:srgbClr val="3749CC"/>
                    </a:gs>
                    <a:gs pos="100000">
                      <a:srgbClr val="8E9CEF"/>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27" name="组合 126">
              <a:extLst>
                <a:ext uri="{FF2B5EF4-FFF2-40B4-BE49-F238E27FC236}">
                  <a16:creationId xmlns:a16="http://schemas.microsoft.com/office/drawing/2014/main" id="{4C0E23FD-B9D2-5A3C-3425-B5FFEC4BC120}"/>
                </a:ext>
              </a:extLst>
            </p:cNvPr>
            <p:cNvGrpSpPr/>
            <p:nvPr/>
          </p:nvGrpSpPr>
          <p:grpSpPr>
            <a:xfrm>
              <a:off x="9093069" y="3205558"/>
              <a:ext cx="876301" cy="1144588"/>
              <a:chOff x="6270625" y="1539875"/>
              <a:chExt cx="876301" cy="1144588"/>
            </a:xfrm>
          </p:grpSpPr>
          <p:sp>
            <p:nvSpPr>
              <p:cNvPr id="128" name="Freeform 10">
                <a:extLst>
                  <a:ext uri="{FF2B5EF4-FFF2-40B4-BE49-F238E27FC236}">
                    <a16:creationId xmlns:a16="http://schemas.microsoft.com/office/drawing/2014/main" id="{45CFA6B7-736A-94A5-D849-3C7611CE6254}"/>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9" name="Freeform 11">
                <a:extLst>
                  <a:ext uri="{FF2B5EF4-FFF2-40B4-BE49-F238E27FC236}">
                    <a16:creationId xmlns:a16="http://schemas.microsoft.com/office/drawing/2014/main" id="{8BD2A81C-B4B9-D416-0B01-89EC49EC6D14}"/>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0" name="Freeform 12">
                <a:extLst>
                  <a:ext uri="{FF2B5EF4-FFF2-40B4-BE49-F238E27FC236}">
                    <a16:creationId xmlns:a16="http://schemas.microsoft.com/office/drawing/2014/main" id="{E1493CE2-C6D9-E980-D4BC-D4B0C074277A}"/>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69" name="组合 168">
            <a:extLst>
              <a:ext uri="{FF2B5EF4-FFF2-40B4-BE49-F238E27FC236}">
                <a16:creationId xmlns:a16="http://schemas.microsoft.com/office/drawing/2014/main" id="{8730E03A-886A-F56F-6089-3DE863D070CE}"/>
              </a:ext>
            </a:extLst>
          </p:cNvPr>
          <p:cNvGrpSpPr/>
          <p:nvPr/>
        </p:nvGrpSpPr>
        <p:grpSpPr>
          <a:xfrm>
            <a:off x="6469912" y="2049506"/>
            <a:ext cx="876301" cy="1156206"/>
            <a:chOff x="9093069" y="3205558"/>
            <a:chExt cx="876301" cy="1156206"/>
          </a:xfrm>
        </p:grpSpPr>
        <p:grpSp>
          <p:nvGrpSpPr>
            <p:cNvPr id="170" name="组合 169">
              <a:extLst>
                <a:ext uri="{FF2B5EF4-FFF2-40B4-BE49-F238E27FC236}">
                  <a16:creationId xmlns:a16="http://schemas.microsoft.com/office/drawing/2014/main" id="{7CA332E7-9201-2F51-345D-402234A58A81}"/>
                </a:ext>
              </a:extLst>
            </p:cNvPr>
            <p:cNvGrpSpPr/>
            <p:nvPr/>
          </p:nvGrpSpPr>
          <p:grpSpPr>
            <a:xfrm>
              <a:off x="9102311" y="3708899"/>
              <a:ext cx="857816" cy="652865"/>
              <a:chOff x="7866731" y="1005790"/>
              <a:chExt cx="1169117" cy="889789"/>
            </a:xfrm>
          </p:grpSpPr>
          <p:sp>
            <p:nvSpPr>
              <p:cNvPr id="175" name="菱形 174">
                <a:extLst>
                  <a:ext uri="{FF2B5EF4-FFF2-40B4-BE49-F238E27FC236}">
                    <a16:creationId xmlns:a16="http://schemas.microsoft.com/office/drawing/2014/main" id="{137916A9-FE7F-DAA7-1D84-711F1B9194C6}"/>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76" name="组合 175">
                <a:extLst>
                  <a:ext uri="{FF2B5EF4-FFF2-40B4-BE49-F238E27FC236}">
                    <a16:creationId xmlns:a16="http://schemas.microsoft.com/office/drawing/2014/main" id="{9EFB108C-A44F-C48C-C540-7B89C3D16A07}"/>
                  </a:ext>
                </a:extLst>
              </p:cNvPr>
              <p:cNvGrpSpPr/>
              <p:nvPr/>
            </p:nvGrpSpPr>
            <p:grpSpPr>
              <a:xfrm>
                <a:off x="7979430" y="1005790"/>
                <a:ext cx="943718" cy="796775"/>
                <a:chOff x="8056563" y="1092200"/>
                <a:chExt cx="1641476" cy="1385888"/>
              </a:xfrm>
            </p:grpSpPr>
            <p:sp>
              <p:nvSpPr>
                <p:cNvPr id="177" name="Freeform 18">
                  <a:extLst>
                    <a:ext uri="{FF2B5EF4-FFF2-40B4-BE49-F238E27FC236}">
                      <a16:creationId xmlns:a16="http://schemas.microsoft.com/office/drawing/2014/main" id="{F432D71F-E1E3-F7D7-D50C-EA343CAB27D7}"/>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8" name="Freeform 19">
                  <a:extLst>
                    <a:ext uri="{FF2B5EF4-FFF2-40B4-BE49-F238E27FC236}">
                      <a16:creationId xmlns:a16="http://schemas.microsoft.com/office/drawing/2014/main" id="{0ABFFB3B-B383-7810-6993-C9F512907F21}"/>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9" name="Freeform 20">
                  <a:extLst>
                    <a:ext uri="{FF2B5EF4-FFF2-40B4-BE49-F238E27FC236}">
                      <a16:creationId xmlns:a16="http://schemas.microsoft.com/office/drawing/2014/main" id="{8414F5C1-9D81-C95D-83E4-8EC784688852}"/>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flip="none" rotWithShape="1">
                  <a:gsLst>
                    <a:gs pos="0">
                      <a:srgbClr val="3749CC"/>
                    </a:gs>
                    <a:gs pos="100000">
                      <a:srgbClr val="8E9CEF"/>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71" name="组合 170">
              <a:extLst>
                <a:ext uri="{FF2B5EF4-FFF2-40B4-BE49-F238E27FC236}">
                  <a16:creationId xmlns:a16="http://schemas.microsoft.com/office/drawing/2014/main" id="{B0301E43-D34D-C92C-27D6-5196148FC014}"/>
                </a:ext>
              </a:extLst>
            </p:cNvPr>
            <p:cNvGrpSpPr/>
            <p:nvPr/>
          </p:nvGrpSpPr>
          <p:grpSpPr>
            <a:xfrm>
              <a:off x="9093069" y="3205558"/>
              <a:ext cx="876301" cy="1144588"/>
              <a:chOff x="6270625" y="1539875"/>
              <a:chExt cx="876301" cy="1144588"/>
            </a:xfrm>
          </p:grpSpPr>
          <p:sp>
            <p:nvSpPr>
              <p:cNvPr id="172" name="Freeform 10">
                <a:extLst>
                  <a:ext uri="{FF2B5EF4-FFF2-40B4-BE49-F238E27FC236}">
                    <a16:creationId xmlns:a16="http://schemas.microsoft.com/office/drawing/2014/main" id="{43951BC6-DBC9-74B4-2697-A70A7B85044C}"/>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3" name="Freeform 11">
                <a:extLst>
                  <a:ext uri="{FF2B5EF4-FFF2-40B4-BE49-F238E27FC236}">
                    <a16:creationId xmlns:a16="http://schemas.microsoft.com/office/drawing/2014/main" id="{A3D13140-1862-701A-87FB-E07ADE50587F}"/>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4" name="Freeform 12">
                <a:extLst>
                  <a:ext uri="{FF2B5EF4-FFF2-40B4-BE49-F238E27FC236}">
                    <a16:creationId xmlns:a16="http://schemas.microsoft.com/office/drawing/2014/main" id="{E1A0690D-040C-51F6-538D-99CE7F049A18}"/>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80" name="组合 179">
            <a:extLst>
              <a:ext uri="{FF2B5EF4-FFF2-40B4-BE49-F238E27FC236}">
                <a16:creationId xmlns:a16="http://schemas.microsoft.com/office/drawing/2014/main" id="{874EC9E8-43D1-84ED-DCE5-AF7898D66699}"/>
              </a:ext>
            </a:extLst>
          </p:cNvPr>
          <p:cNvGrpSpPr/>
          <p:nvPr/>
        </p:nvGrpSpPr>
        <p:grpSpPr>
          <a:xfrm>
            <a:off x="7180051" y="2445721"/>
            <a:ext cx="876301" cy="1156206"/>
            <a:chOff x="9093069" y="3205558"/>
            <a:chExt cx="876301" cy="1156206"/>
          </a:xfrm>
        </p:grpSpPr>
        <p:grpSp>
          <p:nvGrpSpPr>
            <p:cNvPr id="181" name="组合 180">
              <a:extLst>
                <a:ext uri="{FF2B5EF4-FFF2-40B4-BE49-F238E27FC236}">
                  <a16:creationId xmlns:a16="http://schemas.microsoft.com/office/drawing/2014/main" id="{E3ED6659-4982-B84E-B4E6-DA99334177FC}"/>
                </a:ext>
              </a:extLst>
            </p:cNvPr>
            <p:cNvGrpSpPr/>
            <p:nvPr/>
          </p:nvGrpSpPr>
          <p:grpSpPr>
            <a:xfrm>
              <a:off x="9102311" y="3708899"/>
              <a:ext cx="857816" cy="652865"/>
              <a:chOff x="7866731" y="1005790"/>
              <a:chExt cx="1169117" cy="889789"/>
            </a:xfrm>
          </p:grpSpPr>
          <p:sp>
            <p:nvSpPr>
              <p:cNvPr id="186" name="菱形 185">
                <a:extLst>
                  <a:ext uri="{FF2B5EF4-FFF2-40B4-BE49-F238E27FC236}">
                    <a16:creationId xmlns:a16="http://schemas.microsoft.com/office/drawing/2014/main" id="{48059B7C-486A-260D-0288-35FAA3BA3601}"/>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87" name="组合 186">
                <a:extLst>
                  <a:ext uri="{FF2B5EF4-FFF2-40B4-BE49-F238E27FC236}">
                    <a16:creationId xmlns:a16="http://schemas.microsoft.com/office/drawing/2014/main" id="{14D3A422-7FF9-9F7E-8A61-9AC62B4D7244}"/>
                  </a:ext>
                </a:extLst>
              </p:cNvPr>
              <p:cNvGrpSpPr/>
              <p:nvPr/>
            </p:nvGrpSpPr>
            <p:grpSpPr>
              <a:xfrm>
                <a:off x="7979430" y="1005790"/>
                <a:ext cx="943718" cy="796775"/>
                <a:chOff x="8056563" y="1092200"/>
                <a:chExt cx="1641476" cy="1385888"/>
              </a:xfrm>
            </p:grpSpPr>
            <p:sp>
              <p:nvSpPr>
                <p:cNvPr id="188" name="Freeform 18">
                  <a:extLst>
                    <a:ext uri="{FF2B5EF4-FFF2-40B4-BE49-F238E27FC236}">
                      <a16:creationId xmlns:a16="http://schemas.microsoft.com/office/drawing/2014/main" id="{C005F0C2-BAAB-8270-BA86-2D96449CEF92}"/>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9" name="Freeform 19">
                  <a:extLst>
                    <a:ext uri="{FF2B5EF4-FFF2-40B4-BE49-F238E27FC236}">
                      <a16:creationId xmlns:a16="http://schemas.microsoft.com/office/drawing/2014/main" id="{76401166-491D-0C6A-31C8-7B56A15C3040}"/>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0" name="Freeform 20">
                  <a:extLst>
                    <a:ext uri="{FF2B5EF4-FFF2-40B4-BE49-F238E27FC236}">
                      <a16:creationId xmlns:a16="http://schemas.microsoft.com/office/drawing/2014/main" id="{CE1CAB48-96B9-4D3D-0E29-0F52FFDF1B1D}"/>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flip="none" rotWithShape="1">
                  <a:gsLst>
                    <a:gs pos="0">
                      <a:srgbClr val="3749CC"/>
                    </a:gs>
                    <a:gs pos="100000">
                      <a:srgbClr val="8E9CEF"/>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82" name="组合 181">
              <a:extLst>
                <a:ext uri="{FF2B5EF4-FFF2-40B4-BE49-F238E27FC236}">
                  <a16:creationId xmlns:a16="http://schemas.microsoft.com/office/drawing/2014/main" id="{C43B7320-E59D-DB06-0B91-97C06DCBC692}"/>
                </a:ext>
              </a:extLst>
            </p:cNvPr>
            <p:cNvGrpSpPr/>
            <p:nvPr/>
          </p:nvGrpSpPr>
          <p:grpSpPr>
            <a:xfrm>
              <a:off x="9093069" y="3205558"/>
              <a:ext cx="876301" cy="1144588"/>
              <a:chOff x="6270625" y="1539875"/>
              <a:chExt cx="876301" cy="1144588"/>
            </a:xfrm>
          </p:grpSpPr>
          <p:sp>
            <p:nvSpPr>
              <p:cNvPr id="183" name="Freeform 10">
                <a:extLst>
                  <a:ext uri="{FF2B5EF4-FFF2-40B4-BE49-F238E27FC236}">
                    <a16:creationId xmlns:a16="http://schemas.microsoft.com/office/drawing/2014/main" id="{714C034B-E0DE-6ED9-C07A-54774E9D8933}"/>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4" name="Freeform 11">
                <a:extLst>
                  <a:ext uri="{FF2B5EF4-FFF2-40B4-BE49-F238E27FC236}">
                    <a16:creationId xmlns:a16="http://schemas.microsoft.com/office/drawing/2014/main" id="{9AF6E2BB-5A28-5D84-8F0B-F3F6FBB623DA}"/>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5" name="Freeform 12">
                <a:extLst>
                  <a:ext uri="{FF2B5EF4-FFF2-40B4-BE49-F238E27FC236}">
                    <a16:creationId xmlns:a16="http://schemas.microsoft.com/office/drawing/2014/main" id="{4FC00AA4-05FC-9D55-4089-6C02BB617F14}"/>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91" name="组合 190">
            <a:extLst>
              <a:ext uri="{FF2B5EF4-FFF2-40B4-BE49-F238E27FC236}">
                <a16:creationId xmlns:a16="http://schemas.microsoft.com/office/drawing/2014/main" id="{5ADEC4D8-8E3A-ABFB-5D02-CF6372803F85}"/>
              </a:ext>
            </a:extLst>
          </p:cNvPr>
          <p:cNvGrpSpPr/>
          <p:nvPr/>
        </p:nvGrpSpPr>
        <p:grpSpPr>
          <a:xfrm>
            <a:off x="7890190" y="2841936"/>
            <a:ext cx="876301" cy="1156206"/>
            <a:chOff x="9093069" y="3205558"/>
            <a:chExt cx="876301" cy="1156206"/>
          </a:xfrm>
        </p:grpSpPr>
        <p:grpSp>
          <p:nvGrpSpPr>
            <p:cNvPr id="192" name="组合 191">
              <a:extLst>
                <a:ext uri="{FF2B5EF4-FFF2-40B4-BE49-F238E27FC236}">
                  <a16:creationId xmlns:a16="http://schemas.microsoft.com/office/drawing/2014/main" id="{C4E73883-6602-E111-BB4C-D697F186FD09}"/>
                </a:ext>
              </a:extLst>
            </p:cNvPr>
            <p:cNvGrpSpPr/>
            <p:nvPr/>
          </p:nvGrpSpPr>
          <p:grpSpPr>
            <a:xfrm>
              <a:off x="9102311" y="3708899"/>
              <a:ext cx="857816" cy="652865"/>
              <a:chOff x="7866731" y="1005790"/>
              <a:chExt cx="1169117" cy="889789"/>
            </a:xfrm>
          </p:grpSpPr>
          <p:sp>
            <p:nvSpPr>
              <p:cNvPr id="197" name="菱形 196">
                <a:extLst>
                  <a:ext uri="{FF2B5EF4-FFF2-40B4-BE49-F238E27FC236}">
                    <a16:creationId xmlns:a16="http://schemas.microsoft.com/office/drawing/2014/main" id="{7446454A-B025-4CCD-93BD-61E73C9A3381}"/>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98" name="组合 197">
                <a:extLst>
                  <a:ext uri="{FF2B5EF4-FFF2-40B4-BE49-F238E27FC236}">
                    <a16:creationId xmlns:a16="http://schemas.microsoft.com/office/drawing/2014/main" id="{62893E97-D4DD-ED72-98F5-F07C88EA42DF}"/>
                  </a:ext>
                </a:extLst>
              </p:cNvPr>
              <p:cNvGrpSpPr/>
              <p:nvPr/>
            </p:nvGrpSpPr>
            <p:grpSpPr>
              <a:xfrm>
                <a:off x="7979430" y="1005790"/>
                <a:ext cx="943718" cy="796775"/>
                <a:chOff x="8056563" y="1092200"/>
                <a:chExt cx="1641476" cy="1385888"/>
              </a:xfrm>
            </p:grpSpPr>
            <p:sp>
              <p:nvSpPr>
                <p:cNvPr id="199" name="Freeform 18">
                  <a:extLst>
                    <a:ext uri="{FF2B5EF4-FFF2-40B4-BE49-F238E27FC236}">
                      <a16:creationId xmlns:a16="http://schemas.microsoft.com/office/drawing/2014/main" id="{4B7CB3E9-7DDC-9F1F-B37B-931AF75C5839}"/>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0" name="Freeform 19">
                  <a:extLst>
                    <a:ext uri="{FF2B5EF4-FFF2-40B4-BE49-F238E27FC236}">
                      <a16:creationId xmlns:a16="http://schemas.microsoft.com/office/drawing/2014/main" id="{6775452B-2889-372B-2A46-26F036D578DF}"/>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1" name="Freeform 20">
                  <a:extLst>
                    <a:ext uri="{FF2B5EF4-FFF2-40B4-BE49-F238E27FC236}">
                      <a16:creationId xmlns:a16="http://schemas.microsoft.com/office/drawing/2014/main" id="{C5697C8F-A19E-1EDE-A355-88514E8062DF}"/>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flip="none" rotWithShape="1">
                  <a:gsLst>
                    <a:gs pos="0">
                      <a:srgbClr val="3749CC"/>
                    </a:gs>
                    <a:gs pos="100000">
                      <a:srgbClr val="8E9CEF"/>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93" name="组合 192">
              <a:extLst>
                <a:ext uri="{FF2B5EF4-FFF2-40B4-BE49-F238E27FC236}">
                  <a16:creationId xmlns:a16="http://schemas.microsoft.com/office/drawing/2014/main" id="{D1CE8361-5FB9-AB95-0847-CBD92D559EF0}"/>
                </a:ext>
              </a:extLst>
            </p:cNvPr>
            <p:cNvGrpSpPr/>
            <p:nvPr/>
          </p:nvGrpSpPr>
          <p:grpSpPr>
            <a:xfrm>
              <a:off x="9093069" y="3205558"/>
              <a:ext cx="876301" cy="1144588"/>
              <a:chOff x="6270625" y="1539875"/>
              <a:chExt cx="876301" cy="1144588"/>
            </a:xfrm>
          </p:grpSpPr>
          <p:sp>
            <p:nvSpPr>
              <p:cNvPr id="194" name="Freeform 10">
                <a:extLst>
                  <a:ext uri="{FF2B5EF4-FFF2-40B4-BE49-F238E27FC236}">
                    <a16:creationId xmlns:a16="http://schemas.microsoft.com/office/drawing/2014/main" id="{EB0C3FFD-0B74-ECA9-AFE9-4B1A0ED732BA}"/>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5" name="Freeform 11">
                <a:extLst>
                  <a:ext uri="{FF2B5EF4-FFF2-40B4-BE49-F238E27FC236}">
                    <a16:creationId xmlns:a16="http://schemas.microsoft.com/office/drawing/2014/main" id="{9A23B1CC-36D9-FF7D-16C9-775DE4390D6D}"/>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6" name="Freeform 12">
                <a:extLst>
                  <a:ext uri="{FF2B5EF4-FFF2-40B4-BE49-F238E27FC236}">
                    <a16:creationId xmlns:a16="http://schemas.microsoft.com/office/drawing/2014/main" id="{86EA0927-0319-12A8-1E91-8B9B5AE9D45B}"/>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02" name="组合 201">
            <a:extLst>
              <a:ext uri="{FF2B5EF4-FFF2-40B4-BE49-F238E27FC236}">
                <a16:creationId xmlns:a16="http://schemas.microsoft.com/office/drawing/2014/main" id="{4BFE7F67-C5CD-EAA0-1DA5-4B02476BF0A6}"/>
              </a:ext>
            </a:extLst>
          </p:cNvPr>
          <p:cNvGrpSpPr/>
          <p:nvPr/>
        </p:nvGrpSpPr>
        <p:grpSpPr>
          <a:xfrm>
            <a:off x="8601453" y="3240841"/>
            <a:ext cx="876301" cy="1156206"/>
            <a:chOff x="9093069" y="3205558"/>
            <a:chExt cx="876301" cy="1156206"/>
          </a:xfrm>
        </p:grpSpPr>
        <p:grpSp>
          <p:nvGrpSpPr>
            <p:cNvPr id="203" name="组合 202">
              <a:extLst>
                <a:ext uri="{FF2B5EF4-FFF2-40B4-BE49-F238E27FC236}">
                  <a16:creationId xmlns:a16="http://schemas.microsoft.com/office/drawing/2014/main" id="{95A397F2-5D59-B161-2AD3-7C8CBA59AD2D}"/>
                </a:ext>
              </a:extLst>
            </p:cNvPr>
            <p:cNvGrpSpPr/>
            <p:nvPr/>
          </p:nvGrpSpPr>
          <p:grpSpPr>
            <a:xfrm>
              <a:off x="9102311" y="3708899"/>
              <a:ext cx="857816" cy="652865"/>
              <a:chOff x="7866731" y="1005790"/>
              <a:chExt cx="1169117" cy="889789"/>
            </a:xfrm>
          </p:grpSpPr>
          <p:sp>
            <p:nvSpPr>
              <p:cNvPr id="208" name="菱形 207">
                <a:extLst>
                  <a:ext uri="{FF2B5EF4-FFF2-40B4-BE49-F238E27FC236}">
                    <a16:creationId xmlns:a16="http://schemas.microsoft.com/office/drawing/2014/main" id="{6C4B6DB9-931C-D44E-9862-5666B4FB0000}"/>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209" name="组合 208">
                <a:extLst>
                  <a:ext uri="{FF2B5EF4-FFF2-40B4-BE49-F238E27FC236}">
                    <a16:creationId xmlns:a16="http://schemas.microsoft.com/office/drawing/2014/main" id="{421DC4D2-278C-03CF-55AD-9F1B785EE5DF}"/>
                  </a:ext>
                </a:extLst>
              </p:cNvPr>
              <p:cNvGrpSpPr/>
              <p:nvPr/>
            </p:nvGrpSpPr>
            <p:grpSpPr>
              <a:xfrm>
                <a:off x="7979430" y="1005790"/>
                <a:ext cx="943718" cy="796775"/>
                <a:chOff x="8056563" y="1092200"/>
                <a:chExt cx="1641476" cy="1385888"/>
              </a:xfrm>
            </p:grpSpPr>
            <p:sp>
              <p:nvSpPr>
                <p:cNvPr id="210" name="Freeform 18">
                  <a:extLst>
                    <a:ext uri="{FF2B5EF4-FFF2-40B4-BE49-F238E27FC236}">
                      <a16:creationId xmlns:a16="http://schemas.microsoft.com/office/drawing/2014/main" id="{22CAE5C0-1A69-D676-0657-725E0C7A608C}"/>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1" name="Freeform 19">
                  <a:extLst>
                    <a:ext uri="{FF2B5EF4-FFF2-40B4-BE49-F238E27FC236}">
                      <a16:creationId xmlns:a16="http://schemas.microsoft.com/office/drawing/2014/main" id="{251B6BFB-3074-0D4A-2003-81D07007700E}"/>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2" name="Freeform 20">
                  <a:extLst>
                    <a:ext uri="{FF2B5EF4-FFF2-40B4-BE49-F238E27FC236}">
                      <a16:creationId xmlns:a16="http://schemas.microsoft.com/office/drawing/2014/main" id="{4D29AFC5-B7FE-4D18-5D1C-B9FCA1AF52C7}"/>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flip="none" rotWithShape="1">
                  <a:gsLst>
                    <a:gs pos="0">
                      <a:srgbClr val="3749CC"/>
                    </a:gs>
                    <a:gs pos="100000">
                      <a:srgbClr val="8E9CEF"/>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04" name="组合 203">
              <a:extLst>
                <a:ext uri="{FF2B5EF4-FFF2-40B4-BE49-F238E27FC236}">
                  <a16:creationId xmlns:a16="http://schemas.microsoft.com/office/drawing/2014/main" id="{72AB66D1-7594-2D50-DE84-6ADEDE2E2311}"/>
                </a:ext>
              </a:extLst>
            </p:cNvPr>
            <p:cNvGrpSpPr/>
            <p:nvPr/>
          </p:nvGrpSpPr>
          <p:grpSpPr>
            <a:xfrm>
              <a:off x="9093069" y="3205558"/>
              <a:ext cx="876301" cy="1144588"/>
              <a:chOff x="6270625" y="1539875"/>
              <a:chExt cx="876301" cy="1144588"/>
            </a:xfrm>
          </p:grpSpPr>
          <p:sp>
            <p:nvSpPr>
              <p:cNvPr id="205" name="Freeform 10">
                <a:extLst>
                  <a:ext uri="{FF2B5EF4-FFF2-40B4-BE49-F238E27FC236}">
                    <a16:creationId xmlns:a16="http://schemas.microsoft.com/office/drawing/2014/main" id="{FD9CDDAB-C2C1-B8AC-45F1-71056376ABA4}"/>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6" name="Freeform 11">
                <a:extLst>
                  <a:ext uri="{FF2B5EF4-FFF2-40B4-BE49-F238E27FC236}">
                    <a16:creationId xmlns:a16="http://schemas.microsoft.com/office/drawing/2014/main" id="{C047375B-3F46-04FE-A20F-601D4E30E3E2}"/>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7" name="Freeform 12">
                <a:extLst>
                  <a:ext uri="{FF2B5EF4-FFF2-40B4-BE49-F238E27FC236}">
                    <a16:creationId xmlns:a16="http://schemas.microsoft.com/office/drawing/2014/main" id="{30C08493-BF1C-AE93-9B47-9AEAC98D36FE}"/>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15" name="组合 214">
            <a:extLst>
              <a:ext uri="{FF2B5EF4-FFF2-40B4-BE49-F238E27FC236}">
                <a16:creationId xmlns:a16="http://schemas.microsoft.com/office/drawing/2014/main" id="{16CB627D-CD9D-3F93-511E-92C673F983A4}"/>
              </a:ext>
            </a:extLst>
          </p:cNvPr>
          <p:cNvGrpSpPr/>
          <p:nvPr/>
        </p:nvGrpSpPr>
        <p:grpSpPr>
          <a:xfrm>
            <a:off x="4308491" y="2905141"/>
            <a:ext cx="1050687" cy="406528"/>
            <a:chOff x="4903442" y="2701033"/>
            <a:chExt cx="1050687" cy="406528"/>
          </a:xfrm>
        </p:grpSpPr>
        <p:sp>
          <p:nvSpPr>
            <p:cNvPr id="213" name="矩形: 圆角 212">
              <a:extLst>
                <a:ext uri="{FF2B5EF4-FFF2-40B4-BE49-F238E27FC236}">
                  <a16:creationId xmlns:a16="http://schemas.microsoft.com/office/drawing/2014/main" id="{10D406AF-0085-BBFD-9C40-69F7B6C1BDCC}"/>
                </a:ext>
              </a:extLst>
            </p:cNvPr>
            <p:cNvSpPr/>
            <p:nvPr/>
          </p:nvSpPr>
          <p:spPr>
            <a:xfrm>
              <a:off x="4940260" y="2701033"/>
              <a:ext cx="1013869" cy="383414"/>
            </a:xfrm>
            <a:prstGeom prst="roundRect">
              <a:avLst>
                <a:gd name="adj" fmla="val 50000"/>
              </a:avLst>
            </a:prstGeom>
            <a:solidFill>
              <a:srgbClr val="CDD2F8"/>
            </a:solidFill>
            <a:ln>
              <a:noFill/>
            </a:ln>
            <a:scene3d>
              <a:camera prst="isometricLeftDown"/>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4" name="矩形: 圆角 213">
              <a:extLst>
                <a:ext uri="{FF2B5EF4-FFF2-40B4-BE49-F238E27FC236}">
                  <a16:creationId xmlns:a16="http://schemas.microsoft.com/office/drawing/2014/main" id="{69AB0555-F7D9-F805-3372-E105C832E3C7}"/>
                </a:ext>
              </a:extLst>
            </p:cNvPr>
            <p:cNvSpPr/>
            <p:nvPr/>
          </p:nvSpPr>
          <p:spPr>
            <a:xfrm>
              <a:off x="4903442" y="2724147"/>
              <a:ext cx="1013869" cy="383414"/>
            </a:xfrm>
            <a:prstGeom prst="roundRect">
              <a:avLst>
                <a:gd name="adj" fmla="val 50000"/>
              </a:avLst>
            </a:prstGeom>
            <a:solidFill>
              <a:schemeClr val="bg1"/>
            </a:solidFill>
            <a:ln>
              <a:noFill/>
            </a:ln>
            <a:scene3d>
              <a:camera prst="isometricLeftDown"/>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6" name="组合 215">
            <a:extLst>
              <a:ext uri="{FF2B5EF4-FFF2-40B4-BE49-F238E27FC236}">
                <a16:creationId xmlns:a16="http://schemas.microsoft.com/office/drawing/2014/main" id="{62FEF3D1-81F2-F1A8-7AE3-46AE6DE152E6}"/>
              </a:ext>
            </a:extLst>
          </p:cNvPr>
          <p:cNvGrpSpPr/>
          <p:nvPr/>
        </p:nvGrpSpPr>
        <p:grpSpPr>
          <a:xfrm>
            <a:off x="5285349" y="3465043"/>
            <a:ext cx="1050687" cy="406528"/>
            <a:chOff x="4903442" y="2701033"/>
            <a:chExt cx="1050687" cy="406528"/>
          </a:xfrm>
        </p:grpSpPr>
        <p:sp>
          <p:nvSpPr>
            <p:cNvPr id="217" name="矩形: 圆角 216">
              <a:extLst>
                <a:ext uri="{FF2B5EF4-FFF2-40B4-BE49-F238E27FC236}">
                  <a16:creationId xmlns:a16="http://schemas.microsoft.com/office/drawing/2014/main" id="{7221AD22-EC02-C1B8-0006-80A5DAB0443B}"/>
                </a:ext>
              </a:extLst>
            </p:cNvPr>
            <p:cNvSpPr/>
            <p:nvPr/>
          </p:nvSpPr>
          <p:spPr>
            <a:xfrm>
              <a:off x="4940260" y="2701033"/>
              <a:ext cx="1013869" cy="383414"/>
            </a:xfrm>
            <a:prstGeom prst="roundRect">
              <a:avLst>
                <a:gd name="adj" fmla="val 50000"/>
              </a:avLst>
            </a:prstGeom>
            <a:solidFill>
              <a:srgbClr val="CDD2F8"/>
            </a:solidFill>
            <a:ln>
              <a:noFill/>
            </a:ln>
            <a:scene3d>
              <a:camera prst="isometricLeftDown"/>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矩形: 圆角 217">
              <a:extLst>
                <a:ext uri="{FF2B5EF4-FFF2-40B4-BE49-F238E27FC236}">
                  <a16:creationId xmlns:a16="http://schemas.microsoft.com/office/drawing/2014/main" id="{1D9F1AEE-F471-33B4-A607-CBA864803974}"/>
                </a:ext>
              </a:extLst>
            </p:cNvPr>
            <p:cNvSpPr/>
            <p:nvPr/>
          </p:nvSpPr>
          <p:spPr>
            <a:xfrm>
              <a:off x="4903442" y="2724147"/>
              <a:ext cx="1013869" cy="383414"/>
            </a:xfrm>
            <a:prstGeom prst="roundRect">
              <a:avLst>
                <a:gd name="adj" fmla="val 50000"/>
              </a:avLst>
            </a:prstGeom>
            <a:solidFill>
              <a:schemeClr val="bg1"/>
            </a:solidFill>
            <a:ln>
              <a:noFill/>
            </a:ln>
            <a:scene3d>
              <a:camera prst="isometricLeftDown"/>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9" name="组合 218">
            <a:extLst>
              <a:ext uri="{FF2B5EF4-FFF2-40B4-BE49-F238E27FC236}">
                <a16:creationId xmlns:a16="http://schemas.microsoft.com/office/drawing/2014/main" id="{F4216242-8390-2D8E-156E-3E6168E88301}"/>
              </a:ext>
            </a:extLst>
          </p:cNvPr>
          <p:cNvGrpSpPr/>
          <p:nvPr/>
        </p:nvGrpSpPr>
        <p:grpSpPr>
          <a:xfrm>
            <a:off x="6217998" y="4027528"/>
            <a:ext cx="1050687" cy="406528"/>
            <a:chOff x="4903442" y="2701033"/>
            <a:chExt cx="1050687" cy="406528"/>
          </a:xfrm>
        </p:grpSpPr>
        <p:sp>
          <p:nvSpPr>
            <p:cNvPr id="220" name="矩形: 圆角 219">
              <a:extLst>
                <a:ext uri="{FF2B5EF4-FFF2-40B4-BE49-F238E27FC236}">
                  <a16:creationId xmlns:a16="http://schemas.microsoft.com/office/drawing/2014/main" id="{52AE3833-130E-ACD1-B603-F235916EB358}"/>
                </a:ext>
              </a:extLst>
            </p:cNvPr>
            <p:cNvSpPr/>
            <p:nvPr/>
          </p:nvSpPr>
          <p:spPr>
            <a:xfrm>
              <a:off x="4940260" y="2701033"/>
              <a:ext cx="1013869" cy="383414"/>
            </a:xfrm>
            <a:prstGeom prst="roundRect">
              <a:avLst>
                <a:gd name="adj" fmla="val 50000"/>
              </a:avLst>
            </a:prstGeom>
            <a:solidFill>
              <a:srgbClr val="CDD2F8"/>
            </a:solidFill>
            <a:ln>
              <a:noFill/>
            </a:ln>
            <a:scene3d>
              <a:camera prst="isometricLeftDown"/>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1" name="矩形: 圆角 220">
              <a:extLst>
                <a:ext uri="{FF2B5EF4-FFF2-40B4-BE49-F238E27FC236}">
                  <a16:creationId xmlns:a16="http://schemas.microsoft.com/office/drawing/2014/main" id="{8C93D355-ED31-8E0E-6CC6-B91A19EEECCF}"/>
                </a:ext>
              </a:extLst>
            </p:cNvPr>
            <p:cNvSpPr/>
            <p:nvPr/>
          </p:nvSpPr>
          <p:spPr>
            <a:xfrm>
              <a:off x="4903442" y="2724147"/>
              <a:ext cx="1013869" cy="383414"/>
            </a:xfrm>
            <a:prstGeom prst="roundRect">
              <a:avLst>
                <a:gd name="adj" fmla="val 50000"/>
              </a:avLst>
            </a:prstGeom>
            <a:solidFill>
              <a:schemeClr val="bg1"/>
            </a:solidFill>
            <a:ln>
              <a:noFill/>
            </a:ln>
            <a:scene3d>
              <a:camera prst="isometricLeftDown"/>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2" name="组合 221">
            <a:extLst>
              <a:ext uri="{FF2B5EF4-FFF2-40B4-BE49-F238E27FC236}">
                <a16:creationId xmlns:a16="http://schemas.microsoft.com/office/drawing/2014/main" id="{C37B4C17-70FF-AFFA-1B0F-E2E4A800C9EA}"/>
              </a:ext>
            </a:extLst>
          </p:cNvPr>
          <p:cNvGrpSpPr/>
          <p:nvPr/>
        </p:nvGrpSpPr>
        <p:grpSpPr>
          <a:xfrm>
            <a:off x="7195041" y="4579656"/>
            <a:ext cx="1050687" cy="406528"/>
            <a:chOff x="4903442" y="2701033"/>
            <a:chExt cx="1050687" cy="406528"/>
          </a:xfrm>
        </p:grpSpPr>
        <p:sp>
          <p:nvSpPr>
            <p:cNvPr id="223" name="矩形: 圆角 222">
              <a:extLst>
                <a:ext uri="{FF2B5EF4-FFF2-40B4-BE49-F238E27FC236}">
                  <a16:creationId xmlns:a16="http://schemas.microsoft.com/office/drawing/2014/main" id="{AB63563A-76C5-0911-523D-30AE0A2E1685}"/>
                </a:ext>
              </a:extLst>
            </p:cNvPr>
            <p:cNvSpPr/>
            <p:nvPr/>
          </p:nvSpPr>
          <p:spPr>
            <a:xfrm>
              <a:off x="4940260" y="2701033"/>
              <a:ext cx="1013869" cy="383414"/>
            </a:xfrm>
            <a:prstGeom prst="roundRect">
              <a:avLst>
                <a:gd name="adj" fmla="val 50000"/>
              </a:avLst>
            </a:prstGeom>
            <a:solidFill>
              <a:srgbClr val="CDD2F8"/>
            </a:solidFill>
            <a:ln>
              <a:noFill/>
            </a:ln>
            <a:scene3d>
              <a:camera prst="isometricLeftDown"/>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矩形: 圆角 223">
              <a:extLst>
                <a:ext uri="{FF2B5EF4-FFF2-40B4-BE49-F238E27FC236}">
                  <a16:creationId xmlns:a16="http://schemas.microsoft.com/office/drawing/2014/main" id="{3D36E8EA-D308-CCD8-F944-B8EBC5D6DC23}"/>
                </a:ext>
              </a:extLst>
            </p:cNvPr>
            <p:cNvSpPr/>
            <p:nvPr/>
          </p:nvSpPr>
          <p:spPr>
            <a:xfrm>
              <a:off x="4903442" y="2724147"/>
              <a:ext cx="1013869" cy="383414"/>
            </a:xfrm>
            <a:prstGeom prst="roundRect">
              <a:avLst>
                <a:gd name="adj" fmla="val 50000"/>
              </a:avLst>
            </a:prstGeom>
            <a:solidFill>
              <a:schemeClr val="bg1"/>
            </a:solidFill>
            <a:ln>
              <a:noFill/>
            </a:ln>
            <a:scene3d>
              <a:camera prst="isometricLeftDown"/>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7" name="组合 226">
            <a:extLst>
              <a:ext uri="{FF2B5EF4-FFF2-40B4-BE49-F238E27FC236}">
                <a16:creationId xmlns:a16="http://schemas.microsoft.com/office/drawing/2014/main" id="{E4998808-9C21-A691-A300-52FE412C63EB}"/>
              </a:ext>
            </a:extLst>
          </p:cNvPr>
          <p:cNvGrpSpPr/>
          <p:nvPr/>
        </p:nvGrpSpPr>
        <p:grpSpPr>
          <a:xfrm>
            <a:off x="7206578" y="1020871"/>
            <a:ext cx="536937" cy="536937"/>
            <a:chOff x="7552005" y="899965"/>
            <a:chExt cx="536937" cy="536937"/>
          </a:xfrm>
        </p:grpSpPr>
        <p:sp>
          <p:nvSpPr>
            <p:cNvPr id="225" name="椭圆 224">
              <a:extLst>
                <a:ext uri="{FF2B5EF4-FFF2-40B4-BE49-F238E27FC236}">
                  <a16:creationId xmlns:a16="http://schemas.microsoft.com/office/drawing/2014/main" id="{EDC23A36-3378-52ED-6A3E-5E8AF0FA43DE}"/>
                </a:ext>
              </a:extLst>
            </p:cNvPr>
            <p:cNvSpPr/>
            <p:nvPr/>
          </p:nvSpPr>
          <p:spPr>
            <a:xfrm>
              <a:off x="7552005" y="899965"/>
              <a:ext cx="536937" cy="536937"/>
            </a:xfrm>
            <a:prstGeom prst="ellipse">
              <a:avLst/>
            </a:prstGeom>
            <a:gradFill flip="none" rotWithShape="1">
              <a:gsLst>
                <a:gs pos="0">
                  <a:srgbClr val="3749CC"/>
                </a:gs>
                <a:gs pos="97203">
                  <a:srgbClr val="CDD2F8"/>
                </a:gs>
                <a:gs pos="64000">
                  <a:srgbClr val="8E9CEF"/>
                </a:gs>
              </a:gsLst>
              <a:lin ang="13500000" scaled="1"/>
              <a:tileRect/>
            </a:gradFill>
            <a:ln>
              <a:noFill/>
            </a:ln>
            <a:effectLst>
              <a:outerShdw blurRad="152400" dir="5400000" sx="90000" sy="-19000" rotWithShape="0">
                <a:srgbClr val="3749CC">
                  <a:alpha val="6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文本框 225">
              <a:extLst>
                <a:ext uri="{FF2B5EF4-FFF2-40B4-BE49-F238E27FC236}">
                  <a16:creationId xmlns:a16="http://schemas.microsoft.com/office/drawing/2014/main" id="{F161F9D6-40F6-0D5B-F6EC-986F92DF2F17}"/>
                </a:ext>
              </a:extLst>
            </p:cNvPr>
            <p:cNvSpPr txBox="1"/>
            <p:nvPr/>
          </p:nvSpPr>
          <p:spPr>
            <a:xfrm>
              <a:off x="7625548" y="1051160"/>
              <a:ext cx="389850" cy="215444"/>
            </a:xfrm>
            <a:prstGeom prst="rect">
              <a:avLst/>
            </a:prstGeom>
            <a:noFill/>
          </p:spPr>
          <p:txBody>
            <a:bodyPr wrap="none" rtlCol="0">
              <a:spAutoFit/>
            </a:bodyPr>
            <a:lstStyle/>
            <a:p>
              <a:pPr algn="ctr"/>
              <a:r>
                <a:rPr lang="zh-CN" altLang="en-US" sz="800" dirty="0">
                  <a:solidFill>
                    <a:schemeClr val="bg1"/>
                  </a:solidFill>
                  <a:latin typeface="HarmonyOS Sans SC Light" panose="00000400000000000000" pitchFamily="2" charset="-122"/>
                  <a:ea typeface="HarmonyOS Sans SC Light" panose="00000400000000000000" pitchFamily="2" charset="-122"/>
                </a:rPr>
                <a:t>文字</a:t>
              </a:r>
            </a:p>
          </p:txBody>
        </p:sp>
      </p:grpSp>
      <p:grpSp>
        <p:nvGrpSpPr>
          <p:cNvPr id="228" name="组合 227">
            <a:extLst>
              <a:ext uri="{FF2B5EF4-FFF2-40B4-BE49-F238E27FC236}">
                <a16:creationId xmlns:a16="http://schemas.microsoft.com/office/drawing/2014/main" id="{87776367-C17F-6848-EBE0-8D853154DC6D}"/>
              </a:ext>
            </a:extLst>
          </p:cNvPr>
          <p:cNvGrpSpPr/>
          <p:nvPr/>
        </p:nvGrpSpPr>
        <p:grpSpPr>
          <a:xfrm>
            <a:off x="7937894" y="1418805"/>
            <a:ext cx="536937" cy="536937"/>
            <a:chOff x="7552005" y="899965"/>
            <a:chExt cx="536937" cy="536937"/>
          </a:xfrm>
        </p:grpSpPr>
        <p:sp>
          <p:nvSpPr>
            <p:cNvPr id="229" name="椭圆 228">
              <a:extLst>
                <a:ext uri="{FF2B5EF4-FFF2-40B4-BE49-F238E27FC236}">
                  <a16:creationId xmlns:a16="http://schemas.microsoft.com/office/drawing/2014/main" id="{CE406D1C-6402-9917-892D-7CB9F52BDFB6}"/>
                </a:ext>
              </a:extLst>
            </p:cNvPr>
            <p:cNvSpPr/>
            <p:nvPr/>
          </p:nvSpPr>
          <p:spPr>
            <a:xfrm>
              <a:off x="7552005" y="899965"/>
              <a:ext cx="536937" cy="536937"/>
            </a:xfrm>
            <a:prstGeom prst="ellipse">
              <a:avLst/>
            </a:prstGeom>
            <a:gradFill flip="none" rotWithShape="1">
              <a:gsLst>
                <a:gs pos="0">
                  <a:srgbClr val="3749CC"/>
                </a:gs>
                <a:gs pos="97203">
                  <a:srgbClr val="CDD2F8"/>
                </a:gs>
                <a:gs pos="64000">
                  <a:srgbClr val="8E9CEF"/>
                </a:gs>
              </a:gsLst>
              <a:lin ang="13500000" scaled="1"/>
              <a:tileRect/>
            </a:gradFill>
            <a:ln>
              <a:noFill/>
            </a:ln>
            <a:effectLst>
              <a:outerShdw blurRad="152400" dir="5400000" sx="90000" sy="-19000" rotWithShape="0">
                <a:srgbClr val="3749CC">
                  <a:alpha val="6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0" name="文本框 229">
              <a:extLst>
                <a:ext uri="{FF2B5EF4-FFF2-40B4-BE49-F238E27FC236}">
                  <a16:creationId xmlns:a16="http://schemas.microsoft.com/office/drawing/2014/main" id="{B50EC481-FBD1-4F0D-AE9F-29F0C01A561C}"/>
                </a:ext>
              </a:extLst>
            </p:cNvPr>
            <p:cNvSpPr txBox="1"/>
            <p:nvPr/>
          </p:nvSpPr>
          <p:spPr>
            <a:xfrm>
              <a:off x="7625548" y="1051160"/>
              <a:ext cx="389850" cy="215444"/>
            </a:xfrm>
            <a:prstGeom prst="rect">
              <a:avLst/>
            </a:prstGeom>
            <a:noFill/>
          </p:spPr>
          <p:txBody>
            <a:bodyPr wrap="none" rtlCol="0">
              <a:spAutoFit/>
            </a:bodyPr>
            <a:lstStyle/>
            <a:p>
              <a:pPr algn="ctr"/>
              <a:r>
                <a:rPr lang="zh-CN" altLang="en-US" sz="800" dirty="0">
                  <a:solidFill>
                    <a:schemeClr val="bg1"/>
                  </a:solidFill>
                  <a:latin typeface="HarmonyOS Sans SC Light" panose="00000400000000000000" pitchFamily="2" charset="-122"/>
                  <a:ea typeface="HarmonyOS Sans SC Light" panose="00000400000000000000" pitchFamily="2" charset="-122"/>
                </a:rPr>
                <a:t>文字</a:t>
              </a:r>
            </a:p>
          </p:txBody>
        </p:sp>
      </p:grpSp>
      <p:grpSp>
        <p:nvGrpSpPr>
          <p:cNvPr id="231" name="组合 230">
            <a:extLst>
              <a:ext uri="{FF2B5EF4-FFF2-40B4-BE49-F238E27FC236}">
                <a16:creationId xmlns:a16="http://schemas.microsoft.com/office/drawing/2014/main" id="{D84A2188-6798-9813-667D-C14DA881BF53}"/>
              </a:ext>
            </a:extLst>
          </p:cNvPr>
          <p:cNvGrpSpPr/>
          <p:nvPr/>
        </p:nvGrpSpPr>
        <p:grpSpPr>
          <a:xfrm>
            <a:off x="8672051" y="1810719"/>
            <a:ext cx="536937" cy="536937"/>
            <a:chOff x="7552005" y="899965"/>
            <a:chExt cx="536937" cy="536937"/>
          </a:xfrm>
        </p:grpSpPr>
        <p:sp>
          <p:nvSpPr>
            <p:cNvPr id="232" name="椭圆 231">
              <a:extLst>
                <a:ext uri="{FF2B5EF4-FFF2-40B4-BE49-F238E27FC236}">
                  <a16:creationId xmlns:a16="http://schemas.microsoft.com/office/drawing/2014/main" id="{1B1597DD-EA92-47CC-3422-C84AB8846A34}"/>
                </a:ext>
              </a:extLst>
            </p:cNvPr>
            <p:cNvSpPr/>
            <p:nvPr/>
          </p:nvSpPr>
          <p:spPr>
            <a:xfrm>
              <a:off x="7552005" y="899965"/>
              <a:ext cx="536937" cy="536937"/>
            </a:xfrm>
            <a:prstGeom prst="ellipse">
              <a:avLst/>
            </a:prstGeom>
            <a:gradFill flip="none" rotWithShape="1">
              <a:gsLst>
                <a:gs pos="0">
                  <a:srgbClr val="3749CC"/>
                </a:gs>
                <a:gs pos="97203">
                  <a:srgbClr val="CDD2F8"/>
                </a:gs>
                <a:gs pos="64000">
                  <a:srgbClr val="8E9CEF"/>
                </a:gs>
              </a:gsLst>
              <a:lin ang="13500000" scaled="1"/>
              <a:tileRect/>
            </a:gradFill>
            <a:ln>
              <a:noFill/>
            </a:ln>
            <a:effectLst>
              <a:outerShdw blurRad="152400" dir="5400000" sx="90000" sy="-19000" rotWithShape="0">
                <a:srgbClr val="3749CC">
                  <a:alpha val="6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3" name="文本框 232">
              <a:extLst>
                <a:ext uri="{FF2B5EF4-FFF2-40B4-BE49-F238E27FC236}">
                  <a16:creationId xmlns:a16="http://schemas.microsoft.com/office/drawing/2014/main" id="{D6978E35-DD91-BBF2-1BFA-E108215FA928}"/>
                </a:ext>
              </a:extLst>
            </p:cNvPr>
            <p:cNvSpPr txBox="1"/>
            <p:nvPr/>
          </p:nvSpPr>
          <p:spPr>
            <a:xfrm>
              <a:off x="7625548" y="1051160"/>
              <a:ext cx="389850" cy="215444"/>
            </a:xfrm>
            <a:prstGeom prst="rect">
              <a:avLst/>
            </a:prstGeom>
            <a:noFill/>
          </p:spPr>
          <p:txBody>
            <a:bodyPr wrap="none" rtlCol="0">
              <a:spAutoFit/>
            </a:bodyPr>
            <a:lstStyle/>
            <a:p>
              <a:pPr algn="ctr"/>
              <a:r>
                <a:rPr lang="zh-CN" altLang="en-US" sz="800" dirty="0">
                  <a:solidFill>
                    <a:schemeClr val="bg1"/>
                  </a:solidFill>
                  <a:latin typeface="HarmonyOS Sans SC Light" panose="00000400000000000000" pitchFamily="2" charset="-122"/>
                  <a:ea typeface="HarmonyOS Sans SC Light" panose="00000400000000000000" pitchFamily="2" charset="-122"/>
                </a:rPr>
                <a:t>文字</a:t>
              </a:r>
            </a:p>
          </p:txBody>
        </p:sp>
      </p:grpSp>
      <p:grpSp>
        <p:nvGrpSpPr>
          <p:cNvPr id="234" name="组合 233">
            <a:extLst>
              <a:ext uri="{FF2B5EF4-FFF2-40B4-BE49-F238E27FC236}">
                <a16:creationId xmlns:a16="http://schemas.microsoft.com/office/drawing/2014/main" id="{7619738F-8380-327D-0A17-E7F94FD8C02F}"/>
              </a:ext>
            </a:extLst>
          </p:cNvPr>
          <p:cNvGrpSpPr/>
          <p:nvPr/>
        </p:nvGrpSpPr>
        <p:grpSpPr>
          <a:xfrm>
            <a:off x="9419711" y="2227184"/>
            <a:ext cx="536937" cy="536937"/>
            <a:chOff x="7552005" y="899965"/>
            <a:chExt cx="536937" cy="536937"/>
          </a:xfrm>
        </p:grpSpPr>
        <p:sp>
          <p:nvSpPr>
            <p:cNvPr id="235" name="椭圆 234">
              <a:extLst>
                <a:ext uri="{FF2B5EF4-FFF2-40B4-BE49-F238E27FC236}">
                  <a16:creationId xmlns:a16="http://schemas.microsoft.com/office/drawing/2014/main" id="{77753763-CC8E-A32A-B620-63E6E7627514}"/>
                </a:ext>
              </a:extLst>
            </p:cNvPr>
            <p:cNvSpPr/>
            <p:nvPr/>
          </p:nvSpPr>
          <p:spPr>
            <a:xfrm>
              <a:off x="7552005" y="899965"/>
              <a:ext cx="536937" cy="536937"/>
            </a:xfrm>
            <a:prstGeom prst="ellipse">
              <a:avLst/>
            </a:prstGeom>
            <a:gradFill flip="none" rotWithShape="1">
              <a:gsLst>
                <a:gs pos="0">
                  <a:srgbClr val="3749CC"/>
                </a:gs>
                <a:gs pos="97203">
                  <a:srgbClr val="CDD2F8"/>
                </a:gs>
                <a:gs pos="64000">
                  <a:srgbClr val="8E9CEF"/>
                </a:gs>
              </a:gsLst>
              <a:lin ang="13500000" scaled="1"/>
              <a:tileRect/>
            </a:gradFill>
            <a:ln>
              <a:noFill/>
            </a:ln>
            <a:effectLst>
              <a:outerShdw blurRad="152400" dir="5400000" sx="90000" sy="-19000" rotWithShape="0">
                <a:srgbClr val="3749CC">
                  <a:alpha val="6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6" name="文本框 235">
              <a:extLst>
                <a:ext uri="{FF2B5EF4-FFF2-40B4-BE49-F238E27FC236}">
                  <a16:creationId xmlns:a16="http://schemas.microsoft.com/office/drawing/2014/main" id="{48390199-1EC6-39B2-3891-E9B577AAE200}"/>
                </a:ext>
              </a:extLst>
            </p:cNvPr>
            <p:cNvSpPr txBox="1"/>
            <p:nvPr/>
          </p:nvSpPr>
          <p:spPr>
            <a:xfrm>
              <a:off x="7625548" y="1051160"/>
              <a:ext cx="389850" cy="215444"/>
            </a:xfrm>
            <a:prstGeom prst="rect">
              <a:avLst/>
            </a:prstGeom>
            <a:noFill/>
          </p:spPr>
          <p:txBody>
            <a:bodyPr wrap="none" rtlCol="0">
              <a:spAutoFit/>
            </a:bodyPr>
            <a:lstStyle/>
            <a:p>
              <a:pPr algn="ctr"/>
              <a:r>
                <a:rPr lang="zh-CN" altLang="en-US" sz="800" dirty="0">
                  <a:solidFill>
                    <a:schemeClr val="bg1"/>
                  </a:solidFill>
                  <a:latin typeface="HarmonyOS Sans SC Light" panose="00000400000000000000" pitchFamily="2" charset="-122"/>
                  <a:ea typeface="HarmonyOS Sans SC Light" panose="00000400000000000000" pitchFamily="2" charset="-122"/>
                </a:rPr>
                <a:t>文字</a:t>
              </a:r>
            </a:p>
          </p:txBody>
        </p:sp>
      </p:grpSp>
      <p:grpSp>
        <p:nvGrpSpPr>
          <p:cNvPr id="237" name="组合 236">
            <a:extLst>
              <a:ext uri="{FF2B5EF4-FFF2-40B4-BE49-F238E27FC236}">
                <a16:creationId xmlns:a16="http://schemas.microsoft.com/office/drawing/2014/main" id="{60FCB914-9231-0BAB-0813-208A610D23BC}"/>
              </a:ext>
            </a:extLst>
          </p:cNvPr>
          <p:cNvGrpSpPr/>
          <p:nvPr/>
        </p:nvGrpSpPr>
        <p:grpSpPr>
          <a:xfrm>
            <a:off x="10157423" y="2695311"/>
            <a:ext cx="536937" cy="536937"/>
            <a:chOff x="7552005" y="899965"/>
            <a:chExt cx="536937" cy="536937"/>
          </a:xfrm>
        </p:grpSpPr>
        <p:sp>
          <p:nvSpPr>
            <p:cNvPr id="238" name="椭圆 237">
              <a:extLst>
                <a:ext uri="{FF2B5EF4-FFF2-40B4-BE49-F238E27FC236}">
                  <a16:creationId xmlns:a16="http://schemas.microsoft.com/office/drawing/2014/main" id="{D72BF58F-64A5-7BAE-54F2-EBE396133CFB}"/>
                </a:ext>
              </a:extLst>
            </p:cNvPr>
            <p:cNvSpPr/>
            <p:nvPr/>
          </p:nvSpPr>
          <p:spPr>
            <a:xfrm>
              <a:off x="7552005" y="899965"/>
              <a:ext cx="536937" cy="536937"/>
            </a:xfrm>
            <a:prstGeom prst="ellipse">
              <a:avLst/>
            </a:prstGeom>
            <a:gradFill flip="none" rotWithShape="1">
              <a:gsLst>
                <a:gs pos="0">
                  <a:srgbClr val="3749CC"/>
                </a:gs>
                <a:gs pos="97203">
                  <a:srgbClr val="CDD2F8"/>
                </a:gs>
                <a:gs pos="64000">
                  <a:srgbClr val="8E9CEF"/>
                </a:gs>
              </a:gsLst>
              <a:lin ang="13500000" scaled="1"/>
              <a:tileRect/>
            </a:gradFill>
            <a:ln>
              <a:noFill/>
            </a:ln>
            <a:effectLst>
              <a:outerShdw blurRad="152400" dir="5400000" sx="90000" sy="-19000" rotWithShape="0">
                <a:srgbClr val="3749CC">
                  <a:alpha val="6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9" name="文本框 238">
              <a:extLst>
                <a:ext uri="{FF2B5EF4-FFF2-40B4-BE49-F238E27FC236}">
                  <a16:creationId xmlns:a16="http://schemas.microsoft.com/office/drawing/2014/main" id="{9683F1E1-B49C-FCA2-4A07-9C0D2E45F424}"/>
                </a:ext>
              </a:extLst>
            </p:cNvPr>
            <p:cNvSpPr txBox="1"/>
            <p:nvPr/>
          </p:nvSpPr>
          <p:spPr>
            <a:xfrm>
              <a:off x="7625548" y="1051160"/>
              <a:ext cx="389850" cy="215444"/>
            </a:xfrm>
            <a:prstGeom prst="rect">
              <a:avLst/>
            </a:prstGeom>
            <a:noFill/>
          </p:spPr>
          <p:txBody>
            <a:bodyPr wrap="none" rtlCol="0">
              <a:spAutoFit/>
            </a:bodyPr>
            <a:lstStyle/>
            <a:p>
              <a:pPr algn="ctr"/>
              <a:r>
                <a:rPr lang="zh-CN" altLang="en-US" sz="800" dirty="0">
                  <a:solidFill>
                    <a:schemeClr val="bg1"/>
                  </a:solidFill>
                  <a:latin typeface="HarmonyOS Sans SC Light" panose="00000400000000000000" pitchFamily="2" charset="-122"/>
                  <a:ea typeface="HarmonyOS Sans SC Light" panose="00000400000000000000" pitchFamily="2" charset="-122"/>
                </a:rPr>
                <a:t>文字</a:t>
              </a:r>
            </a:p>
          </p:txBody>
        </p:sp>
      </p:grpSp>
      <p:sp>
        <p:nvSpPr>
          <p:cNvPr id="240" name="文本框 239">
            <a:extLst>
              <a:ext uri="{FF2B5EF4-FFF2-40B4-BE49-F238E27FC236}">
                <a16:creationId xmlns:a16="http://schemas.microsoft.com/office/drawing/2014/main" id="{21D3E319-DC70-9E66-8231-B8AD61D31C5A}"/>
              </a:ext>
            </a:extLst>
          </p:cNvPr>
          <p:cNvSpPr txBox="1"/>
          <p:nvPr/>
        </p:nvSpPr>
        <p:spPr>
          <a:xfrm>
            <a:off x="5563008" y="2591713"/>
            <a:ext cx="595035" cy="215444"/>
          </a:xfrm>
          <a:prstGeom prst="rect">
            <a:avLst/>
          </a:prstGeom>
          <a:noFill/>
          <a:scene3d>
            <a:camera prst="isometricBottomDown"/>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41" name="文本框 240">
            <a:extLst>
              <a:ext uri="{FF2B5EF4-FFF2-40B4-BE49-F238E27FC236}">
                <a16:creationId xmlns:a16="http://schemas.microsoft.com/office/drawing/2014/main" id="{D80AEC0C-6356-3685-E505-3E7D975C4B66}"/>
              </a:ext>
            </a:extLst>
          </p:cNvPr>
          <p:cNvSpPr txBox="1"/>
          <p:nvPr/>
        </p:nvSpPr>
        <p:spPr>
          <a:xfrm>
            <a:off x="6304553" y="3036595"/>
            <a:ext cx="595035" cy="215444"/>
          </a:xfrm>
          <a:prstGeom prst="rect">
            <a:avLst/>
          </a:prstGeom>
          <a:noFill/>
          <a:scene3d>
            <a:camera prst="isometricBottomDown"/>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42" name="文本框 241">
            <a:extLst>
              <a:ext uri="{FF2B5EF4-FFF2-40B4-BE49-F238E27FC236}">
                <a16:creationId xmlns:a16="http://schemas.microsoft.com/office/drawing/2014/main" id="{77A687F6-BB77-CB3B-700A-4A832847D958}"/>
              </a:ext>
            </a:extLst>
          </p:cNvPr>
          <p:cNvSpPr txBox="1"/>
          <p:nvPr/>
        </p:nvSpPr>
        <p:spPr>
          <a:xfrm>
            <a:off x="7004435" y="3424721"/>
            <a:ext cx="595035" cy="215444"/>
          </a:xfrm>
          <a:prstGeom prst="rect">
            <a:avLst/>
          </a:prstGeom>
          <a:noFill/>
          <a:scene3d>
            <a:camera prst="isometricBottomDown"/>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43" name="文本框 242">
            <a:extLst>
              <a:ext uri="{FF2B5EF4-FFF2-40B4-BE49-F238E27FC236}">
                <a16:creationId xmlns:a16="http://schemas.microsoft.com/office/drawing/2014/main" id="{4A6A361C-916C-9281-EDB2-14731E0EDD59}"/>
              </a:ext>
            </a:extLst>
          </p:cNvPr>
          <p:cNvSpPr txBox="1"/>
          <p:nvPr/>
        </p:nvSpPr>
        <p:spPr>
          <a:xfrm>
            <a:off x="7698135" y="3827815"/>
            <a:ext cx="595035" cy="215444"/>
          </a:xfrm>
          <a:prstGeom prst="rect">
            <a:avLst/>
          </a:prstGeom>
          <a:noFill/>
          <a:scene3d>
            <a:camera prst="isometricBottomDown"/>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44" name="文本框 243">
            <a:extLst>
              <a:ext uri="{FF2B5EF4-FFF2-40B4-BE49-F238E27FC236}">
                <a16:creationId xmlns:a16="http://schemas.microsoft.com/office/drawing/2014/main" id="{9F6702E2-6399-19BC-04D2-22C3F5C5B6D5}"/>
              </a:ext>
            </a:extLst>
          </p:cNvPr>
          <p:cNvSpPr txBox="1"/>
          <p:nvPr/>
        </p:nvSpPr>
        <p:spPr>
          <a:xfrm>
            <a:off x="8392959" y="4233599"/>
            <a:ext cx="595035" cy="215444"/>
          </a:xfrm>
          <a:prstGeom prst="rect">
            <a:avLst/>
          </a:prstGeom>
          <a:noFill/>
          <a:scene3d>
            <a:camera prst="isometricBottomDown"/>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46" name="文本框 245">
            <a:extLst>
              <a:ext uri="{FF2B5EF4-FFF2-40B4-BE49-F238E27FC236}">
                <a16:creationId xmlns:a16="http://schemas.microsoft.com/office/drawing/2014/main" id="{9DE918A1-1403-34FB-382A-2ADE46A8859A}"/>
              </a:ext>
            </a:extLst>
          </p:cNvPr>
          <p:cNvSpPr txBox="1"/>
          <p:nvPr/>
        </p:nvSpPr>
        <p:spPr>
          <a:xfrm>
            <a:off x="5019452" y="1920956"/>
            <a:ext cx="1149802" cy="400110"/>
          </a:xfrm>
          <a:prstGeom prst="rect">
            <a:avLst/>
          </a:prstGeom>
          <a:noFill/>
          <a:scene3d>
            <a:camera prst="isometricRightUp"/>
            <a:lightRig rig="threePt" dir="t"/>
          </a:scene3d>
        </p:spPr>
        <p:txBody>
          <a:bodyPr wrap="none" rtlCol="0">
            <a:spAutoFit/>
          </a:bodyPr>
          <a:lstStyle/>
          <a:p>
            <a:r>
              <a:rPr lang="en-US" altLang="zh-CN" sz="2000" dirty="0">
                <a:solidFill>
                  <a:srgbClr val="3749CC"/>
                </a:solidFill>
                <a:latin typeface="Gotham" panose="02000604040000020004" pitchFamily="50" charset="0"/>
                <a:ea typeface="HarmonyOS Sans SC Light" panose="00000400000000000000" pitchFamily="2" charset="-122"/>
              </a:rPr>
              <a:t>BRAND</a:t>
            </a:r>
            <a:endParaRPr lang="zh-CN" altLang="en-US" sz="2000" dirty="0">
              <a:solidFill>
                <a:srgbClr val="3749CC"/>
              </a:solidFill>
              <a:latin typeface="Gotham" panose="02000604040000020004" pitchFamily="50" charset="0"/>
              <a:ea typeface="HarmonyOS Sans SC Light" panose="00000400000000000000" pitchFamily="2" charset="-122"/>
            </a:endParaRPr>
          </a:p>
        </p:txBody>
      </p:sp>
      <p:sp>
        <p:nvSpPr>
          <p:cNvPr id="247" name="文本框 246">
            <a:extLst>
              <a:ext uri="{FF2B5EF4-FFF2-40B4-BE49-F238E27FC236}">
                <a16:creationId xmlns:a16="http://schemas.microsoft.com/office/drawing/2014/main" id="{233601D7-FDE6-A665-097A-397DEC4DDCAA}"/>
              </a:ext>
            </a:extLst>
          </p:cNvPr>
          <p:cNvSpPr txBox="1"/>
          <p:nvPr/>
        </p:nvSpPr>
        <p:spPr>
          <a:xfrm>
            <a:off x="2221472" y="3681088"/>
            <a:ext cx="1149802" cy="400110"/>
          </a:xfrm>
          <a:prstGeom prst="rect">
            <a:avLst/>
          </a:prstGeom>
          <a:noFill/>
          <a:scene3d>
            <a:camera prst="isometricRightUp"/>
            <a:lightRig rig="threePt" dir="t"/>
          </a:scene3d>
        </p:spPr>
        <p:txBody>
          <a:bodyPr wrap="none" rtlCol="0">
            <a:spAutoFit/>
          </a:bodyPr>
          <a:lstStyle/>
          <a:p>
            <a:r>
              <a:rPr lang="en-US" altLang="zh-CN" sz="2000" dirty="0">
                <a:solidFill>
                  <a:srgbClr val="3749CC"/>
                </a:solidFill>
                <a:latin typeface="Gotham" panose="02000604040000020004" pitchFamily="50" charset="0"/>
                <a:ea typeface="HarmonyOS Sans SC Light" panose="00000400000000000000" pitchFamily="2" charset="-122"/>
              </a:rPr>
              <a:t>BRAND</a:t>
            </a:r>
            <a:endParaRPr lang="zh-CN" altLang="en-US" sz="2000" dirty="0">
              <a:solidFill>
                <a:srgbClr val="3749CC"/>
              </a:solidFill>
              <a:latin typeface="Gotham" panose="02000604040000020004" pitchFamily="50" charset="0"/>
              <a:ea typeface="HarmonyOS Sans SC Light" panose="00000400000000000000" pitchFamily="2" charset="-122"/>
            </a:endParaRPr>
          </a:p>
        </p:txBody>
      </p:sp>
      <p:sp>
        <p:nvSpPr>
          <p:cNvPr id="248" name="文本框 247">
            <a:extLst>
              <a:ext uri="{FF2B5EF4-FFF2-40B4-BE49-F238E27FC236}">
                <a16:creationId xmlns:a16="http://schemas.microsoft.com/office/drawing/2014/main" id="{E43E49CF-CC10-F540-0B77-247400ACF654}"/>
              </a:ext>
            </a:extLst>
          </p:cNvPr>
          <p:cNvSpPr txBox="1"/>
          <p:nvPr/>
        </p:nvSpPr>
        <p:spPr>
          <a:xfrm>
            <a:off x="4473527" y="2996845"/>
            <a:ext cx="697627" cy="246221"/>
          </a:xfrm>
          <a:prstGeom prst="rect">
            <a:avLst/>
          </a:prstGeom>
          <a:noFill/>
          <a:scene3d>
            <a:camera prst="isometricLeft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49" name="文本框 248">
            <a:extLst>
              <a:ext uri="{FF2B5EF4-FFF2-40B4-BE49-F238E27FC236}">
                <a16:creationId xmlns:a16="http://schemas.microsoft.com/office/drawing/2014/main" id="{9023589D-8D8A-62A6-5152-A0FCCA79644A}"/>
              </a:ext>
            </a:extLst>
          </p:cNvPr>
          <p:cNvSpPr txBox="1"/>
          <p:nvPr/>
        </p:nvSpPr>
        <p:spPr>
          <a:xfrm>
            <a:off x="5451755" y="3567153"/>
            <a:ext cx="697627" cy="246221"/>
          </a:xfrm>
          <a:prstGeom prst="rect">
            <a:avLst/>
          </a:prstGeom>
          <a:noFill/>
          <a:scene3d>
            <a:camera prst="isometricLeft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0" name="文本框 249">
            <a:extLst>
              <a:ext uri="{FF2B5EF4-FFF2-40B4-BE49-F238E27FC236}">
                <a16:creationId xmlns:a16="http://schemas.microsoft.com/office/drawing/2014/main" id="{98A86045-EDDF-B9D5-9A6B-AC45C6E0AD7D}"/>
              </a:ext>
            </a:extLst>
          </p:cNvPr>
          <p:cNvSpPr txBox="1"/>
          <p:nvPr/>
        </p:nvSpPr>
        <p:spPr>
          <a:xfrm>
            <a:off x="6376118" y="4122553"/>
            <a:ext cx="697627" cy="246221"/>
          </a:xfrm>
          <a:prstGeom prst="rect">
            <a:avLst/>
          </a:prstGeom>
          <a:noFill/>
          <a:scene3d>
            <a:camera prst="isometricLeft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1" name="文本框 250">
            <a:extLst>
              <a:ext uri="{FF2B5EF4-FFF2-40B4-BE49-F238E27FC236}">
                <a16:creationId xmlns:a16="http://schemas.microsoft.com/office/drawing/2014/main" id="{27D4EE92-0A58-0C43-9642-4E2BCB80376D}"/>
              </a:ext>
            </a:extLst>
          </p:cNvPr>
          <p:cNvSpPr txBox="1"/>
          <p:nvPr/>
        </p:nvSpPr>
        <p:spPr>
          <a:xfrm>
            <a:off x="7388483" y="4673500"/>
            <a:ext cx="697627" cy="246221"/>
          </a:xfrm>
          <a:prstGeom prst="rect">
            <a:avLst/>
          </a:prstGeom>
          <a:noFill/>
          <a:scene3d>
            <a:camera prst="isometricLeft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2" name="文本框 251">
            <a:extLst>
              <a:ext uri="{FF2B5EF4-FFF2-40B4-BE49-F238E27FC236}">
                <a16:creationId xmlns:a16="http://schemas.microsoft.com/office/drawing/2014/main" id="{AB189A1A-C04F-AA1D-87DC-7F89430E88BC}"/>
              </a:ext>
            </a:extLst>
          </p:cNvPr>
          <p:cNvSpPr txBox="1"/>
          <p:nvPr/>
        </p:nvSpPr>
        <p:spPr>
          <a:xfrm>
            <a:off x="3139521" y="3979196"/>
            <a:ext cx="697627" cy="246221"/>
          </a:xfrm>
          <a:prstGeom prst="rect">
            <a:avLst/>
          </a:prstGeom>
          <a:noFill/>
          <a:scene3d>
            <a:camera prst="isometricLeft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3" name="文本框 252">
            <a:extLst>
              <a:ext uri="{FF2B5EF4-FFF2-40B4-BE49-F238E27FC236}">
                <a16:creationId xmlns:a16="http://schemas.microsoft.com/office/drawing/2014/main" id="{78E92300-C053-7159-318B-3B9DC37589B0}"/>
              </a:ext>
            </a:extLst>
          </p:cNvPr>
          <p:cNvSpPr txBox="1"/>
          <p:nvPr/>
        </p:nvSpPr>
        <p:spPr>
          <a:xfrm>
            <a:off x="2864225" y="4164338"/>
            <a:ext cx="697627" cy="246221"/>
          </a:xfrm>
          <a:prstGeom prst="rect">
            <a:avLst/>
          </a:prstGeom>
          <a:noFill/>
          <a:scene3d>
            <a:camera prst="isometricLeft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4" name="文本框 253">
            <a:extLst>
              <a:ext uri="{FF2B5EF4-FFF2-40B4-BE49-F238E27FC236}">
                <a16:creationId xmlns:a16="http://schemas.microsoft.com/office/drawing/2014/main" id="{67EF828B-45A3-0E31-F9AC-6763E66D35AD}"/>
              </a:ext>
            </a:extLst>
          </p:cNvPr>
          <p:cNvSpPr txBox="1"/>
          <p:nvPr/>
        </p:nvSpPr>
        <p:spPr>
          <a:xfrm>
            <a:off x="3902760" y="4442523"/>
            <a:ext cx="697627" cy="246221"/>
          </a:xfrm>
          <a:prstGeom prst="rect">
            <a:avLst/>
          </a:prstGeom>
          <a:noFill/>
          <a:scene3d>
            <a:camera prst="isometricLeft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5" name="文本框 254">
            <a:extLst>
              <a:ext uri="{FF2B5EF4-FFF2-40B4-BE49-F238E27FC236}">
                <a16:creationId xmlns:a16="http://schemas.microsoft.com/office/drawing/2014/main" id="{66D365E9-C280-97D3-65E8-12117D96A9A3}"/>
              </a:ext>
            </a:extLst>
          </p:cNvPr>
          <p:cNvSpPr txBox="1"/>
          <p:nvPr/>
        </p:nvSpPr>
        <p:spPr>
          <a:xfrm>
            <a:off x="3627464" y="4627665"/>
            <a:ext cx="697627" cy="246221"/>
          </a:xfrm>
          <a:prstGeom prst="rect">
            <a:avLst/>
          </a:prstGeom>
          <a:noFill/>
          <a:scene3d>
            <a:camera prst="isometricLeft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6" name="文本框 255">
            <a:extLst>
              <a:ext uri="{FF2B5EF4-FFF2-40B4-BE49-F238E27FC236}">
                <a16:creationId xmlns:a16="http://schemas.microsoft.com/office/drawing/2014/main" id="{D236C879-6D15-E2E6-0D78-6F05FB314ECF}"/>
              </a:ext>
            </a:extLst>
          </p:cNvPr>
          <p:cNvSpPr txBox="1"/>
          <p:nvPr/>
        </p:nvSpPr>
        <p:spPr>
          <a:xfrm>
            <a:off x="4822340" y="4970321"/>
            <a:ext cx="697627" cy="246221"/>
          </a:xfrm>
          <a:prstGeom prst="rect">
            <a:avLst/>
          </a:prstGeom>
          <a:noFill/>
          <a:scene3d>
            <a:camera prst="isometricLeft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7" name="文本框 256">
            <a:extLst>
              <a:ext uri="{FF2B5EF4-FFF2-40B4-BE49-F238E27FC236}">
                <a16:creationId xmlns:a16="http://schemas.microsoft.com/office/drawing/2014/main" id="{CD3CB48D-B270-C68A-85A9-4165C5C30461}"/>
              </a:ext>
            </a:extLst>
          </p:cNvPr>
          <p:cNvSpPr txBox="1"/>
          <p:nvPr/>
        </p:nvSpPr>
        <p:spPr>
          <a:xfrm>
            <a:off x="4547044" y="5155463"/>
            <a:ext cx="697627" cy="246221"/>
          </a:xfrm>
          <a:prstGeom prst="rect">
            <a:avLst/>
          </a:prstGeom>
          <a:noFill/>
          <a:scene3d>
            <a:camera prst="isometricLeft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8" name="文本框 257">
            <a:extLst>
              <a:ext uri="{FF2B5EF4-FFF2-40B4-BE49-F238E27FC236}">
                <a16:creationId xmlns:a16="http://schemas.microsoft.com/office/drawing/2014/main" id="{82DD1039-18AB-5E0D-7F63-B2347DEAE0D4}"/>
              </a:ext>
            </a:extLst>
          </p:cNvPr>
          <p:cNvSpPr txBox="1"/>
          <p:nvPr/>
        </p:nvSpPr>
        <p:spPr>
          <a:xfrm>
            <a:off x="5906002" y="5597269"/>
            <a:ext cx="697627" cy="246221"/>
          </a:xfrm>
          <a:prstGeom prst="rect">
            <a:avLst/>
          </a:prstGeom>
          <a:noFill/>
          <a:scene3d>
            <a:camera prst="isometricLeft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9" name="文本框 258">
            <a:extLst>
              <a:ext uri="{FF2B5EF4-FFF2-40B4-BE49-F238E27FC236}">
                <a16:creationId xmlns:a16="http://schemas.microsoft.com/office/drawing/2014/main" id="{8F8118FB-0B0A-A253-CA3B-009920465F12}"/>
              </a:ext>
            </a:extLst>
          </p:cNvPr>
          <p:cNvSpPr txBox="1"/>
          <p:nvPr/>
        </p:nvSpPr>
        <p:spPr>
          <a:xfrm>
            <a:off x="5630706" y="5782411"/>
            <a:ext cx="697627" cy="246221"/>
          </a:xfrm>
          <a:prstGeom prst="rect">
            <a:avLst/>
          </a:prstGeom>
          <a:noFill/>
          <a:scene3d>
            <a:camera prst="isometricLeft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60" name="箭头: 左 259">
            <a:extLst>
              <a:ext uri="{FF2B5EF4-FFF2-40B4-BE49-F238E27FC236}">
                <a16:creationId xmlns:a16="http://schemas.microsoft.com/office/drawing/2014/main" id="{48E6F1FE-53FC-8DCC-99C5-C221240D22E4}"/>
              </a:ext>
            </a:extLst>
          </p:cNvPr>
          <p:cNvSpPr/>
          <p:nvPr/>
        </p:nvSpPr>
        <p:spPr>
          <a:xfrm rot="10800000">
            <a:off x="5409917" y="4462661"/>
            <a:ext cx="345237" cy="280413"/>
          </a:xfrm>
          <a:prstGeom prst="leftArrow">
            <a:avLst/>
          </a:prstGeom>
          <a:gradFill flip="none" rotWithShape="1">
            <a:gsLst>
              <a:gs pos="0">
                <a:srgbClr val="8E9CEF"/>
              </a:gs>
              <a:gs pos="100000">
                <a:srgbClr val="8E9CEF">
                  <a:alpha val="0"/>
                </a:srgbClr>
              </a:gs>
            </a:gsLst>
            <a:lin ang="0" scaled="1"/>
            <a:tileRect/>
          </a:gra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Medium" panose="00000600000000000000" pitchFamily="2" charset="-122"/>
              <a:ea typeface="HarmonyOS Sans SC Medium" panose="00000600000000000000" pitchFamily="2" charset="-122"/>
            </a:endParaRPr>
          </a:p>
        </p:txBody>
      </p:sp>
      <p:sp>
        <p:nvSpPr>
          <p:cNvPr id="261" name="箭头: 左 260">
            <a:extLst>
              <a:ext uri="{FF2B5EF4-FFF2-40B4-BE49-F238E27FC236}">
                <a16:creationId xmlns:a16="http://schemas.microsoft.com/office/drawing/2014/main" id="{948446AE-94BD-67C6-F02C-0D82856CF45D}"/>
              </a:ext>
            </a:extLst>
          </p:cNvPr>
          <p:cNvSpPr/>
          <p:nvPr/>
        </p:nvSpPr>
        <p:spPr>
          <a:xfrm rot="10800000">
            <a:off x="6775058" y="3546511"/>
            <a:ext cx="345237" cy="280413"/>
          </a:xfrm>
          <a:prstGeom prst="leftArrow">
            <a:avLst/>
          </a:prstGeom>
          <a:gradFill flip="none" rotWithShape="1">
            <a:gsLst>
              <a:gs pos="0">
                <a:srgbClr val="8E9CEF"/>
              </a:gs>
              <a:gs pos="100000">
                <a:srgbClr val="8E9CEF">
                  <a:alpha val="0"/>
                </a:srgbClr>
              </a:gs>
            </a:gsLst>
            <a:lin ang="0" scaled="1"/>
            <a:tileRect/>
          </a:gra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Medium" panose="00000600000000000000" pitchFamily="2" charset="-122"/>
              <a:ea typeface="HarmonyOS Sans SC Medium" panose="00000600000000000000" pitchFamily="2" charset="-122"/>
            </a:endParaRPr>
          </a:p>
        </p:txBody>
      </p:sp>
      <p:sp>
        <p:nvSpPr>
          <p:cNvPr id="262" name="箭头: 左 261">
            <a:extLst>
              <a:ext uri="{FF2B5EF4-FFF2-40B4-BE49-F238E27FC236}">
                <a16:creationId xmlns:a16="http://schemas.microsoft.com/office/drawing/2014/main" id="{116F65C1-D124-8C15-1481-3765A0AA7094}"/>
              </a:ext>
            </a:extLst>
          </p:cNvPr>
          <p:cNvSpPr/>
          <p:nvPr/>
        </p:nvSpPr>
        <p:spPr>
          <a:xfrm rot="10800000">
            <a:off x="8140199" y="2630361"/>
            <a:ext cx="345237" cy="280413"/>
          </a:xfrm>
          <a:prstGeom prst="leftArrow">
            <a:avLst/>
          </a:prstGeom>
          <a:gradFill flip="none" rotWithShape="1">
            <a:gsLst>
              <a:gs pos="0">
                <a:srgbClr val="8E9CEF"/>
              </a:gs>
              <a:gs pos="100000">
                <a:srgbClr val="8E9CEF">
                  <a:alpha val="0"/>
                </a:srgbClr>
              </a:gs>
            </a:gsLst>
            <a:lin ang="0" scaled="1"/>
            <a:tileRect/>
          </a:gradFill>
          <a:ln>
            <a:noFill/>
          </a:ln>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Medium" panose="00000600000000000000" pitchFamily="2" charset="-122"/>
              <a:ea typeface="HarmonyOS Sans SC Medium" panose="00000600000000000000" pitchFamily="2" charset="-122"/>
            </a:endParaRPr>
          </a:p>
        </p:txBody>
      </p:sp>
      <p:sp>
        <p:nvSpPr>
          <p:cNvPr id="263" name="文本框 262">
            <a:extLst>
              <a:ext uri="{FF2B5EF4-FFF2-40B4-BE49-F238E27FC236}">
                <a16:creationId xmlns:a16="http://schemas.microsoft.com/office/drawing/2014/main" id="{24B9C38E-9776-6FC0-341F-18802E9251C0}"/>
              </a:ext>
            </a:extLst>
          </p:cNvPr>
          <p:cNvSpPr txBox="1"/>
          <p:nvPr/>
        </p:nvSpPr>
        <p:spPr>
          <a:xfrm>
            <a:off x="1237794" y="1480685"/>
            <a:ext cx="3416320" cy="646331"/>
          </a:xfrm>
          <a:prstGeom prst="rect">
            <a:avLst/>
          </a:prstGeom>
          <a:noFill/>
          <a:scene3d>
            <a:camera prst="isometricRightUp"/>
            <a:lightRig rig="threePt" dir="t"/>
          </a:scene3d>
        </p:spPr>
        <p:txBody>
          <a:bodyPr wrap="none" rtlCol="0">
            <a:spAutoFit/>
          </a:bodyPr>
          <a:lstStyle/>
          <a:p>
            <a:r>
              <a:rPr lang="zh-CN" altLang="en-US" sz="3600" dirty="0">
                <a:solidFill>
                  <a:srgbClr val="3749CC"/>
                </a:solidFill>
                <a:latin typeface="HarmonyOS Sans SC Black" panose="00000A00000000000000" pitchFamily="2" charset="-122"/>
                <a:ea typeface="HarmonyOS Sans SC Black" panose="00000A00000000000000" pitchFamily="2" charset="-122"/>
              </a:rPr>
              <a:t>应随时代而变化</a:t>
            </a:r>
          </a:p>
        </p:txBody>
      </p:sp>
      <p:sp>
        <p:nvSpPr>
          <p:cNvPr id="285" name="文本框 284">
            <a:extLst>
              <a:ext uri="{FF2B5EF4-FFF2-40B4-BE49-F238E27FC236}">
                <a16:creationId xmlns:a16="http://schemas.microsoft.com/office/drawing/2014/main" id="{97FBCA1D-CFB1-CE4F-AB26-2A236263857F}"/>
              </a:ext>
            </a:extLst>
          </p:cNvPr>
          <p:cNvSpPr txBox="1"/>
          <p:nvPr/>
        </p:nvSpPr>
        <p:spPr>
          <a:xfrm>
            <a:off x="1204716" y="1765348"/>
            <a:ext cx="3877985" cy="646331"/>
          </a:xfrm>
          <a:prstGeom prst="rect">
            <a:avLst/>
          </a:prstGeom>
          <a:noFill/>
          <a:scene3d>
            <a:camera prst="isometricRightUp"/>
            <a:lightRig rig="threePt" dir="t"/>
          </a:scene3d>
        </p:spPr>
        <p:txBody>
          <a:bodyPr wrap="none" rtlCol="0">
            <a:spAutoFit/>
          </a:bodyPr>
          <a:lstStyle/>
          <a:p>
            <a:r>
              <a:rPr lang="zh-CN" altLang="en-US" sz="3600" dirty="0">
                <a:solidFill>
                  <a:srgbClr val="3749CC"/>
                </a:solidFill>
                <a:latin typeface="HarmonyOS Sans SC Black" panose="00000A00000000000000" pitchFamily="2" charset="-122"/>
                <a:ea typeface="HarmonyOS Sans SC Black" panose="00000A00000000000000" pitchFamily="2" charset="-122"/>
              </a:rPr>
              <a:t>必须有市场</a:t>
            </a:r>
            <a:r>
              <a:rPr lang="zh-CN" altLang="en-US" sz="3600" dirty="0">
                <a:solidFill>
                  <a:srgbClr val="02F276"/>
                </a:solidFill>
                <a:latin typeface="HarmonyOS Sans SC Black" panose="00000A00000000000000" pitchFamily="2" charset="-122"/>
                <a:ea typeface="HarmonyOS Sans SC Black" panose="00000A00000000000000" pitchFamily="2" charset="-122"/>
              </a:rPr>
              <a:t>预见力</a:t>
            </a:r>
          </a:p>
        </p:txBody>
      </p:sp>
      <p:sp>
        <p:nvSpPr>
          <p:cNvPr id="286" name="图形 144"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07398A2E-C498-161E-F2B4-EEEC38DA00CA}"/>
              </a:ext>
            </a:extLst>
          </p:cNvPr>
          <p:cNvSpPr/>
          <p:nvPr/>
        </p:nvSpPr>
        <p:spPr>
          <a:xfrm>
            <a:off x="6798784" y="2656240"/>
            <a:ext cx="207089" cy="207089"/>
          </a:xfrm>
          <a:custGeom>
            <a:avLst/>
            <a:gdLst>
              <a:gd name="connsiteX0" fmla="*/ 142494 w 209550"/>
              <a:gd name="connsiteY0" fmla="*/ 88487 h 209550"/>
              <a:gd name="connsiteX1" fmla="*/ 116300 w 209550"/>
              <a:gd name="connsiteY1" fmla="*/ 122206 h 209550"/>
              <a:gd name="connsiteX2" fmla="*/ 97631 w 209550"/>
              <a:gd name="connsiteY2" fmla="*/ 99727 h 209550"/>
              <a:gd name="connsiteX3" fmla="*/ 71438 w 209550"/>
              <a:gd name="connsiteY3" fmla="*/ 133350 h 209550"/>
              <a:gd name="connsiteX4" fmla="*/ 176213 w 209550"/>
              <a:gd name="connsiteY4" fmla="*/ 133350 h 209550"/>
              <a:gd name="connsiteX5" fmla="*/ 142494 w 209550"/>
              <a:gd name="connsiteY5" fmla="*/ 88487 h 209550"/>
              <a:gd name="connsiteX6" fmla="*/ 19050 w 209550"/>
              <a:gd name="connsiteY6" fmla="*/ 38100 h 209550"/>
              <a:gd name="connsiteX7" fmla="*/ 0 w 209550"/>
              <a:gd name="connsiteY7" fmla="*/ 38100 h 209550"/>
              <a:gd name="connsiteX8" fmla="*/ 0 w 209550"/>
              <a:gd name="connsiteY8" fmla="*/ 190500 h 209550"/>
              <a:gd name="connsiteX9" fmla="*/ 19050 w 209550"/>
              <a:gd name="connsiteY9" fmla="*/ 209550 h 209550"/>
              <a:gd name="connsiteX10" fmla="*/ 171450 w 209550"/>
              <a:gd name="connsiteY10" fmla="*/ 209550 h 209550"/>
              <a:gd name="connsiteX11" fmla="*/ 171450 w 209550"/>
              <a:gd name="connsiteY11" fmla="*/ 190500 h 209550"/>
              <a:gd name="connsiteX12" fmla="*/ 19050 w 209550"/>
              <a:gd name="connsiteY12" fmla="*/ 190500 h 209550"/>
              <a:gd name="connsiteX13" fmla="*/ 19050 w 209550"/>
              <a:gd name="connsiteY13" fmla="*/ 38100 h 209550"/>
              <a:gd name="connsiteX14" fmla="*/ 190500 w 209550"/>
              <a:gd name="connsiteY14" fmla="*/ 0 h 209550"/>
              <a:gd name="connsiteX15" fmla="*/ 57150 w 209550"/>
              <a:gd name="connsiteY15" fmla="*/ 0 h 209550"/>
              <a:gd name="connsiteX16" fmla="*/ 38100 w 209550"/>
              <a:gd name="connsiteY16" fmla="*/ 19050 h 209550"/>
              <a:gd name="connsiteX17" fmla="*/ 38100 w 209550"/>
              <a:gd name="connsiteY17" fmla="*/ 152400 h 209550"/>
              <a:gd name="connsiteX18" fmla="*/ 57150 w 209550"/>
              <a:gd name="connsiteY18" fmla="*/ 171450 h 209550"/>
              <a:gd name="connsiteX19" fmla="*/ 190500 w 209550"/>
              <a:gd name="connsiteY19" fmla="*/ 171450 h 209550"/>
              <a:gd name="connsiteX20" fmla="*/ 209550 w 209550"/>
              <a:gd name="connsiteY20" fmla="*/ 152400 h 209550"/>
              <a:gd name="connsiteX21" fmla="*/ 209550 w 209550"/>
              <a:gd name="connsiteY21" fmla="*/ 19050 h 209550"/>
              <a:gd name="connsiteX22" fmla="*/ 190500 w 209550"/>
              <a:gd name="connsiteY22" fmla="*/ 0 h 209550"/>
              <a:gd name="connsiteX23" fmla="*/ 190500 w 209550"/>
              <a:gd name="connsiteY23" fmla="*/ 152400 h 209550"/>
              <a:gd name="connsiteX24" fmla="*/ 57150 w 209550"/>
              <a:gd name="connsiteY24" fmla="*/ 152400 h 209550"/>
              <a:gd name="connsiteX25" fmla="*/ 57150 w 209550"/>
              <a:gd name="connsiteY25" fmla="*/ 19050 h 209550"/>
              <a:gd name="connsiteX26" fmla="*/ 190500 w 209550"/>
              <a:gd name="connsiteY26" fmla="*/ 19050 h 209550"/>
              <a:gd name="connsiteX27" fmla="*/ 190500 w 209550"/>
              <a:gd name="connsiteY27"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9550" h="209550">
                <a:moveTo>
                  <a:pt x="142494" y="88487"/>
                </a:moveTo>
                <a:lnTo>
                  <a:pt x="116300" y="122206"/>
                </a:lnTo>
                <a:lnTo>
                  <a:pt x="97631" y="99727"/>
                </a:lnTo>
                <a:lnTo>
                  <a:pt x="71438" y="133350"/>
                </a:lnTo>
                <a:lnTo>
                  <a:pt x="176213" y="133350"/>
                </a:lnTo>
                <a:lnTo>
                  <a:pt x="142494" y="88487"/>
                </a:lnTo>
                <a:close/>
                <a:moveTo>
                  <a:pt x="19050" y="38100"/>
                </a:moveTo>
                <a:lnTo>
                  <a:pt x="0" y="38100"/>
                </a:lnTo>
                <a:lnTo>
                  <a:pt x="0" y="190500"/>
                </a:lnTo>
                <a:cubicBezTo>
                  <a:pt x="0" y="200978"/>
                  <a:pt x="8573" y="209550"/>
                  <a:pt x="19050" y="209550"/>
                </a:cubicBezTo>
                <a:lnTo>
                  <a:pt x="171450" y="209550"/>
                </a:lnTo>
                <a:lnTo>
                  <a:pt x="171450" y="190500"/>
                </a:lnTo>
                <a:lnTo>
                  <a:pt x="19050" y="190500"/>
                </a:lnTo>
                <a:lnTo>
                  <a:pt x="19050" y="38100"/>
                </a:lnTo>
                <a:close/>
                <a:moveTo>
                  <a:pt x="190500" y="0"/>
                </a:moveTo>
                <a:lnTo>
                  <a:pt x="57150" y="0"/>
                </a:lnTo>
                <a:cubicBezTo>
                  <a:pt x="46673" y="0"/>
                  <a:pt x="38100" y="8573"/>
                  <a:pt x="38100" y="19050"/>
                </a:cubicBezTo>
                <a:lnTo>
                  <a:pt x="38100" y="152400"/>
                </a:lnTo>
                <a:cubicBezTo>
                  <a:pt x="38100" y="162878"/>
                  <a:pt x="46673" y="171450"/>
                  <a:pt x="57150" y="171450"/>
                </a:cubicBezTo>
                <a:lnTo>
                  <a:pt x="190500" y="171450"/>
                </a:lnTo>
                <a:cubicBezTo>
                  <a:pt x="200978" y="171450"/>
                  <a:pt x="209550" y="162878"/>
                  <a:pt x="209550" y="152400"/>
                </a:cubicBezTo>
                <a:lnTo>
                  <a:pt x="209550" y="19050"/>
                </a:lnTo>
                <a:cubicBezTo>
                  <a:pt x="209550" y="8573"/>
                  <a:pt x="200978" y="0"/>
                  <a:pt x="190500" y="0"/>
                </a:cubicBezTo>
                <a:close/>
                <a:moveTo>
                  <a:pt x="190500" y="152400"/>
                </a:moveTo>
                <a:lnTo>
                  <a:pt x="57150" y="152400"/>
                </a:lnTo>
                <a:lnTo>
                  <a:pt x="57150" y="19050"/>
                </a:lnTo>
                <a:lnTo>
                  <a:pt x="190500" y="19050"/>
                </a:lnTo>
                <a:lnTo>
                  <a:pt x="190500" y="152400"/>
                </a:lnTo>
                <a:close/>
              </a:path>
            </a:pathLst>
          </a:custGeom>
          <a:solidFill>
            <a:srgbClr val="02F276"/>
          </a:solidFill>
          <a:ln w="9525">
            <a:noFill/>
            <a:round/>
          </a:ln>
          <a:effectLst>
            <a:outerShdw blurRad="152400" dir="5400000" sx="90000" sy="-19000" rotWithShape="0">
              <a:srgbClr val="3749CC"/>
            </a:outerShdw>
          </a:effectLst>
          <a:scene3d>
            <a:camera prst="isometricTopUp"/>
            <a:lightRig rig="threePt" dir="t"/>
          </a:scene3d>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87" name="图形 231"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DE61BCD2-D9D8-073B-747E-D8237D330508}"/>
              </a:ext>
            </a:extLst>
          </p:cNvPr>
          <p:cNvSpPr/>
          <p:nvPr/>
        </p:nvSpPr>
        <p:spPr>
          <a:xfrm>
            <a:off x="6131875" y="2212856"/>
            <a:ext cx="169437" cy="207089"/>
          </a:xfrm>
          <a:custGeom>
            <a:avLst/>
            <a:gdLst>
              <a:gd name="connsiteX0" fmla="*/ 152400 w 171450"/>
              <a:gd name="connsiteY0" fmla="*/ 0 h 209550"/>
              <a:gd name="connsiteX1" fmla="*/ 19050 w 171450"/>
              <a:gd name="connsiteY1" fmla="*/ 0 h 209550"/>
              <a:gd name="connsiteX2" fmla="*/ 95 w 171450"/>
              <a:gd name="connsiteY2" fmla="*/ 19050 h 209550"/>
              <a:gd name="connsiteX3" fmla="*/ 0 w 171450"/>
              <a:gd name="connsiteY3" fmla="*/ 142208 h 209550"/>
              <a:gd name="connsiteX4" fmla="*/ 8382 w 171450"/>
              <a:gd name="connsiteY4" fmla="*/ 158020 h 209550"/>
              <a:gd name="connsiteX5" fmla="*/ 85725 w 171450"/>
              <a:gd name="connsiteY5" fmla="*/ 209550 h 209550"/>
              <a:gd name="connsiteX6" fmla="*/ 162973 w 171450"/>
              <a:gd name="connsiteY6" fmla="*/ 158020 h 209550"/>
              <a:gd name="connsiteX7" fmla="*/ 171355 w 171450"/>
              <a:gd name="connsiteY7" fmla="*/ 142208 h 209550"/>
              <a:gd name="connsiteX8" fmla="*/ 171450 w 171450"/>
              <a:gd name="connsiteY8" fmla="*/ 19050 h 209550"/>
              <a:gd name="connsiteX9" fmla="*/ 152400 w 171450"/>
              <a:gd name="connsiteY9" fmla="*/ 0 h 209550"/>
              <a:gd name="connsiteX10" fmla="*/ 66675 w 171450"/>
              <a:gd name="connsiteY10" fmla="*/ 142875 h 209550"/>
              <a:gd name="connsiteX11" fmla="*/ 19050 w 171450"/>
              <a:gd name="connsiteY11" fmla="*/ 95250 h 209550"/>
              <a:gd name="connsiteX12" fmla="*/ 32480 w 171450"/>
              <a:gd name="connsiteY12" fmla="*/ 81820 h 209550"/>
              <a:gd name="connsiteX13" fmla="*/ 66675 w 171450"/>
              <a:gd name="connsiteY13" fmla="*/ 115919 h 209550"/>
              <a:gd name="connsiteX14" fmla="*/ 138970 w 171450"/>
              <a:gd name="connsiteY14" fmla="*/ 43625 h 209550"/>
              <a:gd name="connsiteX15" fmla="*/ 152400 w 171450"/>
              <a:gd name="connsiteY15" fmla="*/ 57150 h 209550"/>
              <a:gd name="connsiteX16" fmla="*/ 66675 w 171450"/>
              <a:gd name="connsiteY16" fmla="*/ 142875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209550">
                <a:moveTo>
                  <a:pt x="152400" y="0"/>
                </a:moveTo>
                <a:lnTo>
                  <a:pt x="19050" y="0"/>
                </a:lnTo>
                <a:cubicBezTo>
                  <a:pt x="8573" y="0"/>
                  <a:pt x="95" y="8573"/>
                  <a:pt x="95" y="19050"/>
                </a:cubicBezTo>
                <a:lnTo>
                  <a:pt x="0" y="142208"/>
                </a:lnTo>
                <a:cubicBezTo>
                  <a:pt x="0" y="148781"/>
                  <a:pt x="3334" y="154591"/>
                  <a:pt x="8382" y="158020"/>
                </a:cubicBezTo>
                <a:lnTo>
                  <a:pt x="85725" y="209550"/>
                </a:lnTo>
                <a:lnTo>
                  <a:pt x="162973" y="158020"/>
                </a:lnTo>
                <a:cubicBezTo>
                  <a:pt x="168021" y="154591"/>
                  <a:pt x="171355" y="148781"/>
                  <a:pt x="171355" y="142208"/>
                </a:cubicBezTo>
                <a:lnTo>
                  <a:pt x="171450" y="19050"/>
                </a:lnTo>
                <a:cubicBezTo>
                  <a:pt x="171450" y="8573"/>
                  <a:pt x="162878" y="0"/>
                  <a:pt x="152400" y="0"/>
                </a:cubicBezTo>
                <a:close/>
                <a:moveTo>
                  <a:pt x="66675" y="142875"/>
                </a:moveTo>
                <a:lnTo>
                  <a:pt x="19050" y="95250"/>
                </a:lnTo>
                <a:lnTo>
                  <a:pt x="32480" y="81820"/>
                </a:lnTo>
                <a:lnTo>
                  <a:pt x="66675" y="115919"/>
                </a:lnTo>
                <a:lnTo>
                  <a:pt x="138970" y="43625"/>
                </a:lnTo>
                <a:lnTo>
                  <a:pt x="152400" y="57150"/>
                </a:lnTo>
                <a:lnTo>
                  <a:pt x="66675" y="142875"/>
                </a:lnTo>
                <a:close/>
              </a:path>
            </a:pathLst>
          </a:custGeom>
          <a:solidFill>
            <a:srgbClr val="02F276"/>
          </a:solidFill>
          <a:ln w="9525">
            <a:noFill/>
            <a:round/>
          </a:ln>
          <a:effectLst>
            <a:outerShdw blurRad="152400" dir="5400000" sx="90000" sy="-19000" rotWithShape="0">
              <a:srgbClr val="3749CC"/>
            </a:outerShdw>
          </a:effectLst>
          <a:scene3d>
            <a:camera prst="isometricTopUp"/>
            <a:lightRig rig="threePt" dir="t"/>
          </a:scene3d>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88" name="图形 239"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14EDD8EC-7CB5-9B11-FF8B-BC4A5EF53C90}"/>
              </a:ext>
            </a:extLst>
          </p:cNvPr>
          <p:cNvSpPr/>
          <p:nvPr/>
        </p:nvSpPr>
        <p:spPr>
          <a:xfrm>
            <a:off x="8202355" y="3426521"/>
            <a:ext cx="207089" cy="197676"/>
          </a:xfrm>
          <a:custGeom>
            <a:avLst/>
            <a:gdLst>
              <a:gd name="connsiteX0" fmla="*/ 54864 w 209550"/>
              <a:gd name="connsiteY0" fmla="*/ 40862 h 200025"/>
              <a:gd name="connsiteX1" fmla="*/ 37719 w 209550"/>
              <a:gd name="connsiteY1" fmla="*/ 23813 h 200025"/>
              <a:gd name="connsiteX2" fmla="*/ 24289 w 209550"/>
              <a:gd name="connsiteY2" fmla="*/ 37243 h 200025"/>
              <a:gd name="connsiteX3" fmla="*/ 41339 w 209550"/>
              <a:gd name="connsiteY3" fmla="*/ 54293 h 200025"/>
              <a:gd name="connsiteX4" fmla="*/ 54864 w 209550"/>
              <a:gd name="connsiteY4" fmla="*/ 40862 h 200025"/>
              <a:gd name="connsiteX5" fmla="*/ 28575 w 209550"/>
              <a:gd name="connsiteY5" fmla="*/ 94774 h 200025"/>
              <a:gd name="connsiteX6" fmla="*/ 0 w 209550"/>
              <a:gd name="connsiteY6" fmla="*/ 94774 h 200025"/>
              <a:gd name="connsiteX7" fmla="*/ 0 w 209550"/>
              <a:gd name="connsiteY7" fmla="*/ 113824 h 200025"/>
              <a:gd name="connsiteX8" fmla="*/ 28575 w 209550"/>
              <a:gd name="connsiteY8" fmla="*/ 113824 h 200025"/>
              <a:gd name="connsiteX9" fmla="*/ 28575 w 209550"/>
              <a:gd name="connsiteY9" fmla="*/ 94774 h 200025"/>
              <a:gd name="connsiteX10" fmla="*/ 114300 w 209550"/>
              <a:gd name="connsiteY10" fmla="*/ 0 h 200025"/>
              <a:gd name="connsiteX11" fmla="*/ 95250 w 209550"/>
              <a:gd name="connsiteY11" fmla="*/ 0 h 200025"/>
              <a:gd name="connsiteX12" fmla="*/ 95250 w 209550"/>
              <a:gd name="connsiteY12" fmla="*/ 28099 h 200025"/>
              <a:gd name="connsiteX13" fmla="*/ 114300 w 209550"/>
              <a:gd name="connsiteY13" fmla="*/ 28099 h 200025"/>
              <a:gd name="connsiteX14" fmla="*/ 114300 w 209550"/>
              <a:gd name="connsiteY14" fmla="*/ 0 h 200025"/>
              <a:gd name="connsiteX15" fmla="*/ 185261 w 209550"/>
              <a:gd name="connsiteY15" fmla="*/ 37243 h 200025"/>
              <a:gd name="connsiteX16" fmla="*/ 171831 w 209550"/>
              <a:gd name="connsiteY16" fmla="*/ 23813 h 200025"/>
              <a:gd name="connsiteX17" fmla="*/ 154781 w 209550"/>
              <a:gd name="connsiteY17" fmla="*/ 40862 h 200025"/>
              <a:gd name="connsiteX18" fmla="*/ 168212 w 209550"/>
              <a:gd name="connsiteY18" fmla="*/ 54293 h 200025"/>
              <a:gd name="connsiteX19" fmla="*/ 185261 w 209550"/>
              <a:gd name="connsiteY19" fmla="*/ 37243 h 200025"/>
              <a:gd name="connsiteX20" fmla="*/ 154686 w 209550"/>
              <a:gd name="connsiteY20" fmla="*/ 167735 h 200025"/>
              <a:gd name="connsiteX21" fmla="*/ 171736 w 209550"/>
              <a:gd name="connsiteY21" fmla="*/ 184880 h 200025"/>
              <a:gd name="connsiteX22" fmla="*/ 185166 w 209550"/>
              <a:gd name="connsiteY22" fmla="*/ 171450 h 200025"/>
              <a:gd name="connsiteX23" fmla="*/ 168021 w 209550"/>
              <a:gd name="connsiteY23" fmla="*/ 154400 h 200025"/>
              <a:gd name="connsiteX24" fmla="*/ 154686 w 209550"/>
              <a:gd name="connsiteY24" fmla="*/ 167735 h 200025"/>
              <a:gd name="connsiteX25" fmla="*/ 180975 w 209550"/>
              <a:gd name="connsiteY25" fmla="*/ 94774 h 200025"/>
              <a:gd name="connsiteX26" fmla="*/ 180975 w 209550"/>
              <a:gd name="connsiteY26" fmla="*/ 113824 h 200025"/>
              <a:gd name="connsiteX27" fmla="*/ 209550 w 209550"/>
              <a:gd name="connsiteY27" fmla="*/ 113824 h 200025"/>
              <a:gd name="connsiteX28" fmla="*/ 209550 w 209550"/>
              <a:gd name="connsiteY28" fmla="*/ 94774 h 200025"/>
              <a:gd name="connsiteX29" fmla="*/ 180975 w 209550"/>
              <a:gd name="connsiteY29" fmla="*/ 94774 h 200025"/>
              <a:gd name="connsiteX30" fmla="*/ 104775 w 209550"/>
              <a:gd name="connsiteY30" fmla="*/ 47149 h 200025"/>
              <a:gd name="connsiteX31" fmla="*/ 47625 w 209550"/>
              <a:gd name="connsiteY31" fmla="*/ 104299 h 200025"/>
              <a:gd name="connsiteX32" fmla="*/ 104775 w 209550"/>
              <a:gd name="connsiteY32" fmla="*/ 161449 h 200025"/>
              <a:gd name="connsiteX33" fmla="*/ 161925 w 209550"/>
              <a:gd name="connsiteY33" fmla="*/ 104299 h 200025"/>
              <a:gd name="connsiteX34" fmla="*/ 104775 w 209550"/>
              <a:gd name="connsiteY34" fmla="*/ 47149 h 200025"/>
              <a:gd name="connsiteX35" fmla="*/ 95250 w 209550"/>
              <a:gd name="connsiteY35" fmla="*/ 208598 h 200025"/>
              <a:gd name="connsiteX36" fmla="*/ 114300 w 209550"/>
              <a:gd name="connsiteY36" fmla="*/ 208598 h 200025"/>
              <a:gd name="connsiteX37" fmla="*/ 114300 w 209550"/>
              <a:gd name="connsiteY37" fmla="*/ 180499 h 200025"/>
              <a:gd name="connsiteX38" fmla="*/ 95250 w 209550"/>
              <a:gd name="connsiteY38" fmla="*/ 180499 h 200025"/>
              <a:gd name="connsiteX39" fmla="*/ 95250 w 209550"/>
              <a:gd name="connsiteY39" fmla="*/ 208598 h 200025"/>
              <a:gd name="connsiteX40" fmla="*/ 24289 w 209550"/>
              <a:gd name="connsiteY40" fmla="*/ 171355 h 200025"/>
              <a:gd name="connsiteX41" fmla="*/ 37719 w 209550"/>
              <a:gd name="connsiteY41" fmla="*/ 184785 h 200025"/>
              <a:gd name="connsiteX42" fmla="*/ 54769 w 209550"/>
              <a:gd name="connsiteY42" fmla="*/ 167640 h 200025"/>
              <a:gd name="connsiteX43" fmla="*/ 41339 w 209550"/>
              <a:gd name="connsiteY43" fmla="*/ 154210 h 200025"/>
              <a:gd name="connsiteX44" fmla="*/ 24289 w 209550"/>
              <a:gd name="connsiteY44" fmla="*/ 171355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09550" h="200025">
                <a:moveTo>
                  <a:pt x="54864" y="40862"/>
                </a:moveTo>
                <a:lnTo>
                  <a:pt x="37719" y="23813"/>
                </a:lnTo>
                <a:lnTo>
                  <a:pt x="24289" y="37243"/>
                </a:lnTo>
                <a:lnTo>
                  <a:pt x="41339" y="54293"/>
                </a:lnTo>
                <a:lnTo>
                  <a:pt x="54864" y="40862"/>
                </a:lnTo>
                <a:close/>
                <a:moveTo>
                  <a:pt x="28575" y="94774"/>
                </a:moveTo>
                <a:lnTo>
                  <a:pt x="0" y="94774"/>
                </a:lnTo>
                <a:lnTo>
                  <a:pt x="0" y="113824"/>
                </a:lnTo>
                <a:lnTo>
                  <a:pt x="28575" y="113824"/>
                </a:lnTo>
                <a:lnTo>
                  <a:pt x="28575" y="94774"/>
                </a:lnTo>
                <a:close/>
                <a:moveTo>
                  <a:pt x="114300" y="0"/>
                </a:moveTo>
                <a:lnTo>
                  <a:pt x="95250" y="0"/>
                </a:lnTo>
                <a:lnTo>
                  <a:pt x="95250" y="28099"/>
                </a:lnTo>
                <a:lnTo>
                  <a:pt x="114300" y="28099"/>
                </a:lnTo>
                <a:cubicBezTo>
                  <a:pt x="114300" y="28099"/>
                  <a:pt x="114300" y="0"/>
                  <a:pt x="114300" y="0"/>
                </a:cubicBezTo>
                <a:close/>
                <a:moveTo>
                  <a:pt x="185261" y="37243"/>
                </a:moveTo>
                <a:lnTo>
                  <a:pt x="171831" y="23813"/>
                </a:lnTo>
                <a:lnTo>
                  <a:pt x="154781" y="40862"/>
                </a:lnTo>
                <a:lnTo>
                  <a:pt x="168212" y="54293"/>
                </a:lnTo>
                <a:lnTo>
                  <a:pt x="185261" y="37243"/>
                </a:lnTo>
                <a:close/>
                <a:moveTo>
                  <a:pt x="154686" y="167735"/>
                </a:moveTo>
                <a:lnTo>
                  <a:pt x="171736" y="184880"/>
                </a:lnTo>
                <a:lnTo>
                  <a:pt x="185166" y="171450"/>
                </a:lnTo>
                <a:lnTo>
                  <a:pt x="168021" y="154400"/>
                </a:lnTo>
                <a:cubicBezTo>
                  <a:pt x="168021" y="154400"/>
                  <a:pt x="154686" y="167735"/>
                  <a:pt x="154686" y="167735"/>
                </a:cubicBezTo>
                <a:close/>
                <a:moveTo>
                  <a:pt x="180975" y="94774"/>
                </a:moveTo>
                <a:lnTo>
                  <a:pt x="180975" y="113824"/>
                </a:lnTo>
                <a:lnTo>
                  <a:pt x="209550" y="113824"/>
                </a:lnTo>
                <a:lnTo>
                  <a:pt x="209550" y="94774"/>
                </a:lnTo>
                <a:lnTo>
                  <a:pt x="180975" y="94774"/>
                </a:lnTo>
                <a:close/>
                <a:moveTo>
                  <a:pt x="104775" y="47149"/>
                </a:moveTo>
                <a:cubicBezTo>
                  <a:pt x="73247" y="47149"/>
                  <a:pt x="47625" y="72771"/>
                  <a:pt x="47625" y="104299"/>
                </a:cubicBezTo>
                <a:cubicBezTo>
                  <a:pt x="47625" y="135827"/>
                  <a:pt x="73247" y="161449"/>
                  <a:pt x="104775" y="161449"/>
                </a:cubicBezTo>
                <a:cubicBezTo>
                  <a:pt x="136303" y="161449"/>
                  <a:pt x="161925" y="135827"/>
                  <a:pt x="161925" y="104299"/>
                </a:cubicBezTo>
                <a:cubicBezTo>
                  <a:pt x="161925" y="72771"/>
                  <a:pt x="136303" y="47149"/>
                  <a:pt x="104775" y="47149"/>
                </a:cubicBezTo>
                <a:close/>
                <a:moveTo>
                  <a:pt x="95250" y="208598"/>
                </a:moveTo>
                <a:lnTo>
                  <a:pt x="114300" y="208598"/>
                </a:lnTo>
                <a:lnTo>
                  <a:pt x="114300" y="180499"/>
                </a:lnTo>
                <a:lnTo>
                  <a:pt x="95250" y="180499"/>
                </a:lnTo>
                <a:lnTo>
                  <a:pt x="95250" y="208598"/>
                </a:lnTo>
                <a:close/>
                <a:moveTo>
                  <a:pt x="24289" y="171355"/>
                </a:moveTo>
                <a:lnTo>
                  <a:pt x="37719" y="184785"/>
                </a:lnTo>
                <a:lnTo>
                  <a:pt x="54769" y="167640"/>
                </a:lnTo>
                <a:lnTo>
                  <a:pt x="41339" y="154210"/>
                </a:lnTo>
                <a:lnTo>
                  <a:pt x="24289" y="171355"/>
                </a:lnTo>
                <a:close/>
              </a:path>
            </a:pathLst>
          </a:custGeom>
          <a:solidFill>
            <a:srgbClr val="02F276"/>
          </a:solidFill>
          <a:ln w="9525">
            <a:noFill/>
            <a:round/>
          </a:ln>
          <a:effectLst>
            <a:outerShdw blurRad="152400" dir="5400000" sx="90000" sy="-19000" rotWithShape="0">
              <a:srgbClr val="3749CC"/>
            </a:outerShdw>
          </a:effectLst>
          <a:scene3d>
            <a:camera prst="isometricTopUp"/>
            <a:lightRig rig="threePt" dir="t"/>
          </a:scene3d>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89" name="图形 261"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82811664-B794-BEC6-567A-3A637D9F88A6}"/>
              </a:ext>
            </a:extLst>
          </p:cNvPr>
          <p:cNvSpPr/>
          <p:nvPr/>
        </p:nvSpPr>
        <p:spPr>
          <a:xfrm>
            <a:off x="7521177" y="3046686"/>
            <a:ext cx="188263" cy="188263"/>
          </a:xfrm>
          <a:custGeom>
            <a:avLst/>
            <a:gdLst>
              <a:gd name="connsiteX0" fmla="*/ 135636 w 190500"/>
              <a:gd name="connsiteY0" fmla="*/ 54864 h 190500"/>
              <a:gd name="connsiteX1" fmla="*/ 95250 w 190500"/>
              <a:gd name="connsiteY1" fmla="*/ 38100 h 190500"/>
              <a:gd name="connsiteX2" fmla="*/ 95250 w 190500"/>
              <a:gd name="connsiteY2" fmla="*/ 95250 h 190500"/>
              <a:gd name="connsiteX3" fmla="*/ 54864 w 190500"/>
              <a:gd name="connsiteY3" fmla="*/ 135636 h 190500"/>
              <a:gd name="connsiteX4" fmla="*/ 135731 w 190500"/>
              <a:gd name="connsiteY4" fmla="*/ 135636 h 190500"/>
              <a:gd name="connsiteX5" fmla="*/ 135636 w 190500"/>
              <a:gd name="connsiteY5" fmla="*/ 54864 h 190500"/>
              <a:gd name="connsiteX6" fmla="*/ 95250 w 190500"/>
              <a:gd name="connsiteY6" fmla="*/ 0 h 190500"/>
              <a:gd name="connsiteX7" fmla="*/ 0 w 190500"/>
              <a:gd name="connsiteY7" fmla="*/ 95250 h 190500"/>
              <a:gd name="connsiteX8" fmla="*/ 95250 w 190500"/>
              <a:gd name="connsiteY8" fmla="*/ 190500 h 190500"/>
              <a:gd name="connsiteX9" fmla="*/ 190500 w 190500"/>
              <a:gd name="connsiteY9" fmla="*/ 95250 h 190500"/>
              <a:gd name="connsiteX10" fmla="*/ 95250 w 190500"/>
              <a:gd name="connsiteY10" fmla="*/ 0 h 190500"/>
              <a:gd name="connsiteX11" fmla="*/ 95250 w 190500"/>
              <a:gd name="connsiteY11" fmla="*/ 171450 h 190500"/>
              <a:gd name="connsiteX12" fmla="*/ 19050 w 190500"/>
              <a:gd name="connsiteY12" fmla="*/ 95250 h 190500"/>
              <a:gd name="connsiteX13" fmla="*/ 95250 w 190500"/>
              <a:gd name="connsiteY13" fmla="*/ 19050 h 190500"/>
              <a:gd name="connsiteX14" fmla="*/ 171450 w 190500"/>
              <a:gd name="connsiteY14" fmla="*/ 95250 h 190500"/>
              <a:gd name="connsiteX15" fmla="*/ 95250 w 190500"/>
              <a:gd name="connsiteY15" fmla="*/ 1714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135636" y="54864"/>
                </a:moveTo>
                <a:cubicBezTo>
                  <a:pt x="124492" y="43720"/>
                  <a:pt x="109919" y="38100"/>
                  <a:pt x="95250" y="38100"/>
                </a:cubicBezTo>
                <a:lnTo>
                  <a:pt x="95250" y="95250"/>
                </a:lnTo>
                <a:lnTo>
                  <a:pt x="54864" y="135636"/>
                </a:lnTo>
                <a:cubicBezTo>
                  <a:pt x="77153" y="157925"/>
                  <a:pt x="113348" y="157925"/>
                  <a:pt x="135731" y="135636"/>
                </a:cubicBezTo>
                <a:cubicBezTo>
                  <a:pt x="158020" y="113348"/>
                  <a:pt x="158020" y="77153"/>
                  <a:pt x="135636" y="54864"/>
                </a:cubicBezTo>
                <a:close/>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95250" y="171450"/>
                </a:moveTo>
                <a:cubicBezTo>
                  <a:pt x="53150" y="171450"/>
                  <a:pt x="19050" y="137351"/>
                  <a:pt x="19050" y="95250"/>
                </a:cubicBezTo>
                <a:cubicBezTo>
                  <a:pt x="19050" y="53150"/>
                  <a:pt x="53150" y="19050"/>
                  <a:pt x="95250" y="19050"/>
                </a:cubicBezTo>
                <a:cubicBezTo>
                  <a:pt x="137351" y="19050"/>
                  <a:pt x="171450" y="53150"/>
                  <a:pt x="171450" y="95250"/>
                </a:cubicBezTo>
                <a:cubicBezTo>
                  <a:pt x="171450" y="137351"/>
                  <a:pt x="137351" y="171450"/>
                  <a:pt x="95250" y="171450"/>
                </a:cubicBezTo>
                <a:close/>
              </a:path>
            </a:pathLst>
          </a:custGeom>
          <a:solidFill>
            <a:srgbClr val="02F276"/>
          </a:solidFill>
          <a:ln w="9525">
            <a:noFill/>
            <a:round/>
          </a:ln>
          <a:effectLst>
            <a:outerShdw blurRad="152400" dir="5400000" sx="90000" sy="-19000" rotWithShape="0">
              <a:srgbClr val="3749CC"/>
            </a:outerShdw>
          </a:effectLst>
          <a:scene3d>
            <a:camera prst="isometricTopUp"/>
            <a:lightRig rig="threePt" dir="t"/>
          </a:scene3d>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90" name="图形 321"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AA673CE4-B39A-E5DE-C2D0-6FA6FCB2504A}"/>
              </a:ext>
            </a:extLst>
          </p:cNvPr>
          <p:cNvSpPr/>
          <p:nvPr/>
        </p:nvSpPr>
        <p:spPr>
          <a:xfrm>
            <a:off x="8958824" y="3844301"/>
            <a:ext cx="169437" cy="169437"/>
          </a:xfrm>
          <a:custGeom>
            <a:avLst/>
            <a:gdLst>
              <a:gd name="connsiteX0" fmla="*/ 152400 w 171450"/>
              <a:gd name="connsiteY0" fmla="*/ 0 h 171450"/>
              <a:gd name="connsiteX1" fmla="*/ 19050 w 171450"/>
              <a:gd name="connsiteY1" fmla="*/ 0 h 171450"/>
              <a:gd name="connsiteX2" fmla="*/ 0 w 171450"/>
              <a:gd name="connsiteY2" fmla="*/ 19050 h 171450"/>
              <a:gd name="connsiteX3" fmla="*/ 0 w 171450"/>
              <a:gd name="connsiteY3" fmla="*/ 152400 h 171450"/>
              <a:gd name="connsiteX4" fmla="*/ 19050 w 171450"/>
              <a:gd name="connsiteY4" fmla="*/ 171450 h 171450"/>
              <a:gd name="connsiteX5" fmla="*/ 152400 w 171450"/>
              <a:gd name="connsiteY5" fmla="*/ 171450 h 171450"/>
              <a:gd name="connsiteX6" fmla="*/ 171450 w 171450"/>
              <a:gd name="connsiteY6" fmla="*/ 152400 h 171450"/>
              <a:gd name="connsiteX7" fmla="*/ 171450 w 171450"/>
              <a:gd name="connsiteY7" fmla="*/ 19050 h 171450"/>
              <a:gd name="connsiteX8" fmla="*/ 152400 w 171450"/>
              <a:gd name="connsiteY8" fmla="*/ 0 h 171450"/>
              <a:gd name="connsiteX9" fmla="*/ 23813 w 171450"/>
              <a:gd name="connsiteY9" fmla="*/ 42863 h 171450"/>
              <a:gd name="connsiteX10" fmla="*/ 42863 w 171450"/>
              <a:gd name="connsiteY10" fmla="*/ 42863 h 171450"/>
              <a:gd name="connsiteX11" fmla="*/ 42863 w 171450"/>
              <a:gd name="connsiteY11" fmla="*/ 23813 h 171450"/>
              <a:gd name="connsiteX12" fmla="*/ 57150 w 171450"/>
              <a:gd name="connsiteY12" fmla="*/ 23813 h 171450"/>
              <a:gd name="connsiteX13" fmla="*/ 57150 w 171450"/>
              <a:gd name="connsiteY13" fmla="*/ 42863 h 171450"/>
              <a:gd name="connsiteX14" fmla="*/ 76200 w 171450"/>
              <a:gd name="connsiteY14" fmla="*/ 42863 h 171450"/>
              <a:gd name="connsiteX15" fmla="*/ 76200 w 171450"/>
              <a:gd name="connsiteY15" fmla="*/ 57150 h 171450"/>
              <a:gd name="connsiteX16" fmla="*/ 57150 w 171450"/>
              <a:gd name="connsiteY16" fmla="*/ 57150 h 171450"/>
              <a:gd name="connsiteX17" fmla="*/ 57150 w 171450"/>
              <a:gd name="connsiteY17" fmla="*/ 76200 h 171450"/>
              <a:gd name="connsiteX18" fmla="*/ 42863 w 171450"/>
              <a:gd name="connsiteY18" fmla="*/ 76200 h 171450"/>
              <a:gd name="connsiteX19" fmla="*/ 42863 w 171450"/>
              <a:gd name="connsiteY19" fmla="*/ 57150 h 171450"/>
              <a:gd name="connsiteX20" fmla="*/ 23813 w 171450"/>
              <a:gd name="connsiteY20" fmla="*/ 57150 h 171450"/>
              <a:gd name="connsiteX21" fmla="*/ 23813 w 171450"/>
              <a:gd name="connsiteY21" fmla="*/ 42863 h 171450"/>
              <a:gd name="connsiteX22" fmla="*/ 152400 w 171450"/>
              <a:gd name="connsiteY22" fmla="*/ 152400 h 171450"/>
              <a:gd name="connsiteX23" fmla="*/ 19050 w 171450"/>
              <a:gd name="connsiteY23" fmla="*/ 152400 h 171450"/>
              <a:gd name="connsiteX24" fmla="*/ 152400 w 171450"/>
              <a:gd name="connsiteY24" fmla="*/ 19050 h 171450"/>
              <a:gd name="connsiteX25" fmla="*/ 152400 w 171450"/>
              <a:gd name="connsiteY25" fmla="*/ 152400 h 171450"/>
              <a:gd name="connsiteX26" fmla="*/ 133350 w 171450"/>
              <a:gd name="connsiteY26" fmla="*/ 133350 h 171450"/>
              <a:gd name="connsiteX27" fmla="*/ 133350 w 171450"/>
              <a:gd name="connsiteY27" fmla="*/ 119063 h 171450"/>
              <a:gd name="connsiteX28" fmla="*/ 85725 w 171450"/>
              <a:gd name="connsiteY28" fmla="*/ 119063 h 171450"/>
              <a:gd name="connsiteX29" fmla="*/ 85725 w 171450"/>
              <a:gd name="connsiteY29" fmla="*/ 133350 h 171450"/>
              <a:gd name="connsiteX30" fmla="*/ 133350 w 171450"/>
              <a:gd name="connsiteY30" fmla="*/ 1333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1450" h="171450">
                <a:moveTo>
                  <a:pt x="152400" y="0"/>
                </a:moveTo>
                <a:lnTo>
                  <a:pt x="19050" y="0"/>
                </a:lnTo>
                <a:cubicBezTo>
                  <a:pt x="8573" y="0"/>
                  <a:pt x="0" y="8573"/>
                  <a:pt x="0" y="19050"/>
                </a:cubicBezTo>
                <a:lnTo>
                  <a:pt x="0" y="152400"/>
                </a:lnTo>
                <a:cubicBezTo>
                  <a:pt x="0" y="162878"/>
                  <a:pt x="8573" y="171450"/>
                  <a:pt x="19050" y="171450"/>
                </a:cubicBezTo>
                <a:lnTo>
                  <a:pt x="152400" y="171450"/>
                </a:lnTo>
                <a:cubicBezTo>
                  <a:pt x="162878" y="171450"/>
                  <a:pt x="171450" y="162878"/>
                  <a:pt x="171450" y="152400"/>
                </a:cubicBezTo>
                <a:lnTo>
                  <a:pt x="171450" y="19050"/>
                </a:lnTo>
                <a:cubicBezTo>
                  <a:pt x="171450" y="8573"/>
                  <a:pt x="162878" y="0"/>
                  <a:pt x="152400" y="0"/>
                </a:cubicBezTo>
                <a:close/>
                <a:moveTo>
                  <a:pt x="23813" y="42863"/>
                </a:moveTo>
                <a:lnTo>
                  <a:pt x="42863" y="42863"/>
                </a:lnTo>
                <a:lnTo>
                  <a:pt x="42863" y="23813"/>
                </a:lnTo>
                <a:lnTo>
                  <a:pt x="57150" y="23813"/>
                </a:lnTo>
                <a:lnTo>
                  <a:pt x="57150" y="42863"/>
                </a:lnTo>
                <a:lnTo>
                  <a:pt x="76200" y="42863"/>
                </a:lnTo>
                <a:lnTo>
                  <a:pt x="76200" y="57150"/>
                </a:lnTo>
                <a:lnTo>
                  <a:pt x="57150" y="57150"/>
                </a:lnTo>
                <a:lnTo>
                  <a:pt x="57150" y="76200"/>
                </a:lnTo>
                <a:lnTo>
                  <a:pt x="42863" y="76200"/>
                </a:lnTo>
                <a:lnTo>
                  <a:pt x="42863" y="57150"/>
                </a:lnTo>
                <a:lnTo>
                  <a:pt x="23813" y="57150"/>
                </a:lnTo>
                <a:lnTo>
                  <a:pt x="23813" y="42863"/>
                </a:lnTo>
                <a:close/>
                <a:moveTo>
                  <a:pt x="152400" y="152400"/>
                </a:moveTo>
                <a:lnTo>
                  <a:pt x="19050" y="152400"/>
                </a:lnTo>
                <a:lnTo>
                  <a:pt x="152400" y="19050"/>
                </a:lnTo>
                <a:lnTo>
                  <a:pt x="152400" y="152400"/>
                </a:lnTo>
                <a:close/>
                <a:moveTo>
                  <a:pt x="133350" y="133350"/>
                </a:moveTo>
                <a:lnTo>
                  <a:pt x="133350" y="119063"/>
                </a:lnTo>
                <a:lnTo>
                  <a:pt x="85725" y="119063"/>
                </a:lnTo>
                <a:lnTo>
                  <a:pt x="85725" y="133350"/>
                </a:lnTo>
                <a:lnTo>
                  <a:pt x="133350" y="133350"/>
                </a:lnTo>
                <a:close/>
              </a:path>
            </a:pathLst>
          </a:custGeom>
          <a:solidFill>
            <a:srgbClr val="02F276"/>
          </a:solidFill>
          <a:ln w="9525">
            <a:noFill/>
            <a:round/>
          </a:ln>
          <a:effectLst>
            <a:outerShdw blurRad="152400" dir="5400000" sx="90000" sy="-19000" rotWithShape="0">
              <a:srgbClr val="3749CC"/>
            </a:outerShdw>
          </a:effectLst>
          <a:scene3d>
            <a:camera prst="isometricTopUp"/>
            <a:lightRig rig="threePt" dir="t"/>
          </a:scene3d>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Tree>
    <p:extLst>
      <p:ext uri="{BB962C8B-B14F-4D97-AF65-F5344CB8AC3E}">
        <p14:creationId xmlns:p14="http://schemas.microsoft.com/office/powerpoint/2010/main" val="2143151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4184550-05FF-0DCF-E97C-E47EBF6B5331}"/>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4351C50D-73DF-FFBB-CBD5-7378B7F7F978}"/>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4E6C7709-B1F3-8EA0-06F8-7683718E43AC}"/>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FE2A96FF-9C74-FF34-8B1D-863C1A8D677A}"/>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C5E20D0D-F5AD-0F4C-84B6-0B2C027329CB}"/>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935A8231-04CA-FD5C-644A-7D8DE7D5FB50}"/>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8" name="文本框 7">
              <a:extLst>
                <a:ext uri="{FF2B5EF4-FFF2-40B4-BE49-F238E27FC236}">
                  <a16:creationId xmlns:a16="http://schemas.microsoft.com/office/drawing/2014/main" id="{E19A3019-ADFA-F872-1DB1-61EF7495B0DE}"/>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9" name="文本框 8">
              <a:extLst>
                <a:ext uri="{FF2B5EF4-FFF2-40B4-BE49-F238E27FC236}">
                  <a16:creationId xmlns:a16="http://schemas.microsoft.com/office/drawing/2014/main" id="{A57E8B75-F217-FDAD-C770-5990E1077A19}"/>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22"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68375A33-012F-A46D-1F49-1E6045692BAC}"/>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252" name="文本框 251">
              <a:extLst>
                <a:ext uri="{FF2B5EF4-FFF2-40B4-BE49-F238E27FC236}">
                  <a16:creationId xmlns:a16="http://schemas.microsoft.com/office/drawing/2014/main" id="{5D2D809A-EEEF-ADFB-8FF6-33CA68946EA7}"/>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268" name="文本框 267">
              <a:extLst>
                <a:ext uri="{FF2B5EF4-FFF2-40B4-BE49-F238E27FC236}">
                  <a16:creationId xmlns:a16="http://schemas.microsoft.com/office/drawing/2014/main" id="{67964195-5873-E0B6-8DD3-2DD64B203FF7}"/>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sp>
        <p:nvSpPr>
          <p:cNvPr id="10" name="Freeform 5">
            <a:extLst>
              <a:ext uri="{FF2B5EF4-FFF2-40B4-BE49-F238E27FC236}">
                <a16:creationId xmlns:a16="http://schemas.microsoft.com/office/drawing/2014/main" id="{1DEC34CC-2E94-337F-DA80-4E85CCCAFE35}"/>
              </a:ext>
            </a:extLst>
          </p:cNvPr>
          <p:cNvSpPr>
            <a:spLocks/>
          </p:cNvSpPr>
          <p:nvPr/>
        </p:nvSpPr>
        <p:spPr bwMode="auto">
          <a:xfrm>
            <a:off x="6184900" y="1117600"/>
            <a:ext cx="3352800" cy="1335088"/>
          </a:xfrm>
          <a:custGeom>
            <a:avLst/>
            <a:gdLst>
              <a:gd name="T0" fmla="*/ 1718 w 1746"/>
              <a:gd name="T1" fmla="*/ 343 h 695"/>
              <a:gd name="T2" fmla="*/ 1204 w 1746"/>
              <a:gd name="T3" fmla="*/ 641 h 695"/>
              <a:gd name="T4" fmla="*/ 1072 w 1746"/>
              <a:gd name="T5" fmla="*/ 641 h 695"/>
              <a:gd name="T6" fmla="*/ 28 w 1746"/>
              <a:gd name="T7" fmla="*/ 38 h 695"/>
              <a:gd name="T8" fmla="*/ 1 w 1746"/>
              <a:gd name="T9" fmla="*/ 0 h 695"/>
              <a:gd name="T10" fmla="*/ 0 w 1746"/>
              <a:gd name="T11" fmla="*/ 33 h 695"/>
              <a:gd name="T12" fmla="*/ 28 w 1746"/>
              <a:gd name="T13" fmla="*/ 71 h 695"/>
              <a:gd name="T14" fmla="*/ 1072 w 1746"/>
              <a:gd name="T15" fmla="*/ 674 h 695"/>
              <a:gd name="T16" fmla="*/ 1204 w 1746"/>
              <a:gd name="T17" fmla="*/ 674 h 695"/>
              <a:gd name="T18" fmla="*/ 1718 w 1746"/>
              <a:gd name="T19" fmla="*/ 375 h 695"/>
              <a:gd name="T20" fmla="*/ 1746 w 1746"/>
              <a:gd name="T21" fmla="*/ 337 h 695"/>
              <a:gd name="T22" fmla="*/ 1746 w 1746"/>
              <a:gd name="T23" fmla="*/ 305 h 695"/>
              <a:gd name="T24" fmla="*/ 1718 w 1746"/>
              <a:gd name="T25" fmla="*/ 343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46" h="695">
                <a:moveTo>
                  <a:pt x="1718" y="343"/>
                </a:moveTo>
                <a:cubicBezTo>
                  <a:pt x="1204" y="641"/>
                  <a:pt x="1204" y="641"/>
                  <a:pt x="1204" y="641"/>
                </a:cubicBezTo>
                <a:cubicBezTo>
                  <a:pt x="1168" y="662"/>
                  <a:pt x="1109" y="662"/>
                  <a:pt x="1072" y="641"/>
                </a:cubicBezTo>
                <a:cubicBezTo>
                  <a:pt x="28" y="38"/>
                  <a:pt x="28" y="38"/>
                  <a:pt x="28" y="38"/>
                </a:cubicBezTo>
                <a:cubicBezTo>
                  <a:pt x="10" y="28"/>
                  <a:pt x="1" y="14"/>
                  <a:pt x="1" y="0"/>
                </a:cubicBezTo>
                <a:cubicBezTo>
                  <a:pt x="0" y="33"/>
                  <a:pt x="0" y="33"/>
                  <a:pt x="0" y="33"/>
                </a:cubicBezTo>
                <a:cubicBezTo>
                  <a:pt x="0" y="46"/>
                  <a:pt x="10" y="60"/>
                  <a:pt x="28" y="71"/>
                </a:cubicBezTo>
                <a:cubicBezTo>
                  <a:pt x="1072" y="674"/>
                  <a:pt x="1072" y="674"/>
                  <a:pt x="1072" y="674"/>
                </a:cubicBezTo>
                <a:cubicBezTo>
                  <a:pt x="1109" y="695"/>
                  <a:pt x="1168" y="695"/>
                  <a:pt x="1204" y="674"/>
                </a:cubicBezTo>
                <a:cubicBezTo>
                  <a:pt x="1718" y="375"/>
                  <a:pt x="1718" y="375"/>
                  <a:pt x="1718" y="375"/>
                </a:cubicBezTo>
                <a:cubicBezTo>
                  <a:pt x="1736" y="365"/>
                  <a:pt x="1745" y="351"/>
                  <a:pt x="1746" y="337"/>
                </a:cubicBezTo>
                <a:cubicBezTo>
                  <a:pt x="1746" y="305"/>
                  <a:pt x="1746" y="305"/>
                  <a:pt x="1746" y="305"/>
                </a:cubicBezTo>
                <a:cubicBezTo>
                  <a:pt x="1746" y="318"/>
                  <a:pt x="1737" y="332"/>
                  <a:pt x="1718" y="343"/>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Freeform 6">
            <a:extLst>
              <a:ext uri="{FF2B5EF4-FFF2-40B4-BE49-F238E27FC236}">
                <a16:creationId xmlns:a16="http://schemas.microsoft.com/office/drawing/2014/main" id="{B54DCB04-083D-163D-637B-A75A39744D40}"/>
              </a:ext>
            </a:extLst>
          </p:cNvPr>
          <p:cNvSpPr>
            <a:spLocks/>
          </p:cNvSpPr>
          <p:nvPr/>
        </p:nvSpPr>
        <p:spPr bwMode="auto">
          <a:xfrm>
            <a:off x="6167438" y="430213"/>
            <a:ext cx="3387725" cy="1958975"/>
          </a:xfrm>
          <a:custGeom>
            <a:avLst/>
            <a:gdLst>
              <a:gd name="T0" fmla="*/ 1727 w 1764"/>
              <a:gd name="T1" fmla="*/ 624 h 1020"/>
              <a:gd name="T2" fmla="*/ 1727 w 1764"/>
              <a:gd name="T3" fmla="*/ 701 h 1020"/>
              <a:gd name="T4" fmla="*/ 1213 w 1764"/>
              <a:gd name="T5" fmla="*/ 999 h 1020"/>
              <a:gd name="T6" fmla="*/ 1081 w 1764"/>
              <a:gd name="T7" fmla="*/ 999 h 1020"/>
              <a:gd name="T8" fmla="*/ 37 w 1764"/>
              <a:gd name="T9" fmla="*/ 396 h 1020"/>
              <a:gd name="T10" fmla="*/ 37 w 1764"/>
              <a:gd name="T11" fmla="*/ 320 h 1020"/>
              <a:gd name="T12" fmla="*/ 551 w 1764"/>
              <a:gd name="T13" fmla="*/ 21 h 1020"/>
              <a:gd name="T14" fmla="*/ 683 w 1764"/>
              <a:gd name="T15" fmla="*/ 21 h 1020"/>
              <a:gd name="T16" fmla="*/ 1727 w 1764"/>
              <a:gd name="T17" fmla="*/ 624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64" h="1020">
                <a:moveTo>
                  <a:pt x="1727" y="624"/>
                </a:moveTo>
                <a:cubicBezTo>
                  <a:pt x="1764" y="645"/>
                  <a:pt x="1764" y="680"/>
                  <a:pt x="1727" y="701"/>
                </a:cubicBezTo>
                <a:cubicBezTo>
                  <a:pt x="1213" y="999"/>
                  <a:pt x="1213" y="999"/>
                  <a:pt x="1213" y="999"/>
                </a:cubicBezTo>
                <a:cubicBezTo>
                  <a:pt x="1177" y="1020"/>
                  <a:pt x="1118" y="1020"/>
                  <a:pt x="1081" y="999"/>
                </a:cubicBezTo>
                <a:cubicBezTo>
                  <a:pt x="37" y="396"/>
                  <a:pt x="37" y="396"/>
                  <a:pt x="37" y="396"/>
                </a:cubicBezTo>
                <a:cubicBezTo>
                  <a:pt x="1" y="375"/>
                  <a:pt x="0" y="341"/>
                  <a:pt x="37" y="320"/>
                </a:cubicBezTo>
                <a:cubicBezTo>
                  <a:pt x="551" y="21"/>
                  <a:pt x="551" y="21"/>
                  <a:pt x="551" y="21"/>
                </a:cubicBezTo>
                <a:cubicBezTo>
                  <a:pt x="587" y="0"/>
                  <a:pt x="646" y="0"/>
                  <a:pt x="683" y="21"/>
                </a:cubicBezTo>
                <a:lnTo>
                  <a:pt x="1727" y="624"/>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 name="Freeform 7">
            <a:extLst>
              <a:ext uri="{FF2B5EF4-FFF2-40B4-BE49-F238E27FC236}">
                <a16:creationId xmlns:a16="http://schemas.microsoft.com/office/drawing/2014/main" id="{D4CB737E-28B5-FD76-F7D6-F3F4ED66BBD7}"/>
              </a:ext>
            </a:extLst>
          </p:cNvPr>
          <p:cNvSpPr>
            <a:spLocks/>
          </p:cNvSpPr>
          <p:nvPr/>
        </p:nvSpPr>
        <p:spPr bwMode="auto">
          <a:xfrm>
            <a:off x="3333750" y="3679825"/>
            <a:ext cx="3351213" cy="1335088"/>
          </a:xfrm>
          <a:custGeom>
            <a:avLst/>
            <a:gdLst>
              <a:gd name="T0" fmla="*/ 1718 w 1745"/>
              <a:gd name="T1" fmla="*/ 343 h 695"/>
              <a:gd name="T2" fmla="*/ 1204 w 1745"/>
              <a:gd name="T3" fmla="*/ 641 h 695"/>
              <a:gd name="T4" fmla="*/ 1072 w 1745"/>
              <a:gd name="T5" fmla="*/ 641 h 695"/>
              <a:gd name="T6" fmla="*/ 28 w 1745"/>
              <a:gd name="T7" fmla="*/ 39 h 695"/>
              <a:gd name="T8" fmla="*/ 0 w 1745"/>
              <a:gd name="T9" fmla="*/ 0 h 695"/>
              <a:gd name="T10" fmla="*/ 0 w 1745"/>
              <a:gd name="T11" fmla="*/ 33 h 695"/>
              <a:gd name="T12" fmla="*/ 28 w 1745"/>
              <a:gd name="T13" fmla="*/ 71 h 695"/>
              <a:gd name="T14" fmla="*/ 1072 w 1745"/>
              <a:gd name="T15" fmla="*/ 674 h 695"/>
              <a:gd name="T16" fmla="*/ 1204 w 1745"/>
              <a:gd name="T17" fmla="*/ 674 h 695"/>
              <a:gd name="T18" fmla="*/ 1718 w 1745"/>
              <a:gd name="T19" fmla="*/ 375 h 695"/>
              <a:gd name="T20" fmla="*/ 1745 w 1745"/>
              <a:gd name="T21" fmla="*/ 337 h 695"/>
              <a:gd name="T22" fmla="*/ 1745 w 1745"/>
              <a:gd name="T23" fmla="*/ 305 h 695"/>
              <a:gd name="T24" fmla="*/ 1718 w 1745"/>
              <a:gd name="T25" fmla="*/ 343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45" h="695">
                <a:moveTo>
                  <a:pt x="1718" y="343"/>
                </a:moveTo>
                <a:cubicBezTo>
                  <a:pt x="1204" y="641"/>
                  <a:pt x="1204" y="641"/>
                  <a:pt x="1204" y="641"/>
                </a:cubicBezTo>
                <a:cubicBezTo>
                  <a:pt x="1168" y="663"/>
                  <a:pt x="1109" y="663"/>
                  <a:pt x="1072" y="641"/>
                </a:cubicBezTo>
                <a:cubicBezTo>
                  <a:pt x="28" y="39"/>
                  <a:pt x="28" y="39"/>
                  <a:pt x="28" y="39"/>
                </a:cubicBezTo>
                <a:cubicBezTo>
                  <a:pt x="9" y="28"/>
                  <a:pt x="0" y="14"/>
                  <a:pt x="0" y="0"/>
                </a:cubicBezTo>
                <a:cubicBezTo>
                  <a:pt x="0" y="33"/>
                  <a:pt x="0" y="33"/>
                  <a:pt x="0" y="33"/>
                </a:cubicBezTo>
                <a:cubicBezTo>
                  <a:pt x="0" y="47"/>
                  <a:pt x="9" y="61"/>
                  <a:pt x="28" y="71"/>
                </a:cubicBezTo>
                <a:cubicBezTo>
                  <a:pt x="1072" y="674"/>
                  <a:pt x="1072" y="674"/>
                  <a:pt x="1072" y="674"/>
                </a:cubicBezTo>
                <a:cubicBezTo>
                  <a:pt x="1109" y="695"/>
                  <a:pt x="1168" y="695"/>
                  <a:pt x="1204" y="674"/>
                </a:cubicBezTo>
                <a:cubicBezTo>
                  <a:pt x="1718" y="375"/>
                  <a:pt x="1718" y="375"/>
                  <a:pt x="1718" y="375"/>
                </a:cubicBezTo>
                <a:cubicBezTo>
                  <a:pt x="1736" y="365"/>
                  <a:pt x="1745" y="351"/>
                  <a:pt x="1745" y="337"/>
                </a:cubicBezTo>
                <a:cubicBezTo>
                  <a:pt x="1745" y="305"/>
                  <a:pt x="1745" y="305"/>
                  <a:pt x="1745" y="305"/>
                </a:cubicBezTo>
                <a:cubicBezTo>
                  <a:pt x="1745" y="319"/>
                  <a:pt x="1736" y="332"/>
                  <a:pt x="1718" y="343"/>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Freeform 8">
            <a:extLst>
              <a:ext uri="{FF2B5EF4-FFF2-40B4-BE49-F238E27FC236}">
                <a16:creationId xmlns:a16="http://schemas.microsoft.com/office/drawing/2014/main" id="{D301B792-D577-573F-CAC5-72D8D77599FD}"/>
              </a:ext>
            </a:extLst>
          </p:cNvPr>
          <p:cNvSpPr>
            <a:spLocks/>
          </p:cNvSpPr>
          <p:nvPr/>
        </p:nvSpPr>
        <p:spPr bwMode="auto">
          <a:xfrm>
            <a:off x="3316288" y="2992438"/>
            <a:ext cx="3387725" cy="1960563"/>
          </a:xfrm>
          <a:custGeom>
            <a:avLst/>
            <a:gdLst>
              <a:gd name="T0" fmla="*/ 1727 w 1764"/>
              <a:gd name="T1" fmla="*/ 624 h 1021"/>
              <a:gd name="T2" fmla="*/ 1727 w 1764"/>
              <a:gd name="T3" fmla="*/ 701 h 1021"/>
              <a:gd name="T4" fmla="*/ 1213 w 1764"/>
              <a:gd name="T5" fmla="*/ 999 h 1021"/>
              <a:gd name="T6" fmla="*/ 1081 w 1764"/>
              <a:gd name="T7" fmla="*/ 999 h 1021"/>
              <a:gd name="T8" fmla="*/ 37 w 1764"/>
              <a:gd name="T9" fmla="*/ 397 h 1021"/>
              <a:gd name="T10" fmla="*/ 36 w 1764"/>
              <a:gd name="T11" fmla="*/ 320 h 1021"/>
              <a:gd name="T12" fmla="*/ 550 w 1764"/>
              <a:gd name="T13" fmla="*/ 21 h 1021"/>
              <a:gd name="T14" fmla="*/ 682 w 1764"/>
              <a:gd name="T15" fmla="*/ 21 h 1021"/>
              <a:gd name="T16" fmla="*/ 1727 w 1764"/>
              <a:gd name="T17" fmla="*/ 62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64" h="1021">
                <a:moveTo>
                  <a:pt x="1727" y="624"/>
                </a:moveTo>
                <a:cubicBezTo>
                  <a:pt x="1763" y="645"/>
                  <a:pt x="1764" y="680"/>
                  <a:pt x="1727" y="701"/>
                </a:cubicBezTo>
                <a:cubicBezTo>
                  <a:pt x="1213" y="999"/>
                  <a:pt x="1213" y="999"/>
                  <a:pt x="1213" y="999"/>
                </a:cubicBezTo>
                <a:cubicBezTo>
                  <a:pt x="1177" y="1021"/>
                  <a:pt x="1118" y="1021"/>
                  <a:pt x="1081" y="999"/>
                </a:cubicBezTo>
                <a:cubicBezTo>
                  <a:pt x="37" y="397"/>
                  <a:pt x="37" y="397"/>
                  <a:pt x="37" y="397"/>
                </a:cubicBezTo>
                <a:cubicBezTo>
                  <a:pt x="0" y="375"/>
                  <a:pt x="0" y="341"/>
                  <a:pt x="36" y="320"/>
                </a:cubicBezTo>
                <a:cubicBezTo>
                  <a:pt x="550" y="21"/>
                  <a:pt x="550" y="21"/>
                  <a:pt x="550" y="21"/>
                </a:cubicBezTo>
                <a:cubicBezTo>
                  <a:pt x="587" y="0"/>
                  <a:pt x="646" y="0"/>
                  <a:pt x="682" y="21"/>
                </a:cubicBezTo>
                <a:lnTo>
                  <a:pt x="1727" y="624"/>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256" name="组合 255">
            <a:extLst>
              <a:ext uri="{FF2B5EF4-FFF2-40B4-BE49-F238E27FC236}">
                <a16:creationId xmlns:a16="http://schemas.microsoft.com/office/drawing/2014/main" id="{AE0F02D1-25A1-D096-C2D2-197768983763}"/>
              </a:ext>
            </a:extLst>
          </p:cNvPr>
          <p:cNvGrpSpPr/>
          <p:nvPr/>
        </p:nvGrpSpPr>
        <p:grpSpPr>
          <a:xfrm>
            <a:off x="7117513" y="3076575"/>
            <a:ext cx="3384550" cy="2022476"/>
            <a:chOff x="7210425" y="2908300"/>
            <a:chExt cx="3384550" cy="2022476"/>
          </a:xfrm>
        </p:grpSpPr>
        <p:sp>
          <p:nvSpPr>
            <p:cNvPr id="14" name="Freeform 9">
              <a:extLst>
                <a:ext uri="{FF2B5EF4-FFF2-40B4-BE49-F238E27FC236}">
                  <a16:creationId xmlns:a16="http://schemas.microsoft.com/office/drawing/2014/main" id="{864A360A-B225-25E1-2698-8348BCCE17E5}"/>
                </a:ext>
              </a:extLst>
            </p:cNvPr>
            <p:cNvSpPr>
              <a:spLocks/>
            </p:cNvSpPr>
            <p:nvPr/>
          </p:nvSpPr>
          <p:spPr bwMode="auto">
            <a:xfrm>
              <a:off x="7227888" y="3595688"/>
              <a:ext cx="3349625" cy="1335088"/>
            </a:xfrm>
            <a:custGeom>
              <a:avLst/>
              <a:gdLst>
                <a:gd name="T0" fmla="*/ 1718 w 1745"/>
                <a:gd name="T1" fmla="*/ 342 h 695"/>
                <a:gd name="T2" fmla="*/ 1204 w 1745"/>
                <a:gd name="T3" fmla="*/ 641 h 695"/>
                <a:gd name="T4" fmla="*/ 1072 w 1745"/>
                <a:gd name="T5" fmla="*/ 641 h 695"/>
                <a:gd name="T6" fmla="*/ 28 w 1745"/>
                <a:gd name="T7" fmla="*/ 38 h 695"/>
                <a:gd name="T8" fmla="*/ 0 w 1745"/>
                <a:gd name="T9" fmla="*/ 0 h 695"/>
                <a:gd name="T10" fmla="*/ 0 w 1745"/>
                <a:gd name="T11" fmla="*/ 32 h 695"/>
                <a:gd name="T12" fmla="*/ 28 w 1745"/>
                <a:gd name="T13" fmla="*/ 71 h 695"/>
                <a:gd name="T14" fmla="*/ 1072 w 1745"/>
                <a:gd name="T15" fmla="*/ 674 h 695"/>
                <a:gd name="T16" fmla="*/ 1204 w 1745"/>
                <a:gd name="T17" fmla="*/ 674 h 695"/>
                <a:gd name="T18" fmla="*/ 1718 w 1745"/>
                <a:gd name="T19" fmla="*/ 375 h 695"/>
                <a:gd name="T20" fmla="*/ 1745 w 1745"/>
                <a:gd name="T21" fmla="*/ 337 h 695"/>
                <a:gd name="T22" fmla="*/ 1745 w 1745"/>
                <a:gd name="T23" fmla="*/ 304 h 695"/>
                <a:gd name="T24" fmla="*/ 1718 w 1745"/>
                <a:gd name="T25" fmla="*/ 342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45" h="695">
                  <a:moveTo>
                    <a:pt x="1718" y="342"/>
                  </a:moveTo>
                  <a:cubicBezTo>
                    <a:pt x="1204" y="641"/>
                    <a:pt x="1204" y="641"/>
                    <a:pt x="1204" y="641"/>
                  </a:cubicBezTo>
                  <a:cubicBezTo>
                    <a:pt x="1168" y="662"/>
                    <a:pt x="1109" y="662"/>
                    <a:pt x="1072" y="641"/>
                  </a:cubicBezTo>
                  <a:cubicBezTo>
                    <a:pt x="28" y="38"/>
                    <a:pt x="28" y="38"/>
                    <a:pt x="28" y="38"/>
                  </a:cubicBezTo>
                  <a:cubicBezTo>
                    <a:pt x="9" y="28"/>
                    <a:pt x="0" y="14"/>
                    <a:pt x="0" y="0"/>
                  </a:cubicBezTo>
                  <a:cubicBezTo>
                    <a:pt x="0" y="32"/>
                    <a:pt x="0" y="32"/>
                    <a:pt x="0" y="32"/>
                  </a:cubicBezTo>
                  <a:cubicBezTo>
                    <a:pt x="0" y="46"/>
                    <a:pt x="9" y="60"/>
                    <a:pt x="28" y="71"/>
                  </a:cubicBezTo>
                  <a:cubicBezTo>
                    <a:pt x="1072" y="674"/>
                    <a:pt x="1072" y="674"/>
                    <a:pt x="1072" y="674"/>
                  </a:cubicBezTo>
                  <a:cubicBezTo>
                    <a:pt x="1108" y="695"/>
                    <a:pt x="1168" y="695"/>
                    <a:pt x="1204" y="674"/>
                  </a:cubicBezTo>
                  <a:cubicBezTo>
                    <a:pt x="1718" y="375"/>
                    <a:pt x="1718" y="375"/>
                    <a:pt x="1718" y="375"/>
                  </a:cubicBezTo>
                  <a:cubicBezTo>
                    <a:pt x="1736" y="364"/>
                    <a:pt x="1745" y="351"/>
                    <a:pt x="1745" y="337"/>
                  </a:cubicBezTo>
                  <a:cubicBezTo>
                    <a:pt x="1745" y="304"/>
                    <a:pt x="1745" y="304"/>
                    <a:pt x="1745" y="304"/>
                  </a:cubicBezTo>
                  <a:cubicBezTo>
                    <a:pt x="1745" y="318"/>
                    <a:pt x="1736" y="332"/>
                    <a:pt x="1718" y="342"/>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0">
              <a:extLst>
                <a:ext uri="{FF2B5EF4-FFF2-40B4-BE49-F238E27FC236}">
                  <a16:creationId xmlns:a16="http://schemas.microsoft.com/office/drawing/2014/main" id="{F6544629-B96D-B0C7-4CDB-D4E6003B088D}"/>
                </a:ext>
              </a:extLst>
            </p:cNvPr>
            <p:cNvSpPr>
              <a:spLocks/>
            </p:cNvSpPr>
            <p:nvPr/>
          </p:nvSpPr>
          <p:spPr bwMode="auto">
            <a:xfrm>
              <a:off x="7210425" y="2908300"/>
              <a:ext cx="3384550" cy="1958975"/>
            </a:xfrm>
            <a:custGeom>
              <a:avLst/>
              <a:gdLst>
                <a:gd name="T0" fmla="*/ 1727 w 1763"/>
                <a:gd name="T1" fmla="*/ 624 h 1020"/>
                <a:gd name="T2" fmla="*/ 1727 w 1763"/>
                <a:gd name="T3" fmla="*/ 700 h 1020"/>
                <a:gd name="T4" fmla="*/ 1213 w 1763"/>
                <a:gd name="T5" fmla="*/ 999 h 1020"/>
                <a:gd name="T6" fmla="*/ 1081 w 1763"/>
                <a:gd name="T7" fmla="*/ 999 h 1020"/>
                <a:gd name="T8" fmla="*/ 37 w 1763"/>
                <a:gd name="T9" fmla="*/ 396 h 1020"/>
                <a:gd name="T10" fmla="*/ 36 w 1763"/>
                <a:gd name="T11" fmla="*/ 320 h 1020"/>
                <a:gd name="T12" fmla="*/ 550 w 1763"/>
                <a:gd name="T13" fmla="*/ 21 h 1020"/>
                <a:gd name="T14" fmla="*/ 682 w 1763"/>
                <a:gd name="T15" fmla="*/ 21 h 1020"/>
                <a:gd name="T16" fmla="*/ 1727 w 1763"/>
                <a:gd name="T17" fmla="*/ 624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63" h="1020">
                  <a:moveTo>
                    <a:pt x="1727" y="624"/>
                  </a:moveTo>
                  <a:cubicBezTo>
                    <a:pt x="1763" y="645"/>
                    <a:pt x="1763" y="679"/>
                    <a:pt x="1727" y="700"/>
                  </a:cubicBezTo>
                  <a:cubicBezTo>
                    <a:pt x="1213" y="999"/>
                    <a:pt x="1213" y="999"/>
                    <a:pt x="1213" y="999"/>
                  </a:cubicBezTo>
                  <a:cubicBezTo>
                    <a:pt x="1177" y="1020"/>
                    <a:pt x="1118" y="1020"/>
                    <a:pt x="1081" y="999"/>
                  </a:cubicBezTo>
                  <a:cubicBezTo>
                    <a:pt x="37" y="396"/>
                    <a:pt x="37" y="396"/>
                    <a:pt x="37" y="396"/>
                  </a:cubicBezTo>
                  <a:cubicBezTo>
                    <a:pt x="0" y="375"/>
                    <a:pt x="0" y="341"/>
                    <a:pt x="36" y="320"/>
                  </a:cubicBezTo>
                  <a:cubicBezTo>
                    <a:pt x="550" y="21"/>
                    <a:pt x="550" y="21"/>
                    <a:pt x="550" y="21"/>
                  </a:cubicBezTo>
                  <a:cubicBezTo>
                    <a:pt x="587" y="0"/>
                    <a:pt x="646" y="0"/>
                    <a:pt x="682" y="21"/>
                  </a:cubicBezTo>
                  <a:lnTo>
                    <a:pt x="1727" y="624"/>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55" name="组合 254">
            <a:extLst>
              <a:ext uri="{FF2B5EF4-FFF2-40B4-BE49-F238E27FC236}">
                <a16:creationId xmlns:a16="http://schemas.microsoft.com/office/drawing/2014/main" id="{5035DBC9-A369-C72A-E21D-B25B7452FFAA}"/>
              </a:ext>
            </a:extLst>
          </p:cNvPr>
          <p:cNvGrpSpPr/>
          <p:nvPr/>
        </p:nvGrpSpPr>
        <p:grpSpPr>
          <a:xfrm>
            <a:off x="3656763" y="1104900"/>
            <a:ext cx="4379913" cy="2597151"/>
            <a:chOff x="3749675" y="936625"/>
            <a:chExt cx="4379913" cy="2597151"/>
          </a:xfrm>
        </p:grpSpPr>
        <p:sp>
          <p:nvSpPr>
            <p:cNvPr id="16" name="Freeform 11">
              <a:extLst>
                <a:ext uri="{FF2B5EF4-FFF2-40B4-BE49-F238E27FC236}">
                  <a16:creationId xmlns:a16="http://schemas.microsoft.com/office/drawing/2014/main" id="{F22F1C64-DFCF-8393-9422-4E7470059C60}"/>
                </a:ext>
              </a:extLst>
            </p:cNvPr>
            <p:cNvSpPr>
              <a:spLocks/>
            </p:cNvSpPr>
            <p:nvPr/>
          </p:nvSpPr>
          <p:spPr bwMode="auto">
            <a:xfrm>
              <a:off x="3767138" y="1624013"/>
              <a:ext cx="4344988" cy="1909763"/>
            </a:xfrm>
            <a:custGeom>
              <a:avLst/>
              <a:gdLst>
                <a:gd name="T0" fmla="*/ 2236 w 2263"/>
                <a:gd name="T1" fmla="*/ 642 h 994"/>
                <a:gd name="T2" fmla="*/ 1722 w 2263"/>
                <a:gd name="T3" fmla="*/ 940 h 994"/>
                <a:gd name="T4" fmla="*/ 1589 w 2263"/>
                <a:gd name="T5" fmla="*/ 940 h 994"/>
                <a:gd name="T6" fmla="*/ 28 w 2263"/>
                <a:gd name="T7" fmla="*/ 39 h 994"/>
                <a:gd name="T8" fmla="*/ 0 w 2263"/>
                <a:gd name="T9" fmla="*/ 0 h 994"/>
                <a:gd name="T10" fmla="*/ 0 w 2263"/>
                <a:gd name="T11" fmla="*/ 33 h 994"/>
                <a:gd name="T12" fmla="*/ 28 w 2263"/>
                <a:gd name="T13" fmla="*/ 71 h 994"/>
                <a:gd name="T14" fmla="*/ 1589 w 2263"/>
                <a:gd name="T15" fmla="*/ 973 h 994"/>
                <a:gd name="T16" fmla="*/ 1721 w 2263"/>
                <a:gd name="T17" fmla="*/ 973 h 994"/>
                <a:gd name="T18" fmla="*/ 2235 w 2263"/>
                <a:gd name="T19" fmla="*/ 674 h 994"/>
                <a:gd name="T20" fmla="*/ 2263 w 2263"/>
                <a:gd name="T21" fmla="*/ 636 h 994"/>
                <a:gd name="T22" fmla="*/ 2263 w 2263"/>
                <a:gd name="T23" fmla="*/ 604 h 994"/>
                <a:gd name="T24" fmla="*/ 2236 w 2263"/>
                <a:gd name="T25" fmla="*/ 642 h 9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3" h="994">
                  <a:moveTo>
                    <a:pt x="2236" y="642"/>
                  </a:moveTo>
                  <a:cubicBezTo>
                    <a:pt x="1722" y="940"/>
                    <a:pt x="1722" y="940"/>
                    <a:pt x="1722" y="940"/>
                  </a:cubicBezTo>
                  <a:cubicBezTo>
                    <a:pt x="1685" y="961"/>
                    <a:pt x="1626" y="961"/>
                    <a:pt x="1589" y="940"/>
                  </a:cubicBezTo>
                  <a:cubicBezTo>
                    <a:pt x="28" y="39"/>
                    <a:pt x="28" y="39"/>
                    <a:pt x="28" y="39"/>
                  </a:cubicBezTo>
                  <a:cubicBezTo>
                    <a:pt x="9" y="28"/>
                    <a:pt x="0" y="14"/>
                    <a:pt x="0" y="0"/>
                  </a:cubicBezTo>
                  <a:cubicBezTo>
                    <a:pt x="0" y="33"/>
                    <a:pt x="0" y="33"/>
                    <a:pt x="0" y="33"/>
                  </a:cubicBezTo>
                  <a:cubicBezTo>
                    <a:pt x="0" y="47"/>
                    <a:pt x="9" y="61"/>
                    <a:pt x="28" y="71"/>
                  </a:cubicBezTo>
                  <a:cubicBezTo>
                    <a:pt x="1589" y="973"/>
                    <a:pt x="1589" y="973"/>
                    <a:pt x="1589" y="973"/>
                  </a:cubicBezTo>
                  <a:cubicBezTo>
                    <a:pt x="1626" y="994"/>
                    <a:pt x="1685" y="994"/>
                    <a:pt x="1721" y="973"/>
                  </a:cubicBezTo>
                  <a:cubicBezTo>
                    <a:pt x="2235" y="674"/>
                    <a:pt x="2235" y="674"/>
                    <a:pt x="2235" y="674"/>
                  </a:cubicBezTo>
                  <a:cubicBezTo>
                    <a:pt x="2254" y="664"/>
                    <a:pt x="2263" y="650"/>
                    <a:pt x="2263" y="636"/>
                  </a:cubicBezTo>
                  <a:cubicBezTo>
                    <a:pt x="2263" y="604"/>
                    <a:pt x="2263" y="604"/>
                    <a:pt x="2263" y="604"/>
                  </a:cubicBezTo>
                  <a:cubicBezTo>
                    <a:pt x="2263" y="617"/>
                    <a:pt x="2254" y="631"/>
                    <a:pt x="2236" y="642"/>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12">
              <a:extLst>
                <a:ext uri="{FF2B5EF4-FFF2-40B4-BE49-F238E27FC236}">
                  <a16:creationId xmlns:a16="http://schemas.microsoft.com/office/drawing/2014/main" id="{95AC3C63-D9BC-B2E5-29A4-18996268CE6E}"/>
                </a:ext>
              </a:extLst>
            </p:cNvPr>
            <p:cNvSpPr>
              <a:spLocks/>
            </p:cNvSpPr>
            <p:nvPr/>
          </p:nvSpPr>
          <p:spPr bwMode="auto">
            <a:xfrm>
              <a:off x="3749675" y="936625"/>
              <a:ext cx="4379913" cy="2533650"/>
            </a:xfrm>
            <a:custGeom>
              <a:avLst/>
              <a:gdLst>
                <a:gd name="T0" fmla="*/ 2244 w 2281"/>
                <a:gd name="T1" fmla="*/ 923 h 1319"/>
                <a:gd name="T2" fmla="*/ 2245 w 2281"/>
                <a:gd name="T3" fmla="*/ 1000 h 1319"/>
                <a:gd name="T4" fmla="*/ 1731 w 2281"/>
                <a:gd name="T5" fmla="*/ 1298 h 1319"/>
                <a:gd name="T6" fmla="*/ 1598 w 2281"/>
                <a:gd name="T7" fmla="*/ 1298 h 1319"/>
                <a:gd name="T8" fmla="*/ 37 w 2281"/>
                <a:gd name="T9" fmla="*/ 397 h 1319"/>
                <a:gd name="T10" fmla="*/ 36 w 2281"/>
                <a:gd name="T11" fmla="*/ 320 h 1319"/>
                <a:gd name="T12" fmla="*/ 550 w 2281"/>
                <a:gd name="T13" fmla="*/ 21 h 1319"/>
                <a:gd name="T14" fmla="*/ 683 w 2281"/>
                <a:gd name="T15" fmla="*/ 21 h 1319"/>
                <a:gd name="T16" fmla="*/ 2244 w 2281"/>
                <a:gd name="T17" fmla="*/ 923 h 1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81" h="1319">
                  <a:moveTo>
                    <a:pt x="2244" y="923"/>
                  </a:moveTo>
                  <a:cubicBezTo>
                    <a:pt x="2281" y="944"/>
                    <a:pt x="2281" y="978"/>
                    <a:pt x="2245" y="1000"/>
                  </a:cubicBezTo>
                  <a:cubicBezTo>
                    <a:pt x="1731" y="1298"/>
                    <a:pt x="1731" y="1298"/>
                    <a:pt x="1731" y="1298"/>
                  </a:cubicBezTo>
                  <a:cubicBezTo>
                    <a:pt x="1694" y="1319"/>
                    <a:pt x="1635" y="1319"/>
                    <a:pt x="1598" y="1298"/>
                  </a:cubicBezTo>
                  <a:cubicBezTo>
                    <a:pt x="37" y="397"/>
                    <a:pt x="37" y="397"/>
                    <a:pt x="37" y="397"/>
                  </a:cubicBezTo>
                  <a:cubicBezTo>
                    <a:pt x="0" y="376"/>
                    <a:pt x="0" y="341"/>
                    <a:pt x="36" y="320"/>
                  </a:cubicBezTo>
                  <a:cubicBezTo>
                    <a:pt x="550" y="21"/>
                    <a:pt x="550" y="21"/>
                    <a:pt x="550" y="21"/>
                  </a:cubicBezTo>
                  <a:cubicBezTo>
                    <a:pt x="587" y="0"/>
                    <a:pt x="646" y="0"/>
                    <a:pt x="683" y="21"/>
                  </a:cubicBezTo>
                  <a:lnTo>
                    <a:pt x="2244" y="923"/>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8" name="Freeform 13">
            <a:extLst>
              <a:ext uri="{FF2B5EF4-FFF2-40B4-BE49-F238E27FC236}">
                <a16:creationId xmlns:a16="http://schemas.microsoft.com/office/drawing/2014/main" id="{C5B4D094-36B5-6251-F89B-67E1080C86AB}"/>
              </a:ext>
            </a:extLst>
          </p:cNvPr>
          <p:cNvSpPr>
            <a:spLocks/>
          </p:cNvSpPr>
          <p:nvPr/>
        </p:nvSpPr>
        <p:spPr bwMode="auto">
          <a:xfrm>
            <a:off x="8591550" y="2501900"/>
            <a:ext cx="2339975" cy="750888"/>
          </a:xfrm>
          <a:custGeom>
            <a:avLst/>
            <a:gdLst>
              <a:gd name="T0" fmla="*/ 1192 w 1219"/>
              <a:gd name="T1" fmla="*/ 39 h 391"/>
              <a:gd name="T2" fmla="*/ 678 w 1219"/>
              <a:gd name="T3" fmla="*/ 338 h 391"/>
              <a:gd name="T4" fmla="*/ 545 w 1219"/>
              <a:gd name="T5" fmla="*/ 338 h 391"/>
              <a:gd name="T6" fmla="*/ 28 w 1219"/>
              <a:gd name="T7" fmla="*/ 39 h 391"/>
              <a:gd name="T8" fmla="*/ 0 w 1219"/>
              <a:gd name="T9" fmla="*/ 0 h 391"/>
              <a:gd name="T10" fmla="*/ 0 w 1219"/>
              <a:gd name="T11" fmla="*/ 33 h 391"/>
              <a:gd name="T12" fmla="*/ 28 w 1219"/>
              <a:gd name="T13" fmla="*/ 71 h 391"/>
              <a:gd name="T14" fmla="*/ 545 w 1219"/>
              <a:gd name="T15" fmla="*/ 370 h 391"/>
              <a:gd name="T16" fmla="*/ 677 w 1219"/>
              <a:gd name="T17" fmla="*/ 370 h 391"/>
              <a:gd name="T18" fmla="*/ 1191 w 1219"/>
              <a:gd name="T19" fmla="*/ 71 h 391"/>
              <a:gd name="T20" fmla="*/ 1219 w 1219"/>
              <a:gd name="T21" fmla="*/ 33 h 391"/>
              <a:gd name="T22" fmla="*/ 1219 w 1219"/>
              <a:gd name="T23" fmla="*/ 1 h 391"/>
              <a:gd name="T24" fmla="*/ 1192 w 1219"/>
              <a:gd name="T25" fmla="*/ 39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19" h="391">
                <a:moveTo>
                  <a:pt x="1192" y="39"/>
                </a:moveTo>
                <a:cubicBezTo>
                  <a:pt x="678" y="338"/>
                  <a:pt x="678" y="338"/>
                  <a:pt x="678" y="338"/>
                </a:cubicBezTo>
                <a:cubicBezTo>
                  <a:pt x="641" y="359"/>
                  <a:pt x="582" y="359"/>
                  <a:pt x="545" y="338"/>
                </a:cubicBezTo>
                <a:cubicBezTo>
                  <a:pt x="28" y="39"/>
                  <a:pt x="28" y="39"/>
                  <a:pt x="28" y="39"/>
                </a:cubicBezTo>
                <a:cubicBezTo>
                  <a:pt x="10" y="28"/>
                  <a:pt x="0" y="14"/>
                  <a:pt x="0" y="0"/>
                </a:cubicBezTo>
                <a:cubicBezTo>
                  <a:pt x="0" y="33"/>
                  <a:pt x="0" y="33"/>
                  <a:pt x="0" y="33"/>
                </a:cubicBezTo>
                <a:cubicBezTo>
                  <a:pt x="0" y="47"/>
                  <a:pt x="10" y="61"/>
                  <a:pt x="28" y="71"/>
                </a:cubicBezTo>
                <a:cubicBezTo>
                  <a:pt x="545" y="370"/>
                  <a:pt x="545" y="370"/>
                  <a:pt x="545" y="370"/>
                </a:cubicBezTo>
                <a:cubicBezTo>
                  <a:pt x="582" y="391"/>
                  <a:pt x="641" y="391"/>
                  <a:pt x="677" y="370"/>
                </a:cubicBezTo>
                <a:cubicBezTo>
                  <a:pt x="1191" y="71"/>
                  <a:pt x="1191" y="71"/>
                  <a:pt x="1191" y="71"/>
                </a:cubicBezTo>
                <a:cubicBezTo>
                  <a:pt x="1210" y="61"/>
                  <a:pt x="1219" y="47"/>
                  <a:pt x="1219" y="33"/>
                </a:cubicBezTo>
                <a:cubicBezTo>
                  <a:pt x="1219" y="1"/>
                  <a:pt x="1219" y="1"/>
                  <a:pt x="1219" y="1"/>
                </a:cubicBezTo>
                <a:cubicBezTo>
                  <a:pt x="1219" y="15"/>
                  <a:pt x="1210" y="28"/>
                  <a:pt x="1192" y="39"/>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Freeform 14">
            <a:extLst>
              <a:ext uri="{FF2B5EF4-FFF2-40B4-BE49-F238E27FC236}">
                <a16:creationId xmlns:a16="http://schemas.microsoft.com/office/drawing/2014/main" id="{4D9D995D-AC4C-7E76-722C-0ECABA34AD34}"/>
              </a:ext>
            </a:extLst>
          </p:cNvPr>
          <p:cNvSpPr>
            <a:spLocks/>
          </p:cNvSpPr>
          <p:nvPr/>
        </p:nvSpPr>
        <p:spPr bwMode="auto">
          <a:xfrm>
            <a:off x="8591550" y="1814766"/>
            <a:ext cx="2374900" cy="1377950"/>
          </a:xfrm>
          <a:custGeom>
            <a:avLst/>
            <a:gdLst>
              <a:gd name="T0" fmla="*/ 1200 w 1237"/>
              <a:gd name="T1" fmla="*/ 320 h 717"/>
              <a:gd name="T2" fmla="*/ 1201 w 1237"/>
              <a:gd name="T3" fmla="*/ 397 h 717"/>
              <a:gd name="T4" fmla="*/ 687 w 1237"/>
              <a:gd name="T5" fmla="*/ 696 h 717"/>
              <a:gd name="T6" fmla="*/ 554 w 1237"/>
              <a:gd name="T7" fmla="*/ 696 h 717"/>
              <a:gd name="T8" fmla="*/ 37 w 1237"/>
              <a:gd name="T9" fmla="*/ 397 h 717"/>
              <a:gd name="T10" fmla="*/ 37 w 1237"/>
              <a:gd name="T11" fmla="*/ 320 h 717"/>
              <a:gd name="T12" fmla="*/ 551 w 1237"/>
              <a:gd name="T13" fmla="*/ 22 h 717"/>
              <a:gd name="T14" fmla="*/ 683 w 1237"/>
              <a:gd name="T15" fmla="*/ 22 h 717"/>
              <a:gd name="T16" fmla="*/ 1200 w 1237"/>
              <a:gd name="T17" fmla="*/ 32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37" h="717">
                <a:moveTo>
                  <a:pt x="1200" y="320"/>
                </a:moveTo>
                <a:cubicBezTo>
                  <a:pt x="1237" y="341"/>
                  <a:pt x="1237" y="376"/>
                  <a:pt x="1201" y="397"/>
                </a:cubicBezTo>
                <a:cubicBezTo>
                  <a:pt x="687" y="696"/>
                  <a:pt x="687" y="696"/>
                  <a:pt x="687" y="696"/>
                </a:cubicBezTo>
                <a:cubicBezTo>
                  <a:pt x="650" y="717"/>
                  <a:pt x="591" y="717"/>
                  <a:pt x="554" y="696"/>
                </a:cubicBezTo>
                <a:cubicBezTo>
                  <a:pt x="37" y="397"/>
                  <a:pt x="37" y="397"/>
                  <a:pt x="37" y="397"/>
                </a:cubicBezTo>
                <a:cubicBezTo>
                  <a:pt x="0" y="376"/>
                  <a:pt x="0" y="341"/>
                  <a:pt x="37" y="320"/>
                </a:cubicBezTo>
                <a:cubicBezTo>
                  <a:pt x="551" y="22"/>
                  <a:pt x="551" y="22"/>
                  <a:pt x="551" y="22"/>
                </a:cubicBezTo>
                <a:cubicBezTo>
                  <a:pt x="587" y="0"/>
                  <a:pt x="646" y="0"/>
                  <a:pt x="683" y="22"/>
                </a:cubicBezTo>
                <a:lnTo>
                  <a:pt x="1200" y="320"/>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15">
            <a:extLst>
              <a:ext uri="{FF2B5EF4-FFF2-40B4-BE49-F238E27FC236}">
                <a16:creationId xmlns:a16="http://schemas.microsoft.com/office/drawing/2014/main" id="{6C46ADC7-40DC-2A11-F87B-BF1F8B2C1BA1}"/>
              </a:ext>
            </a:extLst>
          </p:cNvPr>
          <p:cNvSpPr>
            <a:spLocks/>
          </p:cNvSpPr>
          <p:nvPr/>
        </p:nvSpPr>
        <p:spPr bwMode="auto">
          <a:xfrm>
            <a:off x="6079402" y="5276563"/>
            <a:ext cx="3349625" cy="1335088"/>
          </a:xfrm>
          <a:custGeom>
            <a:avLst/>
            <a:gdLst>
              <a:gd name="T0" fmla="*/ 1718 w 1745"/>
              <a:gd name="T1" fmla="*/ 343 h 695"/>
              <a:gd name="T2" fmla="*/ 1204 w 1745"/>
              <a:gd name="T3" fmla="*/ 642 h 695"/>
              <a:gd name="T4" fmla="*/ 1072 w 1745"/>
              <a:gd name="T5" fmla="*/ 642 h 695"/>
              <a:gd name="T6" fmla="*/ 27 w 1745"/>
              <a:gd name="T7" fmla="*/ 39 h 695"/>
              <a:gd name="T8" fmla="*/ 0 w 1745"/>
              <a:gd name="T9" fmla="*/ 0 h 695"/>
              <a:gd name="T10" fmla="*/ 0 w 1745"/>
              <a:gd name="T11" fmla="*/ 33 h 695"/>
              <a:gd name="T12" fmla="*/ 27 w 1745"/>
              <a:gd name="T13" fmla="*/ 71 h 695"/>
              <a:gd name="T14" fmla="*/ 1071 w 1745"/>
              <a:gd name="T15" fmla="*/ 674 h 695"/>
              <a:gd name="T16" fmla="*/ 1204 w 1745"/>
              <a:gd name="T17" fmla="*/ 674 h 695"/>
              <a:gd name="T18" fmla="*/ 1718 w 1745"/>
              <a:gd name="T19" fmla="*/ 375 h 695"/>
              <a:gd name="T20" fmla="*/ 1745 w 1745"/>
              <a:gd name="T21" fmla="*/ 337 h 695"/>
              <a:gd name="T22" fmla="*/ 1745 w 1745"/>
              <a:gd name="T23" fmla="*/ 305 h 695"/>
              <a:gd name="T24" fmla="*/ 1718 w 1745"/>
              <a:gd name="T25" fmla="*/ 343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45" h="695">
                <a:moveTo>
                  <a:pt x="1718" y="343"/>
                </a:moveTo>
                <a:cubicBezTo>
                  <a:pt x="1204" y="642"/>
                  <a:pt x="1204" y="642"/>
                  <a:pt x="1204" y="642"/>
                </a:cubicBezTo>
                <a:cubicBezTo>
                  <a:pt x="1167" y="663"/>
                  <a:pt x="1108" y="663"/>
                  <a:pt x="1072" y="642"/>
                </a:cubicBezTo>
                <a:cubicBezTo>
                  <a:pt x="27" y="39"/>
                  <a:pt x="27" y="39"/>
                  <a:pt x="27" y="39"/>
                </a:cubicBezTo>
                <a:cubicBezTo>
                  <a:pt x="9" y="28"/>
                  <a:pt x="0" y="14"/>
                  <a:pt x="0" y="0"/>
                </a:cubicBezTo>
                <a:cubicBezTo>
                  <a:pt x="0" y="33"/>
                  <a:pt x="0" y="33"/>
                  <a:pt x="0" y="33"/>
                </a:cubicBezTo>
                <a:cubicBezTo>
                  <a:pt x="0" y="47"/>
                  <a:pt x="9" y="61"/>
                  <a:pt x="27" y="71"/>
                </a:cubicBezTo>
                <a:cubicBezTo>
                  <a:pt x="1071" y="674"/>
                  <a:pt x="1071" y="674"/>
                  <a:pt x="1071" y="674"/>
                </a:cubicBezTo>
                <a:cubicBezTo>
                  <a:pt x="1108" y="695"/>
                  <a:pt x="1167" y="695"/>
                  <a:pt x="1204" y="674"/>
                </a:cubicBezTo>
                <a:cubicBezTo>
                  <a:pt x="1718" y="375"/>
                  <a:pt x="1718" y="375"/>
                  <a:pt x="1718" y="375"/>
                </a:cubicBezTo>
                <a:cubicBezTo>
                  <a:pt x="1736" y="365"/>
                  <a:pt x="1745" y="351"/>
                  <a:pt x="1745" y="337"/>
                </a:cubicBezTo>
                <a:cubicBezTo>
                  <a:pt x="1745" y="305"/>
                  <a:pt x="1745" y="305"/>
                  <a:pt x="1745" y="305"/>
                </a:cubicBezTo>
                <a:cubicBezTo>
                  <a:pt x="1745" y="319"/>
                  <a:pt x="1736" y="332"/>
                  <a:pt x="1718" y="343"/>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6">
            <a:extLst>
              <a:ext uri="{FF2B5EF4-FFF2-40B4-BE49-F238E27FC236}">
                <a16:creationId xmlns:a16="http://schemas.microsoft.com/office/drawing/2014/main" id="{EECFE617-BB4F-ED15-79F2-4F622D50D9A0}"/>
              </a:ext>
            </a:extLst>
          </p:cNvPr>
          <p:cNvSpPr>
            <a:spLocks/>
          </p:cNvSpPr>
          <p:nvPr/>
        </p:nvSpPr>
        <p:spPr bwMode="auto">
          <a:xfrm>
            <a:off x="6061939" y="4589176"/>
            <a:ext cx="3384550" cy="1962150"/>
          </a:xfrm>
          <a:custGeom>
            <a:avLst/>
            <a:gdLst>
              <a:gd name="T0" fmla="*/ 1726 w 1763"/>
              <a:gd name="T1" fmla="*/ 624 h 1021"/>
              <a:gd name="T2" fmla="*/ 1727 w 1763"/>
              <a:gd name="T3" fmla="*/ 701 h 1021"/>
              <a:gd name="T4" fmla="*/ 1213 w 1763"/>
              <a:gd name="T5" fmla="*/ 1000 h 1021"/>
              <a:gd name="T6" fmla="*/ 1081 w 1763"/>
              <a:gd name="T7" fmla="*/ 1000 h 1021"/>
              <a:gd name="T8" fmla="*/ 36 w 1763"/>
              <a:gd name="T9" fmla="*/ 397 h 1021"/>
              <a:gd name="T10" fmla="*/ 36 w 1763"/>
              <a:gd name="T11" fmla="*/ 320 h 1021"/>
              <a:gd name="T12" fmla="*/ 550 w 1763"/>
              <a:gd name="T13" fmla="*/ 21 h 1021"/>
              <a:gd name="T14" fmla="*/ 682 w 1763"/>
              <a:gd name="T15" fmla="*/ 21 h 1021"/>
              <a:gd name="T16" fmla="*/ 1726 w 1763"/>
              <a:gd name="T17" fmla="*/ 62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63" h="1021">
                <a:moveTo>
                  <a:pt x="1726" y="624"/>
                </a:moveTo>
                <a:cubicBezTo>
                  <a:pt x="1763" y="645"/>
                  <a:pt x="1763" y="680"/>
                  <a:pt x="1727" y="701"/>
                </a:cubicBezTo>
                <a:cubicBezTo>
                  <a:pt x="1213" y="1000"/>
                  <a:pt x="1213" y="1000"/>
                  <a:pt x="1213" y="1000"/>
                </a:cubicBezTo>
                <a:cubicBezTo>
                  <a:pt x="1176" y="1021"/>
                  <a:pt x="1117" y="1021"/>
                  <a:pt x="1081" y="1000"/>
                </a:cubicBezTo>
                <a:cubicBezTo>
                  <a:pt x="36" y="397"/>
                  <a:pt x="36" y="397"/>
                  <a:pt x="36" y="397"/>
                </a:cubicBezTo>
                <a:cubicBezTo>
                  <a:pt x="0" y="375"/>
                  <a:pt x="0" y="341"/>
                  <a:pt x="36" y="320"/>
                </a:cubicBezTo>
                <a:cubicBezTo>
                  <a:pt x="550" y="21"/>
                  <a:pt x="550" y="21"/>
                  <a:pt x="550" y="21"/>
                </a:cubicBezTo>
                <a:cubicBezTo>
                  <a:pt x="586" y="0"/>
                  <a:pt x="645" y="0"/>
                  <a:pt x="682" y="21"/>
                </a:cubicBezTo>
                <a:lnTo>
                  <a:pt x="1726" y="624"/>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34" name="组合 33">
            <a:extLst>
              <a:ext uri="{FF2B5EF4-FFF2-40B4-BE49-F238E27FC236}">
                <a16:creationId xmlns:a16="http://schemas.microsoft.com/office/drawing/2014/main" id="{56503801-3302-57E0-29B6-08C0FAAB9A76}"/>
              </a:ext>
            </a:extLst>
          </p:cNvPr>
          <p:cNvGrpSpPr/>
          <p:nvPr/>
        </p:nvGrpSpPr>
        <p:grpSpPr>
          <a:xfrm>
            <a:off x="6934755" y="279140"/>
            <a:ext cx="819459" cy="1098897"/>
            <a:chOff x="6678823" y="337331"/>
            <a:chExt cx="819459" cy="1098897"/>
          </a:xfrm>
        </p:grpSpPr>
        <p:sp>
          <p:nvSpPr>
            <p:cNvPr id="23" name="菱形 22">
              <a:extLst>
                <a:ext uri="{FF2B5EF4-FFF2-40B4-BE49-F238E27FC236}">
                  <a16:creationId xmlns:a16="http://schemas.microsoft.com/office/drawing/2014/main" id="{EBC5BD4E-48CC-3C8A-32CB-7403BA482FFE}"/>
                </a:ext>
              </a:extLst>
            </p:cNvPr>
            <p:cNvSpPr/>
            <p:nvPr/>
          </p:nvSpPr>
          <p:spPr>
            <a:xfrm>
              <a:off x="6682489" y="983666"/>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sp>
          <p:nvSpPr>
            <p:cNvPr id="33" name="梯形 32">
              <a:extLst>
                <a:ext uri="{FF2B5EF4-FFF2-40B4-BE49-F238E27FC236}">
                  <a16:creationId xmlns:a16="http://schemas.microsoft.com/office/drawing/2014/main" id="{984013CA-5A03-1F17-0536-65922D7D6EDF}"/>
                </a:ext>
              </a:extLst>
            </p:cNvPr>
            <p:cNvSpPr/>
            <p:nvPr/>
          </p:nvSpPr>
          <p:spPr>
            <a:xfrm rot="10800000">
              <a:off x="6678823" y="337331"/>
              <a:ext cx="819459" cy="861550"/>
            </a:xfrm>
            <a:custGeom>
              <a:avLst/>
              <a:gdLst>
                <a:gd name="connsiteX0" fmla="*/ 0 w 819459"/>
                <a:gd name="connsiteY0" fmla="*/ 684862 h 684862"/>
                <a:gd name="connsiteX1" fmla="*/ 109619 w 819459"/>
                <a:gd name="connsiteY1" fmla="*/ 0 h 684862"/>
                <a:gd name="connsiteX2" fmla="*/ 709840 w 819459"/>
                <a:gd name="connsiteY2" fmla="*/ 0 h 684862"/>
                <a:gd name="connsiteX3" fmla="*/ 819459 w 819459"/>
                <a:gd name="connsiteY3" fmla="*/ 684862 h 684862"/>
                <a:gd name="connsiteX4" fmla="*/ 0 w 819459"/>
                <a:gd name="connsiteY4" fmla="*/ 684862 h 684862"/>
                <a:gd name="connsiteX0" fmla="*/ 0 w 819459"/>
                <a:gd name="connsiteY0" fmla="*/ 685443 h 685443"/>
                <a:gd name="connsiteX1" fmla="*/ 109619 w 819459"/>
                <a:gd name="connsiteY1" fmla="*/ 581 h 685443"/>
                <a:gd name="connsiteX2" fmla="*/ 420149 w 819459"/>
                <a:gd name="connsiteY2" fmla="*/ 0 h 685443"/>
                <a:gd name="connsiteX3" fmla="*/ 709840 w 819459"/>
                <a:gd name="connsiteY3" fmla="*/ 581 h 685443"/>
                <a:gd name="connsiteX4" fmla="*/ 819459 w 819459"/>
                <a:gd name="connsiteY4" fmla="*/ 685443 h 685443"/>
                <a:gd name="connsiteX5" fmla="*/ 0 w 819459"/>
                <a:gd name="connsiteY5" fmla="*/ 685443 h 685443"/>
                <a:gd name="connsiteX0" fmla="*/ 0 w 819459"/>
                <a:gd name="connsiteY0" fmla="*/ 861550 h 861550"/>
                <a:gd name="connsiteX1" fmla="*/ 109619 w 819459"/>
                <a:gd name="connsiteY1" fmla="*/ 176688 h 861550"/>
                <a:gd name="connsiteX2" fmla="*/ 406602 w 819459"/>
                <a:gd name="connsiteY2" fmla="*/ 0 h 861550"/>
                <a:gd name="connsiteX3" fmla="*/ 709840 w 819459"/>
                <a:gd name="connsiteY3" fmla="*/ 176688 h 861550"/>
                <a:gd name="connsiteX4" fmla="*/ 819459 w 819459"/>
                <a:gd name="connsiteY4" fmla="*/ 861550 h 861550"/>
                <a:gd name="connsiteX5" fmla="*/ 0 w 819459"/>
                <a:gd name="connsiteY5" fmla="*/ 861550 h 861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9459" h="861550">
                  <a:moveTo>
                    <a:pt x="0" y="861550"/>
                  </a:moveTo>
                  <a:lnTo>
                    <a:pt x="109619" y="176688"/>
                  </a:lnTo>
                  <a:lnTo>
                    <a:pt x="406602" y="0"/>
                  </a:lnTo>
                  <a:lnTo>
                    <a:pt x="709840" y="176688"/>
                  </a:lnTo>
                  <a:lnTo>
                    <a:pt x="819459" y="861550"/>
                  </a:lnTo>
                  <a:lnTo>
                    <a:pt x="0" y="861550"/>
                  </a:lnTo>
                  <a:close/>
                </a:path>
              </a:pathLst>
            </a:cu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armonyOS Sans SC Medium" panose="00000600000000000000" pitchFamily="2" charset="-122"/>
                <a:ea typeface="HarmonyOS Sans SC Medium" panose="00000600000000000000" pitchFamily="2" charset="-122"/>
              </a:endParaRPr>
            </a:p>
          </p:txBody>
        </p:sp>
        <p:grpSp>
          <p:nvGrpSpPr>
            <p:cNvPr id="24" name="组合 23">
              <a:extLst>
                <a:ext uri="{FF2B5EF4-FFF2-40B4-BE49-F238E27FC236}">
                  <a16:creationId xmlns:a16="http://schemas.microsoft.com/office/drawing/2014/main" id="{F5E43F7B-C681-EA33-4B68-44E97D3A622A}"/>
                </a:ext>
              </a:extLst>
            </p:cNvPr>
            <p:cNvGrpSpPr/>
            <p:nvPr/>
          </p:nvGrpSpPr>
          <p:grpSpPr>
            <a:xfrm>
              <a:off x="6780926" y="853690"/>
              <a:ext cx="620945" cy="495547"/>
              <a:chOff x="2883576" y="2528237"/>
              <a:chExt cx="620945" cy="495547"/>
            </a:xfrm>
          </p:grpSpPr>
          <p:grpSp>
            <p:nvGrpSpPr>
              <p:cNvPr id="25" name="组合 24">
                <a:extLst>
                  <a:ext uri="{FF2B5EF4-FFF2-40B4-BE49-F238E27FC236}">
                    <a16:creationId xmlns:a16="http://schemas.microsoft.com/office/drawing/2014/main" id="{CFEE5EE6-B9DC-4D53-EADD-07022D4062D1}"/>
                  </a:ext>
                </a:extLst>
              </p:cNvPr>
              <p:cNvGrpSpPr/>
              <p:nvPr/>
            </p:nvGrpSpPr>
            <p:grpSpPr>
              <a:xfrm>
                <a:off x="2883576" y="2621661"/>
                <a:ext cx="620945" cy="402123"/>
                <a:chOff x="6512018" y="615964"/>
                <a:chExt cx="1370013" cy="930275"/>
              </a:xfrm>
            </p:grpSpPr>
            <p:sp>
              <p:nvSpPr>
                <p:cNvPr id="30" name="Freeform 14">
                  <a:extLst>
                    <a:ext uri="{FF2B5EF4-FFF2-40B4-BE49-F238E27FC236}">
                      <a16:creationId xmlns:a16="http://schemas.microsoft.com/office/drawing/2014/main" id="{8F051558-B56A-202D-A81A-4BE37C1A0228}"/>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31" name="Freeform 15">
                  <a:extLst>
                    <a:ext uri="{FF2B5EF4-FFF2-40B4-BE49-F238E27FC236}">
                      <a16:creationId xmlns:a16="http://schemas.microsoft.com/office/drawing/2014/main" id="{0E01A2A2-9081-DE4B-982C-16094496974F}"/>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32" name="Freeform 16">
                  <a:extLst>
                    <a:ext uri="{FF2B5EF4-FFF2-40B4-BE49-F238E27FC236}">
                      <a16:creationId xmlns:a16="http://schemas.microsoft.com/office/drawing/2014/main" id="{81DF64B4-F603-AD35-BF7B-6657E4CDC6A7}"/>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26" name="组合 25">
                <a:extLst>
                  <a:ext uri="{FF2B5EF4-FFF2-40B4-BE49-F238E27FC236}">
                    <a16:creationId xmlns:a16="http://schemas.microsoft.com/office/drawing/2014/main" id="{97E6B62D-4ADA-F819-E56C-179C79CF5CE8}"/>
                  </a:ext>
                </a:extLst>
              </p:cNvPr>
              <p:cNvGrpSpPr/>
              <p:nvPr/>
            </p:nvGrpSpPr>
            <p:grpSpPr>
              <a:xfrm>
                <a:off x="2883576" y="2528237"/>
                <a:ext cx="620945" cy="402123"/>
                <a:chOff x="6512018" y="615964"/>
                <a:chExt cx="1370013" cy="930275"/>
              </a:xfrm>
            </p:grpSpPr>
            <p:sp>
              <p:nvSpPr>
                <p:cNvPr id="27" name="Freeform 14">
                  <a:extLst>
                    <a:ext uri="{FF2B5EF4-FFF2-40B4-BE49-F238E27FC236}">
                      <a16:creationId xmlns:a16="http://schemas.microsoft.com/office/drawing/2014/main" id="{29B4D4BA-28C3-4D5C-C9DE-39D4C9C3AC6B}"/>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8" name="Freeform 15">
                  <a:extLst>
                    <a:ext uri="{FF2B5EF4-FFF2-40B4-BE49-F238E27FC236}">
                      <a16:creationId xmlns:a16="http://schemas.microsoft.com/office/drawing/2014/main" id="{C27D5EC8-936E-EC5D-1B6A-15FE4116C2C2}"/>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9" name="Freeform 16">
                  <a:extLst>
                    <a:ext uri="{FF2B5EF4-FFF2-40B4-BE49-F238E27FC236}">
                      <a16:creationId xmlns:a16="http://schemas.microsoft.com/office/drawing/2014/main" id="{19C4F721-0D0D-30C8-AD0B-DF8DF1B3BDEF}"/>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grpSp>
      <p:grpSp>
        <p:nvGrpSpPr>
          <p:cNvPr id="35" name="组合 34">
            <a:extLst>
              <a:ext uri="{FF2B5EF4-FFF2-40B4-BE49-F238E27FC236}">
                <a16:creationId xmlns:a16="http://schemas.microsoft.com/office/drawing/2014/main" id="{F496B7E7-99C0-6AAD-DFDF-1FAC47E1581F}"/>
              </a:ext>
            </a:extLst>
          </p:cNvPr>
          <p:cNvGrpSpPr/>
          <p:nvPr/>
        </p:nvGrpSpPr>
        <p:grpSpPr>
          <a:xfrm>
            <a:off x="7900126" y="809192"/>
            <a:ext cx="819459" cy="1098897"/>
            <a:chOff x="6678823" y="337331"/>
            <a:chExt cx="819459" cy="1098897"/>
          </a:xfrm>
        </p:grpSpPr>
        <p:sp>
          <p:nvSpPr>
            <p:cNvPr id="36" name="菱形 35">
              <a:extLst>
                <a:ext uri="{FF2B5EF4-FFF2-40B4-BE49-F238E27FC236}">
                  <a16:creationId xmlns:a16="http://schemas.microsoft.com/office/drawing/2014/main" id="{5CD19DDC-504F-BAC7-ECF0-6E0AF60B39F8}"/>
                </a:ext>
              </a:extLst>
            </p:cNvPr>
            <p:cNvSpPr/>
            <p:nvPr/>
          </p:nvSpPr>
          <p:spPr>
            <a:xfrm>
              <a:off x="6682489" y="983666"/>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sp>
          <p:nvSpPr>
            <p:cNvPr id="37" name="梯形 32">
              <a:extLst>
                <a:ext uri="{FF2B5EF4-FFF2-40B4-BE49-F238E27FC236}">
                  <a16:creationId xmlns:a16="http://schemas.microsoft.com/office/drawing/2014/main" id="{C9741D1F-BBAB-2C03-BA43-0F8DB906AE05}"/>
                </a:ext>
              </a:extLst>
            </p:cNvPr>
            <p:cNvSpPr/>
            <p:nvPr/>
          </p:nvSpPr>
          <p:spPr>
            <a:xfrm rot="10800000">
              <a:off x="6678823" y="337331"/>
              <a:ext cx="819459" cy="861550"/>
            </a:xfrm>
            <a:custGeom>
              <a:avLst/>
              <a:gdLst>
                <a:gd name="connsiteX0" fmla="*/ 0 w 819459"/>
                <a:gd name="connsiteY0" fmla="*/ 684862 h 684862"/>
                <a:gd name="connsiteX1" fmla="*/ 109619 w 819459"/>
                <a:gd name="connsiteY1" fmla="*/ 0 h 684862"/>
                <a:gd name="connsiteX2" fmla="*/ 709840 w 819459"/>
                <a:gd name="connsiteY2" fmla="*/ 0 h 684862"/>
                <a:gd name="connsiteX3" fmla="*/ 819459 w 819459"/>
                <a:gd name="connsiteY3" fmla="*/ 684862 h 684862"/>
                <a:gd name="connsiteX4" fmla="*/ 0 w 819459"/>
                <a:gd name="connsiteY4" fmla="*/ 684862 h 684862"/>
                <a:gd name="connsiteX0" fmla="*/ 0 w 819459"/>
                <a:gd name="connsiteY0" fmla="*/ 685443 h 685443"/>
                <a:gd name="connsiteX1" fmla="*/ 109619 w 819459"/>
                <a:gd name="connsiteY1" fmla="*/ 581 h 685443"/>
                <a:gd name="connsiteX2" fmla="*/ 420149 w 819459"/>
                <a:gd name="connsiteY2" fmla="*/ 0 h 685443"/>
                <a:gd name="connsiteX3" fmla="*/ 709840 w 819459"/>
                <a:gd name="connsiteY3" fmla="*/ 581 h 685443"/>
                <a:gd name="connsiteX4" fmla="*/ 819459 w 819459"/>
                <a:gd name="connsiteY4" fmla="*/ 685443 h 685443"/>
                <a:gd name="connsiteX5" fmla="*/ 0 w 819459"/>
                <a:gd name="connsiteY5" fmla="*/ 685443 h 685443"/>
                <a:gd name="connsiteX0" fmla="*/ 0 w 819459"/>
                <a:gd name="connsiteY0" fmla="*/ 861550 h 861550"/>
                <a:gd name="connsiteX1" fmla="*/ 109619 w 819459"/>
                <a:gd name="connsiteY1" fmla="*/ 176688 h 861550"/>
                <a:gd name="connsiteX2" fmla="*/ 406602 w 819459"/>
                <a:gd name="connsiteY2" fmla="*/ 0 h 861550"/>
                <a:gd name="connsiteX3" fmla="*/ 709840 w 819459"/>
                <a:gd name="connsiteY3" fmla="*/ 176688 h 861550"/>
                <a:gd name="connsiteX4" fmla="*/ 819459 w 819459"/>
                <a:gd name="connsiteY4" fmla="*/ 861550 h 861550"/>
                <a:gd name="connsiteX5" fmla="*/ 0 w 819459"/>
                <a:gd name="connsiteY5" fmla="*/ 861550 h 861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9459" h="861550">
                  <a:moveTo>
                    <a:pt x="0" y="861550"/>
                  </a:moveTo>
                  <a:lnTo>
                    <a:pt x="109619" y="176688"/>
                  </a:lnTo>
                  <a:lnTo>
                    <a:pt x="406602" y="0"/>
                  </a:lnTo>
                  <a:lnTo>
                    <a:pt x="709840" y="176688"/>
                  </a:lnTo>
                  <a:lnTo>
                    <a:pt x="819459" y="861550"/>
                  </a:lnTo>
                  <a:lnTo>
                    <a:pt x="0" y="861550"/>
                  </a:lnTo>
                  <a:close/>
                </a:path>
              </a:pathLst>
            </a:cu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armonyOS Sans SC Medium" panose="00000600000000000000" pitchFamily="2" charset="-122"/>
                <a:ea typeface="HarmonyOS Sans SC Medium" panose="00000600000000000000" pitchFamily="2" charset="-122"/>
              </a:endParaRPr>
            </a:p>
          </p:txBody>
        </p:sp>
        <p:grpSp>
          <p:nvGrpSpPr>
            <p:cNvPr id="38" name="组合 37">
              <a:extLst>
                <a:ext uri="{FF2B5EF4-FFF2-40B4-BE49-F238E27FC236}">
                  <a16:creationId xmlns:a16="http://schemas.microsoft.com/office/drawing/2014/main" id="{F7A64F42-DFD7-9726-FB7D-6F558A5DCFB7}"/>
                </a:ext>
              </a:extLst>
            </p:cNvPr>
            <p:cNvGrpSpPr/>
            <p:nvPr/>
          </p:nvGrpSpPr>
          <p:grpSpPr>
            <a:xfrm>
              <a:off x="6780926" y="853690"/>
              <a:ext cx="620945" cy="495547"/>
              <a:chOff x="2883576" y="2528237"/>
              <a:chExt cx="620945" cy="495547"/>
            </a:xfrm>
          </p:grpSpPr>
          <p:grpSp>
            <p:nvGrpSpPr>
              <p:cNvPr id="39" name="组合 38">
                <a:extLst>
                  <a:ext uri="{FF2B5EF4-FFF2-40B4-BE49-F238E27FC236}">
                    <a16:creationId xmlns:a16="http://schemas.microsoft.com/office/drawing/2014/main" id="{BEA45FF4-78CC-3697-5216-8D019003F577}"/>
                  </a:ext>
                </a:extLst>
              </p:cNvPr>
              <p:cNvGrpSpPr/>
              <p:nvPr/>
            </p:nvGrpSpPr>
            <p:grpSpPr>
              <a:xfrm>
                <a:off x="2883576" y="2621661"/>
                <a:ext cx="620945" cy="402123"/>
                <a:chOff x="6512018" y="615964"/>
                <a:chExt cx="1370013" cy="930275"/>
              </a:xfrm>
            </p:grpSpPr>
            <p:sp>
              <p:nvSpPr>
                <p:cNvPr id="44" name="Freeform 14">
                  <a:extLst>
                    <a:ext uri="{FF2B5EF4-FFF2-40B4-BE49-F238E27FC236}">
                      <a16:creationId xmlns:a16="http://schemas.microsoft.com/office/drawing/2014/main" id="{44A2491D-F3B4-2185-6B0E-4A73640E5098}"/>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45" name="Freeform 15">
                  <a:extLst>
                    <a:ext uri="{FF2B5EF4-FFF2-40B4-BE49-F238E27FC236}">
                      <a16:creationId xmlns:a16="http://schemas.microsoft.com/office/drawing/2014/main" id="{27653E5F-EA3B-6D81-45B1-69E958541EAF}"/>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46" name="Freeform 16">
                  <a:extLst>
                    <a:ext uri="{FF2B5EF4-FFF2-40B4-BE49-F238E27FC236}">
                      <a16:creationId xmlns:a16="http://schemas.microsoft.com/office/drawing/2014/main" id="{5EBE3F77-A370-D7FE-F0FB-4A2AAF3C1A71}"/>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40" name="组合 39">
                <a:extLst>
                  <a:ext uri="{FF2B5EF4-FFF2-40B4-BE49-F238E27FC236}">
                    <a16:creationId xmlns:a16="http://schemas.microsoft.com/office/drawing/2014/main" id="{DEA36281-8BA5-47B3-88F5-A61329AD21D6}"/>
                  </a:ext>
                </a:extLst>
              </p:cNvPr>
              <p:cNvGrpSpPr/>
              <p:nvPr/>
            </p:nvGrpSpPr>
            <p:grpSpPr>
              <a:xfrm>
                <a:off x="2883576" y="2528237"/>
                <a:ext cx="620945" cy="402123"/>
                <a:chOff x="6512018" y="615964"/>
                <a:chExt cx="1370013" cy="930275"/>
              </a:xfrm>
            </p:grpSpPr>
            <p:sp>
              <p:nvSpPr>
                <p:cNvPr id="41" name="Freeform 14">
                  <a:extLst>
                    <a:ext uri="{FF2B5EF4-FFF2-40B4-BE49-F238E27FC236}">
                      <a16:creationId xmlns:a16="http://schemas.microsoft.com/office/drawing/2014/main" id="{0D182701-B09C-D005-1F06-DBECB5DCACC0}"/>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42" name="Freeform 15">
                  <a:extLst>
                    <a:ext uri="{FF2B5EF4-FFF2-40B4-BE49-F238E27FC236}">
                      <a16:creationId xmlns:a16="http://schemas.microsoft.com/office/drawing/2014/main" id="{8C36285A-B200-CFAB-FC25-4DD8555064E6}"/>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43" name="Freeform 16">
                  <a:extLst>
                    <a:ext uri="{FF2B5EF4-FFF2-40B4-BE49-F238E27FC236}">
                      <a16:creationId xmlns:a16="http://schemas.microsoft.com/office/drawing/2014/main" id="{4401A45D-6D09-419B-1ADD-4D6088333360}"/>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grpSp>
      <p:grpSp>
        <p:nvGrpSpPr>
          <p:cNvPr id="47" name="组合 46">
            <a:extLst>
              <a:ext uri="{FF2B5EF4-FFF2-40B4-BE49-F238E27FC236}">
                <a16:creationId xmlns:a16="http://schemas.microsoft.com/office/drawing/2014/main" id="{63A901BC-4A27-15B1-3455-52BF39CF7368}"/>
              </a:ext>
            </a:extLst>
          </p:cNvPr>
          <p:cNvGrpSpPr/>
          <p:nvPr/>
        </p:nvGrpSpPr>
        <p:grpSpPr>
          <a:xfrm>
            <a:off x="9332629" y="1934056"/>
            <a:ext cx="857816" cy="833439"/>
            <a:chOff x="7866731" y="759686"/>
            <a:chExt cx="1169117" cy="1135893"/>
          </a:xfrm>
        </p:grpSpPr>
        <p:sp>
          <p:nvSpPr>
            <p:cNvPr id="48" name="菱形 47">
              <a:extLst>
                <a:ext uri="{FF2B5EF4-FFF2-40B4-BE49-F238E27FC236}">
                  <a16:creationId xmlns:a16="http://schemas.microsoft.com/office/drawing/2014/main" id="{0B79FBB7-E541-758C-0C5D-EA47A9109236}"/>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49" name="组合 48">
              <a:extLst>
                <a:ext uri="{FF2B5EF4-FFF2-40B4-BE49-F238E27FC236}">
                  <a16:creationId xmlns:a16="http://schemas.microsoft.com/office/drawing/2014/main" id="{28110767-6281-2FE3-09D1-A268E36C8379}"/>
                </a:ext>
              </a:extLst>
            </p:cNvPr>
            <p:cNvGrpSpPr/>
            <p:nvPr/>
          </p:nvGrpSpPr>
          <p:grpSpPr>
            <a:xfrm>
              <a:off x="7979430" y="1005790"/>
              <a:ext cx="943718" cy="796775"/>
              <a:chOff x="8056563" y="1092200"/>
              <a:chExt cx="1641476" cy="1385888"/>
            </a:xfrm>
          </p:grpSpPr>
          <p:sp>
            <p:nvSpPr>
              <p:cNvPr id="54" name="Freeform 18">
                <a:extLst>
                  <a:ext uri="{FF2B5EF4-FFF2-40B4-BE49-F238E27FC236}">
                    <a16:creationId xmlns:a16="http://schemas.microsoft.com/office/drawing/2014/main" id="{F9D55012-1108-8B33-4605-1D40DC892E0F}"/>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19">
                <a:extLst>
                  <a:ext uri="{FF2B5EF4-FFF2-40B4-BE49-F238E27FC236}">
                    <a16:creationId xmlns:a16="http://schemas.microsoft.com/office/drawing/2014/main" id="{7452BB8A-7619-C89E-8978-F580508A2BF6}"/>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Freeform 20">
                <a:extLst>
                  <a:ext uri="{FF2B5EF4-FFF2-40B4-BE49-F238E27FC236}">
                    <a16:creationId xmlns:a16="http://schemas.microsoft.com/office/drawing/2014/main" id="{F128F960-AB43-E19C-A762-18106F8552B6}"/>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0" name="组合 49">
              <a:extLst>
                <a:ext uri="{FF2B5EF4-FFF2-40B4-BE49-F238E27FC236}">
                  <a16:creationId xmlns:a16="http://schemas.microsoft.com/office/drawing/2014/main" id="{AA16FBDE-87CD-CBB0-C361-60D1F9A3C9CC}"/>
                </a:ext>
              </a:extLst>
            </p:cNvPr>
            <p:cNvGrpSpPr/>
            <p:nvPr/>
          </p:nvGrpSpPr>
          <p:grpSpPr>
            <a:xfrm>
              <a:off x="7979430" y="759686"/>
              <a:ext cx="943718" cy="796775"/>
              <a:chOff x="8056563" y="1092200"/>
              <a:chExt cx="1641476" cy="1385888"/>
            </a:xfrm>
          </p:grpSpPr>
          <p:sp>
            <p:nvSpPr>
              <p:cNvPr id="51" name="Freeform 18">
                <a:extLst>
                  <a:ext uri="{FF2B5EF4-FFF2-40B4-BE49-F238E27FC236}">
                    <a16:creationId xmlns:a16="http://schemas.microsoft.com/office/drawing/2014/main" id="{C2A2A6E8-D2E5-1CFF-BCF6-C5A45993A232}"/>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19">
                <a:extLst>
                  <a:ext uri="{FF2B5EF4-FFF2-40B4-BE49-F238E27FC236}">
                    <a16:creationId xmlns:a16="http://schemas.microsoft.com/office/drawing/2014/main" id="{F2FF8E9D-BED6-E40A-BAA2-767C3FCA2B4F}"/>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20">
                <a:extLst>
                  <a:ext uri="{FF2B5EF4-FFF2-40B4-BE49-F238E27FC236}">
                    <a16:creationId xmlns:a16="http://schemas.microsoft.com/office/drawing/2014/main" id="{36FC1B88-5E21-0936-B5B0-1514EB56D527}"/>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80" name="组合 79">
            <a:extLst>
              <a:ext uri="{FF2B5EF4-FFF2-40B4-BE49-F238E27FC236}">
                <a16:creationId xmlns:a16="http://schemas.microsoft.com/office/drawing/2014/main" id="{5945D78B-2111-71CA-2A28-670DCC4C6E4D}"/>
              </a:ext>
            </a:extLst>
          </p:cNvPr>
          <p:cNvGrpSpPr/>
          <p:nvPr/>
        </p:nvGrpSpPr>
        <p:grpSpPr>
          <a:xfrm>
            <a:off x="4331449" y="1386605"/>
            <a:ext cx="613672" cy="519267"/>
            <a:chOff x="8634730" y="2989740"/>
            <a:chExt cx="2193926" cy="1856422"/>
          </a:xfrm>
        </p:grpSpPr>
        <p:sp>
          <p:nvSpPr>
            <p:cNvPr id="77" name="Freeform 11">
              <a:extLst>
                <a:ext uri="{FF2B5EF4-FFF2-40B4-BE49-F238E27FC236}">
                  <a16:creationId xmlns:a16="http://schemas.microsoft.com/office/drawing/2014/main" id="{69FD1C5F-F55C-3418-023F-9331B2C9008B}"/>
                </a:ext>
              </a:extLst>
            </p:cNvPr>
            <p:cNvSpPr>
              <a:spLocks/>
            </p:cNvSpPr>
            <p:nvPr/>
          </p:nvSpPr>
          <p:spPr bwMode="auto">
            <a:xfrm>
              <a:off x="9731693" y="408892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Freeform 12">
              <a:extLst>
                <a:ext uri="{FF2B5EF4-FFF2-40B4-BE49-F238E27FC236}">
                  <a16:creationId xmlns:a16="http://schemas.microsoft.com/office/drawing/2014/main" id="{0AB5E9E1-BAC9-5EFB-B3DC-15F7C17CF885}"/>
                </a:ext>
              </a:extLst>
            </p:cNvPr>
            <p:cNvSpPr>
              <a:spLocks/>
            </p:cNvSpPr>
            <p:nvPr/>
          </p:nvSpPr>
          <p:spPr bwMode="auto">
            <a:xfrm>
              <a:off x="8634730" y="408892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9" name="Freeform 13">
              <a:extLst>
                <a:ext uri="{FF2B5EF4-FFF2-40B4-BE49-F238E27FC236}">
                  <a16:creationId xmlns:a16="http://schemas.microsoft.com/office/drawing/2014/main" id="{78F81084-9AD9-89FE-3701-DB3D5ED2CA62}"/>
                </a:ext>
              </a:extLst>
            </p:cNvPr>
            <p:cNvSpPr>
              <a:spLocks/>
            </p:cNvSpPr>
            <p:nvPr/>
          </p:nvSpPr>
          <p:spPr bwMode="auto">
            <a:xfrm>
              <a:off x="8637905" y="345710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lumMod val="89000"/>
                  </a:srgbClr>
                </a:gs>
                <a:gs pos="100000">
                  <a:srgbClr val="6578F0"/>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4" name="Freeform 11">
              <a:extLst>
                <a:ext uri="{FF2B5EF4-FFF2-40B4-BE49-F238E27FC236}">
                  <a16:creationId xmlns:a16="http://schemas.microsoft.com/office/drawing/2014/main" id="{036A27DC-7370-3E4D-A10A-0DDF5432ED65}"/>
                </a:ext>
              </a:extLst>
            </p:cNvPr>
            <p:cNvSpPr>
              <a:spLocks/>
            </p:cNvSpPr>
            <p:nvPr/>
          </p:nvSpPr>
          <p:spPr bwMode="auto">
            <a:xfrm>
              <a:off x="9738043" y="385524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2">
              <a:extLst>
                <a:ext uri="{FF2B5EF4-FFF2-40B4-BE49-F238E27FC236}">
                  <a16:creationId xmlns:a16="http://schemas.microsoft.com/office/drawing/2014/main" id="{EFC7811B-5023-A327-842D-6FB2FDA0A148}"/>
                </a:ext>
              </a:extLst>
            </p:cNvPr>
            <p:cNvSpPr>
              <a:spLocks/>
            </p:cNvSpPr>
            <p:nvPr/>
          </p:nvSpPr>
          <p:spPr bwMode="auto">
            <a:xfrm>
              <a:off x="8641080" y="385524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8E9CEF">
                    <a:lumMod val="70000"/>
                    <a:lumOff val="3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6" name="Freeform 13">
              <a:extLst>
                <a:ext uri="{FF2B5EF4-FFF2-40B4-BE49-F238E27FC236}">
                  <a16:creationId xmlns:a16="http://schemas.microsoft.com/office/drawing/2014/main" id="{7BCBB8AE-3A8F-DE23-8ED5-EBA553D9ED4B}"/>
                </a:ext>
              </a:extLst>
            </p:cNvPr>
            <p:cNvSpPr>
              <a:spLocks/>
            </p:cNvSpPr>
            <p:nvPr/>
          </p:nvSpPr>
          <p:spPr bwMode="auto">
            <a:xfrm>
              <a:off x="8644255" y="322342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lumMod val="89000"/>
                  </a:srgbClr>
                </a:gs>
                <a:gs pos="100000">
                  <a:srgbClr val="6578F0"/>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1" name="Freeform 11">
              <a:extLst>
                <a:ext uri="{FF2B5EF4-FFF2-40B4-BE49-F238E27FC236}">
                  <a16:creationId xmlns:a16="http://schemas.microsoft.com/office/drawing/2014/main" id="{D32C6028-3E72-B17D-489B-06AF3CD22944}"/>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72" name="Freeform 12">
              <a:extLst>
                <a:ext uri="{FF2B5EF4-FFF2-40B4-BE49-F238E27FC236}">
                  <a16:creationId xmlns:a16="http://schemas.microsoft.com/office/drawing/2014/main" id="{BB1C9629-DAD9-DF88-0835-2025D86B7F00}"/>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3" name="Freeform 13">
              <a:extLst>
                <a:ext uri="{FF2B5EF4-FFF2-40B4-BE49-F238E27FC236}">
                  <a16:creationId xmlns:a16="http://schemas.microsoft.com/office/drawing/2014/main" id="{D645FAE2-2CE9-F350-0460-8338825346A6}"/>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06" name="组合 105">
            <a:extLst>
              <a:ext uri="{FF2B5EF4-FFF2-40B4-BE49-F238E27FC236}">
                <a16:creationId xmlns:a16="http://schemas.microsoft.com/office/drawing/2014/main" id="{05C36864-BFC1-3228-3557-B77F188BD9DF}"/>
              </a:ext>
            </a:extLst>
          </p:cNvPr>
          <p:cNvGrpSpPr/>
          <p:nvPr/>
        </p:nvGrpSpPr>
        <p:grpSpPr>
          <a:xfrm>
            <a:off x="7181361" y="634142"/>
            <a:ext cx="314812" cy="426359"/>
            <a:chOff x="7181361" y="634142"/>
            <a:chExt cx="314812" cy="426359"/>
          </a:xfrm>
        </p:grpSpPr>
        <p:grpSp>
          <p:nvGrpSpPr>
            <p:cNvPr id="102" name="组合 101">
              <a:extLst>
                <a:ext uri="{FF2B5EF4-FFF2-40B4-BE49-F238E27FC236}">
                  <a16:creationId xmlns:a16="http://schemas.microsoft.com/office/drawing/2014/main" id="{717835E8-EA4B-05DE-56B7-99798F078CCB}"/>
                </a:ext>
              </a:extLst>
            </p:cNvPr>
            <p:cNvGrpSpPr/>
            <p:nvPr/>
          </p:nvGrpSpPr>
          <p:grpSpPr>
            <a:xfrm>
              <a:off x="7181361" y="634142"/>
              <a:ext cx="314812" cy="426359"/>
              <a:chOff x="5015665" y="3704732"/>
              <a:chExt cx="2016126" cy="2730500"/>
            </a:xfrm>
          </p:grpSpPr>
          <p:sp>
            <p:nvSpPr>
              <p:cNvPr id="103" name="Freeform 35">
                <a:extLst>
                  <a:ext uri="{FF2B5EF4-FFF2-40B4-BE49-F238E27FC236}">
                    <a16:creationId xmlns:a16="http://schemas.microsoft.com/office/drawing/2014/main" id="{7085EE6F-2F68-7034-F6F7-0736800BE319}"/>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04" name="Freeform 36">
                <a:extLst>
                  <a:ext uri="{FF2B5EF4-FFF2-40B4-BE49-F238E27FC236}">
                    <a16:creationId xmlns:a16="http://schemas.microsoft.com/office/drawing/2014/main" id="{8B1DA927-5882-95B6-36B2-26A0B245F12C}"/>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grpSp>
        <p:sp>
          <p:nvSpPr>
            <p:cNvPr id="105" name="Freeform 40">
              <a:extLst>
                <a:ext uri="{FF2B5EF4-FFF2-40B4-BE49-F238E27FC236}">
                  <a16:creationId xmlns:a16="http://schemas.microsoft.com/office/drawing/2014/main" id="{46761711-D0C9-D435-500C-FA745A669E10}"/>
                </a:ext>
              </a:extLst>
            </p:cNvPr>
            <p:cNvSpPr>
              <a:spLocks/>
            </p:cNvSpPr>
            <p:nvPr/>
          </p:nvSpPr>
          <p:spPr bwMode="auto">
            <a:xfrm>
              <a:off x="7262069" y="768927"/>
              <a:ext cx="115424" cy="153462"/>
            </a:xfrm>
            <a:custGeom>
              <a:avLst/>
              <a:gdLst>
                <a:gd name="T0" fmla="*/ 24 w 37"/>
                <a:gd name="T1" fmla="*/ 6 h 49"/>
                <a:gd name="T2" fmla="*/ 25 w 37"/>
                <a:gd name="T3" fmla="*/ 8 h 49"/>
                <a:gd name="T4" fmla="*/ 26 w 37"/>
                <a:gd name="T5" fmla="*/ 14 h 49"/>
                <a:gd name="T6" fmla="*/ 31 w 37"/>
                <a:gd name="T7" fmla="*/ 15 h 49"/>
                <a:gd name="T8" fmla="*/ 31 w 37"/>
                <a:gd name="T9" fmla="*/ 15 h 49"/>
                <a:gd name="T10" fmla="*/ 32 w 37"/>
                <a:gd name="T11" fmla="*/ 16 h 49"/>
                <a:gd name="T12" fmla="*/ 33 w 37"/>
                <a:gd name="T13" fmla="*/ 19 h 49"/>
                <a:gd name="T14" fmla="*/ 31 w 37"/>
                <a:gd name="T15" fmla="*/ 23 h 49"/>
                <a:gd name="T16" fmla="*/ 36 w 37"/>
                <a:gd name="T17" fmla="*/ 27 h 49"/>
                <a:gd name="T18" fmla="*/ 37 w 37"/>
                <a:gd name="T19" fmla="*/ 29 h 49"/>
                <a:gd name="T20" fmla="*/ 37 w 37"/>
                <a:gd name="T21" fmla="*/ 31 h 49"/>
                <a:gd name="T22" fmla="*/ 33 w 37"/>
                <a:gd name="T23" fmla="*/ 32 h 49"/>
                <a:gd name="T24" fmla="*/ 37 w 37"/>
                <a:gd name="T25" fmla="*/ 38 h 49"/>
                <a:gd name="T26" fmla="*/ 37 w 37"/>
                <a:gd name="T27" fmla="*/ 41 h 49"/>
                <a:gd name="T28" fmla="*/ 36 w 37"/>
                <a:gd name="T29" fmla="*/ 41 h 49"/>
                <a:gd name="T30" fmla="*/ 31 w 37"/>
                <a:gd name="T31" fmla="*/ 40 h 49"/>
                <a:gd name="T32" fmla="*/ 33 w 37"/>
                <a:gd name="T33" fmla="*/ 46 h 49"/>
                <a:gd name="T34" fmla="*/ 32 w 37"/>
                <a:gd name="T35" fmla="*/ 47 h 49"/>
                <a:gd name="T36" fmla="*/ 31 w 37"/>
                <a:gd name="T37" fmla="*/ 47 h 49"/>
                <a:gd name="T38" fmla="*/ 26 w 37"/>
                <a:gd name="T39" fmla="*/ 43 h 49"/>
                <a:gd name="T40" fmla="*/ 24 w 37"/>
                <a:gd name="T41" fmla="*/ 47 h 49"/>
                <a:gd name="T42" fmla="*/ 24 w 37"/>
                <a:gd name="T43" fmla="*/ 49 h 49"/>
                <a:gd name="T44" fmla="*/ 23 w 37"/>
                <a:gd name="T45" fmla="*/ 48 h 49"/>
                <a:gd name="T46" fmla="*/ 22 w 37"/>
                <a:gd name="T47" fmla="*/ 47 h 49"/>
                <a:gd name="T48" fmla="*/ 18 w 37"/>
                <a:gd name="T49" fmla="*/ 41 h 49"/>
                <a:gd name="T50" fmla="*/ 15 w 37"/>
                <a:gd name="T51" fmla="*/ 43 h 49"/>
                <a:gd name="T52" fmla="*/ 14 w 37"/>
                <a:gd name="T53" fmla="*/ 43 h 49"/>
                <a:gd name="T54" fmla="*/ 12 w 37"/>
                <a:gd name="T55" fmla="*/ 40 h 49"/>
                <a:gd name="T56" fmla="*/ 11 w 37"/>
                <a:gd name="T57" fmla="*/ 34 h 49"/>
                <a:gd name="T58" fmla="*/ 7 w 37"/>
                <a:gd name="T59" fmla="*/ 33 h 49"/>
                <a:gd name="T60" fmla="*/ 5 w 37"/>
                <a:gd name="T61" fmla="*/ 31 h 49"/>
                <a:gd name="T62" fmla="*/ 5 w 37"/>
                <a:gd name="T63" fmla="*/ 30 h 49"/>
                <a:gd name="T64" fmla="*/ 5 w 37"/>
                <a:gd name="T65" fmla="*/ 25 h 49"/>
                <a:gd name="T66" fmla="*/ 1 w 37"/>
                <a:gd name="T67" fmla="*/ 21 h 49"/>
                <a:gd name="T68" fmla="*/ 0 w 37"/>
                <a:gd name="T69" fmla="*/ 19 h 49"/>
                <a:gd name="T70" fmla="*/ 1 w 37"/>
                <a:gd name="T71" fmla="*/ 17 h 49"/>
                <a:gd name="T72" fmla="*/ 4 w 37"/>
                <a:gd name="T73" fmla="*/ 15 h 49"/>
                <a:gd name="T74" fmla="*/ 1 w 37"/>
                <a:gd name="T75" fmla="*/ 10 h 49"/>
                <a:gd name="T76" fmla="*/ 0 w 37"/>
                <a:gd name="T77" fmla="*/ 8 h 49"/>
                <a:gd name="T78" fmla="*/ 2 w 37"/>
                <a:gd name="T79" fmla="*/ 7 h 49"/>
                <a:gd name="T80" fmla="*/ 6 w 37"/>
                <a:gd name="T81" fmla="*/ 8 h 49"/>
                <a:gd name="T82" fmla="*/ 5 w 37"/>
                <a:gd name="T83" fmla="*/ 3 h 49"/>
                <a:gd name="T84" fmla="*/ 5 w 37"/>
                <a:gd name="T85" fmla="*/ 0 h 49"/>
                <a:gd name="T86" fmla="*/ 6 w 37"/>
                <a:gd name="T87" fmla="*/ 1 h 49"/>
                <a:gd name="T88" fmla="*/ 7 w 37"/>
                <a:gd name="T89" fmla="*/ 1 h 49"/>
                <a:gd name="T90" fmla="*/ 11 w 37"/>
                <a:gd name="T91" fmla="*/ 5 h 49"/>
                <a:gd name="T92" fmla="*/ 12 w 37"/>
                <a:gd name="T93" fmla="*/ 1 h 49"/>
                <a:gd name="T94" fmla="*/ 14 w 37"/>
                <a:gd name="T95" fmla="*/ 0 h 49"/>
                <a:gd name="T96" fmla="*/ 15 w 37"/>
                <a:gd name="T97" fmla="*/ 2 h 49"/>
                <a:gd name="T98" fmla="*/ 18 w 37"/>
                <a:gd name="T99" fmla="*/ 7 h 49"/>
                <a:gd name="T100" fmla="*/ 22 w 37"/>
                <a:gd name="T101" fmla="*/ 5 h 49"/>
                <a:gd name="T102" fmla="*/ 24 w 37"/>
                <a:gd name="T103" fmla="*/ 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7" h="49">
                  <a:moveTo>
                    <a:pt x="24" y="6"/>
                  </a:moveTo>
                  <a:cubicBezTo>
                    <a:pt x="24" y="6"/>
                    <a:pt x="25" y="7"/>
                    <a:pt x="25" y="8"/>
                  </a:cubicBezTo>
                  <a:cubicBezTo>
                    <a:pt x="26" y="14"/>
                    <a:pt x="26" y="14"/>
                    <a:pt x="26" y="14"/>
                  </a:cubicBezTo>
                  <a:cubicBezTo>
                    <a:pt x="31" y="15"/>
                    <a:pt x="31" y="15"/>
                    <a:pt x="31" y="15"/>
                  </a:cubicBezTo>
                  <a:cubicBezTo>
                    <a:pt x="31" y="15"/>
                    <a:pt x="31" y="15"/>
                    <a:pt x="31" y="15"/>
                  </a:cubicBezTo>
                  <a:cubicBezTo>
                    <a:pt x="32" y="15"/>
                    <a:pt x="32" y="16"/>
                    <a:pt x="32" y="16"/>
                  </a:cubicBezTo>
                  <a:cubicBezTo>
                    <a:pt x="33" y="17"/>
                    <a:pt x="33" y="18"/>
                    <a:pt x="33" y="19"/>
                  </a:cubicBezTo>
                  <a:cubicBezTo>
                    <a:pt x="31" y="23"/>
                    <a:pt x="31" y="23"/>
                    <a:pt x="31" y="23"/>
                  </a:cubicBezTo>
                  <a:cubicBezTo>
                    <a:pt x="36" y="27"/>
                    <a:pt x="36" y="27"/>
                    <a:pt x="36" y="27"/>
                  </a:cubicBezTo>
                  <a:cubicBezTo>
                    <a:pt x="37" y="27"/>
                    <a:pt x="37" y="28"/>
                    <a:pt x="37" y="29"/>
                  </a:cubicBezTo>
                  <a:cubicBezTo>
                    <a:pt x="37" y="30"/>
                    <a:pt x="37" y="30"/>
                    <a:pt x="37" y="31"/>
                  </a:cubicBezTo>
                  <a:cubicBezTo>
                    <a:pt x="33" y="32"/>
                    <a:pt x="33" y="32"/>
                    <a:pt x="33" y="32"/>
                  </a:cubicBezTo>
                  <a:cubicBezTo>
                    <a:pt x="37" y="38"/>
                    <a:pt x="37" y="38"/>
                    <a:pt x="37" y="38"/>
                  </a:cubicBezTo>
                  <a:cubicBezTo>
                    <a:pt x="37" y="39"/>
                    <a:pt x="37" y="40"/>
                    <a:pt x="37" y="41"/>
                  </a:cubicBezTo>
                  <a:cubicBezTo>
                    <a:pt x="37" y="41"/>
                    <a:pt x="37" y="41"/>
                    <a:pt x="36" y="41"/>
                  </a:cubicBezTo>
                  <a:cubicBezTo>
                    <a:pt x="31" y="40"/>
                    <a:pt x="31" y="40"/>
                    <a:pt x="31" y="40"/>
                  </a:cubicBezTo>
                  <a:cubicBezTo>
                    <a:pt x="33" y="46"/>
                    <a:pt x="33" y="46"/>
                    <a:pt x="33" y="46"/>
                  </a:cubicBezTo>
                  <a:cubicBezTo>
                    <a:pt x="33" y="47"/>
                    <a:pt x="33" y="47"/>
                    <a:pt x="32" y="47"/>
                  </a:cubicBezTo>
                  <a:cubicBezTo>
                    <a:pt x="32" y="48"/>
                    <a:pt x="31" y="47"/>
                    <a:pt x="31" y="47"/>
                  </a:cubicBezTo>
                  <a:cubicBezTo>
                    <a:pt x="26" y="43"/>
                    <a:pt x="26" y="43"/>
                    <a:pt x="26" y="43"/>
                  </a:cubicBezTo>
                  <a:cubicBezTo>
                    <a:pt x="24" y="47"/>
                    <a:pt x="24" y="47"/>
                    <a:pt x="24" y="47"/>
                  </a:cubicBezTo>
                  <a:cubicBezTo>
                    <a:pt x="24" y="48"/>
                    <a:pt x="24" y="48"/>
                    <a:pt x="24" y="49"/>
                  </a:cubicBezTo>
                  <a:cubicBezTo>
                    <a:pt x="23" y="48"/>
                    <a:pt x="23" y="48"/>
                    <a:pt x="23" y="48"/>
                  </a:cubicBezTo>
                  <a:cubicBezTo>
                    <a:pt x="22" y="48"/>
                    <a:pt x="22" y="47"/>
                    <a:pt x="22" y="47"/>
                  </a:cubicBezTo>
                  <a:cubicBezTo>
                    <a:pt x="18" y="41"/>
                    <a:pt x="18" y="41"/>
                    <a:pt x="18" y="41"/>
                  </a:cubicBezTo>
                  <a:cubicBezTo>
                    <a:pt x="15" y="43"/>
                    <a:pt x="15" y="43"/>
                    <a:pt x="15" y="43"/>
                  </a:cubicBezTo>
                  <a:cubicBezTo>
                    <a:pt x="15" y="44"/>
                    <a:pt x="14" y="43"/>
                    <a:pt x="14" y="43"/>
                  </a:cubicBezTo>
                  <a:cubicBezTo>
                    <a:pt x="13" y="42"/>
                    <a:pt x="12" y="41"/>
                    <a:pt x="12" y="40"/>
                  </a:cubicBezTo>
                  <a:cubicBezTo>
                    <a:pt x="11" y="34"/>
                    <a:pt x="11" y="34"/>
                    <a:pt x="11" y="34"/>
                  </a:cubicBezTo>
                  <a:cubicBezTo>
                    <a:pt x="7" y="33"/>
                    <a:pt x="7" y="33"/>
                    <a:pt x="7" y="33"/>
                  </a:cubicBezTo>
                  <a:cubicBezTo>
                    <a:pt x="6" y="33"/>
                    <a:pt x="5" y="33"/>
                    <a:pt x="5" y="31"/>
                  </a:cubicBezTo>
                  <a:cubicBezTo>
                    <a:pt x="5" y="31"/>
                    <a:pt x="4" y="30"/>
                    <a:pt x="5" y="30"/>
                  </a:cubicBezTo>
                  <a:cubicBezTo>
                    <a:pt x="5" y="25"/>
                    <a:pt x="5" y="25"/>
                    <a:pt x="5" y="25"/>
                  </a:cubicBezTo>
                  <a:cubicBezTo>
                    <a:pt x="1" y="21"/>
                    <a:pt x="1" y="21"/>
                    <a:pt x="1" y="21"/>
                  </a:cubicBezTo>
                  <a:cubicBezTo>
                    <a:pt x="1" y="21"/>
                    <a:pt x="0" y="20"/>
                    <a:pt x="0" y="19"/>
                  </a:cubicBezTo>
                  <a:cubicBezTo>
                    <a:pt x="0" y="19"/>
                    <a:pt x="0" y="18"/>
                    <a:pt x="1" y="17"/>
                  </a:cubicBezTo>
                  <a:cubicBezTo>
                    <a:pt x="4" y="15"/>
                    <a:pt x="4" y="15"/>
                    <a:pt x="4" y="15"/>
                  </a:cubicBezTo>
                  <a:cubicBezTo>
                    <a:pt x="1" y="10"/>
                    <a:pt x="1" y="10"/>
                    <a:pt x="1" y="10"/>
                  </a:cubicBezTo>
                  <a:cubicBezTo>
                    <a:pt x="0" y="9"/>
                    <a:pt x="0" y="8"/>
                    <a:pt x="0" y="8"/>
                  </a:cubicBezTo>
                  <a:cubicBezTo>
                    <a:pt x="0" y="7"/>
                    <a:pt x="1" y="7"/>
                    <a:pt x="2" y="7"/>
                  </a:cubicBezTo>
                  <a:cubicBezTo>
                    <a:pt x="6" y="8"/>
                    <a:pt x="6" y="8"/>
                    <a:pt x="6" y="8"/>
                  </a:cubicBezTo>
                  <a:cubicBezTo>
                    <a:pt x="5" y="3"/>
                    <a:pt x="5" y="3"/>
                    <a:pt x="5" y="3"/>
                  </a:cubicBezTo>
                  <a:cubicBezTo>
                    <a:pt x="4" y="2"/>
                    <a:pt x="5" y="1"/>
                    <a:pt x="5" y="0"/>
                  </a:cubicBezTo>
                  <a:cubicBezTo>
                    <a:pt x="5" y="1"/>
                    <a:pt x="6" y="1"/>
                    <a:pt x="6" y="1"/>
                  </a:cubicBezTo>
                  <a:cubicBezTo>
                    <a:pt x="6" y="1"/>
                    <a:pt x="7" y="1"/>
                    <a:pt x="7" y="1"/>
                  </a:cubicBezTo>
                  <a:cubicBezTo>
                    <a:pt x="11" y="5"/>
                    <a:pt x="11" y="5"/>
                    <a:pt x="11" y="5"/>
                  </a:cubicBezTo>
                  <a:cubicBezTo>
                    <a:pt x="12" y="1"/>
                    <a:pt x="12" y="1"/>
                    <a:pt x="12" y="1"/>
                  </a:cubicBezTo>
                  <a:cubicBezTo>
                    <a:pt x="12" y="0"/>
                    <a:pt x="13" y="0"/>
                    <a:pt x="14" y="0"/>
                  </a:cubicBezTo>
                  <a:cubicBezTo>
                    <a:pt x="14" y="0"/>
                    <a:pt x="15" y="1"/>
                    <a:pt x="15" y="2"/>
                  </a:cubicBezTo>
                  <a:cubicBezTo>
                    <a:pt x="18" y="7"/>
                    <a:pt x="18" y="7"/>
                    <a:pt x="18" y="7"/>
                  </a:cubicBezTo>
                  <a:cubicBezTo>
                    <a:pt x="22" y="5"/>
                    <a:pt x="22" y="5"/>
                    <a:pt x="22" y="5"/>
                  </a:cubicBezTo>
                  <a:cubicBezTo>
                    <a:pt x="23" y="5"/>
                    <a:pt x="23" y="5"/>
                    <a:pt x="24" y="6"/>
                  </a:cubicBezTo>
                  <a:close/>
                </a:path>
              </a:pathLst>
            </a:custGeom>
            <a:solidFill>
              <a:srgbClr val="0EF081"/>
            </a:soli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107" name="组合 106">
            <a:extLst>
              <a:ext uri="{FF2B5EF4-FFF2-40B4-BE49-F238E27FC236}">
                <a16:creationId xmlns:a16="http://schemas.microsoft.com/office/drawing/2014/main" id="{CB749913-5B7E-7AF2-3FF9-86790E238B58}"/>
              </a:ext>
            </a:extLst>
          </p:cNvPr>
          <p:cNvGrpSpPr/>
          <p:nvPr/>
        </p:nvGrpSpPr>
        <p:grpSpPr>
          <a:xfrm>
            <a:off x="8160041" y="1145802"/>
            <a:ext cx="314812" cy="426359"/>
            <a:chOff x="7181361" y="634142"/>
            <a:chExt cx="314812" cy="426359"/>
          </a:xfrm>
        </p:grpSpPr>
        <p:grpSp>
          <p:nvGrpSpPr>
            <p:cNvPr id="108" name="组合 107">
              <a:extLst>
                <a:ext uri="{FF2B5EF4-FFF2-40B4-BE49-F238E27FC236}">
                  <a16:creationId xmlns:a16="http://schemas.microsoft.com/office/drawing/2014/main" id="{BCD0AAB0-7BC2-4AA7-1ED7-D443617D4715}"/>
                </a:ext>
              </a:extLst>
            </p:cNvPr>
            <p:cNvGrpSpPr/>
            <p:nvPr/>
          </p:nvGrpSpPr>
          <p:grpSpPr>
            <a:xfrm>
              <a:off x="7181361" y="634142"/>
              <a:ext cx="314812" cy="426359"/>
              <a:chOff x="5015665" y="3704732"/>
              <a:chExt cx="2016126" cy="2730500"/>
            </a:xfrm>
          </p:grpSpPr>
          <p:sp>
            <p:nvSpPr>
              <p:cNvPr id="110" name="Freeform 35">
                <a:extLst>
                  <a:ext uri="{FF2B5EF4-FFF2-40B4-BE49-F238E27FC236}">
                    <a16:creationId xmlns:a16="http://schemas.microsoft.com/office/drawing/2014/main" id="{3EF596FE-38CF-8B03-2AFA-0B70DAE9C77B}"/>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11" name="Freeform 36">
                <a:extLst>
                  <a:ext uri="{FF2B5EF4-FFF2-40B4-BE49-F238E27FC236}">
                    <a16:creationId xmlns:a16="http://schemas.microsoft.com/office/drawing/2014/main" id="{80F63BCC-EF26-A3C9-4DEE-419F7FBDB447}"/>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grpSp>
        <p:sp>
          <p:nvSpPr>
            <p:cNvPr id="109" name="Freeform 40">
              <a:extLst>
                <a:ext uri="{FF2B5EF4-FFF2-40B4-BE49-F238E27FC236}">
                  <a16:creationId xmlns:a16="http://schemas.microsoft.com/office/drawing/2014/main" id="{40B67481-2C0F-5CA0-CD91-24BE3AA18E2A}"/>
                </a:ext>
              </a:extLst>
            </p:cNvPr>
            <p:cNvSpPr>
              <a:spLocks/>
            </p:cNvSpPr>
            <p:nvPr/>
          </p:nvSpPr>
          <p:spPr bwMode="auto">
            <a:xfrm>
              <a:off x="7262069" y="768927"/>
              <a:ext cx="115424" cy="153462"/>
            </a:xfrm>
            <a:custGeom>
              <a:avLst/>
              <a:gdLst>
                <a:gd name="T0" fmla="*/ 24 w 37"/>
                <a:gd name="T1" fmla="*/ 6 h 49"/>
                <a:gd name="T2" fmla="*/ 25 w 37"/>
                <a:gd name="T3" fmla="*/ 8 h 49"/>
                <a:gd name="T4" fmla="*/ 26 w 37"/>
                <a:gd name="T5" fmla="*/ 14 h 49"/>
                <a:gd name="T6" fmla="*/ 31 w 37"/>
                <a:gd name="T7" fmla="*/ 15 h 49"/>
                <a:gd name="T8" fmla="*/ 31 w 37"/>
                <a:gd name="T9" fmla="*/ 15 h 49"/>
                <a:gd name="T10" fmla="*/ 32 w 37"/>
                <a:gd name="T11" fmla="*/ 16 h 49"/>
                <a:gd name="T12" fmla="*/ 33 w 37"/>
                <a:gd name="T13" fmla="*/ 19 h 49"/>
                <a:gd name="T14" fmla="*/ 31 w 37"/>
                <a:gd name="T15" fmla="*/ 23 h 49"/>
                <a:gd name="T16" fmla="*/ 36 w 37"/>
                <a:gd name="T17" fmla="*/ 27 h 49"/>
                <a:gd name="T18" fmla="*/ 37 w 37"/>
                <a:gd name="T19" fmla="*/ 29 h 49"/>
                <a:gd name="T20" fmla="*/ 37 w 37"/>
                <a:gd name="T21" fmla="*/ 31 h 49"/>
                <a:gd name="T22" fmla="*/ 33 w 37"/>
                <a:gd name="T23" fmla="*/ 32 h 49"/>
                <a:gd name="T24" fmla="*/ 37 w 37"/>
                <a:gd name="T25" fmla="*/ 38 h 49"/>
                <a:gd name="T26" fmla="*/ 37 w 37"/>
                <a:gd name="T27" fmla="*/ 41 h 49"/>
                <a:gd name="T28" fmla="*/ 36 w 37"/>
                <a:gd name="T29" fmla="*/ 41 h 49"/>
                <a:gd name="T30" fmla="*/ 31 w 37"/>
                <a:gd name="T31" fmla="*/ 40 h 49"/>
                <a:gd name="T32" fmla="*/ 33 w 37"/>
                <a:gd name="T33" fmla="*/ 46 h 49"/>
                <a:gd name="T34" fmla="*/ 32 w 37"/>
                <a:gd name="T35" fmla="*/ 47 h 49"/>
                <a:gd name="T36" fmla="*/ 31 w 37"/>
                <a:gd name="T37" fmla="*/ 47 h 49"/>
                <a:gd name="T38" fmla="*/ 26 w 37"/>
                <a:gd name="T39" fmla="*/ 43 h 49"/>
                <a:gd name="T40" fmla="*/ 24 w 37"/>
                <a:gd name="T41" fmla="*/ 47 h 49"/>
                <a:gd name="T42" fmla="*/ 24 w 37"/>
                <a:gd name="T43" fmla="*/ 49 h 49"/>
                <a:gd name="T44" fmla="*/ 23 w 37"/>
                <a:gd name="T45" fmla="*/ 48 h 49"/>
                <a:gd name="T46" fmla="*/ 22 w 37"/>
                <a:gd name="T47" fmla="*/ 47 h 49"/>
                <a:gd name="T48" fmla="*/ 18 w 37"/>
                <a:gd name="T49" fmla="*/ 41 h 49"/>
                <a:gd name="T50" fmla="*/ 15 w 37"/>
                <a:gd name="T51" fmla="*/ 43 h 49"/>
                <a:gd name="T52" fmla="*/ 14 w 37"/>
                <a:gd name="T53" fmla="*/ 43 h 49"/>
                <a:gd name="T54" fmla="*/ 12 w 37"/>
                <a:gd name="T55" fmla="*/ 40 h 49"/>
                <a:gd name="T56" fmla="*/ 11 w 37"/>
                <a:gd name="T57" fmla="*/ 34 h 49"/>
                <a:gd name="T58" fmla="*/ 7 w 37"/>
                <a:gd name="T59" fmla="*/ 33 h 49"/>
                <a:gd name="T60" fmla="*/ 5 w 37"/>
                <a:gd name="T61" fmla="*/ 31 h 49"/>
                <a:gd name="T62" fmla="*/ 5 w 37"/>
                <a:gd name="T63" fmla="*/ 30 h 49"/>
                <a:gd name="T64" fmla="*/ 5 w 37"/>
                <a:gd name="T65" fmla="*/ 25 h 49"/>
                <a:gd name="T66" fmla="*/ 1 w 37"/>
                <a:gd name="T67" fmla="*/ 21 h 49"/>
                <a:gd name="T68" fmla="*/ 0 w 37"/>
                <a:gd name="T69" fmla="*/ 19 h 49"/>
                <a:gd name="T70" fmla="*/ 1 w 37"/>
                <a:gd name="T71" fmla="*/ 17 h 49"/>
                <a:gd name="T72" fmla="*/ 4 w 37"/>
                <a:gd name="T73" fmla="*/ 15 h 49"/>
                <a:gd name="T74" fmla="*/ 1 w 37"/>
                <a:gd name="T75" fmla="*/ 10 h 49"/>
                <a:gd name="T76" fmla="*/ 0 w 37"/>
                <a:gd name="T77" fmla="*/ 8 h 49"/>
                <a:gd name="T78" fmla="*/ 2 w 37"/>
                <a:gd name="T79" fmla="*/ 7 h 49"/>
                <a:gd name="T80" fmla="*/ 6 w 37"/>
                <a:gd name="T81" fmla="*/ 8 h 49"/>
                <a:gd name="T82" fmla="*/ 5 w 37"/>
                <a:gd name="T83" fmla="*/ 3 h 49"/>
                <a:gd name="T84" fmla="*/ 5 w 37"/>
                <a:gd name="T85" fmla="*/ 0 h 49"/>
                <a:gd name="T86" fmla="*/ 6 w 37"/>
                <a:gd name="T87" fmla="*/ 1 h 49"/>
                <a:gd name="T88" fmla="*/ 7 w 37"/>
                <a:gd name="T89" fmla="*/ 1 h 49"/>
                <a:gd name="T90" fmla="*/ 11 w 37"/>
                <a:gd name="T91" fmla="*/ 5 h 49"/>
                <a:gd name="T92" fmla="*/ 12 w 37"/>
                <a:gd name="T93" fmla="*/ 1 h 49"/>
                <a:gd name="T94" fmla="*/ 14 w 37"/>
                <a:gd name="T95" fmla="*/ 0 h 49"/>
                <a:gd name="T96" fmla="*/ 15 w 37"/>
                <a:gd name="T97" fmla="*/ 2 h 49"/>
                <a:gd name="T98" fmla="*/ 18 w 37"/>
                <a:gd name="T99" fmla="*/ 7 h 49"/>
                <a:gd name="T100" fmla="*/ 22 w 37"/>
                <a:gd name="T101" fmla="*/ 5 h 49"/>
                <a:gd name="T102" fmla="*/ 24 w 37"/>
                <a:gd name="T103" fmla="*/ 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7" h="49">
                  <a:moveTo>
                    <a:pt x="24" y="6"/>
                  </a:moveTo>
                  <a:cubicBezTo>
                    <a:pt x="24" y="6"/>
                    <a:pt x="25" y="7"/>
                    <a:pt x="25" y="8"/>
                  </a:cubicBezTo>
                  <a:cubicBezTo>
                    <a:pt x="26" y="14"/>
                    <a:pt x="26" y="14"/>
                    <a:pt x="26" y="14"/>
                  </a:cubicBezTo>
                  <a:cubicBezTo>
                    <a:pt x="31" y="15"/>
                    <a:pt x="31" y="15"/>
                    <a:pt x="31" y="15"/>
                  </a:cubicBezTo>
                  <a:cubicBezTo>
                    <a:pt x="31" y="15"/>
                    <a:pt x="31" y="15"/>
                    <a:pt x="31" y="15"/>
                  </a:cubicBezTo>
                  <a:cubicBezTo>
                    <a:pt x="32" y="15"/>
                    <a:pt x="32" y="16"/>
                    <a:pt x="32" y="16"/>
                  </a:cubicBezTo>
                  <a:cubicBezTo>
                    <a:pt x="33" y="17"/>
                    <a:pt x="33" y="18"/>
                    <a:pt x="33" y="19"/>
                  </a:cubicBezTo>
                  <a:cubicBezTo>
                    <a:pt x="31" y="23"/>
                    <a:pt x="31" y="23"/>
                    <a:pt x="31" y="23"/>
                  </a:cubicBezTo>
                  <a:cubicBezTo>
                    <a:pt x="36" y="27"/>
                    <a:pt x="36" y="27"/>
                    <a:pt x="36" y="27"/>
                  </a:cubicBezTo>
                  <a:cubicBezTo>
                    <a:pt x="37" y="27"/>
                    <a:pt x="37" y="28"/>
                    <a:pt x="37" y="29"/>
                  </a:cubicBezTo>
                  <a:cubicBezTo>
                    <a:pt x="37" y="30"/>
                    <a:pt x="37" y="30"/>
                    <a:pt x="37" y="31"/>
                  </a:cubicBezTo>
                  <a:cubicBezTo>
                    <a:pt x="33" y="32"/>
                    <a:pt x="33" y="32"/>
                    <a:pt x="33" y="32"/>
                  </a:cubicBezTo>
                  <a:cubicBezTo>
                    <a:pt x="37" y="38"/>
                    <a:pt x="37" y="38"/>
                    <a:pt x="37" y="38"/>
                  </a:cubicBezTo>
                  <a:cubicBezTo>
                    <a:pt x="37" y="39"/>
                    <a:pt x="37" y="40"/>
                    <a:pt x="37" y="41"/>
                  </a:cubicBezTo>
                  <a:cubicBezTo>
                    <a:pt x="37" y="41"/>
                    <a:pt x="37" y="41"/>
                    <a:pt x="36" y="41"/>
                  </a:cubicBezTo>
                  <a:cubicBezTo>
                    <a:pt x="31" y="40"/>
                    <a:pt x="31" y="40"/>
                    <a:pt x="31" y="40"/>
                  </a:cubicBezTo>
                  <a:cubicBezTo>
                    <a:pt x="33" y="46"/>
                    <a:pt x="33" y="46"/>
                    <a:pt x="33" y="46"/>
                  </a:cubicBezTo>
                  <a:cubicBezTo>
                    <a:pt x="33" y="47"/>
                    <a:pt x="33" y="47"/>
                    <a:pt x="32" y="47"/>
                  </a:cubicBezTo>
                  <a:cubicBezTo>
                    <a:pt x="32" y="48"/>
                    <a:pt x="31" y="47"/>
                    <a:pt x="31" y="47"/>
                  </a:cubicBezTo>
                  <a:cubicBezTo>
                    <a:pt x="26" y="43"/>
                    <a:pt x="26" y="43"/>
                    <a:pt x="26" y="43"/>
                  </a:cubicBezTo>
                  <a:cubicBezTo>
                    <a:pt x="24" y="47"/>
                    <a:pt x="24" y="47"/>
                    <a:pt x="24" y="47"/>
                  </a:cubicBezTo>
                  <a:cubicBezTo>
                    <a:pt x="24" y="48"/>
                    <a:pt x="24" y="48"/>
                    <a:pt x="24" y="49"/>
                  </a:cubicBezTo>
                  <a:cubicBezTo>
                    <a:pt x="23" y="48"/>
                    <a:pt x="23" y="48"/>
                    <a:pt x="23" y="48"/>
                  </a:cubicBezTo>
                  <a:cubicBezTo>
                    <a:pt x="22" y="48"/>
                    <a:pt x="22" y="47"/>
                    <a:pt x="22" y="47"/>
                  </a:cubicBezTo>
                  <a:cubicBezTo>
                    <a:pt x="18" y="41"/>
                    <a:pt x="18" y="41"/>
                    <a:pt x="18" y="41"/>
                  </a:cubicBezTo>
                  <a:cubicBezTo>
                    <a:pt x="15" y="43"/>
                    <a:pt x="15" y="43"/>
                    <a:pt x="15" y="43"/>
                  </a:cubicBezTo>
                  <a:cubicBezTo>
                    <a:pt x="15" y="44"/>
                    <a:pt x="14" y="43"/>
                    <a:pt x="14" y="43"/>
                  </a:cubicBezTo>
                  <a:cubicBezTo>
                    <a:pt x="13" y="42"/>
                    <a:pt x="12" y="41"/>
                    <a:pt x="12" y="40"/>
                  </a:cubicBezTo>
                  <a:cubicBezTo>
                    <a:pt x="11" y="34"/>
                    <a:pt x="11" y="34"/>
                    <a:pt x="11" y="34"/>
                  </a:cubicBezTo>
                  <a:cubicBezTo>
                    <a:pt x="7" y="33"/>
                    <a:pt x="7" y="33"/>
                    <a:pt x="7" y="33"/>
                  </a:cubicBezTo>
                  <a:cubicBezTo>
                    <a:pt x="6" y="33"/>
                    <a:pt x="5" y="33"/>
                    <a:pt x="5" y="31"/>
                  </a:cubicBezTo>
                  <a:cubicBezTo>
                    <a:pt x="5" y="31"/>
                    <a:pt x="4" y="30"/>
                    <a:pt x="5" y="30"/>
                  </a:cubicBezTo>
                  <a:cubicBezTo>
                    <a:pt x="5" y="25"/>
                    <a:pt x="5" y="25"/>
                    <a:pt x="5" y="25"/>
                  </a:cubicBezTo>
                  <a:cubicBezTo>
                    <a:pt x="1" y="21"/>
                    <a:pt x="1" y="21"/>
                    <a:pt x="1" y="21"/>
                  </a:cubicBezTo>
                  <a:cubicBezTo>
                    <a:pt x="1" y="21"/>
                    <a:pt x="0" y="20"/>
                    <a:pt x="0" y="19"/>
                  </a:cubicBezTo>
                  <a:cubicBezTo>
                    <a:pt x="0" y="19"/>
                    <a:pt x="0" y="18"/>
                    <a:pt x="1" y="17"/>
                  </a:cubicBezTo>
                  <a:cubicBezTo>
                    <a:pt x="4" y="15"/>
                    <a:pt x="4" y="15"/>
                    <a:pt x="4" y="15"/>
                  </a:cubicBezTo>
                  <a:cubicBezTo>
                    <a:pt x="1" y="10"/>
                    <a:pt x="1" y="10"/>
                    <a:pt x="1" y="10"/>
                  </a:cubicBezTo>
                  <a:cubicBezTo>
                    <a:pt x="0" y="9"/>
                    <a:pt x="0" y="8"/>
                    <a:pt x="0" y="8"/>
                  </a:cubicBezTo>
                  <a:cubicBezTo>
                    <a:pt x="0" y="7"/>
                    <a:pt x="1" y="7"/>
                    <a:pt x="2" y="7"/>
                  </a:cubicBezTo>
                  <a:cubicBezTo>
                    <a:pt x="6" y="8"/>
                    <a:pt x="6" y="8"/>
                    <a:pt x="6" y="8"/>
                  </a:cubicBezTo>
                  <a:cubicBezTo>
                    <a:pt x="5" y="3"/>
                    <a:pt x="5" y="3"/>
                    <a:pt x="5" y="3"/>
                  </a:cubicBezTo>
                  <a:cubicBezTo>
                    <a:pt x="4" y="2"/>
                    <a:pt x="5" y="1"/>
                    <a:pt x="5" y="0"/>
                  </a:cubicBezTo>
                  <a:cubicBezTo>
                    <a:pt x="5" y="1"/>
                    <a:pt x="6" y="1"/>
                    <a:pt x="6" y="1"/>
                  </a:cubicBezTo>
                  <a:cubicBezTo>
                    <a:pt x="6" y="1"/>
                    <a:pt x="7" y="1"/>
                    <a:pt x="7" y="1"/>
                  </a:cubicBezTo>
                  <a:cubicBezTo>
                    <a:pt x="11" y="5"/>
                    <a:pt x="11" y="5"/>
                    <a:pt x="11" y="5"/>
                  </a:cubicBezTo>
                  <a:cubicBezTo>
                    <a:pt x="12" y="1"/>
                    <a:pt x="12" y="1"/>
                    <a:pt x="12" y="1"/>
                  </a:cubicBezTo>
                  <a:cubicBezTo>
                    <a:pt x="12" y="0"/>
                    <a:pt x="13" y="0"/>
                    <a:pt x="14" y="0"/>
                  </a:cubicBezTo>
                  <a:cubicBezTo>
                    <a:pt x="14" y="0"/>
                    <a:pt x="15" y="1"/>
                    <a:pt x="15" y="2"/>
                  </a:cubicBezTo>
                  <a:cubicBezTo>
                    <a:pt x="18" y="7"/>
                    <a:pt x="18" y="7"/>
                    <a:pt x="18" y="7"/>
                  </a:cubicBezTo>
                  <a:cubicBezTo>
                    <a:pt x="22" y="5"/>
                    <a:pt x="22" y="5"/>
                    <a:pt x="22" y="5"/>
                  </a:cubicBezTo>
                  <a:cubicBezTo>
                    <a:pt x="23" y="5"/>
                    <a:pt x="23" y="5"/>
                    <a:pt x="24" y="6"/>
                  </a:cubicBezTo>
                  <a:close/>
                </a:path>
              </a:pathLst>
            </a:custGeom>
            <a:solidFill>
              <a:srgbClr val="0EF081"/>
            </a:soli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112" name="组合 111">
            <a:extLst>
              <a:ext uri="{FF2B5EF4-FFF2-40B4-BE49-F238E27FC236}">
                <a16:creationId xmlns:a16="http://schemas.microsoft.com/office/drawing/2014/main" id="{4D025A7A-8906-48CE-0B89-12F510342491}"/>
              </a:ext>
            </a:extLst>
          </p:cNvPr>
          <p:cNvGrpSpPr/>
          <p:nvPr/>
        </p:nvGrpSpPr>
        <p:grpSpPr>
          <a:xfrm>
            <a:off x="9607952" y="1793249"/>
            <a:ext cx="314812" cy="426359"/>
            <a:chOff x="7181361" y="634142"/>
            <a:chExt cx="314812" cy="426359"/>
          </a:xfrm>
        </p:grpSpPr>
        <p:grpSp>
          <p:nvGrpSpPr>
            <p:cNvPr id="113" name="组合 112">
              <a:extLst>
                <a:ext uri="{FF2B5EF4-FFF2-40B4-BE49-F238E27FC236}">
                  <a16:creationId xmlns:a16="http://schemas.microsoft.com/office/drawing/2014/main" id="{5C56E2D3-46BC-DB18-792B-FF42C3E9744F}"/>
                </a:ext>
              </a:extLst>
            </p:cNvPr>
            <p:cNvGrpSpPr/>
            <p:nvPr/>
          </p:nvGrpSpPr>
          <p:grpSpPr>
            <a:xfrm>
              <a:off x="7181361" y="634142"/>
              <a:ext cx="314812" cy="426359"/>
              <a:chOff x="5015665" y="3704732"/>
              <a:chExt cx="2016126" cy="2730500"/>
            </a:xfrm>
          </p:grpSpPr>
          <p:sp>
            <p:nvSpPr>
              <p:cNvPr id="115" name="Freeform 35">
                <a:extLst>
                  <a:ext uri="{FF2B5EF4-FFF2-40B4-BE49-F238E27FC236}">
                    <a16:creationId xmlns:a16="http://schemas.microsoft.com/office/drawing/2014/main" id="{3C07E9DC-45C1-7A37-9E41-F580250F76F5}"/>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116" name="Freeform 36">
                <a:extLst>
                  <a:ext uri="{FF2B5EF4-FFF2-40B4-BE49-F238E27FC236}">
                    <a16:creationId xmlns:a16="http://schemas.microsoft.com/office/drawing/2014/main" id="{A8BAF94C-AFAF-AAC3-AD6F-17518F9AC056}"/>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grpSp>
        <p:sp>
          <p:nvSpPr>
            <p:cNvPr id="114" name="Freeform 40">
              <a:extLst>
                <a:ext uri="{FF2B5EF4-FFF2-40B4-BE49-F238E27FC236}">
                  <a16:creationId xmlns:a16="http://schemas.microsoft.com/office/drawing/2014/main" id="{EA672D51-0FCA-618B-7316-B9C571BA9965}"/>
                </a:ext>
              </a:extLst>
            </p:cNvPr>
            <p:cNvSpPr>
              <a:spLocks/>
            </p:cNvSpPr>
            <p:nvPr/>
          </p:nvSpPr>
          <p:spPr bwMode="auto">
            <a:xfrm>
              <a:off x="7262069" y="768927"/>
              <a:ext cx="115424" cy="153462"/>
            </a:xfrm>
            <a:custGeom>
              <a:avLst/>
              <a:gdLst>
                <a:gd name="T0" fmla="*/ 24 w 37"/>
                <a:gd name="T1" fmla="*/ 6 h 49"/>
                <a:gd name="T2" fmla="*/ 25 w 37"/>
                <a:gd name="T3" fmla="*/ 8 h 49"/>
                <a:gd name="T4" fmla="*/ 26 w 37"/>
                <a:gd name="T5" fmla="*/ 14 h 49"/>
                <a:gd name="T6" fmla="*/ 31 w 37"/>
                <a:gd name="T7" fmla="*/ 15 h 49"/>
                <a:gd name="T8" fmla="*/ 31 w 37"/>
                <a:gd name="T9" fmla="*/ 15 h 49"/>
                <a:gd name="T10" fmla="*/ 32 w 37"/>
                <a:gd name="T11" fmla="*/ 16 h 49"/>
                <a:gd name="T12" fmla="*/ 33 w 37"/>
                <a:gd name="T13" fmla="*/ 19 h 49"/>
                <a:gd name="T14" fmla="*/ 31 w 37"/>
                <a:gd name="T15" fmla="*/ 23 h 49"/>
                <a:gd name="T16" fmla="*/ 36 w 37"/>
                <a:gd name="T17" fmla="*/ 27 h 49"/>
                <a:gd name="T18" fmla="*/ 37 w 37"/>
                <a:gd name="T19" fmla="*/ 29 h 49"/>
                <a:gd name="T20" fmla="*/ 37 w 37"/>
                <a:gd name="T21" fmla="*/ 31 h 49"/>
                <a:gd name="T22" fmla="*/ 33 w 37"/>
                <a:gd name="T23" fmla="*/ 32 h 49"/>
                <a:gd name="T24" fmla="*/ 37 w 37"/>
                <a:gd name="T25" fmla="*/ 38 h 49"/>
                <a:gd name="T26" fmla="*/ 37 w 37"/>
                <a:gd name="T27" fmla="*/ 41 h 49"/>
                <a:gd name="T28" fmla="*/ 36 w 37"/>
                <a:gd name="T29" fmla="*/ 41 h 49"/>
                <a:gd name="T30" fmla="*/ 31 w 37"/>
                <a:gd name="T31" fmla="*/ 40 h 49"/>
                <a:gd name="T32" fmla="*/ 33 w 37"/>
                <a:gd name="T33" fmla="*/ 46 h 49"/>
                <a:gd name="T34" fmla="*/ 32 w 37"/>
                <a:gd name="T35" fmla="*/ 47 h 49"/>
                <a:gd name="T36" fmla="*/ 31 w 37"/>
                <a:gd name="T37" fmla="*/ 47 h 49"/>
                <a:gd name="T38" fmla="*/ 26 w 37"/>
                <a:gd name="T39" fmla="*/ 43 h 49"/>
                <a:gd name="T40" fmla="*/ 24 w 37"/>
                <a:gd name="T41" fmla="*/ 47 h 49"/>
                <a:gd name="T42" fmla="*/ 24 w 37"/>
                <a:gd name="T43" fmla="*/ 49 h 49"/>
                <a:gd name="T44" fmla="*/ 23 w 37"/>
                <a:gd name="T45" fmla="*/ 48 h 49"/>
                <a:gd name="T46" fmla="*/ 22 w 37"/>
                <a:gd name="T47" fmla="*/ 47 h 49"/>
                <a:gd name="T48" fmla="*/ 18 w 37"/>
                <a:gd name="T49" fmla="*/ 41 h 49"/>
                <a:gd name="T50" fmla="*/ 15 w 37"/>
                <a:gd name="T51" fmla="*/ 43 h 49"/>
                <a:gd name="T52" fmla="*/ 14 w 37"/>
                <a:gd name="T53" fmla="*/ 43 h 49"/>
                <a:gd name="T54" fmla="*/ 12 w 37"/>
                <a:gd name="T55" fmla="*/ 40 h 49"/>
                <a:gd name="T56" fmla="*/ 11 w 37"/>
                <a:gd name="T57" fmla="*/ 34 h 49"/>
                <a:gd name="T58" fmla="*/ 7 w 37"/>
                <a:gd name="T59" fmla="*/ 33 h 49"/>
                <a:gd name="T60" fmla="*/ 5 w 37"/>
                <a:gd name="T61" fmla="*/ 31 h 49"/>
                <a:gd name="T62" fmla="*/ 5 w 37"/>
                <a:gd name="T63" fmla="*/ 30 h 49"/>
                <a:gd name="T64" fmla="*/ 5 w 37"/>
                <a:gd name="T65" fmla="*/ 25 h 49"/>
                <a:gd name="T66" fmla="*/ 1 w 37"/>
                <a:gd name="T67" fmla="*/ 21 h 49"/>
                <a:gd name="T68" fmla="*/ 0 w 37"/>
                <a:gd name="T69" fmla="*/ 19 h 49"/>
                <a:gd name="T70" fmla="*/ 1 w 37"/>
                <a:gd name="T71" fmla="*/ 17 h 49"/>
                <a:gd name="T72" fmla="*/ 4 w 37"/>
                <a:gd name="T73" fmla="*/ 15 h 49"/>
                <a:gd name="T74" fmla="*/ 1 w 37"/>
                <a:gd name="T75" fmla="*/ 10 h 49"/>
                <a:gd name="T76" fmla="*/ 0 w 37"/>
                <a:gd name="T77" fmla="*/ 8 h 49"/>
                <a:gd name="T78" fmla="*/ 2 w 37"/>
                <a:gd name="T79" fmla="*/ 7 h 49"/>
                <a:gd name="T80" fmla="*/ 6 w 37"/>
                <a:gd name="T81" fmla="*/ 8 h 49"/>
                <a:gd name="T82" fmla="*/ 5 w 37"/>
                <a:gd name="T83" fmla="*/ 3 h 49"/>
                <a:gd name="T84" fmla="*/ 5 w 37"/>
                <a:gd name="T85" fmla="*/ 0 h 49"/>
                <a:gd name="T86" fmla="*/ 6 w 37"/>
                <a:gd name="T87" fmla="*/ 1 h 49"/>
                <a:gd name="T88" fmla="*/ 7 w 37"/>
                <a:gd name="T89" fmla="*/ 1 h 49"/>
                <a:gd name="T90" fmla="*/ 11 w 37"/>
                <a:gd name="T91" fmla="*/ 5 h 49"/>
                <a:gd name="T92" fmla="*/ 12 w 37"/>
                <a:gd name="T93" fmla="*/ 1 h 49"/>
                <a:gd name="T94" fmla="*/ 14 w 37"/>
                <a:gd name="T95" fmla="*/ 0 h 49"/>
                <a:gd name="T96" fmla="*/ 15 w 37"/>
                <a:gd name="T97" fmla="*/ 2 h 49"/>
                <a:gd name="T98" fmla="*/ 18 w 37"/>
                <a:gd name="T99" fmla="*/ 7 h 49"/>
                <a:gd name="T100" fmla="*/ 22 w 37"/>
                <a:gd name="T101" fmla="*/ 5 h 49"/>
                <a:gd name="T102" fmla="*/ 24 w 37"/>
                <a:gd name="T103" fmla="*/ 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7" h="49">
                  <a:moveTo>
                    <a:pt x="24" y="6"/>
                  </a:moveTo>
                  <a:cubicBezTo>
                    <a:pt x="24" y="6"/>
                    <a:pt x="25" y="7"/>
                    <a:pt x="25" y="8"/>
                  </a:cubicBezTo>
                  <a:cubicBezTo>
                    <a:pt x="26" y="14"/>
                    <a:pt x="26" y="14"/>
                    <a:pt x="26" y="14"/>
                  </a:cubicBezTo>
                  <a:cubicBezTo>
                    <a:pt x="31" y="15"/>
                    <a:pt x="31" y="15"/>
                    <a:pt x="31" y="15"/>
                  </a:cubicBezTo>
                  <a:cubicBezTo>
                    <a:pt x="31" y="15"/>
                    <a:pt x="31" y="15"/>
                    <a:pt x="31" y="15"/>
                  </a:cubicBezTo>
                  <a:cubicBezTo>
                    <a:pt x="32" y="15"/>
                    <a:pt x="32" y="16"/>
                    <a:pt x="32" y="16"/>
                  </a:cubicBezTo>
                  <a:cubicBezTo>
                    <a:pt x="33" y="17"/>
                    <a:pt x="33" y="18"/>
                    <a:pt x="33" y="19"/>
                  </a:cubicBezTo>
                  <a:cubicBezTo>
                    <a:pt x="31" y="23"/>
                    <a:pt x="31" y="23"/>
                    <a:pt x="31" y="23"/>
                  </a:cubicBezTo>
                  <a:cubicBezTo>
                    <a:pt x="36" y="27"/>
                    <a:pt x="36" y="27"/>
                    <a:pt x="36" y="27"/>
                  </a:cubicBezTo>
                  <a:cubicBezTo>
                    <a:pt x="37" y="27"/>
                    <a:pt x="37" y="28"/>
                    <a:pt x="37" y="29"/>
                  </a:cubicBezTo>
                  <a:cubicBezTo>
                    <a:pt x="37" y="30"/>
                    <a:pt x="37" y="30"/>
                    <a:pt x="37" y="31"/>
                  </a:cubicBezTo>
                  <a:cubicBezTo>
                    <a:pt x="33" y="32"/>
                    <a:pt x="33" y="32"/>
                    <a:pt x="33" y="32"/>
                  </a:cubicBezTo>
                  <a:cubicBezTo>
                    <a:pt x="37" y="38"/>
                    <a:pt x="37" y="38"/>
                    <a:pt x="37" y="38"/>
                  </a:cubicBezTo>
                  <a:cubicBezTo>
                    <a:pt x="37" y="39"/>
                    <a:pt x="37" y="40"/>
                    <a:pt x="37" y="41"/>
                  </a:cubicBezTo>
                  <a:cubicBezTo>
                    <a:pt x="37" y="41"/>
                    <a:pt x="37" y="41"/>
                    <a:pt x="36" y="41"/>
                  </a:cubicBezTo>
                  <a:cubicBezTo>
                    <a:pt x="31" y="40"/>
                    <a:pt x="31" y="40"/>
                    <a:pt x="31" y="40"/>
                  </a:cubicBezTo>
                  <a:cubicBezTo>
                    <a:pt x="33" y="46"/>
                    <a:pt x="33" y="46"/>
                    <a:pt x="33" y="46"/>
                  </a:cubicBezTo>
                  <a:cubicBezTo>
                    <a:pt x="33" y="47"/>
                    <a:pt x="33" y="47"/>
                    <a:pt x="32" y="47"/>
                  </a:cubicBezTo>
                  <a:cubicBezTo>
                    <a:pt x="32" y="48"/>
                    <a:pt x="31" y="47"/>
                    <a:pt x="31" y="47"/>
                  </a:cubicBezTo>
                  <a:cubicBezTo>
                    <a:pt x="26" y="43"/>
                    <a:pt x="26" y="43"/>
                    <a:pt x="26" y="43"/>
                  </a:cubicBezTo>
                  <a:cubicBezTo>
                    <a:pt x="24" y="47"/>
                    <a:pt x="24" y="47"/>
                    <a:pt x="24" y="47"/>
                  </a:cubicBezTo>
                  <a:cubicBezTo>
                    <a:pt x="24" y="48"/>
                    <a:pt x="24" y="48"/>
                    <a:pt x="24" y="49"/>
                  </a:cubicBezTo>
                  <a:cubicBezTo>
                    <a:pt x="23" y="48"/>
                    <a:pt x="23" y="48"/>
                    <a:pt x="23" y="48"/>
                  </a:cubicBezTo>
                  <a:cubicBezTo>
                    <a:pt x="22" y="48"/>
                    <a:pt x="22" y="47"/>
                    <a:pt x="22" y="47"/>
                  </a:cubicBezTo>
                  <a:cubicBezTo>
                    <a:pt x="18" y="41"/>
                    <a:pt x="18" y="41"/>
                    <a:pt x="18" y="41"/>
                  </a:cubicBezTo>
                  <a:cubicBezTo>
                    <a:pt x="15" y="43"/>
                    <a:pt x="15" y="43"/>
                    <a:pt x="15" y="43"/>
                  </a:cubicBezTo>
                  <a:cubicBezTo>
                    <a:pt x="15" y="44"/>
                    <a:pt x="14" y="43"/>
                    <a:pt x="14" y="43"/>
                  </a:cubicBezTo>
                  <a:cubicBezTo>
                    <a:pt x="13" y="42"/>
                    <a:pt x="12" y="41"/>
                    <a:pt x="12" y="40"/>
                  </a:cubicBezTo>
                  <a:cubicBezTo>
                    <a:pt x="11" y="34"/>
                    <a:pt x="11" y="34"/>
                    <a:pt x="11" y="34"/>
                  </a:cubicBezTo>
                  <a:cubicBezTo>
                    <a:pt x="7" y="33"/>
                    <a:pt x="7" y="33"/>
                    <a:pt x="7" y="33"/>
                  </a:cubicBezTo>
                  <a:cubicBezTo>
                    <a:pt x="6" y="33"/>
                    <a:pt x="5" y="33"/>
                    <a:pt x="5" y="31"/>
                  </a:cubicBezTo>
                  <a:cubicBezTo>
                    <a:pt x="5" y="31"/>
                    <a:pt x="4" y="30"/>
                    <a:pt x="5" y="30"/>
                  </a:cubicBezTo>
                  <a:cubicBezTo>
                    <a:pt x="5" y="25"/>
                    <a:pt x="5" y="25"/>
                    <a:pt x="5" y="25"/>
                  </a:cubicBezTo>
                  <a:cubicBezTo>
                    <a:pt x="1" y="21"/>
                    <a:pt x="1" y="21"/>
                    <a:pt x="1" y="21"/>
                  </a:cubicBezTo>
                  <a:cubicBezTo>
                    <a:pt x="1" y="21"/>
                    <a:pt x="0" y="20"/>
                    <a:pt x="0" y="19"/>
                  </a:cubicBezTo>
                  <a:cubicBezTo>
                    <a:pt x="0" y="19"/>
                    <a:pt x="0" y="18"/>
                    <a:pt x="1" y="17"/>
                  </a:cubicBezTo>
                  <a:cubicBezTo>
                    <a:pt x="4" y="15"/>
                    <a:pt x="4" y="15"/>
                    <a:pt x="4" y="15"/>
                  </a:cubicBezTo>
                  <a:cubicBezTo>
                    <a:pt x="1" y="10"/>
                    <a:pt x="1" y="10"/>
                    <a:pt x="1" y="10"/>
                  </a:cubicBezTo>
                  <a:cubicBezTo>
                    <a:pt x="0" y="9"/>
                    <a:pt x="0" y="8"/>
                    <a:pt x="0" y="8"/>
                  </a:cubicBezTo>
                  <a:cubicBezTo>
                    <a:pt x="0" y="7"/>
                    <a:pt x="1" y="7"/>
                    <a:pt x="2" y="7"/>
                  </a:cubicBezTo>
                  <a:cubicBezTo>
                    <a:pt x="6" y="8"/>
                    <a:pt x="6" y="8"/>
                    <a:pt x="6" y="8"/>
                  </a:cubicBezTo>
                  <a:cubicBezTo>
                    <a:pt x="5" y="3"/>
                    <a:pt x="5" y="3"/>
                    <a:pt x="5" y="3"/>
                  </a:cubicBezTo>
                  <a:cubicBezTo>
                    <a:pt x="4" y="2"/>
                    <a:pt x="5" y="1"/>
                    <a:pt x="5" y="0"/>
                  </a:cubicBezTo>
                  <a:cubicBezTo>
                    <a:pt x="5" y="1"/>
                    <a:pt x="6" y="1"/>
                    <a:pt x="6" y="1"/>
                  </a:cubicBezTo>
                  <a:cubicBezTo>
                    <a:pt x="6" y="1"/>
                    <a:pt x="7" y="1"/>
                    <a:pt x="7" y="1"/>
                  </a:cubicBezTo>
                  <a:cubicBezTo>
                    <a:pt x="11" y="5"/>
                    <a:pt x="11" y="5"/>
                    <a:pt x="11" y="5"/>
                  </a:cubicBezTo>
                  <a:cubicBezTo>
                    <a:pt x="12" y="1"/>
                    <a:pt x="12" y="1"/>
                    <a:pt x="12" y="1"/>
                  </a:cubicBezTo>
                  <a:cubicBezTo>
                    <a:pt x="12" y="0"/>
                    <a:pt x="13" y="0"/>
                    <a:pt x="14" y="0"/>
                  </a:cubicBezTo>
                  <a:cubicBezTo>
                    <a:pt x="14" y="0"/>
                    <a:pt x="15" y="1"/>
                    <a:pt x="15" y="2"/>
                  </a:cubicBezTo>
                  <a:cubicBezTo>
                    <a:pt x="18" y="7"/>
                    <a:pt x="18" y="7"/>
                    <a:pt x="18" y="7"/>
                  </a:cubicBezTo>
                  <a:cubicBezTo>
                    <a:pt x="22" y="5"/>
                    <a:pt x="22" y="5"/>
                    <a:pt x="22" y="5"/>
                  </a:cubicBezTo>
                  <a:cubicBezTo>
                    <a:pt x="23" y="5"/>
                    <a:pt x="23" y="5"/>
                    <a:pt x="24" y="6"/>
                  </a:cubicBezTo>
                  <a:close/>
                </a:path>
              </a:pathLst>
            </a:custGeom>
            <a:solidFill>
              <a:srgbClr val="0EF081"/>
            </a:soli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167" name="组合 166">
            <a:extLst>
              <a:ext uri="{FF2B5EF4-FFF2-40B4-BE49-F238E27FC236}">
                <a16:creationId xmlns:a16="http://schemas.microsoft.com/office/drawing/2014/main" id="{64F9F3F2-689A-F01C-C9E5-AA8E4748D6CE}"/>
              </a:ext>
            </a:extLst>
          </p:cNvPr>
          <p:cNvGrpSpPr/>
          <p:nvPr/>
        </p:nvGrpSpPr>
        <p:grpSpPr>
          <a:xfrm>
            <a:off x="8428095" y="3296894"/>
            <a:ext cx="763386" cy="995706"/>
            <a:chOff x="8390884" y="2982570"/>
            <a:chExt cx="763386" cy="995706"/>
          </a:xfrm>
        </p:grpSpPr>
        <p:grpSp>
          <p:nvGrpSpPr>
            <p:cNvPr id="148" name="组合 147">
              <a:extLst>
                <a:ext uri="{FF2B5EF4-FFF2-40B4-BE49-F238E27FC236}">
                  <a16:creationId xmlns:a16="http://schemas.microsoft.com/office/drawing/2014/main" id="{ECFA5B70-C681-9F59-4B80-CD9BED6A8652}"/>
                </a:ext>
              </a:extLst>
            </p:cNvPr>
            <p:cNvGrpSpPr/>
            <p:nvPr/>
          </p:nvGrpSpPr>
          <p:grpSpPr>
            <a:xfrm>
              <a:off x="8394232" y="3458014"/>
              <a:ext cx="760038" cy="484012"/>
              <a:chOff x="8647430" y="2989740"/>
              <a:chExt cx="2181226" cy="1389062"/>
            </a:xfrm>
          </p:grpSpPr>
          <p:sp>
            <p:nvSpPr>
              <p:cNvPr id="164" name="Freeform 11">
                <a:extLst>
                  <a:ext uri="{FF2B5EF4-FFF2-40B4-BE49-F238E27FC236}">
                    <a16:creationId xmlns:a16="http://schemas.microsoft.com/office/drawing/2014/main" id="{78D5254E-50CE-072D-1D9F-6F20C449CEFE}"/>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65" name="Freeform 12">
                <a:extLst>
                  <a:ext uri="{FF2B5EF4-FFF2-40B4-BE49-F238E27FC236}">
                    <a16:creationId xmlns:a16="http://schemas.microsoft.com/office/drawing/2014/main" id="{599458C7-7E37-491B-A3AF-EAD27C305E9C}"/>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6" name="Freeform 13">
                <a:extLst>
                  <a:ext uri="{FF2B5EF4-FFF2-40B4-BE49-F238E27FC236}">
                    <a16:creationId xmlns:a16="http://schemas.microsoft.com/office/drawing/2014/main" id="{283671F3-C7C7-91FF-6D5E-5F19B976DC4E}"/>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49" name="组合 148">
              <a:extLst>
                <a:ext uri="{FF2B5EF4-FFF2-40B4-BE49-F238E27FC236}">
                  <a16:creationId xmlns:a16="http://schemas.microsoft.com/office/drawing/2014/main" id="{F848FC4C-CC85-3629-E2E1-C02C725CB98C}"/>
                </a:ext>
              </a:extLst>
            </p:cNvPr>
            <p:cNvGrpSpPr/>
            <p:nvPr/>
          </p:nvGrpSpPr>
          <p:grpSpPr>
            <a:xfrm>
              <a:off x="8390884" y="2982570"/>
              <a:ext cx="762316" cy="995706"/>
              <a:chOff x="6270625" y="1539875"/>
              <a:chExt cx="876301" cy="1144588"/>
            </a:xfrm>
          </p:grpSpPr>
          <p:sp>
            <p:nvSpPr>
              <p:cNvPr id="155" name="Freeform 10">
                <a:extLst>
                  <a:ext uri="{FF2B5EF4-FFF2-40B4-BE49-F238E27FC236}">
                    <a16:creationId xmlns:a16="http://schemas.microsoft.com/office/drawing/2014/main" id="{F6BD3FD1-C5DC-B308-BDBF-EA7854A1E032}"/>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6" name="Freeform 11">
                <a:extLst>
                  <a:ext uri="{FF2B5EF4-FFF2-40B4-BE49-F238E27FC236}">
                    <a16:creationId xmlns:a16="http://schemas.microsoft.com/office/drawing/2014/main" id="{EFB3005E-1742-A0D8-261F-23E0760DE308}"/>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7" name="Freeform 12">
                <a:extLst>
                  <a:ext uri="{FF2B5EF4-FFF2-40B4-BE49-F238E27FC236}">
                    <a16:creationId xmlns:a16="http://schemas.microsoft.com/office/drawing/2014/main" id="{CFAFB2B6-82E4-168E-6AF3-869943A5AB98}"/>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50" name="组合 149">
              <a:extLst>
                <a:ext uri="{FF2B5EF4-FFF2-40B4-BE49-F238E27FC236}">
                  <a16:creationId xmlns:a16="http://schemas.microsoft.com/office/drawing/2014/main" id="{7E683F18-FCB4-12BB-BF14-CB2602506FCE}"/>
                </a:ext>
              </a:extLst>
            </p:cNvPr>
            <p:cNvGrpSpPr/>
            <p:nvPr/>
          </p:nvGrpSpPr>
          <p:grpSpPr>
            <a:xfrm>
              <a:off x="8541696" y="3509743"/>
              <a:ext cx="460693" cy="328730"/>
              <a:chOff x="9934979" y="5169636"/>
              <a:chExt cx="460693" cy="328730"/>
            </a:xfrm>
          </p:grpSpPr>
          <p:sp>
            <p:nvSpPr>
              <p:cNvPr id="152" name="Freeform 20">
                <a:extLst>
                  <a:ext uri="{FF2B5EF4-FFF2-40B4-BE49-F238E27FC236}">
                    <a16:creationId xmlns:a16="http://schemas.microsoft.com/office/drawing/2014/main" id="{8707B2BA-EA3F-A0F0-3F11-8F1E7814A662}"/>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3" name="Freeform 21">
                <a:extLst>
                  <a:ext uri="{FF2B5EF4-FFF2-40B4-BE49-F238E27FC236}">
                    <a16:creationId xmlns:a16="http://schemas.microsoft.com/office/drawing/2014/main" id="{B24796BC-A199-04C8-4FFF-15E51010D5B2}"/>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4" name="Freeform 22">
                <a:extLst>
                  <a:ext uri="{FF2B5EF4-FFF2-40B4-BE49-F238E27FC236}">
                    <a16:creationId xmlns:a16="http://schemas.microsoft.com/office/drawing/2014/main" id="{2DE1244C-6735-13A5-0ACB-6F4FBF027BB1}"/>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51"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1586A69A-7C95-71A1-1DB0-ADD2711E47D9}"/>
                </a:ext>
              </a:extLst>
            </p:cNvPr>
            <p:cNvSpPr/>
            <p:nvPr/>
          </p:nvSpPr>
          <p:spPr>
            <a:xfrm>
              <a:off x="8694740" y="3553187"/>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nvGrpSpPr>
          <p:cNvPr id="168" name="组合 167">
            <a:extLst>
              <a:ext uri="{FF2B5EF4-FFF2-40B4-BE49-F238E27FC236}">
                <a16:creationId xmlns:a16="http://schemas.microsoft.com/office/drawing/2014/main" id="{E26AF1DA-7FC4-DA7D-5624-5671EC626F67}"/>
              </a:ext>
            </a:extLst>
          </p:cNvPr>
          <p:cNvGrpSpPr/>
          <p:nvPr/>
        </p:nvGrpSpPr>
        <p:grpSpPr>
          <a:xfrm>
            <a:off x="5536143" y="1392157"/>
            <a:ext cx="763386" cy="995706"/>
            <a:chOff x="8390884" y="2982570"/>
            <a:chExt cx="763386" cy="995706"/>
          </a:xfrm>
        </p:grpSpPr>
        <p:grpSp>
          <p:nvGrpSpPr>
            <p:cNvPr id="169" name="组合 168">
              <a:extLst>
                <a:ext uri="{FF2B5EF4-FFF2-40B4-BE49-F238E27FC236}">
                  <a16:creationId xmlns:a16="http://schemas.microsoft.com/office/drawing/2014/main" id="{2273D173-CF00-E511-54E5-7099F5CFD179}"/>
                </a:ext>
              </a:extLst>
            </p:cNvPr>
            <p:cNvGrpSpPr/>
            <p:nvPr/>
          </p:nvGrpSpPr>
          <p:grpSpPr>
            <a:xfrm>
              <a:off x="8394232" y="3458014"/>
              <a:ext cx="760038" cy="484012"/>
              <a:chOff x="8647430" y="2989740"/>
              <a:chExt cx="2181226" cy="1389062"/>
            </a:xfrm>
          </p:grpSpPr>
          <p:sp>
            <p:nvSpPr>
              <p:cNvPr id="179" name="Freeform 11">
                <a:extLst>
                  <a:ext uri="{FF2B5EF4-FFF2-40B4-BE49-F238E27FC236}">
                    <a16:creationId xmlns:a16="http://schemas.microsoft.com/office/drawing/2014/main" id="{DA7910A6-34E8-35B2-593B-1C562CAC92E5}"/>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80" name="Freeform 12">
                <a:extLst>
                  <a:ext uri="{FF2B5EF4-FFF2-40B4-BE49-F238E27FC236}">
                    <a16:creationId xmlns:a16="http://schemas.microsoft.com/office/drawing/2014/main" id="{740653AD-25F5-485F-5485-E0BB7B7044B6}"/>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1" name="Freeform 13">
                <a:extLst>
                  <a:ext uri="{FF2B5EF4-FFF2-40B4-BE49-F238E27FC236}">
                    <a16:creationId xmlns:a16="http://schemas.microsoft.com/office/drawing/2014/main" id="{95FED310-6D39-7271-5079-B604A46DEB37}"/>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70" name="组合 169">
              <a:extLst>
                <a:ext uri="{FF2B5EF4-FFF2-40B4-BE49-F238E27FC236}">
                  <a16:creationId xmlns:a16="http://schemas.microsoft.com/office/drawing/2014/main" id="{F8BA4C58-DE13-A673-0B8F-9BC918F11CD5}"/>
                </a:ext>
              </a:extLst>
            </p:cNvPr>
            <p:cNvGrpSpPr/>
            <p:nvPr/>
          </p:nvGrpSpPr>
          <p:grpSpPr>
            <a:xfrm>
              <a:off x="8390884" y="2982570"/>
              <a:ext cx="762316" cy="995706"/>
              <a:chOff x="6270625" y="1539875"/>
              <a:chExt cx="876301" cy="1144588"/>
            </a:xfrm>
          </p:grpSpPr>
          <p:sp>
            <p:nvSpPr>
              <p:cNvPr id="176" name="Freeform 10">
                <a:extLst>
                  <a:ext uri="{FF2B5EF4-FFF2-40B4-BE49-F238E27FC236}">
                    <a16:creationId xmlns:a16="http://schemas.microsoft.com/office/drawing/2014/main" id="{A11C5DE9-3444-B620-A48E-0D992C483DF4}"/>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7" name="Freeform 11">
                <a:extLst>
                  <a:ext uri="{FF2B5EF4-FFF2-40B4-BE49-F238E27FC236}">
                    <a16:creationId xmlns:a16="http://schemas.microsoft.com/office/drawing/2014/main" id="{C9263E23-A256-C28D-98DC-862FEDEF8EF4}"/>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8" name="Freeform 12">
                <a:extLst>
                  <a:ext uri="{FF2B5EF4-FFF2-40B4-BE49-F238E27FC236}">
                    <a16:creationId xmlns:a16="http://schemas.microsoft.com/office/drawing/2014/main" id="{18B44449-EFA8-9006-6D87-CE0811CBEDB2}"/>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71" name="组合 170">
              <a:extLst>
                <a:ext uri="{FF2B5EF4-FFF2-40B4-BE49-F238E27FC236}">
                  <a16:creationId xmlns:a16="http://schemas.microsoft.com/office/drawing/2014/main" id="{CA4A00AE-1249-531B-EAD8-3622EE13C666}"/>
                </a:ext>
              </a:extLst>
            </p:cNvPr>
            <p:cNvGrpSpPr/>
            <p:nvPr/>
          </p:nvGrpSpPr>
          <p:grpSpPr>
            <a:xfrm>
              <a:off x="8541696" y="3509743"/>
              <a:ext cx="460693" cy="328730"/>
              <a:chOff x="9934979" y="5169636"/>
              <a:chExt cx="460693" cy="328730"/>
            </a:xfrm>
          </p:grpSpPr>
          <p:sp>
            <p:nvSpPr>
              <p:cNvPr id="173" name="Freeform 20">
                <a:extLst>
                  <a:ext uri="{FF2B5EF4-FFF2-40B4-BE49-F238E27FC236}">
                    <a16:creationId xmlns:a16="http://schemas.microsoft.com/office/drawing/2014/main" id="{8B59C795-F5C9-383E-B259-061963BA8B01}"/>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4" name="Freeform 21">
                <a:extLst>
                  <a:ext uri="{FF2B5EF4-FFF2-40B4-BE49-F238E27FC236}">
                    <a16:creationId xmlns:a16="http://schemas.microsoft.com/office/drawing/2014/main" id="{D9A6C955-39D2-3F01-280B-AAEA986700B8}"/>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5" name="Freeform 22">
                <a:extLst>
                  <a:ext uri="{FF2B5EF4-FFF2-40B4-BE49-F238E27FC236}">
                    <a16:creationId xmlns:a16="http://schemas.microsoft.com/office/drawing/2014/main" id="{D799D44B-4A9B-376E-64EB-93331DA47D18}"/>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72"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EA127455-0BCD-DC54-05A2-076A684E7AFA}"/>
                </a:ext>
              </a:extLst>
            </p:cNvPr>
            <p:cNvSpPr/>
            <p:nvPr/>
          </p:nvSpPr>
          <p:spPr>
            <a:xfrm>
              <a:off x="8694740" y="3553187"/>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nvGrpSpPr>
          <p:cNvPr id="182" name="组合 181">
            <a:extLst>
              <a:ext uri="{FF2B5EF4-FFF2-40B4-BE49-F238E27FC236}">
                <a16:creationId xmlns:a16="http://schemas.microsoft.com/office/drawing/2014/main" id="{5F328477-D6FB-266A-C7AD-BBE125F06B52}"/>
              </a:ext>
            </a:extLst>
          </p:cNvPr>
          <p:cNvGrpSpPr/>
          <p:nvPr/>
        </p:nvGrpSpPr>
        <p:grpSpPr>
          <a:xfrm>
            <a:off x="4988387" y="1739107"/>
            <a:ext cx="763386" cy="995706"/>
            <a:chOff x="8390884" y="2982570"/>
            <a:chExt cx="763386" cy="995706"/>
          </a:xfrm>
        </p:grpSpPr>
        <p:grpSp>
          <p:nvGrpSpPr>
            <p:cNvPr id="183" name="组合 182">
              <a:extLst>
                <a:ext uri="{FF2B5EF4-FFF2-40B4-BE49-F238E27FC236}">
                  <a16:creationId xmlns:a16="http://schemas.microsoft.com/office/drawing/2014/main" id="{98AA54E6-A24E-E305-7AF6-3801612F6F3C}"/>
                </a:ext>
              </a:extLst>
            </p:cNvPr>
            <p:cNvGrpSpPr/>
            <p:nvPr/>
          </p:nvGrpSpPr>
          <p:grpSpPr>
            <a:xfrm>
              <a:off x="8394232" y="3458014"/>
              <a:ext cx="760038" cy="484012"/>
              <a:chOff x="8647430" y="2989740"/>
              <a:chExt cx="2181226" cy="1389062"/>
            </a:xfrm>
          </p:grpSpPr>
          <p:sp>
            <p:nvSpPr>
              <p:cNvPr id="193" name="Freeform 11">
                <a:extLst>
                  <a:ext uri="{FF2B5EF4-FFF2-40B4-BE49-F238E27FC236}">
                    <a16:creationId xmlns:a16="http://schemas.microsoft.com/office/drawing/2014/main" id="{6F739A12-6049-40A3-A94A-23B9D13BEBB2}"/>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94" name="Freeform 12">
                <a:extLst>
                  <a:ext uri="{FF2B5EF4-FFF2-40B4-BE49-F238E27FC236}">
                    <a16:creationId xmlns:a16="http://schemas.microsoft.com/office/drawing/2014/main" id="{98012D43-F490-AB9C-1F3C-CB450B608D99}"/>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5" name="Freeform 13">
                <a:extLst>
                  <a:ext uri="{FF2B5EF4-FFF2-40B4-BE49-F238E27FC236}">
                    <a16:creationId xmlns:a16="http://schemas.microsoft.com/office/drawing/2014/main" id="{7F58D57E-05EE-EDAC-BF31-038C8CFA2330}"/>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84" name="组合 183">
              <a:extLst>
                <a:ext uri="{FF2B5EF4-FFF2-40B4-BE49-F238E27FC236}">
                  <a16:creationId xmlns:a16="http://schemas.microsoft.com/office/drawing/2014/main" id="{52FECD23-4A19-D4EF-B06C-0CDF28D674BD}"/>
                </a:ext>
              </a:extLst>
            </p:cNvPr>
            <p:cNvGrpSpPr/>
            <p:nvPr/>
          </p:nvGrpSpPr>
          <p:grpSpPr>
            <a:xfrm>
              <a:off x="8390884" y="2982570"/>
              <a:ext cx="762316" cy="995706"/>
              <a:chOff x="6270625" y="1539875"/>
              <a:chExt cx="876301" cy="1144588"/>
            </a:xfrm>
          </p:grpSpPr>
          <p:sp>
            <p:nvSpPr>
              <p:cNvPr id="190" name="Freeform 10">
                <a:extLst>
                  <a:ext uri="{FF2B5EF4-FFF2-40B4-BE49-F238E27FC236}">
                    <a16:creationId xmlns:a16="http://schemas.microsoft.com/office/drawing/2014/main" id="{8835DB4F-2FD5-5193-FCB5-80790F536DAC}"/>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1" name="Freeform 11">
                <a:extLst>
                  <a:ext uri="{FF2B5EF4-FFF2-40B4-BE49-F238E27FC236}">
                    <a16:creationId xmlns:a16="http://schemas.microsoft.com/office/drawing/2014/main" id="{6EA21273-B39E-0E3A-7ADC-E8B0D411EDC8}"/>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2" name="Freeform 12">
                <a:extLst>
                  <a:ext uri="{FF2B5EF4-FFF2-40B4-BE49-F238E27FC236}">
                    <a16:creationId xmlns:a16="http://schemas.microsoft.com/office/drawing/2014/main" id="{F4E7F216-9CB3-78B7-7A47-EF45530277DA}"/>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85" name="组合 184">
              <a:extLst>
                <a:ext uri="{FF2B5EF4-FFF2-40B4-BE49-F238E27FC236}">
                  <a16:creationId xmlns:a16="http://schemas.microsoft.com/office/drawing/2014/main" id="{9594E569-9BD4-49E8-9758-1E1E0C40513D}"/>
                </a:ext>
              </a:extLst>
            </p:cNvPr>
            <p:cNvGrpSpPr/>
            <p:nvPr/>
          </p:nvGrpSpPr>
          <p:grpSpPr>
            <a:xfrm>
              <a:off x="8541696" y="3509743"/>
              <a:ext cx="460693" cy="328730"/>
              <a:chOff x="9934979" y="5169636"/>
              <a:chExt cx="460693" cy="328730"/>
            </a:xfrm>
          </p:grpSpPr>
          <p:sp>
            <p:nvSpPr>
              <p:cNvPr id="187" name="Freeform 20">
                <a:extLst>
                  <a:ext uri="{FF2B5EF4-FFF2-40B4-BE49-F238E27FC236}">
                    <a16:creationId xmlns:a16="http://schemas.microsoft.com/office/drawing/2014/main" id="{52115507-0241-4FD3-28A8-7C9B76E3779B}"/>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8" name="Freeform 21">
                <a:extLst>
                  <a:ext uri="{FF2B5EF4-FFF2-40B4-BE49-F238E27FC236}">
                    <a16:creationId xmlns:a16="http://schemas.microsoft.com/office/drawing/2014/main" id="{1F9282E7-ADCD-6B22-9AE5-29976819CF87}"/>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9" name="Freeform 22">
                <a:extLst>
                  <a:ext uri="{FF2B5EF4-FFF2-40B4-BE49-F238E27FC236}">
                    <a16:creationId xmlns:a16="http://schemas.microsoft.com/office/drawing/2014/main" id="{2FC97A88-9812-A4D0-D8F4-20018C23EABF}"/>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86"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CDA03EF-A9E8-67A1-9FB9-EE0E9453E450}"/>
                </a:ext>
              </a:extLst>
            </p:cNvPr>
            <p:cNvSpPr/>
            <p:nvPr/>
          </p:nvSpPr>
          <p:spPr>
            <a:xfrm>
              <a:off x="8694740" y="3553187"/>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nvGrpSpPr>
          <p:cNvPr id="196" name="组合 195">
            <a:extLst>
              <a:ext uri="{FF2B5EF4-FFF2-40B4-BE49-F238E27FC236}">
                <a16:creationId xmlns:a16="http://schemas.microsoft.com/office/drawing/2014/main" id="{407477F7-6BAB-E6F5-CC5D-50A33AA1B553}"/>
              </a:ext>
            </a:extLst>
          </p:cNvPr>
          <p:cNvGrpSpPr/>
          <p:nvPr/>
        </p:nvGrpSpPr>
        <p:grpSpPr>
          <a:xfrm>
            <a:off x="6425765" y="2254538"/>
            <a:ext cx="763386" cy="995706"/>
            <a:chOff x="8390884" y="2982570"/>
            <a:chExt cx="763386" cy="995706"/>
          </a:xfrm>
        </p:grpSpPr>
        <p:grpSp>
          <p:nvGrpSpPr>
            <p:cNvPr id="197" name="组合 196">
              <a:extLst>
                <a:ext uri="{FF2B5EF4-FFF2-40B4-BE49-F238E27FC236}">
                  <a16:creationId xmlns:a16="http://schemas.microsoft.com/office/drawing/2014/main" id="{2950AF7D-EACD-0929-08DC-2B6DAEB4D045}"/>
                </a:ext>
              </a:extLst>
            </p:cNvPr>
            <p:cNvGrpSpPr/>
            <p:nvPr/>
          </p:nvGrpSpPr>
          <p:grpSpPr>
            <a:xfrm>
              <a:off x="8394232" y="3458014"/>
              <a:ext cx="760038" cy="484012"/>
              <a:chOff x="8647430" y="2989740"/>
              <a:chExt cx="2181226" cy="1389062"/>
            </a:xfrm>
          </p:grpSpPr>
          <p:sp>
            <p:nvSpPr>
              <p:cNvPr id="207" name="Freeform 11">
                <a:extLst>
                  <a:ext uri="{FF2B5EF4-FFF2-40B4-BE49-F238E27FC236}">
                    <a16:creationId xmlns:a16="http://schemas.microsoft.com/office/drawing/2014/main" id="{3C406F01-C846-3DDA-F5E2-94AC16A7D06F}"/>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208" name="Freeform 12">
                <a:extLst>
                  <a:ext uri="{FF2B5EF4-FFF2-40B4-BE49-F238E27FC236}">
                    <a16:creationId xmlns:a16="http://schemas.microsoft.com/office/drawing/2014/main" id="{29DE1853-258E-02D5-C23B-7A044ABF59FC}"/>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9" name="Freeform 13">
                <a:extLst>
                  <a:ext uri="{FF2B5EF4-FFF2-40B4-BE49-F238E27FC236}">
                    <a16:creationId xmlns:a16="http://schemas.microsoft.com/office/drawing/2014/main" id="{A42A37ED-9231-EF66-C931-A9CE9D43E17A}"/>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98" name="组合 197">
              <a:extLst>
                <a:ext uri="{FF2B5EF4-FFF2-40B4-BE49-F238E27FC236}">
                  <a16:creationId xmlns:a16="http://schemas.microsoft.com/office/drawing/2014/main" id="{8BB5C04A-E05E-E120-4794-EB93CA36A024}"/>
                </a:ext>
              </a:extLst>
            </p:cNvPr>
            <p:cNvGrpSpPr/>
            <p:nvPr/>
          </p:nvGrpSpPr>
          <p:grpSpPr>
            <a:xfrm>
              <a:off x="8390884" y="2982570"/>
              <a:ext cx="762316" cy="995706"/>
              <a:chOff x="6270625" y="1539875"/>
              <a:chExt cx="876301" cy="1144588"/>
            </a:xfrm>
          </p:grpSpPr>
          <p:sp>
            <p:nvSpPr>
              <p:cNvPr id="204" name="Freeform 10">
                <a:extLst>
                  <a:ext uri="{FF2B5EF4-FFF2-40B4-BE49-F238E27FC236}">
                    <a16:creationId xmlns:a16="http://schemas.microsoft.com/office/drawing/2014/main" id="{3CEC09E7-B610-E9E9-45B6-4EB1E6851FE6}"/>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5" name="Freeform 11">
                <a:extLst>
                  <a:ext uri="{FF2B5EF4-FFF2-40B4-BE49-F238E27FC236}">
                    <a16:creationId xmlns:a16="http://schemas.microsoft.com/office/drawing/2014/main" id="{51E370CD-82F1-10E7-4095-D450DCCF843B}"/>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6" name="Freeform 12">
                <a:extLst>
                  <a:ext uri="{FF2B5EF4-FFF2-40B4-BE49-F238E27FC236}">
                    <a16:creationId xmlns:a16="http://schemas.microsoft.com/office/drawing/2014/main" id="{EAAA803A-4A94-ABEA-53A5-8705A240EC50}"/>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99" name="组合 198">
              <a:extLst>
                <a:ext uri="{FF2B5EF4-FFF2-40B4-BE49-F238E27FC236}">
                  <a16:creationId xmlns:a16="http://schemas.microsoft.com/office/drawing/2014/main" id="{C76A9F48-B4A1-5097-AEB4-8264D0C295D2}"/>
                </a:ext>
              </a:extLst>
            </p:cNvPr>
            <p:cNvGrpSpPr/>
            <p:nvPr/>
          </p:nvGrpSpPr>
          <p:grpSpPr>
            <a:xfrm>
              <a:off x="8541696" y="3509743"/>
              <a:ext cx="460693" cy="328730"/>
              <a:chOff x="9934979" y="5169636"/>
              <a:chExt cx="460693" cy="328730"/>
            </a:xfrm>
          </p:grpSpPr>
          <p:sp>
            <p:nvSpPr>
              <p:cNvPr id="201" name="Freeform 20">
                <a:extLst>
                  <a:ext uri="{FF2B5EF4-FFF2-40B4-BE49-F238E27FC236}">
                    <a16:creationId xmlns:a16="http://schemas.microsoft.com/office/drawing/2014/main" id="{72FE3DE9-0FB0-BDE1-6ECA-C041B4B28020}"/>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2" name="Freeform 21">
                <a:extLst>
                  <a:ext uri="{FF2B5EF4-FFF2-40B4-BE49-F238E27FC236}">
                    <a16:creationId xmlns:a16="http://schemas.microsoft.com/office/drawing/2014/main" id="{475563FE-E5E3-4F7E-7BBB-5DE11519CDE3}"/>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3" name="Freeform 22">
                <a:extLst>
                  <a:ext uri="{FF2B5EF4-FFF2-40B4-BE49-F238E27FC236}">
                    <a16:creationId xmlns:a16="http://schemas.microsoft.com/office/drawing/2014/main" id="{0D7FFC65-EAB4-5B9D-68B1-E4257F240FB6}"/>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200"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1B239653-C0B3-6091-78D0-A0B6A2AD37A4}"/>
                </a:ext>
              </a:extLst>
            </p:cNvPr>
            <p:cNvSpPr/>
            <p:nvPr/>
          </p:nvSpPr>
          <p:spPr>
            <a:xfrm>
              <a:off x="8694740" y="3553187"/>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sp>
        <p:nvSpPr>
          <p:cNvPr id="210" name="箭头: 左 209">
            <a:extLst>
              <a:ext uri="{FF2B5EF4-FFF2-40B4-BE49-F238E27FC236}">
                <a16:creationId xmlns:a16="http://schemas.microsoft.com/office/drawing/2014/main" id="{47115159-3BC2-08DE-C5D6-9FB6EBB0C351}"/>
              </a:ext>
            </a:extLst>
          </p:cNvPr>
          <p:cNvSpPr/>
          <p:nvPr/>
        </p:nvSpPr>
        <p:spPr>
          <a:xfrm rot="10800000">
            <a:off x="4836072" y="1708623"/>
            <a:ext cx="310033" cy="266230"/>
          </a:xfrm>
          <a:prstGeom prst="leftArrow">
            <a:avLst/>
          </a:prstGeom>
          <a:gradFill flip="none" rotWithShape="1">
            <a:gsLst>
              <a:gs pos="0">
                <a:srgbClr val="8E9CEF">
                  <a:alpha val="80000"/>
                </a:srgbClr>
              </a:gs>
              <a:gs pos="100000">
                <a:srgbClr val="8E9CEF">
                  <a:alpha val="0"/>
                </a:srgbClr>
              </a:gs>
            </a:gsLst>
            <a:lin ang="0" scaled="1"/>
            <a:tileRect/>
          </a:gradFill>
          <a:ln>
            <a:noFill/>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armonyOS Sans SC Medium" panose="00000600000000000000" pitchFamily="2" charset="-122"/>
              <a:ea typeface="HarmonyOS Sans SC Medium" panose="00000600000000000000" pitchFamily="2" charset="-122"/>
            </a:endParaRPr>
          </a:p>
        </p:txBody>
      </p:sp>
      <p:sp>
        <p:nvSpPr>
          <p:cNvPr id="211" name="箭头: 左 210">
            <a:extLst>
              <a:ext uri="{FF2B5EF4-FFF2-40B4-BE49-F238E27FC236}">
                <a16:creationId xmlns:a16="http://schemas.microsoft.com/office/drawing/2014/main" id="{65D401AE-0BF0-E395-79A7-71519105D30A}"/>
              </a:ext>
            </a:extLst>
          </p:cNvPr>
          <p:cNvSpPr/>
          <p:nvPr/>
        </p:nvSpPr>
        <p:spPr>
          <a:xfrm rot="10800000">
            <a:off x="6227570" y="2187184"/>
            <a:ext cx="310033" cy="266230"/>
          </a:xfrm>
          <a:prstGeom prst="leftArrow">
            <a:avLst/>
          </a:prstGeom>
          <a:gradFill flip="none" rotWithShape="1">
            <a:gsLst>
              <a:gs pos="0">
                <a:srgbClr val="8E9CEF">
                  <a:alpha val="80000"/>
                </a:srgbClr>
              </a:gs>
              <a:gs pos="100000">
                <a:srgbClr val="8E9CEF">
                  <a:alpha val="0"/>
                </a:srgbClr>
              </a:gs>
            </a:gsLst>
            <a:lin ang="0" scaled="1"/>
            <a:tileRect/>
          </a:gradFill>
          <a:ln>
            <a:noFill/>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armonyOS Sans SC Medium" panose="00000600000000000000" pitchFamily="2" charset="-122"/>
              <a:ea typeface="HarmonyOS Sans SC Medium" panose="00000600000000000000" pitchFamily="2" charset="-122"/>
            </a:endParaRPr>
          </a:p>
        </p:txBody>
      </p:sp>
      <p:sp>
        <p:nvSpPr>
          <p:cNvPr id="212" name="箭头: 左 211">
            <a:extLst>
              <a:ext uri="{FF2B5EF4-FFF2-40B4-BE49-F238E27FC236}">
                <a16:creationId xmlns:a16="http://schemas.microsoft.com/office/drawing/2014/main" id="{1DFE28C8-D3C3-1FD8-216B-C1C76E563201}"/>
              </a:ext>
            </a:extLst>
          </p:cNvPr>
          <p:cNvSpPr/>
          <p:nvPr/>
        </p:nvSpPr>
        <p:spPr>
          <a:xfrm rot="10800000">
            <a:off x="5607958" y="2591209"/>
            <a:ext cx="310033" cy="266230"/>
          </a:xfrm>
          <a:prstGeom prst="leftArrow">
            <a:avLst/>
          </a:prstGeom>
          <a:gradFill flip="none" rotWithShape="1">
            <a:gsLst>
              <a:gs pos="0">
                <a:srgbClr val="8E9CEF">
                  <a:alpha val="80000"/>
                </a:srgbClr>
              </a:gs>
              <a:gs pos="100000">
                <a:srgbClr val="8E9CEF">
                  <a:alpha val="0"/>
                </a:srgbClr>
              </a:gs>
            </a:gsLst>
            <a:lin ang="0" scaled="1"/>
            <a:tileRect/>
          </a:gradFill>
          <a:ln>
            <a:noFill/>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armonyOS Sans SC Medium" panose="00000600000000000000" pitchFamily="2" charset="-122"/>
              <a:ea typeface="HarmonyOS Sans SC Medium" panose="00000600000000000000" pitchFamily="2" charset="-122"/>
            </a:endParaRPr>
          </a:p>
        </p:txBody>
      </p:sp>
      <p:grpSp>
        <p:nvGrpSpPr>
          <p:cNvPr id="213" name="组合 212">
            <a:extLst>
              <a:ext uri="{FF2B5EF4-FFF2-40B4-BE49-F238E27FC236}">
                <a16:creationId xmlns:a16="http://schemas.microsoft.com/office/drawing/2014/main" id="{E4B77B34-1C75-0881-8CBA-15BB7702FE30}"/>
              </a:ext>
            </a:extLst>
          </p:cNvPr>
          <p:cNvGrpSpPr/>
          <p:nvPr/>
        </p:nvGrpSpPr>
        <p:grpSpPr>
          <a:xfrm>
            <a:off x="4175451" y="3003704"/>
            <a:ext cx="763386" cy="995706"/>
            <a:chOff x="8390884" y="2982570"/>
            <a:chExt cx="763386" cy="995706"/>
          </a:xfrm>
        </p:grpSpPr>
        <p:grpSp>
          <p:nvGrpSpPr>
            <p:cNvPr id="214" name="组合 213">
              <a:extLst>
                <a:ext uri="{FF2B5EF4-FFF2-40B4-BE49-F238E27FC236}">
                  <a16:creationId xmlns:a16="http://schemas.microsoft.com/office/drawing/2014/main" id="{27A450B5-C0A3-CEBF-6E0D-2F38F6319F4A}"/>
                </a:ext>
              </a:extLst>
            </p:cNvPr>
            <p:cNvGrpSpPr/>
            <p:nvPr/>
          </p:nvGrpSpPr>
          <p:grpSpPr>
            <a:xfrm>
              <a:off x="8394232" y="3458014"/>
              <a:ext cx="760038" cy="484012"/>
              <a:chOff x="8647430" y="2989740"/>
              <a:chExt cx="2181226" cy="1389062"/>
            </a:xfrm>
          </p:grpSpPr>
          <p:sp>
            <p:nvSpPr>
              <p:cNvPr id="224" name="Freeform 11">
                <a:extLst>
                  <a:ext uri="{FF2B5EF4-FFF2-40B4-BE49-F238E27FC236}">
                    <a16:creationId xmlns:a16="http://schemas.microsoft.com/office/drawing/2014/main" id="{F79214B6-593E-24FB-1AFC-CD9DA383DA37}"/>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225" name="Freeform 12">
                <a:extLst>
                  <a:ext uri="{FF2B5EF4-FFF2-40B4-BE49-F238E27FC236}">
                    <a16:creationId xmlns:a16="http://schemas.microsoft.com/office/drawing/2014/main" id="{D8DAB789-F325-292F-C782-DE9538F43B07}"/>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6" name="Freeform 13">
                <a:extLst>
                  <a:ext uri="{FF2B5EF4-FFF2-40B4-BE49-F238E27FC236}">
                    <a16:creationId xmlns:a16="http://schemas.microsoft.com/office/drawing/2014/main" id="{8398B690-D79C-2784-94D0-FCFDEC5F6D5A}"/>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215" name="组合 214">
              <a:extLst>
                <a:ext uri="{FF2B5EF4-FFF2-40B4-BE49-F238E27FC236}">
                  <a16:creationId xmlns:a16="http://schemas.microsoft.com/office/drawing/2014/main" id="{BC6C8246-E785-FDC5-6335-B058AF15490C}"/>
                </a:ext>
              </a:extLst>
            </p:cNvPr>
            <p:cNvGrpSpPr/>
            <p:nvPr/>
          </p:nvGrpSpPr>
          <p:grpSpPr>
            <a:xfrm>
              <a:off x="8390884" y="2982570"/>
              <a:ext cx="762316" cy="995706"/>
              <a:chOff x="6270625" y="1539875"/>
              <a:chExt cx="876301" cy="1144588"/>
            </a:xfrm>
          </p:grpSpPr>
          <p:sp>
            <p:nvSpPr>
              <p:cNvPr id="221" name="Freeform 10">
                <a:extLst>
                  <a:ext uri="{FF2B5EF4-FFF2-40B4-BE49-F238E27FC236}">
                    <a16:creationId xmlns:a16="http://schemas.microsoft.com/office/drawing/2014/main" id="{1765189E-3EE1-B968-BF64-A8ECD45378B1}"/>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2" name="Freeform 11">
                <a:extLst>
                  <a:ext uri="{FF2B5EF4-FFF2-40B4-BE49-F238E27FC236}">
                    <a16:creationId xmlns:a16="http://schemas.microsoft.com/office/drawing/2014/main" id="{20F8149F-A449-1F27-A7AC-0F501559B9DD}"/>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3" name="Freeform 12">
                <a:extLst>
                  <a:ext uri="{FF2B5EF4-FFF2-40B4-BE49-F238E27FC236}">
                    <a16:creationId xmlns:a16="http://schemas.microsoft.com/office/drawing/2014/main" id="{45A4F9EF-E061-67D6-FA0D-26987570A9F0}"/>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16" name="组合 215">
              <a:extLst>
                <a:ext uri="{FF2B5EF4-FFF2-40B4-BE49-F238E27FC236}">
                  <a16:creationId xmlns:a16="http://schemas.microsoft.com/office/drawing/2014/main" id="{54142609-ACDC-AF65-6F2C-84B0CB3CDB71}"/>
                </a:ext>
              </a:extLst>
            </p:cNvPr>
            <p:cNvGrpSpPr/>
            <p:nvPr/>
          </p:nvGrpSpPr>
          <p:grpSpPr>
            <a:xfrm>
              <a:off x="8541696" y="3509743"/>
              <a:ext cx="460693" cy="328730"/>
              <a:chOff x="9934979" y="5169636"/>
              <a:chExt cx="460693" cy="328730"/>
            </a:xfrm>
          </p:grpSpPr>
          <p:sp>
            <p:nvSpPr>
              <p:cNvPr id="218" name="Freeform 20">
                <a:extLst>
                  <a:ext uri="{FF2B5EF4-FFF2-40B4-BE49-F238E27FC236}">
                    <a16:creationId xmlns:a16="http://schemas.microsoft.com/office/drawing/2014/main" id="{02C7FEBC-D98B-7000-BC94-B85A95292D91}"/>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9" name="Freeform 21">
                <a:extLst>
                  <a:ext uri="{FF2B5EF4-FFF2-40B4-BE49-F238E27FC236}">
                    <a16:creationId xmlns:a16="http://schemas.microsoft.com/office/drawing/2014/main" id="{493717EB-1B9C-D113-CD05-C1F5F1DE12CE}"/>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0" name="Freeform 22">
                <a:extLst>
                  <a:ext uri="{FF2B5EF4-FFF2-40B4-BE49-F238E27FC236}">
                    <a16:creationId xmlns:a16="http://schemas.microsoft.com/office/drawing/2014/main" id="{88D60C5F-5A66-CA39-58AA-E6EFABB67DD7}"/>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217"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10C8FF2C-74B3-CEB4-305C-AFBD1E4FF4ED}"/>
                </a:ext>
              </a:extLst>
            </p:cNvPr>
            <p:cNvSpPr/>
            <p:nvPr/>
          </p:nvSpPr>
          <p:spPr>
            <a:xfrm>
              <a:off x="8694740" y="3553187"/>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nvGrpSpPr>
          <p:cNvPr id="227" name="组合 226">
            <a:extLst>
              <a:ext uri="{FF2B5EF4-FFF2-40B4-BE49-F238E27FC236}">
                <a16:creationId xmlns:a16="http://schemas.microsoft.com/office/drawing/2014/main" id="{E62E8F1C-20FB-D71C-1981-364765044956}"/>
              </a:ext>
            </a:extLst>
          </p:cNvPr>
          <p:cNvGrpSpPr/>
          <p:nvPr/>
        </p:nvGrpSpPr>
        <p:grpSpPr>
          <a:xfrm>
            <a:off x="5051823" y="3521924"/>
            <a:ext cx="763386" cy="995706"/>
            <a:chOff x="8390884" y="2982570"/>
            <a:chExt cx="763386" cy="995706"/>
          </a:xfrm>
        </p:grpSpPr>
        <p:grpSp>
          <p:nvGrpSpPr>
            <p:cNvPr id="228" name="组合 227">
              <a:extLst>
                <a:ext uri="{FF2B5EF4-FFF2-40B4-BE49-F238E27FC236}">
                  <a16:creationId xmlns:a16="http://schemas.microsoft.com/office/drawing/2014/main" id="{48573CF8-51CF-6BEE-4FDC-15550E1C6479}"/>
                </a:ext>
              </a:extLst>
            </p:cNvPr>
            <p:cNvGrpSpPr/>
            <p:nvPr/>
          </p:nvGrpSpPr>
          <p:grpSpPr>
            <a:xfrm>
              <a:off x="8394232" y="3458014"/>
              <a:ext cx="760038" cy="484012"/>
              <a:chOff x="8647430" y="2989740"/>
              <a:chExt cx="2181226" cy="1389062"/>
            </a:xfrm>
          </p:grpSpPr>
          <p:sp>
            <p:nvSpPr>
              <p:cNvPr id="238" name="Freeform 11">
                <a:extLst>
                  <a:ext uri="{FF2B5EF4-FFF2-40B4-BE49-F238E27FC236}">
                    <a16:creationId xmlns:a16="http://schemas.microsoft.com/office/drawing/2014/main" id="{0482A3A5-5571-0EA4-C3C6-44B1B98EF1D7}"/>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239" name="Freeform 12">
                <a:extLst>
                  <a:ext uri="{FF2B5EF4-FFF2-40B4-BE49-F238E27FC236}">
                    <a16:creationId xmlns:a16="http://schemas.microsoft.com/office/drawing/2014/main" id="{B81D2009-6E1C-7EE2-A898-1AE86DA62E9E}"/>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40" name="Freeform 13">
                <a:extLst>
                  <a:ext uri="{FF2B5EF4-FFF2-40B4-BE49-F238E27FC236}">
                    <a16:creationId xmlns:a16="http://schemas.microsoft.com/office/drawing/2014/main" id="{8A5F336D-5947-6F03-3B2E-FC711717A495}"/>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229" name="组合 228">
              <a:extLst>
                <a:ext uri="{FF2B5EF4-FFF2-40B4-BE49-F238E27FC236}">
                  <a16:creationId xmlns:a16="http://schemas.microsoft.com/office/drawing/2014/main" id="{1A6AF7FB-DFF8-C88C-7206-E14CAEEA24BF}"/>
                </a:ext>
              </a:extLst>
            </p:cNvPr>
            <p:cNvGrpSpPr/>
            <p:nvPr/>
          </p:nvGrpSpPr>
          <p:grpSpPr>
            <a:xfrm>
              <a:off x="8390884" y="2982570"/>
              <a:ext cx="762316" cy="995706"/>
              <a:chOff x="6270625" y="1539875"/>
              <a:chExt cx="876301" cy="1144588"/>
            </a:xfrm>
          </p:grpSpPr>
          <p:sp>
            <p:nvSpPr>
              <p:cNvPr id="235" name="Freeform 10">
                <a:extLst>
                  <a:ext uri="{FF2B5EF4-FFF2-40B4-BE49-F238E27FC236}">
                    <a16:creationId xmlns:a16="http://schemas.microsoft.com/office/drawing/2014/main" id="{14DD5C01-11CB-8E00-FF75-48AD21554BDC}"/>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6" name="Freeform 11">
                <a:extLst>
                  <a:ext uri="{FF2B5EF4-FFF2-40B4-BE49-F238E27FC236}">
                    <a16:creationId xmlns:a16="http://schemas.microsoft.com/office/drawing/2014/main" id="{0ABB18B6-24C4-2F02-3C0A-598967150100}"/>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7" name="Freeform 12">
                <a:extLst>
                  <a:ext uri="{FF2B5EF4-FFF2-40B4-BE49-F238E27FC236}">
                    <a16:creationId xmlns:a16="http://schemas.microsoft.com/office/drawing/2014/main" id="{62C36633-90C7-05EA-A278-E4BBB724A8CF}"/>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30" name="组合 229">
              <a:extLst>
                <a:ext uri="{FF2B5EF4-FFF2-40B4-BE49-F238E27FC236}">
                  <a16:creationId xmlns:a16="http://schemas.microsoft.com/office/drawing/2014/main" id="{2B294BC4-6E3C-5A86-1A6C-EEFA3C112DCB}"/>
                </a:ext>
              </a:extLst>
            </p:cNvPr>
            <p:cNvGrpSpPr/>
            <p:nvPr/>
          </p:nvGrpSpPr>
          <p:grpSpPr>
            <a:xfrm>
              <a:off x="8541696" y="3509743"/>
              <a:ext cx="460693" cy="328730"/>
              <a:chOff x="9934979" y="5169636"/>
              <a:chExt cx="460693" cy="328730"/>
            </a:xfrm>
          </p:grpSpPr>
          <p:sp>
            <p:nvSpPr>
              <p:cNvPr id="232" name="Freeform 20">
                <a:extLst>
                  <a:ext uri="{FF2B5EF4-FFF2-40B4-BE49-F238E27FC236}">
                    <a16:creationId xmlns:a16="http://schemas.microsoft.com/office/drawing/2014/main" id="{8AEFC826-75AB-C05F-761A-00B812A88B58}"/>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3" name="Freeform 21">
                <a:extLst>
                  <a:ext uri="{FF2B5EF4-FFF2-40B4-BE49-F238E27FC236}">
                    <a16:creationId xmlns:a16="http://schemas.microsoft.com/office/drawing/2014/main" id="{6C27382E-9F96-1BD4-7256-BEA29B4B79A1}"/>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4" name="Freeform 22">
                <a:extLst>
                  <a:ext uri="{FF2B5EF4-FFF2-40B4-BE49-F238E27FC236}">
                    <a16:creationId xmlns:a16="http://schemas.microsoft.com/office/drawing/2014/main" id="{3F209A58-C1C0-EE83-21C5-87561B2FDD03}"/>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231"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98BA979-1C34-5EF8-4C91-3BF35BDD6B42}"/>
                </a:ext>
              </a:extLst>
            </p:cNvPr>
            <p:cNvSpPr/>
            <p:nvPr/>
          </p:nvSpPr>
          <p:spPr>
            <a:xfrm>
              <a:off x="8694740" y="3553187"/>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nvGrpSpPr>
          <p:cNvPr id="241" name="组合 240">
            <a:extLst>
              <a:ext uri="{FF2B5EF4-FFF2-40B4-BE49-F238E27FC236}">
                <a16:creationId xmlns:a16="http://schemas.microsoft.com/office/drawing/2014/main" id="{BA52BCD6-9E82-5BAF-1635-BFFC74A0F420}"/>
              </a:ext>
            </a:extLst>
          </p:cNvPr>
          <p:cNvGrpSpPr/>
          <p:nvPr/>
        </p:nvGrpSpPr>
        <p:grpSpPr>
          <a:xfrm>
            <a:off x="7192385" y="4938440"/>
            <a:ext cx="857816" cy="833439"/>
            <a:chOff x="7866731" y="759686"/>
            <a:chExt cx="1169117" cy="1135893"/>
          </a:xfrm>
        </p:grpSpPr>
        <p:sp>
          <p:nvSpPr>
            <p:cNvPr id="242" name="菱形 241">
              <a:extLst>
                <a:ext uri="{FF2B5EF4-FFF2-40B4-BE49-F238E27FC236}">
                  <a16:creationId xmlns:a16="http://schemas.microsoft.com/office/drawing/2014/main" id="{7B3FC249-E4DD-0795-197B-B0B4C4106DE2}"/>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243" name="组合 242">
              <a:extLst>
                <a:ext uri="{FF2B5EF4-FFF2-40B4-BE49-F238E27FC236}">
                  <a16:creationId xmlns:a16="http://schemas.microsoft.com/office/drawing/2014/main" id="{FA7D9BB9-F5E8-B1F9-FBCA-02D4C8298301}"/>
                </a:ext>
              </a:extLst>
            </p:cNvPr>
            <p:cNvGrpSpPr/>
            <p:nvPr/>
          </p:nvGrpSpPr>
          <p:grpSpPr>
            <a:xfrm>
              <a:off x="7979430" y="1005790"/>
              <a:ext cx="943718" cy="796775"/>
              <a:chOff x="8056563" y="1092200"/>
              <a:chExt cx="1641476" cy="1385888"/>
            </a:xfrm>
          </p:grpSpPr>
          <p:sp>
            <p:nvSpPr>
              <p:cNvPr id="248" name="Freeform 18">
                <a:extLst>
                  <a:ext uri="{FF2B5EF4-FFF2-40B4-BE49-F238E27FC236}">
                    <a16:creationId xmlns:a16="http://schemas.microsoft.com/office/drawing/2014/main" id="{64A61CE9-932A-647E-4D49-426129A0B719}"/>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9" name="Freeform 19">
                <a:extLst>
                  <a:ext uri="{FF2B5EF4-FFF2-40B4-BE49-F238E27FC236}">
                    <a16:creationId xmlns:a16="http://schemas.microsoft.com/office/drawing/2014/main" id="{3E857601-401A-F14D-A8A4-01B768837514}"/>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0" name="Freeform 20">
                <a:extLst>
                  <a:ext uri="{FF2B5EF4-FFF2-40B4-BE49-F238E27FC236}">
                    <a16:creationId xmlns:a16="http://schemas.microsoft.com/office/drawing/2014/main" id="{FA44D088-E355-5FCB-434C-04E8F6C2CC32}"/>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44" name="组合 243">
              <a:extLst>
                <a:ext uri="{FF2B5EF4-FFF2-40B4-BE49-F238E27FC236}">
                  <a16:creationId xmlns:a16="http://schemas.microsoft.com/office/drawing/2014/main" id="{E45053A0-0CE8-17B2-FA56-5A2166E76764}"/>
                </a:ext>
              </a:extLst>
            </p:cNvPr>
            <p:cNvGrpSpPr/>
            <p:nvPr/>
          </p:nvGrpSpPr>
          <p:grpSpPr>
            <a:xfrm>
              <a:off x="7979430" y="759686"/>
              <a:ext cx="943718" cy="796775"/>
              <a:chOff x="8056563" y="1092200"/>
              <a:chExt cx="1641476" cy="1385888"/>
            </a:xfrm>
          </p:grpSpPr>
          <p:sp>
            <p:nvSpPr>
              <p:cNvPr id="245" name="Freeform 18">
                <a:extLst>
                  <a:ext uri="{FF2B5EF4-FFF2-40B4-BE49-F238E27FC236}">
                    <a16:creationId xmlns:a16="http://schemas.microsoft.com/office/drawing/2014/main" id="{A59606DF-3EEB-617A-8F26-62A8BD5C234E}"/>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6" name="Freeform 19">
                <a:extLst>
                  <a:ext uri="{FF2B5EF4-FFF2-40B4-BE49-F238E27FC236}">
                    <a16:creationId xmlns:a16="http://schemas.microsoft.com/office/drawing/2014/main" id="{460EB41B-A006-F8C4-19DE-B9427ABA7302}"/>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7" name="Freeform 20">
                <a:extLst>
                  <a:ext uri="{FF2B5EF4-FFF2-40B4-BE49-F238E27FC236}">
                    <a16:creationId xmlns:a16="http://schemas.microsoft.com/office/drawing/2014/main" id="{4EF93EDD-193A-AB2C-C61C-AF2999EE6E21}"/>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251" name="矩形: 圆角 250">
            <a:extLst>
              <a:ext uri="{FF2B5EF4-FFF2-40B4-BE49-F238E27FC236}">
                <a16:creationId xmlns:a16="http://schemas.microsoft.com/office/drawing/2014/main" id="{DC5F5375-1847-FA1A-1A28-7D8429909677}"/>
              </a:ext>
            </a:extLst>
          </p:cNvPr>
          <p:cNvSpPr/>
          <p:nvPr/>
        </p:nvSpPr>
        <p:spPr>
          <a:xfrm>
            <a:off x="3526461" y="2181437"/>
            <a:ext cx="743106" cy="693877"/>
          </a:xfrm>
          <a:custGeom>
            <a:avLst/>
            <a:gdLst>
              <a:gd name="connsiteX0" fmla="*/ 0 w 1232747"/>
              <a:gd name="connsiteY0" fmla="*/ 205462 h 1232747"/>
              <a:gd name="connsiteX1" fmla="*/ 205462 w 1232747"/>
              <a:gd name="connsiteY1" fmla="*/ 0 h 1232747"/>
              <a:gd name="connsiteX2" fmla="*/ 1027285 w 1232747"/>
              <a:gd name="connsiteY2" fmla="*/ 0 h 1232747"/>
              <a:gd name="connsiteX3" fmla="*/ 1232747 w 1232747"/>
              <a:gd name="connsiteY3" fmla="*/ 205462 h 1232747"/>
              <a:gd name="connsiteX4" fmla="*/ 1232747 w 1232747"/>
              <a:gd name="connsiteY4" fmla="*/ 1027285 h 1232747"/>
              <a:gd name="connsiteX5" fmla="*/ 1027285 w 1232747"/>
              <a:gd name="connsiteY5" fmla="*/ 1232747 h 1232747"/>
              <a:gd name="connsiteX6" fmla="*/ 205462 w 1232747"/>
              <a:gd name="connsiteY6" fmla="*/ 1232747 h 1232747"/>
              <a:gd name="connsiteX7" fmla="*/ 0 w 1232747"/>
              <a:gd name="connsiteY7" fmla="*/ 1027285 h 1232747"/>
              <a:gd name="connsiteX8" fmla="*/ 0 w 1232747"/>
              <a:gd name="connsiteY8" fmla="*/ 205462 h 1232747"/>
              <a:gd name="connsiteX0" fmla="*/ 0 w 1232747"/>
              <a:gd name="connsiteY0" fmla="*/ 205462 h 1232747"/>
              <a:gd name="connsiteX1" fmla="*/ 205462 w 1232747"/>
              <a:gd name="connsiteY1" fmla="*/ 0 h 1232747"/>
              <a:gd name="connsiteX2" fmla="*/ 1027285 w 1232747"/>
              <a:gd name="connsiteY2" fmla="*/ 0 h 1232747"/>
              <a:gd name="connsiteX3" fmla="*/ 1232747 w 1232747"/>
              <a:gd name="connsiteY3" fmla="*/ 205462 h 1232747"/>
              <a:gd name="connsiteX4" fmla="*/ 1027285 w 1232747"/>
              <a:gd name="connsiteY4" fmla="*/ 1232747 h 1232747"/>
              <a:gd name="connsiteX5" fmla="*/ 205462 w 1232747"/>
              <a:gd name="connsiteY5" fmla="*/ 1232747 h 1232747"/>
              <a:gd name="connsiteX6" fmla="*/ 0 w 1232747"/>
              <a:gd name="connsiteY6" fmla="*/ 1027285 h 1232747"/>
              <a:gd name="connsiteX7" fmla="*/ 0 w 1232747"/>
              <a:gd name="connsiteY7" fmla="*/ 205462 h 1232747"/>
              <a:gd name="connsiteX0" fmla="*/ 1232747 w 1324187"/>
              <a:gd name="connsiteY0" fmla="*/ 205462 h 1232747"/>
              <a:gd name="connsiteX1" fmla="*/ 1027285 w 1324187"/>
              <a:gd name="connsiteY1" fmla="*/ 1232747 h 1232747"/>
              <a:gd name="connsiteX2" fmla="*/ 205462 w 1324187"/>
              <a:gd name="connsiteY2" fmla="*/ 1232747 h 1232747"/>
              <a:gd name="connsiteX3" fmla="*/ 0 w 1324187"/>
              <a:gd name="connsiteY3" fmla="*/ 1027285 h 1232747"/>
              <a:gd name="connsiteX4" fmla="*/ 0 w 1324187"/>
              <a:gd name="connsiteY4" fmla="*/ 205462 h 1232747"/>
              <a:gd name="connsiteX5" fmla="*/ 205462 w 1324187"/>
              <a:gd name="connsiteY5" fmla="*/ 0 h 1232747"/>
              <a:gd name="connsiteX6" fmla="*/ 1027285 w 1324187"/>
              <a:gd name="connsiteY6" fmla="*/ 0 h 1232747"/>
              <a:gd name="connsiteX7" fmla="*/ 1324187 w 1324187"/>
              <a:gd name="connsiteY7" fmla="*/ 296902 h 1232747"/>
              <a:gd name="connsiteX0" fmla="*/ 1232747 w 1232747"/>
              <a:gd name="connsiteY0" fmla="*/ 205462 h 1232747"/>
              <a:gd name="connsiteX1" fmla="*/ 1027285 w 1232747"/>
              <a:gd name="connsiteY1" fmla="*/ 1232747 h 1232747"/>
              <a:gd name="connsiteX2" fmla="*/ 205462 w 1232747"/>
              <a:gd name="connsiteY2" fmla="*/ 1232747 h 1232747"/>
              <a:gd name="connsiteX3" fmla="*/ 0 w 1232747"/>
              <a:gd name="connsiteY3" fmla="*/ 1027285 h 1232747"/>
              <a:gd name="connsiteX4" fmla="*/ 0 w 1232747"/>
              <a:gd name="connsiteY4" fmla="*/ 205462 h 1232747"/>
              <a:gd name="connsiteX5" fmla="*/ 205462 w 1232747"/>
              <a:gd name="connsiteY5" fmla="*/ 0 h 1232747"/>
              <a:gd name="connsiteX6" fmla="*/ 1027285 w 1232747"/>
              <a:gd name="connsiteY6" fmla="*/ 0 h 1232747"/>
              <a:gd name="connsiteX0" fmla="*/ 1232747 w 1232747"/>
              <a:gd name="connsiteY0" fmla="*/ 205462 h 1232747"/>
              <a:gd name="connsiteX1" fmla="*/ 1027285 w 1232747"/>
              <a:gd name="connsiteY1" fmla="*/ 1232747 h 1232747"/>
              <a:gd name="connsiteX2" fmla="*/ 205462 w 1232747"/>
              <a:gd name="connsiteY2" fmla="*/ 1232747 h 1232747"/>
              <a:gd name="connsiteX3" fmla="*/ 0 w 1232747"/>
              <a:gd name="connsiteY3" fmla="*/ 1027285 h 1232747"/>
              <a:gd name="connsiteX4" fmla="*/ 0 w 1232747"/>
              <a:gd name="connsiteY4" fmla="*/ 205462 h 1232747"/>
              <a:gd name="connsiteX5" fmla="*/ 205462 w 1232747"/>
              <a:gd name="connsiteY5" fmla="*/ 0 h 1232747"/>
              <a:gd name="connsiteX0" fmla="*/ 1232747 w 1232747"/>
              <a:gd name="connsiteY0" fmla="*/ 0 h 1027285"/>
              <a:gd name="connsiteX1" fmla="*/ 1027285 w 1232747"/>
              <a:gd name="connsiteY1" fmla="*/ 1027285 h 1027285"/>
              <a:gd name="connsiteX2" fmla="*/ 205462 w 1232747"/>
              <a:gd name="connsiteY2" fmla="*/ 1027285 h 1027285"/>
              <a:gd name="connsiteX3" fmla="*/ 0 w 1232747"/>
              <a:gd name="connsiteY3" fmla="*/ 821823 h 1027285"/>
              <a:gd name="connsiteX4" fmla="*/ 0 w 1232747"/>
              <a:gd name="connsiteY4" fmla="*/ 0 h 1027285"/>
              <a:gd name="connsiteX0" fmla="*/ 1027285 w 1027285"/>
              <a:gd name="connsiteY0" fmla="*/ 1027285 h 1027285"/>
              <a:gd name="connsiteX1" fmla="*/ 205462 w 1027285"/>
              <a:gd name="connsiteY1" fmla="*/ 1027285 h 1027285"/>
              <a:gd name="connsiteX2" fmla="*/ 0 w 1027285"/>
              <a:gd name="connsiteY2" fmla="*/ 821823 h 1027285"/>
              <a:gd name="connsiteX3" fmla="*/ 0 w 1027285"/>
              <a:gd name="connsiteY3" fmla="*/ 0 h 1027285"/>
              <a:gd name="connsiteX0" fmla="*/ 715712 w 715712"/>
              <a:gd name="connsiteY0" fmla="*/ 1027285 h 1027285"/>
              <a:gd name="connsiteX1" fmla="*/ 205462 w 715712"/>
              <a:gd name="connsiteY1" fmla="*/ 1027285 h 1027285"/>
              <a:gd name="connsiteX2" fmla="*/ 0 w 715712"/>
              <a:gd name="connsiteY2" fmla="*/ 821823 h 1027285"/>
              <a:gd name="connsiteX3" fmla="*/ 0 w 715712"/>
              <a:gd name="connsiteY3" fmla="*/ 0 h 1027285"/>
              <a:gd name="connsiteX0" fmla="*/ 715712 w 715712"/>
              <a:gd name="connsiteY0" fmla="*/ 668298 h 668298"/>
              <a:gd name="connsiteX1" fmla="*/ 205462 w 715712"/>
              <a:gd name="connsiteY1" fmla="*/ 668298 h 668298"/>
              <a:gd name="connsiteX2" fmla="*/ 0 w 715712"/>
              <a:gd name="connsiteY2" fmla="*/ 462836 h 668298"/>
              <a:gd name="connsiteX3" fmla="*/ 0 w 715712"/>
              <a:gd name="connsiteY3" fmla="*/ 0 h 668298"/>
            </a:gdLst>
            <a:ahLst/>
            <a:cxnLst>
              <a:cxn ang="0">
                <a:pos x="connsiteX0" y="connsiteY0"/>
              </a:cxn>
              <a:cxn ang="0">
                <a:pos x="connsiteX1" y="connsiteY1"/>
              </a:cxn>
              <a:cxn ang="0">
                <a:pos x="connsiteX2" y="connsiteY2"/>
              </a:cxn>
              <a:cxn ang="0">
                <a:pos x="connsiteX3" y="connsiteY3"/>
              </a:cxn>
            </a:cxnLst>
            <a:rect l="l" t="t" r="r" b="b"/>
            <a:pathLst>
              <a:path w="715712" h="668298">
                <a:moveTo>
                  <a:pt x="715712" y="668298"/>
                </a:moveTo>
                <a:lnTo>
                  <a:pt x="205462" y="668298"/>
                </a:lnTo>
                <a:cubicBezTo>
                  <a:pt x="91988" y="668298"/>
                  <a:pt x="0" y="576310"/>
                  <a:pt x="0" y="462836"/>
                </a:cubicBezTo>
                <a:lnTo>
                  <a:pt x="0" y="0"/>
                </a:lnTo>
              </a:path>
            </a:pathLst>
          </a:custGeom>
          <a:noFill/>
          <a:ln w="63500">
            <a:gradFill>
              <a:gsLst>
                <a:gs pos="0">
                  <a:schemeClr val="accent1">
                    <a:lumMod val="5000"/>
                    <a:lumOff val="95000"/>
                  </a:schemeClr>
                </a:gs>
                <a:gs pos="68000">
                  <a:srgbClr val="8E9CEF">
                    <a:alpha val="50000"/>
                  </a:srgbClr>
                </a:gs>
              </a:gsLst>
              <a:lin ang="5400000" scaled="1"/>
            </a:gradFill>
            <a:headEnd type="triangle"/>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3" name="矩形: 圆角 252">
            <a:extLst>
              <a:ext uri="{FF2B5EF4-FFF2-40B4-BE49-F238E27FC236}">
                <a16:creationId xmlns:a16="http://schemas.microsoft.com/office/drawing/2014/main" id="{169A0690-82C5-F4DB-5784-2450461E06FD}"/>
              </a:ext>
            </a:extLst>
          </p:cNvPr>
          <p:cNvSpPr/>
          <p:nvPr/>
        </p:nvSpPr>
        <p:spPr>
          <a:xfrm>
            <a:off x="10239957" y="3488802"/>
            <a:ext cx="670529" cy="670529"/>
          </a:xfrm>
          <a:custGeom>
            <a:avLst/>
            <a:gdLst>
              <a:gd name="connsiteX0" fmla="*/ 0 w 1091433"/>
              <a:gd name="connsiteY0" fmla="*/ 181909 h 1091433"/>
              <a:gd name="connsiteX1" fmla="*/ 181909 w 1091433"/>
              <a:gd name="connsiteY1" fmla="*/ 0 h 1091433"/>
              <a:gd name="connsiteX2" fmla="*/ 909524 w 1091433"/>
              <a:gd name="connsiteY2" fmla="*/ 0 h 1091433"/>
              <a:gd name="connsiteX3" fmla="*/ 1091433 w 1091433"/>
              <a:gd name="connsiteY3" fmla="*/ 181909 h 1091433"/>
              <a:gd name="connsiteX4" fmla="*/ 1091433 w 1091433"/>
              <a:gd name="connsiteY4" fmla="*/ 909524 h 1091433"/>
              <a:gd name="connsiteX5" fmla="*/ 909524 w 1091433"/>
              <a:gd name="connsiteY5" fmla="*/ 1091433 h 1091433"/>
              <a:gd name="connsiteX6" fmla="*/ 181909 w 1091433"/>
              <a:gd name="connsiteY6" fmla="*/ 1091433 h 1091433"/>
              <a:gd name="connsiteX7" fmla="*/ 0 w 1091433"/>
              <a:gd name="connsiteY7" fmla="*/ 909524 h 1091433"/>
              <a:gd name="connsiteX8" fmla="*/ 0 w 1091433"/>
              <a:gd name="connsiteY8" fmla="*/ 181909 h 1091433"/>
              <a:gd name="connsiteX0" fmla="*/ 0 w 1091433"/>
              <a:gd name="connsiteY0" fmla="*/ 181909 h 1091433"/>
              <a:gd name="connsiteX1" fmla="*/ 181909 w 1091433"/>
              <a:gd name="connsiteY1" fmla="*/ 0 h 1091433"/>
              <a:gd name="connsiteX2" fmla="*/ 909524 w 1091433"/>
              <a:gd name="connsiteY2" fmla="*/ 0 h 1091433"/>
              <a:gd name="connsiteX3" fmla="*/ 1091433 w 1091433"/>
              <a:gd name="connsiteY3" fmla="*/ 181909 h 1091433"/>
              <a:gd name="connsiteX4" fmla="*/ 1091433 w 1091433"/>
              <a:gd name="connsiteY4" fmla="*/ 909524 h 1091433"/>
              <a:gd name="connsiteX5" fmla="*/ 909524 w 1091433"/>
              <a:gd name="connsiteY5" fmla="*/ 1091433 h 1091433"/>
              <a:gd name="connsiteX6" fmla="*/ 181909 w 1091433"/>
              <a:gd name="connsiteY6" fmla="*/ 1091433 h 1091433"/>
              <a:gd name="connsiteX7" fmla="*/ 0 w 1091433"/>
              <a:gd name="connsiteY7" fmla="*/ 909524 h 1091433"/>
              <a:gd name="connsiteX8" fmla="*/ 91440 w 1091433"/>
              <a:gd name="connsiteY8" fmla="*/ 273349 h 1091433"/>
              <a:gd name="connsiteX0" fmla="*/ 0 w 1091433"/>
              <a:gd name="connsiteY0" fmla="*/ 181909 h 1091433"/>
              <a:gd name="connsiteX1" fmla="*/ 181909 w 1091433"/>
              <a:gd name="connsiteY1" fmla="*/ 0 h 1091433"/>
              <a:gd name="connsiteX2" fmla="*/ 909524 w 1091433"/>
              <a:gd name="connsiteY2" fmla="*/ 0 h 1091433"/>
              <a:gd name="connsiteX3" fmla="*/ 1091433 w 1091433"/>
              <a:gd name="connsiteY3" fmla="*/ 181909 h 1091433"/>
              <a:gd name="connsiteX4" fmla="*/ 1091433 w 1091433"/>
              <a:gd name="connsiteY4" fmla="*/ 909524 h 1091433"/>
              <a:gd name="connsiteX5" fmla="*/ 909524 w 1091433"/>
              <a:gd name="connsiteY5" fmla="*/ 1091433 h 1091433"/>
              <a:gd name="connsiteX6" fmla="*/ 181909 w 1091433"/>
              <a:gd name="connsiteY6" fmla="*/ 1091433 h 1091433"/>
              <a:gd name="connsiteX7" fmla="*/ 0 w 1091433"/>
              <a:gd name="connsiteY7" fmla="*/ 909524 h 1091433"/>
              <a:gd name="connsiteX0" fmla="*/ 0 w 1091433"/>
              <a:gd name="connsiteY0" fmla="*/ 181909 h 1091433"/>
              <a:gd name="connsiteX1" fmla="*/ 181909 w 1091433"/>
              <a:gd name="connsiteY1" fmla="*/ 0 h 1091433"/>
              <a:gd name="connsiteX2" fmla="*/ 909524 w 1091433"/>
              <a:gd name="connsiteY2" fmla="*/ 0 h 1091433"/>
              <a:gd name="connsiteX3" fmla="*/ 1091433 w 1091433"/>
              <a:gd name="connsiteY3" fmla="*/ 181909 h 1091433"/>
              <a:gd name="connsiteX4" fmla="*/ 1091433 w 1091433"/>
              <a:gd name="connsiteY4" fmla="*/ 909524 h 1091433"/>
              <a:gd name="connsiteX5" fmla="*/ 909524 w 1091433"/>
              <a:gd name="connsiteY5" fmla="*/ 1091433 h 1091433"/>
              <a:gd name="connsiteX6" fmla="*/ 181909 w 1091433"/>
              <a:gd name="connsiteY6" fmla="*/ 1091433 h 1091433"/>
              <a:gd name="connsiteX0" fmla="*/ 0 w 1091433"/>
              <a:gd name="connsiteY0" fmla="*/ 181909 h 1091433"/>
              <a:gd name="connsiteX1" fmla="*/ 181909 w 1091433"/>
              <a:gd name="connsiteY1" fmla="*/ 0 h 1091433"/>
              <a:gd name="connsiteX2" fmla="*/ 909524 w 1091433"/>
              <a:gd name="connsiteY2" fmla="*/ 0 h 1091433"/>
              <a:gd name="connsiteX3" fmla="*/ 1091433 w 1091433"/>
              <a:gd name="connsiteY3" fmla="*/ 181909 h 1091433"/>
              <a:gd name="connsiteX4" fmla="*/ 1091433 w 1091433"/>
              <a:gd name="connsiteY4" fmla="*/ 909524 h 1091433"/>
              <a:gd name="connsiteX5" fmla="*/ 909524 w 1091433"/>
              <a:gd name="connsiteY5" fmla="*/ 1091433 h 1091433"/>
              <a:gd name="connsiteX0" fmla="*/ 0 w 1091433"/>
              <a:gd name="connsiteY0" fmla="*/ 181909 h 909524"/>
              <a:gd name="connsiteX1" fmla="*/ 181909 w 1091433"/>
              <a:gd name="connsiteY1" fmla="*/ 0 h 909524"/>
              <a:gd name="connsiteX2" fmla="*/ 909524 w 1091433"/>
              <a:gd name="connsiteY2" fmla="*/ 0 h 909524"/>
              <a:gd name="connsiteX3" fmla="*/ 1091433 w 1091433"/>
              <a:gd name="connsiteY3" fmla="*/ 181909 h 909524"/>
              <a:gd name="connsiteX4" fmla="*/ 1091433 w 1091433"/>
              <a:gd name="connsiteY4" fmla="*/ 909524 h 909524"/>
              <a:gd name="connsiteX0" fmla="*/ 0 w 909524"/>
              <a:gd name="connsiteY0" fmla="*/ 0 h 909524"/>
              <a:gd name="connsiteX1" fmla="*/ 727615 w 909524"/>
              <a:gd name="connsiteY1" fmla="*/ 0 h 909524"/>
              <a:gd name="connsiteX2" fmla="*/ 909524 w 909524"/>
              <a:gd name="connsiteY2" fmla="*/ 181909 h 909524"/>
              <a:gd name="connsiteX3" fmla="*/ 909524 w 909524"/>
              <a:gd name="connsiteY3" fmla="*/ 909524 h 909524"/>
            </a:gdLst>
            <a:ahLst/>
            <a:cxnLst>
              <a:cxn ang="0">
                <a:pos x="connsiteX0" y="connsiteY0"/>
              </a:cxn>
              <a:cxn ang="0">
                <a:pos x="connsiteX1" y="connsiteY1"/>
              </a:cxn>
              <a:cxn ang="0">
                <a:pos x="connsiteX2" y="connsiteY2"/>
              </a:cxn>
              <a:cxn ang="0">
                <a:pos x="connsiteX3" y="connsiteY3"/>
              </a:cxn>
            </a:cxnLst>
            <a:rect l="l" t="t" r="r" b="b"/>
            <a:pathLst>
              <a:path w="909524" h="909524">
                <a:moveTo>
                  <a:pt x="0" y="0"/>
                </a:moveTo>
                <a:lnTo>
                  <a:pt x="727615" y="0"/>
                </a:lnTo>
                <a:cubicBezTo>
                  <a:pt x="828081" y="0"/>
                  <a:pt x="909524" y="81443"/>
                  <a:pt x="909524" y="181909"/>
                </a:cubicBezTo>
                <a:lnTo>
                  <a:pt x="909524" y="909524"/>
                </a:lnTo>
              </a:path>
            </a:pathLst>
          </a:custGeom>
          <a:noFill/>
          <a:ln w="63500">
            <a:gradFill flip="none" rotWithShape="1">
              <a:gsLst>
                <a:gs pos="0">
                  <a:schemeClr val="accent1">
                    <a:lumMod val="5000"/>
                    <a:lumOff val="95000"/>
                  </a:schemeClr>
                </a:gs>
                <a:gs pos="73000">
                  <a:srgbClr val="8E9CEF">
                    <a:alpha val="50000"/>
                  </a:srgbClr>
                </a:gs>
              </a:gsLst>
              <a:lin ang="0" scaled="1"/>
              <a:tileRect/>
            </a:gradFill>
            <a:tailEnd type="triangle"/>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4" name="矩形: 圆角 252">
            <a:extLst>
              <a:ext uri="{FF2B5EF4-FFF2-40B4-BE49-F238E27FC236}">
                <a16:creationId xmlns:a16="http://schemas.microsoft.com/office/drawing/2014/main" id="{A42F7139-EDE6-DADF-815A-57BEC8837D98}"/>
              </a:ext>
            </a:extLst>
          </p:cNvPr>
          <p:cNvSpPr/>
          <p:nvPr/>
        </p:nvSpPr>
        <p:spPr>
          <a:xfrm>
            <a:off x="9080055" y="5064754"/>
            <a:ext cx="670529" cy="670529"/>
          </a:xfrm>
          <a:custGeom>
            <a:avLst/>
            <a:gdLst>
              <a:gd name="connsiteX0" fmla="*/ 0 w 1091433"/>
              <a:gd name="connsiteY0" fmla="*/ 181909 h 1091433"/>
              <a:gd name="connsiteX1" fmla="*/ 181909 w 1091433"/>
              <a:gd name="connsiteY1" fmla="*/ 0 h 1091433"/>
              <a:gd name="connsiteX2" fmla="*/ 909524 w 1091433"/>
              <a:gd name="connsiteY2" fmla="*/ 0 h 1091433"/>
              <a:gd name="connsiteX3" fmla="*/ 1091433 w 1091433"/>
              <a:gd name="connsiteY3" fmla="*/ 181909 h 1091433"/>
              <a:gd name="connsiteX4" fmla="*/ 1091433 w 1091433"/>
              <a:gd name="connsiteY4" fmla="*/ 909524 h 1091433"/>
              <a:gd name="connsiteX5" fmla="*/ 909524 w 1091433"/>
              <a:gd name="connsiteY5" fmla="*/ 1091433 h 1091433"/>
              <a:gd name="connsiteX6" fmla="*/ 181909 w 1091433"/>
              <a:gd name="connsiteY6" fmla="*/ 1091433 h 1091433"/>
              <a:gd name="connsiteX7" fmla="*/ 0 w 1091433"/>
              <a:gd name="connsiteY7" fmla="*/ 909524 h 1091433"/>
              <a:gd name="connsiteX8" fmla="*/ 0 w 1091433"/>
              <a:gd name="connsiteY8" fmla="*/ 181909 h 1091433"/>
              <a:gd name="connsiteX0" fmla="*/ 0 w 1091433"/>
              <a:gd name="connsiteY0" fmla="*/ 181909 h 1091433"/>
              <a:gd name="connsiteX1" fmla="*/ 181909 w 1091433"/>
              <a:gd name="connsiteY1" fmla="*/ 0 h 1091433"/>
              <a:gd name="connsiteX2" fmla="*/ 909524 w 1091433"/>
              <a:gd name="connsiteY2" fmla="*/ 0 h 1091433"/>
              <a:gd name="connsiteX3" fmla="*/ 1091433 w 1091433"/>
              <a:gd name="connsiteY3" fmla="*/ 181909 h 1091433"/>
              <a:gd name="connsiteX4" fmla="*/ 1091433 w 1091433"/>
              <a:gd name="connsiteY4" fmla="*/ 909524 h 1091433"/>
              <a:gd name="connsiteX5" fmla="*/ 909524 w 1091433"/>
              <a:gd name="connsiteY5" fmla="*/ 1091433 h 1091433"/>
              <a:gd name="connsiteX6" fmla="*/ 181909 w 1091433"/>
              <a:gd name="connsiteY6" fmla="*/ 1091433 h 1091433"/>
              <a:gd name="connsiteX7" fmla="*/ 0 w 1091433"/>
              <a:gd name="connsiteY7" fmla="*/ 909524 h 1091433"/>
              <a:gd name="connsiteX8" fmla="*/ 91440 w 1091433"/>
              <a:gd name="connsiteY8" fmla="*/ 273349 h 1091433"/>
              <a:gd name="connsiteX0" fmla="*/ 0 w 1091433"/>
              <a:gd name="connsiteY0" fmla="*/ 181909 h 1091433"/>
              <a:gd name="connsiteX1" fmla="*/ 181909 w 1091433"/>
              <a:gd name="connsiteY1" fmla="*/ 0 h 1091433"/>
              <a:gd name="connsiteX2" fmla="*/ 909524 w 1091433"/>
              <a:gd name="connsiteY2" fmla="*/ 0 h 1091433"/>
              <a:gd name="connsiteX3" fmla="*/ 1091433 w 1091433"/>
              <a:gd name="connsiteY3" fmla="*/ 181909 h 1091433"/>
              <a:gd name="connsiteX4" fmla="*/ 1091433 w 1091433"/>
              <a:gd name="connsiteY4" fmla="*/ 909524 h 1091433"/>
              <a:gd name="connsiteX5" fmla="*/ 909524 w 1091433"/>
              <a:gd name="connsiteY5" fmla="*/ 1091433 h 1091433"/>
              <a:gd name="connsiteX6" fmla="*/ 181909 w 1091433"/>
              <a:gd name="connsiteY6" fmla="*/ 1091433 h 1091433"/>
              <a:gd name="connsiteX7" fmla="*/ 0 w 1091433"/>
              <a:gd name="connsiteY7" fmla="*/ 909524 h 1091433"/>
              <a:gd name="connsiteX0" fmla="*/ 0 w 1091433"/>
              <a:gd name="connsiteY0" fmla="*/ 181909 h 1091433"/>
              <a:gd name="connsiteX1" fmla="*/ 181909 w 1091433"/>
              <a:gd name="connsiteY1" fmla="*/ 0 h 1091433"/>
              <a:gd name="connsiteX2" fmla="*/ 909524 w 1091433"/>
              <a:gd name="connsiteY2" fmla="*/ 0 h 1091433"/>
              <a:gd name="connsiteX3" fmla="*/ 1091433 w 1091433"/>
              <a:gd name="connsiteY3" fmla="*/ 181909 h 1091433"/>
              <a:gd name="connsiteX4" fmla="*/ 1091433 w 1091433"/>
              <a:gd name="connsiteY4" fmla="*/ 909524 h 1091433"/>
              <a:gd name="connsiteX5" fmla="*/ 909524 w 1091433"/>
              <a:gd name="connsiteY5" fmla="*/ 1091433 h 1091433"/>
              <a:gd name="connsiteX6" fmla="*/ 181909 w 1091433"/>
              <a:gd name="connsiteY6" fmla="*/ 1091433 h 1091433"/>
              <a:gd name="connsiteX0" fmla="*/ 0 w 1091433"/>
              <a:gd name="connsiteY0" fmla="*/ 181909 h 1091433"/>
              <a:gd name="connsiteX1" fmla="*/ 181909 w 1091433"/>
              <a:gd name="connsiteY1" fmla="*/ 0 h 1091433"/>
              <a:gd name="connsiteX2" fmla="*/ 909524 w 1091433"/>
              <a:gd name="connsiteY2" fmla="*/ 0 h 1091433"/>
              <a:gd name="connsiteX3" fmla="*/ 1091433 w 1091433"/>
              <a:gd name="connsiteY3" fmla="*/ 181909 h 1091433"/>
              <a:gd name="connsiteX4" fmla="*/ 1091433 w 1091433"/>
              <a:gd name="connsiteY4" fmla="*/ 909524 h 1091433"/>
              <a:gd name="connsiteX5" fmla="*/ 909524 w 1091433"/>
              <a:gd name="connsiteY5" fmla="*/ 1091433 h 1091433"/>
              <a:gd name="connsiteX0" fmla="*/ 0 w 1091433"/>
              <a:gd name="connsiteY0" fmla="*/ 181909 h 909524"/>
              <a:gd name="connsiteX1" fmla="*/ 181909 w 1091433"/>
              <a:gd name="connsiteY1" fmla="*/ 0 h 909524"/>
              <a:gd name="connsiteX2" fmla="*/ 909524 w 1091433"/>
              <a:gd name="connsiteY2" fmla="*/ 0 h 909524"/>
              <a:gd name="connsiteX3" fmla="*/ 1091433 w 1091433"/>
              <a:gd name="connsiteY3" fmla="*/ 181909 h 909524"/>
              <a:gd name="connsiteX4" fmla="*/ 1091433 w 1091433"/>
              <a:gd name="connsiteY4" fmla="*/ 909524 h 909524"/>
              <a:gd name="connsiteX0" fmla="*/ 0 w 909524"/>
              <a:gd name="connsiteY0" fmla="*/ 0 h 909524"/>
              <a:gd name="connsiteX1" fmla="*/ 727615 w 909524"/>
              <a:gd name="connsiteY1" fmla="*/ 0 h 909524"/>
              <a:gd name="connsiteX2" fmla="*/ 909524 w 909524"/>
              <a:gd name="connsiteY2" fmla="*/ 181909 h 909524"/>
              <a:gd name="connsiteX3" fmla="*/ 909524 w 909524"/>
              <a:gd name="connsiteY3" fmla="*/ 909524 h 909524"/>
            </a:gdLst>
            <a:ahLst/>
            <a:cxnLst>
              <a:cxn ang="0">
                <a:pos x="connsiteX0" y="connsiteY0"/>
              </a:cxn>
              <a:cxn ang="0">
                <a:pos x="connsiteX1" y="connsiteY1"/>
              </a:cxn>
              <a:cxn ang="0">
                <a:pos x="connsiteX2" y="connsiteY2"/>
              </a:cxn>
              <a:cxn ang="0">
                <a:pos x="connsiteX3" y="connsiteY3"/>
              </a:cxn>
            </a:cxnLst>
            <a:rect l="l" t="t" r="r" b="b"/>
            <a:pathLst>
              <a:path w="909524" h="909524">
                <a:moveTo>
                  <a:pt x="0" y="0"/>
                </a:moveTo>
                <a:lnTo>
                  <a:pt x="727615" y="0"/>
                </a:lnTo>
                <a:cubicBezTo>
                  <a:pt x="828081" y="0"/>
                  <a:pt x="909524" y="81443"/>
                  <a:pt x="909524" y="181909"/>
                </a:cubicBezTo>
                <a:lnTo>
                  <a:pt x="909524" y="909524"/>
                </a:lnTo>
              </a:path>
            </a:pathLst>
          </a:custGeom>
          <a:noFill/>
          <a:ln w="63500">
            <a:gradFill flip="none" rotWithShape="1">
              <a:gsLst>
                <a:gs pos="0">
                  <a:schemeClr val="accent1">
                    <a:lumMod val="5000"/>
                    <a:lumOff val="95000"/>
                  </a:schemeClr>
                </a:gs>
                <a:gs pos="73000">
                  <a:srgbClr val="8E9CEF">
                    <a:alpha val="50000"/>
                  </a:srgbClr>
                </a:gs>
              </a:gsLst>
              <a:lin ang="0" scaled="1"/>
              <a:tileRect/>
            </a:gradFill>
            <a:tailEnd type="triangle"/>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7" name="文本框 256">
            <a:extLst>
              <a:ext uri="{FF2B5EF4-FFF2-40B4-BE49-F238E27FC236}">
                <a16:creationId xmlns:a16="http://schemas.microsoft.com/office/drawing/2014/main" id="{CEAE6020-916A-CFDD-B445-E2F69F15D550}"/>
              </a:ext>
            </a:extLst>
          </p:cNvPr>
          <p:cNvSpPr txBox="1"/>
          <p:nvPr/>
        </p:nvSpPr>
        <p:spPr>
          <a:xfrm>
            <a:off x="8152547" y="4135100"/>
            <a:ext cx="595035" cy="215444"/>
          </a:xfrm>
          <a:prstGeom prst="rect">
            <a:avLst/>
          </a:prstGeom>
          <a:noFill/>
          <a:scene3d>
            <a:camera prst="isometricBottomDown"/>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8" name="文本框 257">
            <a:extLst>
              <a:ext uri="{FF2B5EF4-FFF2-40B4-BE49-F238E27FC236}">
                <a16:creationId xmlns:a16="http://schemas.microsoft.com/office/drawing/2014/main" id="{F5E34086-29D8-8D0F-EC50-30AA2AEAB0BB}"/>
              </a:ext>
            </a:extLst>
          </p:cNvPr>
          <p:cNvSpPr txBox="1"/>
          <p:nvPr/>
        </p:nvSpPr>
        <p:spPr>
          <a:xfrm>
            <a:off x="6929529" y="5656809"/>
            <a:ext cx="595035" cy="215444"/>
          </a:xfrm>
          <a:prstGeom prst="rect">
            <a:avLst/>
          </a:prstGeom>
          <a:noFill/>
          <a:scene3d>
            <a:camera prst="isometricBottomDown"/>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59" name="文本框 258">
            <a:extLst>
              <a:ext uri="{FF2B5EF4-FFF2-40B4-BE49-F238E27FC236}">
                <a16:creationId xmlns:a16="http://schemas.microsoft.com/office/drawing/2014/main" id="{4F6E8AF8-D9B9-064F-7580-D9C523B04091}"/>
              </a:ext>
            </a:extLst>
          </p:cNvPr>
          <p:cNvSpPr txBox="1"/>
          <p:nvPr/>
        </p:nvSpPr>
        <p:spPr>
          <a:xfrm>
            <a:off x="4777271" y="4357236"/>
            <a:ext cx="595035" cy="215444"/>
          </a:xfrm>
          <a:prstGeom prst="rect">
            <a:avLst/>
          </a:prstGeom>
          <a:noFill/>
          <a:scene3d>
            <a:camera prst="isometricBottomDown"/>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60" name="文本框 259">
            <a:extLst>
              <a:ext uri="{FF2B5EF4-FFF2-40B4-BE49-F238E27FC236}">
                <a16:creationId xmlns:a16="http://schemas.microsoft.com/office/drawing/2014/main" id="{B5F833FA-5061-9B2A-389A-68DA340F6081}"/>
              </a:ext>
            </a:extLst>
          </p:cNvPr>
          <p:cNvSpPr txBox="1"/>
          <p:nvPr/>
        </p:nvSpPr>
        <p:spPr>
          <a:xfrm>
            <a:off x="3890972" y="3829463"/>
            <a:ext cx="595035" cy="215444"/>
          </a:xfrm>
          <a:prstGeom prst="rect">
            <a:avLst/>
          </a:prstGeom>
          <a:noFill/>
          <a:scene3d>
            <a:camera prst="isometricBottomDown"/>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61" name="文本框 260">
            <a:extLst>
              <a:ext uri="{FF2B5EF4-FFF2-40B4-BE49-F238E27FC236}">
                <a16:creationId xmlns:a16="http://schemas.microsoft.com/office/drawing/2014/main" id="{4FF1B1DA-8D5D-7EB9-B4E4-F7DD93E35E81}"/>
              </a:ext>
            </a:extLst>
          </p:cNvPr>
          <p:cNvSpPr txBox="1"/>
          <p:nvPr/>
        </p:nvSpPr>
        <p:spPr>
          <a:xfrm>
            <a:off x="4041053" y="1818496"/>
            <a:ext cx="595035" cy="215444"/>
          </a:xfrm>
          <a:prstGeom prst="rect">
            <a:avLst/>
          </a:prstGeom>
          <a:noFill/>
          <a:scene3d>
            <a:camera prst="isometricBottomDown"/>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62" name="文本框 261">
            <a:extLst>
              <a:ext uri="{FF2B5EF4-FFF2-40B4-BE49-F238E27FC236}">
                <a16:creationId xmlns:a16="http://schemas.microsoft.com/office/drawing/2014/main" id="{CD40C4A5-1B30-C8EC-F5CE-C6CFACAB8889}"/>
              </a:ext>
            </a:extLst>
          </p:cNvPr>
          <p:cNvSpPr txBox="1"/>
          <p:nvPr/>
        </p:nvSpPr>
        <p:spPr>
          <a:xfrm>
            <a:off x="6236391" y="3113578"/>
            <a:ext cx="595035" cy="215444"/>
          </a:xfrm>
          <a:prstGeom prst="rect">
            <a:avLst/>
          </a:prstGeom>
          <a:noFill/>
          <a:scene3d>
            <a:camera prst="isometricBottomDown"/>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63" name="文本框 262">
            <a:extLst>
              <a:ext uri="{FF2B5EF4-FFF2-40B4-BE49-F238E27FC236}">
                <a16:creationId xmlns:a16="http://schemas.microsoft.com/office/drawing/2014/main" id="{A09A736D-1ABA-1D99-D035-E98AADAB5898}"/>
              </a:ext>
            </a:extLst>
          </p:cNvPr>
          <p:cNvSpPr txBox="1"/>
          <p:nvPr/>
        </p:nvSpPr>
        <p:spPr>
          <a:xfrm>
            <a:off x="4808183" y="2504339"/>
            <a:ext cx="595035" cy="215444"/>
          </a:xfrm>
          <a:prstGeom prst="rect">
            <a:avLst/>
          </a:prstGeom>
          <a:noFill/>
          <a:scene3d>
            <a:camera prst="isometricBottomDown"/>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64" name="文本框 263">
            <a:extLst>
              <a:ext uri="{FF2B5EF4-FFF2-40B4-BE49-F238E27FC236}">
                <a16:creationId xmlns:a16="http://schemas.microsoft.com/office/drawing/2014/main" id="{845DAFA5-B99F-1214-1839-FEC8A74CF1A4}"/>
              </a:ext>
            </a:extLst>
          </p:cNvPr>
          <p:cNvSpPr txBox="1"/>
          <p:nvPr/>
        </p:nvSpPr>
        <p:spPr>
          <a:xfrm>
            <a:off x="5345044" y="2152496"/>
            <a:ext cx="595035" cy="215444"/>
          </a:xfrm>
          <a:prstGeom prst="rect">
            <a:avLst/>
          </a:prstGeom>
          <a:noFill/>
          <a:scene3d>
            <a:camera prst="isometricBottomDown"/>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65" name="文本框 264">
            <a:extLst>
              <a:ext uri="{FF2B5EF4-FFF2-40B4-BE49-F238E27FC236}">
                <a16:creationId xmlns:a16="http://schemas.microsoft.com/office/drawing/2014/main" id="{B1C03072-64C4-6E50-C9E0-E91A0932EC4D}"/>
              </a:ext>
            </a:extLst>
          </p:cNvPr>
          <p:cNvSpPr txBox="1"/>
          <p:nvPr/>
        </p:nvSpPr>
        <p:spPr>
          <a:xfrm>
            <a:off x="6729351" y="1231535"/>
            <a:ext cx="595035" cy="215444"/>
          </a:xfrm>
          <a:prstGeom prst="rect">
            <a:avLst/>
          </a:prstGeom>
          <a:noFill/>
          <a:scene3d>
            <a:camera prst="isometricBottomDown"/>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66" name="文本框 265">
            <a:extLst>
              <a:ext uri="{FF2B5EF4-FFF2-40B4-BE49-F238E27FC236}">
                <a16:creationId xmlns:a16="http://schemas.microsoft.com/office/drawing/2014/main" id="{1B5FF566-7906-191A-F8A6-FBF9DB631C9B}"/>
              </a:ext>
            </a:extLst>
          </p:cNvPr>
          <p:cNvSpPr txBox="1"/>
          <p:nvPr/>
        </p:nvSpPr>
        <p:spPr>
          <a:xfrm>
            <a:off x="7706870" y="1753312"/>
            <a:ext cx="595035" cy="215444"/>
          </a:xfrm>
          <a:prstGeom prst="rect">
            <a:avLst/>
          </a:prstGeom>
          <a:noFill/>
          <a:scene3d>
            <a:camera prst="isometricBottomDown"/>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67" name="文本框 266">
            <a:extLst>
              <a:ext uri="{FF2B5EF4-FFF2-40B4-BE49-F238E27FC236}">
                <a16:creationId xmlns:a16="http://schemas.microsoft.com/office/drawing/2014/main" id="{2E5928D6-A278-6E4B-3832-9664E1519B9A}"/>
              </a:ext>
            </a:extLst>
          </p:cNvPr>
          <p:cNvSpPr txBox="1"/>
          <p:nvPr/>
        </p:nvSpPr>
        <p:spPr>
          <a:xfrm>
            <a:off x="9153324" y="2612739"/>
            <a:ext cx="595035" cy="215444"/>
          </a:xfrm>
          <a:prstGeom prst="rect">
            <a:avLst/>
          </a:prstGeom>
          <a:noFill/>
          <a:scene3d>
            <a:camera prst="isometricBottomDown"/>
            <a:lightRig rig="threePt" dir="t"/>
          </a:scene3d>
        </p:spPr>
        <p:txBody>
          <a:bodyPr wrap="none" rtlCol="0">
            <a:spAutoFit/>
          </a:bodyPr>
          <a:lstStyle/>
          <a:p>
            <a:r>
              <a:rPr lang="zh-CN" altLang="en-US" sz="800" dirty="0">
                <a:solidFill>
                  <a:srgbClr val="3749CC"/>
                </a:solidFill>
                <a:latin typeface="HarmonyOS Sans SC Medium" panose="00000600000000000000" pitchFamily="2" charset="-122"/>
                <a:ea typeface="HarmonyOS Sans SC Medium" panose="00000600000000000000" pitchFamily="2" charset="-122"/>
              </a:rPr>
              <a:t>标注文字</a:t>
            </a:r>
          </a:p>
        </p:txBody>
      </p:sp>
      <p:sp>
        <p:nvSpPr>
          <p:cNvPr id="273" name="图形 199"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7D5B410-9ADA-8476-0721-BC7081FE976A}"/>
              </a:ext>
            </a:extLst>
          </p:cNvPr>
          <p:cNvSpPr/>
          <p:nvPr/>
        </p:nvSpPr>
        <p:spPr>
          <a:xfrm>
            <a:off x="7476870" y="4871493"/>
            <a:ext cx="327588" cy="297808"/>
          </a:xfrm>
          <a:custGeom>
            <a:avLst/>
            <a:gdLst>
              <a:gd name="connsiteX0" fmla="*/ 190500 w 209550"/>
              <a:gd name="connsiteY0" fmla="*/ 0 h 190500"/>
              <a:gd name="connsiteX1" fmla="*/ 19050 w 209550"/>
              <a:gd name="connsiteY1" fmla="*/ 0 h 190500"/>
              <a:gd name="connsiteX2" fmla="*/ 0 w 209550"/>
              <a:gd name="connsiteY2" fmla="*/ 19050 h 190500"/>
              <a:gd name="connsiteX3" fmla="*/ 0 w 209550"/>
              <a:gd name="connsiteY3" fmla="*/ 133350 h 190500"/>
              <a:gd name="connsiteX4" fmla="*/ 19050 w 209550"/>
              <a:gd name="connsiteY4" fmla="*/ 152400 h 190500"/>
              <a:gd name="connsiteX5" fmla="*/ 85725 w 209550"/>
              <a:gd name="connsiteY5" fmla="*/ 152400 h 190500"/>
              <a:gd name="connsiteX6" fmla="*/ 66675 w 209550"/>
              <a:gd name="connsiteY6" fmla="*/ 180975 h 190500"/>
              <a:gd name="connsiteX7" fmla="*/ 66675 w 209550"/>
              <a:gd name="connsiteY7" fmla="*/ 190500 h 190500"/>
              <a:gd name="connsiteX8" fmla="*/ 142875 w 209550"/>
              <a:gd name="connsiteY8" fmla="*/ 190500 h 190500"/>
              <a:gd name="connsiteX9" fmla="*/ 142875 w 209550"/>
              <a:gd name="connsiteY9" fmla="*/ 180975 h 190500"/>
              <a:gd name="connsiteX10" fmla="*/ 123825 w 209550"/>
              <a:gd name="connsiteY10" fmla="*/ 152400 h 190500"/>
              <a:gd name="connsiteX11" fmla="*/ 190500 w 209550"/>
              <a:gd name="connsiteY11" fmla="*/ 152400 h 190500"/>
              <a:gd name="connsiteX12" fmla="*/ 209550 w 209550"/>
              <a:gd name="connsiteY12" fmla="*/ 133350 h 190500"/>
              <a:gd name="connsiteX13" fmla="*/ 209550 w 209550"/>
              <a:gd name="connsiteY13" fmla="*/ 19050 h 190500"/>
              <a:gd name="connsiteX14" fmla="*/ 190500 w 209550"/>
              <a:gd name="connsiteY14" fmla="*/ 0 h 190500"/>
              <a:gd name="connsiteX15" fmla="*/ 190500 w 209550"/>
              <a:gd name="connsiteY15" fmla="*/ 114300 h 190500"/>
              <a:gd name="connsiteX16" fmla="*/ 19050 w 209550"/>
              <a:gd name="connsiteY16" fmla="*/ 114300 h 190500"/>
              <a:gd name="connsiteX17" fmla="*/ 19050 w 209550"/>
              <a:gd name="connsiteY17" fmla="*/ 19050 h 190500"/>
              <a:gd name="connsiteX18" fmla="*/ 190500 w 209550"/>
              <a:gd name="connsiteY18" fmla="*/ 19050 h 190500"/>
              <a:gd name="connsiteX19" fmla="*/ 190500 w 209550"/>
              <a:gd name="connsiteY19" fmla="*/ 11430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9550" h="190500">
                <a:moveTo>
                  <a:pt x="190500" y="0"/>
                </a:moveTo>
                <a:lnTo>
                  <a:pt x="19050" y="0"/>
                </a:lnTo>
                <a:cubicBezTo>
                  <a:pt x="8573" y="0"/>
                  <a:pt x="0" y="8573"/>
                  <a:pt x="0" y="19050"/>
                </a:cubicBezTo>
                <a:lnTo>
                  <a:pt x="0" y="133350"/>
                </a:lnTo>
                <a:cubicBezTo>
                  <a:pt x="0" y="143828"/>
                  <a:pt x="8573" y="152400"/>
                  <a:pt x="19050" y="152400"/>
                </a:cubicBezTo>
                <a:lnTo>
                  <a:pt x="85725" y="152400"/>
                </a:lnTo>
                <a:lnTo>
                  <a:pt x="66675" y="180975"/>
                </a:lnTo>
                <a:lnTo>
                  <a:pt x="66675" y="190500"/>
                </a:lnTo>
                <a:lnTo>
                  <a:pt x="142875" y="190500"/>
                </a:lnTo>
                <a:lnTo>
                  <a:pt x="142875" y="180975"/>
                </a:lnTo>
                <a:lnTo>
                  <a:pt x="123825" y="152400"/>
                </a:lnTo>
                <a:lnTo>
                  <a:pt x="190500" y="152400"/>
                </a:lnTo>
                <a:cubicBezTo>
                  <a:pt x="200978" y="152400"/>
                  <a:pt x="209550" y="143828"/>
                  <a:pt x="209550" y="133350"/>
                </a:cubicBezTo>
                <a:lnTo>
                  <a:pt x="209550" y="19050"/>
                </a:lnTo>
                <a:cubicBezTo>
                  <a:pt x="209550" y="8573"/>
                  <a:pt x="200978" y="0"/>
                  <a:pt x="190500" y="0"/>
                </a:cubicBezTo>
                <a:close/>
                <a:moveTo>
                  <a:pt x="190500" y="114300"/>
                </a:moveTo>
                <a:lnTo>
                  <a:pt x="19050" y="114300"/>
                </a:lnTo>
                <a:lnTo>
                  <a:pt x="19050" y="19050"/>
                </a:lnTo>
                <a:lnTo>
                  <a:pt x="190500" y="19050"/>
                </a:lnTo>
                <a:lnTo>
                  <a:pt x="190500" y="114300"/>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grpSp>
        <p:nvGrpSpPr>
          <p:cNvPr id="275" name="组合 274">
            <a:extLst>
              <a:ext uri="{FF2B5EF4-FFF2-40B4-BE49-F238E27FC236}">
                <a16:creationId xmlns:a16="http://schemas.microsoft.com/office/drawing/2014/main" id="{D871C6FF-94E7-6E28-53F4-6A524F2ED45F}"/>
              </a:ext>
            </a:extLst>
          </p:cNvPr>
          <p:cNvGrpSpPr/>
          <p:nvPr/>
        </p:nvGrpSpPr>
        <p:grpSpPr>
          <a:xfrm>
            <a:off x="610319" y="4531981"/>
            <a:ext cx="3489741" cy="1174065"/>
            <a:chOff x="474580" y="1511573"/>
            <a:chExt cx="3489741" cy="1174065"/>
          </a:xfrm>
        </p:grpSpPr>
        <p:sp>
          <p:nvSpPr>
            <p:cNvPr id="276" name="文本框 275">
              <a:extLst>
                <a:ext uri="{FF2B5EF4-FFF2-40B4-BE49-F238E27FC236}">
                  <a16:creationId xmlns:a16="http://schemas.microsoft.com/office/drawing/2014/main" id="{F7E09209-E01B-5721-78E8-C4B5E4423584}"/>
                </a:ext>
              </a:extLst>
            </p:cNvPr>
            <p:cNvSpPr txBox="1"/>
            <p:nvPr/>
          </p:nvSpPr>
          <p:spPr>
            <a:xfrm>
              <a:off x="474580" y="1696972"/>
              <a:ext cx="3023585" cy="584775"/>
            </a:xfrm>
            <a:prstGeom prst="rect">
              <a:avLst/>
            </a:prstGeom>
            <a:noFill/>
          </p:spPr>
          <p:txBody>
            <a:bodyPr wrap="none" rtlCol="0">
              <a:spAutoFit/>
            </a:bodyPr>
            <a:lstStyle/>
            <a:p>
              <a:r>
                <a:rPr lang="en-US" altLang="zh-CN"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rPr>
                <a:t>YOUR BRAND</a:t>
              </a:r>
              <a:endParaRPr lang="zh-CN" altLang="en-US"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endParaRPr>
            </a:p>
          </p:txBody>
        </p:sp>
        <p:sp>
          <p:nvSpPr>
            <p:cNvPr id="277" name="文本框 276">
              <a:extLst>
                <a:ext uri="{FF2B5EF4-FFF2-40B4-BE49-F238E27FC236}">
                  <a16:creationId xmlns:a16="http://schemas.microsoft.com/office/drawing/2014/main" id="{ABDA5A66-9A1C-52D8-FE3D-FC786D6E79E4}"/>
                </a:ext>
              </a:extLst>
            </p:cNvPr>
            <p:cNvSpPr txBox="1"/>
            <p:nvPr/>
          </p:nvSpPr>
          <p:spPr>
            <a:xfrm>
              <a:off x="474580" y="1511573"/>
              <a:ext cx="1197764" cy="307777"/>
            </a:xfrm>
            <a:prstGeom prst="rect">
              <a:avLst/>
            </a:prstGeom>
            <a:noFill/>
          </p:spPr>
          <p:txBody>
            <a:bodyPr wrap="none" rtlCol="0">
              <a:spAutoFit/>
            </a:bodyPr>
            <a:lstStyle/>
            <a:p>
              <a:r>
                <a:rPr lang="en-US" altLang="zh-CN" sz="1400" dirty="0">
                  <a:solidFill>
                    <a:srgbClr val="02F276"/>
                  </a:solidFill>
                  <a:latin typeface="HarmonyOS Sans SC Black" panose="00000A00000000000000" pitchFamily="2" charset="-122"/>
                  <a:ea typeface="HarmonyOS Sans SC Black" panose="00000A00000000000000" pitchFamily="2" charset="-122"/>
                </a:rPr>
                <a:t>TEXT TITLE</a:t>
              </a:r>
              <a:endParaRPr lang="zh-CN" altLang="en-US" sz="1400" dirty="0">
                <a:solidFill>
                  <a:srgbClr val="02F276"/>
                </a:solidFill>
                <a:latin typeface="HarmonyOS Sans SC Black" panose="00000A00000000000000" pitchFamily="2" charset="-122"/>
                <a:ea typeface="HarmonyOS Sans SC Black" panose="00000A00000000000000" pitchFamily="2" charset="-122"/>
              </a:endParaRPr>
            </a:p>
          </p:txBody>
        </p:sp>
        <p:sp>
          <p:nvSpPr>
            <p:cNvPr id="278" name="文本框 277">
              <a:extLst>
                <a:ext uri="{FF2B5EF4-FFF2-40B4-BE49-F238E27FC236}">
                  <a16:creationId xmlns:a16="http://schemas.microsoft.com/office/drawing/2014/main" id="{1896699B-A45F-796E-CFF2-982BD8950B38}"/>
                </a:ext>
              </a:extLst>
            </p:cNvPr>
            <p:cNvSpPr txBox="1"/>
            <p:nvPr/>
          </p:nvSpPr>
          <p:spPr>
            <a:xfrm>
              <a:off x="474580" y="2223973"/>
              <a:ext cx="3489741" cy="461665"/>
            </a:xfrm>
            <a:prstGeom prst="rect">
              <a:avLst/>
            </a:prstGeom>
            <a:noFill/>
          </p:spPr>
          <p:txBody>
            <a:bodyPr wrap="square" rtlCol="0">
              <a:spAutoFit/>
            </a:bodyPr>
            <a:lstStyle/>
            <a:p>
              <a:r>
                <a:rPr lang="zh-CN" altLang="en-US" sz="24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rPr>
                <a:t>图标文字均可替换修改</a:t>
              </a:r>
            </a:p>
          </p:txBody>
        </p:sp>
      </p:grpSp>
      <p:sp>
        <p:nvSpPr>
          <p:cNvPr id="280" name="文本框 279">
            <a:extLst>
              <a:ext uri="{FF2B5EF4-FFF2-40B4-BE49-F238E27FC236}">
                <a16:creationId xmlns:a16="http://schemas.microsoft.com/office/drawing/2014/main" id="{943F00F2-A431-69AC-1610-3E64C8852F2F}"/>
              </a:ext>
            </a:extLst>
          </p:cNvPr>
          <p:cNvSpPr txBox="1"/>
          <p:nvPr/>
        </p:nvSpPr>
        <p:spPr>
          <a:xfrm>
            <a:off x="398389" y="2307914"/>
            <a:ext cx="1565022" cy="1761957"/>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1050" dirty="0">
                <a:solidFill>
                  <a:schemeClr val="bg1">
                    <a:lumMod val="50000"/>
                  </a:schemeClr>
                </a:solidFill>
                <a:latin typeface="HarmonyOS Sans SC Light" panose="00000400000000000000" pitchFamily="2" charset="-122"/>
                <a:ea typeface="HarmonyOS Sans SC Light" panose="00000400000000000000" pitchFamily="2" charset="-122"/>
              </a:rPr>
              <a:t>企业形象是企业</a:t>
            </a:r>
            <a:endParaRPr lang="en-US" altLang="zh-CN" sz="1050" dirty="0">
              <a:solidFill>
                <a:schemeClr val="bg1">
                  <a:lumMod val="50000"/>
                </a:schemeClr>
              </a:solidFill>
              <a:latin typeface="HarmonyOS Sans SC Light" panose="00000400000000000000" pitchFamily="2" charset="-122"/>
              <a:ea typeface="HarmonyOS Sans SC Light" panose="00000400000000000000" pitchFamily="2" charset="-122"/>
            </a:endParaRPr>
          </a:p>
          <a:p>
            <a:pPr marL="171450" indent="-171450">
              <a:lnSpc>
                <a:spcPct val="150000"/>
              </a:lnSpc>
              <a:buFont typeface="Arial" panose="020B0604020202020204" pitchFamily="34" charset="0"/>
              <a:buChar char="•"/>
            </a:pPr>
            <a:endParaRPr lang="en-US" altLang="zh-CN" sz="1050" dirty="0">
              <a:solidFill>
                <a:schemeClr val="bg1">
                  <a:lumMod val="50000"/>
                </a:schemeClr>
              </a:solidFill>
              <a:latin typeface="HarmonyOS Sans SC Light" panose="00000400000000000000" pitchFamily="2" charset="-122"/>
              <a:ea typeface="HarmonyOS Sans SC Light" panose="00000400000000000000" pitchFamily="2" charset="-122"/>
            </a:endParaRPr>
          </a:p>
          <a:p>
            <a:pPr marL="171450" indent="-171450">
              <a:lnSpc>
                <a:spcPct val="150000"/>
              </a:lnSpc>
              <a:buFont typeface="Arial" panose="020B0604020202020204" pitchFamily="34" charset="0"/>
              <a:buChar char="•"/>
            </a:pPr>
            <a:r>
              <a:rPr lang="zh-CN" altLang="en-US" sz="1050" dirty="0">
                <a:solidFill>
                  <a:schemeClr val="bg1">
                    <a:lumMod val="50000"/>
                  </a:schemeClr>
                </a:solidFill>
                <a:latin typeface="HarmonyOS Sans SC Light" panose="00000400000000000000" pitchFamily="2" charset="-122"/>
                <a:ea typeface="HarmonyOS Sans SC Light" panose="00000400000000000000" pitchFamily="2" charset="-122"/>
              </a:rPr>
              <a:t>自身在消费者心</a:t>
            </a:r>
            <a:endParaRPr lang="en-US" altLang="zh-CN" sz="1050" dirty="0">
              <a:solidFill>
                <a:schemeClr val="bg1">
                  <a:lumMod val="50000"/>
                </a:schemeClr>
              </a:solidFill>
              <a:latin typeface="HarmonyOS Sans SC Light" panose="00000400000000000000" pitchFamily="2" charset="-122"/>
              <a:ea typeface="HarmonyOS Sans SC Light" panose="00000400000000000000" pitchFamily="2" charset="-122"/>
            </a:endParaRPr>
          </a:p>
          <a:p>
            <a:pPr marL="171450" indent="-171450">
              <a:lnSpc>
                <a:spcPct val="150000"/>
              </a:lnSpc>
              <a:buFont typeface="Arial" panose="020B0604020202020204" pitchFamily="34" charset="0"/>
              <a:buChar char="•"/>
            </a:pPr>
            <a:endParaRPr lang="en-US" altLang="zh-CN" sz="1050" dirty="0">
              <a:solidFill>
                <a:schemeClr val="bg1">
                  <a:lumMod val="50000"/>
                </a:schemeClr>
              </a:solidFill>
              <a:latin typeface="HarmonyOS Sans SC Light" panose="00000400000000000000" pitchFamily="2" charset="-122"/>
              <a:ea typeface="HarmonyOS Sans SC Light" panose="00000400000000000000" pitchFamily="2" charset="-122"/>
            </a:endParaRPr>
          </a:p>
          <a:p>
            <a:pPr marL="171450" indent="-171450">
              <a:lnSpc>
                <a:spcPct val="150000"/>
              </a:lnSpc>
              <a:buFont typeface="Arial" panose="020B0604020202020204" pitchFamily="34" charset="0"/>
              <a:buChar char="•"/>
            </a:pPr>
            <a:r>
              <a:rPr lang="zh-CN" altLang="en-US" sz="1050" dirty="0">
                <a:solidFill>
                  <a:schemeClr val="bg1">
                    <a:lumMod val="50000"/>
                  </a:schemeClr>
                </a:solidFill>
                <a:latin typeface="HarmonyOS Sans SC Light" panose="00000400000000000000" pitchFamily="2" charset="-122"/>
                <a:ea typeface="HarmonyOS Sans SC Light" panose="00000400000000000000" pitchFamily="2" charset="-122"/>
              </a:rPr>
              <a:t>日中的地位</a:t>
            </a:r>
            <a:endParaRPr lang="en-US" altLang="zh-CN" sz="1050" dirty="0">
              <a:solidFill>
                <a:schemeClr val="bg1">
                  <a:lumMod val="50000"/>
                </a:schemeClr>
              </a:solidFill>
              <a:latin typeface="HarmonyOS Sans SC Light" panose="00000400000000000000" pitchFamily="2" charset="-122"/>
              <a:ea typeface="HarmonyOS Sans SC Light" panose="00000400000000000000" pitchFamily="2" charset="-122"/>
            </a:endParaRPr>
          </a:p>
          <a:p>
            <a:pPr marL="171450" indent="-171450">
              <a:lnSpc>
                <a:spcPct val="150000"/>
              </a:lnSpc>
              <a:buFont typeface="Arial" panose="020B0604020202020204" pitchFamily="34" charset="0"/>
              <a:buChar char="•"/>
            </a:pPr>
            <a:endParaRPr lang="en-US" altLang="zh-CN" sz="1050" dirty="0">
              <a:solidFill>
                <a:schemeClr val="bg1">
                  <a:lumMod val="50000"/>
                </a:schemeClr>
              </a:solidFill>
              <a:latin typeface="HarmonyOS Sans SC Light" panose="00000400000000000000" pitchFamily="2" charset="-122"/>
              <a:ea typeface="HarmonyOS Sans SC Light" panose="00000400000000000000" pitchFamily="2" charset="-122"/>
            </a:endParaRPr>
          </a:p>
          <a:p>
            <a:pPr marL="171450" indent="-171450">
              <a:lnSpc>
                <a:spcPct val="150000"/>
              </a:lnSpc>
              <a:buFont typeface="Arial" panose="020B0604020202020204" pitchFamily="34" charset="0"/>
              <a:buChar char="•"/>
            </a:pPr>
            <a:r>
              <a:rPr lang="zh-CN" altLang="en-US" sz="1050" dirty="0">
                <a:solidFill>
                  <a:schemeClr val="bg1">
                    <a:lumMod val="50000"/>
                  </a:schemeClr>
                </a:solidFill>
                <a:latin typeface="HarmonyOS Sans SC Light" panose="00000400000000000000" pitchFamily="2" charset="-122"/>
                <a:ea typeface="HarmonyOS Sans SC Light" panose="00000400000000000000" pitchFamily="2" charset="-122"/>
              </a:rPr>
              <a:t>价值的体现</a:t>
            </a:r>
            <a:endParaRPr lang="en-US" altLang="zh-CN" sz="1050" dirty="0">
              <a:solidFill>
                <a:schemeClr val="bg1">
                  <a:lumMod val="50000"/>
                </a:schemeClr>
              </a:solidFill>
              <a:latin typeface="HarmonyOS Sans SC Light" panose="00000400000000000000" pitchFamily="2" charset="-122"/>
              <a:ea typeface="HarmonyOS Sans SC Light" panose="00000400000000000000" pitchFamily="2" charset="-122"/>
            </a:endParaRPr>
          </a:p>
        </p:txBody>
      </p:sp>
    </p:spTree>
    <p:extLst>
      <p:ext uri="{BB962C8B-B14F-4D97-AF65-F5344CB8AC3E}">
        <p14:creationId xmlns:p14="http://schemas.microsoft.com/office/powerpoint/2010/main" val="3887408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DDF5AD31-CE91-1302-026A-1E17EFC019D9}"/>
              </a:ext>
            </a:extLst>
          </p:cNvPr>
          <p:cNvSpPr/>
          <p:nvPr/>
        </p:nvSpPr>
        <p:spPr>
          <a:xfrm>
            <a:off x="129380" y="1486850"/>
            <a:ext cx="3185058" cy="4719287"/>
          </a:xfrm>
          <a:prstGeom prst="roundRect">
            <a:avLst/>
          </a:prstGeom>
          <a:solidFill>
            <a:schemeClr val="accent1">
              <a:alpha val="51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noProof="1"/>
          </a:p>
        </p:txBody>
      </p:sp>
      <p:sp>
        <p:nvSpPr>
          <p:cNvPr id="5" name="矩形: 圆角 4">
            <a:extLst>
              <a:ext uri="{FF2B5EF4-FFF2-40B4-BE49-F238E27FC236}">
                <a16:creationId xmlns:a16="http://schemas.microsoft.com/office/drawing/2014/main" id="{FF034394-D98B-B71A-F709-675E76B10169}"/>
              </a:ext>
            </a:extLst>
          </p:cNvPr>
          <p:cNvSpPr/>
          <p:nvPr/>
        </p:nvSpPr>
        <p:spPr>
          <a:xfrm>
            <a:off x="3424479" y="790353"/>
            <a:ext cx="5153246" cy="6067647"/>
          </a:xfrm>
          <a:prstGeom prst="roundRect">
            <a:avLst/>
          </a:prstGeom>
          <a:solidFill>
            <a:schemeClr val="accent1">
              <a:alpha val="51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noProof="1"/>
          </a:p>
        </p:txBody>
      </p:sp>
      <p:sp>
        <p:nvSpPr>
          <p:cNvPr id="6" name="矩形: 圆角 5">
            <a:extLst>
              <a:ext uri="{FF2B5EF4-FFF2-40B4-BE49-F238E27FC236}">
                <a16:creationId xmlns:a16="http://schemas.microsoft.com/office/drawing/2014/main" id="{9F2A6F4B-8380-BDEC-EFC5-80FD96D5F923}"/>
              </a:ext>
            </a:extLst>
          </p:cNvPr>
          <p:cNvSpPr/>
          <p:nvPr/>
        </p:nvSpPr>
        <p:spPr>
          <a:xfrm>
            <a:off x="8790476" y="1476939"/>
            <a:ext cx="3185058" cy="4719287"/>
          </a:xfrm>
          <a:prstGeom prst="roundRect">
            <a:avLst/>
          </a:prstGeom>
          <a:solidFill>
            <a:schemeClr val="accent1">
              <a:alpha val="51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noProof="1"/>
          </a:p>
        </p:txBody>
      </p:sp>
      <p:sp>
        <p:nvSpPr>
          <p:cNvPr id="7" name="文本框 6">
            <a:extLst>
              <a:ext uri="{FF2B5EF4-FFF2-40B4-BE49-F238E27FC236}">
                <a16:creationId xmlns:a16="http://schemas.microsoft.com/office/drawing/2014/main" id="{95123163-3E3E-DA8F-9C90-61A5CE64801A}"/>
              </a:ext>
            </a:extLst>
          </p:cNvPr>
          <p:cNvSpPr txBox="1"/>
          <p:nvPr/>
        </p:nvSpPr>
        <p:spPr>
          <a:xfrm flipH="1">
            <a:off x="1127569" y="2915926"/>
            <a:ext cx="996272"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400" b="1" noProof="1"/>
              <a:t>React 18</a:t>
            </a:r>
          </a:p>
        </p:txBody>
      </p:sp>
      <p:sp>
        <p:nvSpPr>
          <p:cNvPr id="8" name="文本框 7">
            <a:extLst>
              <a:ext uri="{FF2B5EF4-FFF2-40B4-BE49-F238E27FC236}">
                <a16:creationId xmlns:a16="http://schemas.microsoft.com/office/drawing/2014/main" id="{8E30383A-97B2-383F-3027-6A4522F94F9C}"/>
              </a:ext>
            </a:extLst>
          </p:cNvPr>
          <p:cNvSpPr txBox="1"/>
          <p:nvPr/>
        </p:nvSpPr>
        <p:spPr>
          <a:xfrm flipH="1">
            <a:off x="1322810" y="4099567"/>
            <a:ext cx="694464"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400" b="1" noProof="1"/>
              <a:t>Axios</a:t>
            </a:r>
          </a:p>
        </p:txBody>
      </p:sp>
      <p:sp>
        <p:nvSpPr>
          <p:cNvPr id="9" name="文本框 8">
            <a:extLst>
              <a:ext uri="{FF2B5EF4-FFF2-40B4-BE49-F238E27FC236}">
                <a16:creationId xmlns:a16="http://schemas.microsoft.com/office/drawing/2014/main" id="{B11EA297-0635-1C20-70A4-6AB518151D16}"/>
              </a:ext>
            </a:extLst>
          </p:cNvPr>
          <p:cNvSpPr txBox="1"/>
          <p:nvPr/>
        </p:nvSpPr>
        <p:spPr>
          <a:xfrm flipH="1">
            <a:off x="423184" y="5529612"/>
            <a:ext cx="553248"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400" b="1" noProof="1"/>
              <a:t>jsx</a:t>
            </a:r>
          </a:p>
        </p:txBody>
      </p:sp>
      <p:sp>
        <p:nvSpPr>
          <p:cNvPr id="10" name="文本框 9">
            <a:extLst>
              <a:ext uri="{FF2B5EF4-FFF2-40B4-BE49-F238E27FC236}">
                <a16:creationId xmlns:a16="http://schemas.microsoft.com/office/drawing/2014/main" id="{7209DF86-1F6D-7513-BD47-79FC7A996BE7}"/>
              </a:ext>
            </a:extLst>
          </p:cNvPr>
          <p:cNvSpPr txBox="1"/>
          <p:nvPr/>
        </p:nvSpPr>
        <p:spPr>
          <a:xfrm flipH="1">
            <a:off x="1538735" y="5529612"/>
            <a:ext cx="121023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400" b="1" noProof="1"/>
              <a:t>EventSource</a:t>
            </a:r>
          </a:p>
        </p:txBody>
      </p:sp>
      <p:sp>
        <p:nvSpPr>
          <p:cNvPr id="11" name="文本框 10">
            <a:extLst>
              <a:ext uri="{FF2B5EF4-FFF2-40B4-BE49-F238E27FC236}">
                <a16:creationId xmlns:a16="http://schemas.microsoft.com/office/drawing/2014/main" id="{043F8545-AE50-4592-7C33-E5C535E337B0}"/>
              </a:ext>
            </a:extLst>
          </p:cNvPr>
          <p:cNvSpPr txBox="1"/>
          <p:nvPr/>
        </p:nvSpPr>
        <p:spPr>
          <a:xfrm flipH="1">
            <a:off x="3930700" y="4536510"/>
            <a:ext cx="787164" cy="2616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050" b="1" noProof="1"/>
              <a:t>FastAPI</a:t>
            </a:r>
          </a:p>
        </p:txBody>
      </p:sp>
      <p:pic>
        <p:nvPicPr>
          <p:cNvPr id="12" name="图片 11">
            <a:extLst>
              <a:ext uri="{FF2B5EF4-FFF2-40B4-BE49-F238E27FC236}">
                <a16:creationId xmlns:a16="http://schemas.microsoft.com/office/drawing/2014/main" id="{566AEF80-DA79-698F-377B-76AA02F5F6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11851" y="3375770"/>
            <a:ext cx="787588" cy="882599"/>
          </a:xfrm>
          <a:prstGeom prst="rect">
            <a:avLst/>
          </a:prstGeom>
        </p:spPr>
      </p:pic>
      <p:pic>
        <p:nvPicPr>
          <p:cNvPr id="13" name="图片 12">
            <a:extLst>
              <a:ext uri="{FF2B5EF4-FFF2-40B4-BE49-F238E27FC236}">
                <a16:creationId xmlns:a16="http://schemas.microsoft.com/office/drawing/2014/main" id="{B0ECB41D-0414-2F17-E904-3F22DC46BA1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7831" y="1954746"/>
            <a:ext cx="1371684" cy="859023"/>
          </a:xfrm>
          <a:prstGeom prst="rect">
            <a:avLst/>
          </a:prstGeom>
        </p:spPr>
      </p:pic>
      <p:pic>
        <p:nvPicPr>
          <p:cNvPr id="14" name="图片 13">
            <a:extLst>
              <a:ext uri="{FF2B5EF4-FFF2-40B4-BE49-F238E27FC236}">
                <a16:creationId xmlns:a16="http://schemas.microsoft.com/office/drawing/2014/main" id="{A808139E-C1A1-BC12-F9EA-9FC42B7E1C95}"/>
              </a:ext>
            </a:extLst>
          </p:cNvPr>
          <p:cNvPicPr>
            <a:picLocks noChangeAspect="1"/>
          </p:cNvPicPr>
          <p:nvPr/>
        </p:nvPicPr>
        <p:blipFill>
          <a:blip r:embed="rId4" cstate="print">
            <a:extLst>
              <a:ext uri="{28A0092B-C50C-407E-A947-70E740481C1C}">
                <a14:useLocalDpi xmlns:a14="http://schemas.microsoft.com/office/drawing/2010/main" val="0"/>
              </a:ext>
            </a:extLst>
          </a:blip>
          <a:srcRect l="23112" t="28430" r="24050" b="32415"/>
          <a:stretch>
            <a:fillRect/>
          </a:stretch>
        </p:blipFill>
        <p:spPr>
          <a:xfrm>
            <a:off x="976432" y="3503072"/>
            <a:ext cx="1371684" cy="567651"/>
          </a:xfrm>
          <a:prstGeom prst="rect">
            <a:avLst/>
          </a:prstGeom>
        </p:spPr>
      </p:pic>
      <p:sp>
        <p:nvSpPr>
          <p:cNvPr id="15" name="对话气泡: 椭圆形 14">
            <a:extLst>
              <a:ext uri="{FF2B5EF4-FFF2-40B4-BE49-F238E27FC236}">
                <a16:creationId xmlns:a16="http://schemas.microsoft.com/office/drawing/2014/main" id="{E9771050-A4F6-7C40-8050-D6B7877DB36E}"/>
              </a:ext>
            </a:extLst>
          </p:cNvPr>
          <p:cNvSpPr/>
          <p:nvPr/>
        </p:nvSpPr>
        <p:spPr>
          <a:xfrm>
            <a:off x="1706604" y="4760026"/>
            <a:ext cx="825795" cy="649290"/>
          </a:xfrm>
          <a:prstGeom prst="wedgeEllipseCallout">
            <a:avLst>
              <a:gd name="adj1" fmla="val -50404"/>
              <a:gd name="adj2" fmla="val 6030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noProof="1"/>
          </a:p>
        </p:txBody>
      </p:sp>
      <p:pic>
        <p:nvPicPr>
          <p:cNvPr id="16" name="图片 15">
            <a:extLst>
              <a:ext uri="{FF2B5EF4-FFF2-40B4-BE49-F238E27FC236}">
                <a16:creationId xmlns:a16="http://schemas.microsoft.com/office/drawing/2014/main" id="{A980AAAC-70A9-CF71-5ECA-06C35CAAD2E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5500" y="4760026"/>
            <a:ext cx="730932" cy="730932"/>
          </a:xfrm>
          <a:prstGeom prst="rect">
            <a:avLst/>
          </a:prstGeom>
        </p:spPr>
      </p:pic>
      <p:cxnSp>
        <p:nvCxnSpPr>
          <p:cNvPr id="17" name="直接箭头连接符 16">
            <a:extLst>
              <a:ext uri="{FF2B5EF4-FFF2-40B4-BE49-F238E27FC236}">
                <a16:creationId xmlns:a16="http://schemas.microsoft.com/office/drawing/2014/main" id="{95E0E341-0363-CA39-81F7-0196BADC7600}"/>
              </a:ext>
            </a:extLst>
          </p:cNvPr>
          <p:cNvCxnSpPr/>
          <p:nvPr/>
        </p:nvCxnSpPr>
        <p:spPr>
          <a:xfrm>
            <a:off x="976432" y="5125492"/>
            <a:ext cx="6148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2BEF789E-1306-1774-EFE2-117D129BCC93}"/>
              </a:ext>
            </a:extLst>
          </p:cNvPr>
          <p:cNvCxnSpPr/>
          <p:nvPr/>
        </p:nvCxnSpPr>
        <p:spPr>
          <a:xfrm>
            <a:off x="2123841" y="2448482"/>
            <a:ext cx="1536573" cy="12919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68435A3C-9567-873A-AE9E-38A1B0AD2858}"/>
              </a:ext>
            </a:extLst>
          </p:cNvPr>
          <p:cNvCxnSpPr/>
          <p:nvPr/>
        </p:nvCxnSpPr>
        <p:spPr>
          <a:xfrm flipV="1">
            <a:off x="2445370" y="3824177"/>
            <a:ext cx="1194478" cy="2231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FE56D5E3-C550-38FC-5A4D-6FCAC3D6045B}"/>
              </a:ext>
            </a:extLst>
          </p:cNvPr>
          <p:cNvCxnSpPr/>
          <p:nvPr/>
        </p:nvCxnSpPr>
        <p:spPr>
          <a:xfrm flipV="1">
            <a:off x="2621841" y="3983348"/>
            <a:ext cx="1038573" cy="114274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30">
            <a:extLst>
              <a:ext uri="{FF2B5EF4-FFF2-40B4-BE49-F238E27FC236}">
                <a16:creationId xmlns:a16="http://schemas.microsoft.com/office/drawing/2014/main" id="{3F1A39E6-093C-4DCD-A682-20DC8BDF42AC}"/>
              </a:ext>
            </a:extLst>
          </p:cNvPr>
          <p:cNvSpPr txBox="1"/>
          <p:nvPr/>
        </p:nvSpPr>
        <p:spPr>
          <a:xfrm flipH="1">
            <a:off x="5203151" y="2317677"/>
            <a:ext cx="1171432" cy="2616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100" b="1" noProof="1"/>
              <a:t>SQL model</a:t>
            </a:r>
          </a:p>
        </p:txBody>
      </p:sp>
      <p:sp>
        <p:nvSpPr>
          <p:cNvPr id="22" name="文本框 31">
            <a:extLst>
              <a:ext uri="{FF2B5EF4-FFF2-40B4-BE49-F238E27FC236}">
                <a16:creationId xmlns:a16="http://schemas.microsoft.com/office/drawing/2014/main" id="{DFE58F8B-6FDF-7515-8FCE-248B5E9F97A4}"/>
              </a:ext>
            </a:extLst>
          </p:cNvPr>
          <p:cNvSpPr txBox="1"/>
          <p:nvPr/>
        </p:nvSpPr>
        <p:spPr>
          <a:xfrm flipH="1">
            <a:off x="5416694" y="4297212"/>
            <a:ext cx="558387" cy="2616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100" b="1" noProof="1"/>
              <a:t>RAG</a:t>
            </a:r>
          </a:p>
        </p:txBody>
      </p:sp>
      <p:sp>
        <p:nvSpPr>
          <p:cNvPr id="23" name="文本框 32">
            <a:extLst>
              <a:ext uri="{FF2B5EF4-FFF2-40B4-BE49-F238E27FC236}">
                <a16:creationId xmlns:a16="http://schemas.microsoft.com/office/drawing/2014/main" id="{450BB87A-F34C-FB8D-59B1-571DB08BA0B3}"/>
              </a:ext>
            </a:extLst>
          </p:cNvPr>
          <p:cNvSpPr txBox="1"/>
          <p:nvPr/>
        </p:nvSpPr>
        <p:spPr>
          <a:xfrm flipH="1">
            <a:off x="5032832" y="5817832"/>
            <a:ext cx="1341751" cy="2616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100" b="1" noProof="1"/>
              <a:t>DeepSeek API</a:t>
            </a:r>
          </a:p>
        </p:txBody>
      </p:sp>
      <p:sp>
        <p:nvSpPr>
          <p:cNvPr id="24" name="文本框 33">
            <a:extLst>
              <a:ext uri="{FF2B5EF4-FFF2-40B4-BE49-F238E27FC236}">
                <a16:creationId xmlns:a16="http://schemas.microsoft.com/office/drawing/2014/main" id="{CB1C6EE0-BCA6-389E-AF79-7B61CCA764F5}"/>
              </a:ext>
            </a:extLst>
          </p:cNvPr>
          <p:cNvSpPr txBox="1"/>
          <p:nvPr/>
        </p:nvSpPr>
        <p:spPr>
          <a:xfrm flipH="1">
            <a:off x="7156542" y="6480655"/>
            <a:ext cx="586839" cy="2616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100" b="1" noProof="1"/>
              <a:t>.env</a:t>
            </a:r>
          </a:p>
        </p:txBody>
      </p:sp>
      <p:pic>
        <p:nvPicPr>
          <p:cNvPr id="25" name="图片 24">
            <a:extLst>
              <a:ext uri="{FF2B5EF4-FFF2-40B4-BE49-F238E27FC236}">
                <a16:creationId xmlns:a16="http://schemas.microsoft.com/office/drawing/2014/main" id="{46922784-8915-C906-8061-AB393054CAE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17343" y="1772956"/>
            <a:ext cx="983390" cy="514812"/>
          </a:xfrm>
          <a:prstGeom prst="rect">
            <a:avLst/>
          </a:prstGeom>
        </p:spPr>
      </p:pic>
      <p:grpSp>
        <p:nvGrpSpPr>
          <p:cNvPr id="26" name="组合 25">
            <a:extLst>
              <a:ext uri="{FF2B5EF4-FFF2-40B4-BE49-F238E27FC236}">
                <a16:creationId xmlns:a16="http://schemas.microsoft.com/office/drawing/2014/main" id="{81C58E23-F265-7B71-A9AC-D6B01B9474C8}"/>
              </a:ext>
            </a:extLst>
          </p:cNvPr>
          <p:cNvGrpSpPr/>
          <p:nvPr/>
        </p:nvGrpSpPr>
        <p:grpSpPr>
          <a:xfrm>
            <a:off x="5374242" y="3567348"/>
            <a:ext cx="531271" cy="552892"/>
            <a:chOff x="3263590" y="765717"/>
            <a:chExt cx="1278673" cy="1330712"/>
          </a:xfrm>
        </p:grpSpPr>
        <p:sp>
          <p:nvSpPr>
            <p:cNvPr id="27" name="椭圆 26">
              <a:extLst>
                <a:ext uri="{FF2B5EF4-FFF2-40B4-BE49-F238E27FC236}">
                  <a16:creationId xmlns:a16="http://schemas.microsoft.com/office/drawing/2014/main" id="{39AB23CD-CF48-C2C8-A91B-74DA87CB8B09}"/>
                </a:ext>
              </a:extLst>
            </p:cNvPr>
            <p:cNvSpPr/>
            <p:nvPr/>
          </p:nvSpPr>
          <p:spPr>
            <a:xfrm>
              <a:off x="3263590" y="765717"/>
              <a:ext cx="906966" cy="944136"/>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noProof="1"/>
            </a:p>
          </p:txBody>
        </p:sp>
        <p:cxnSp>
          <p:nvCxnSpPr>
            <p:cNvPr id="28" name="直接连接符 27">
              <a:extLst>
                <a:ext uri="{FF2B5EF4-FFF2-40B4-BE49-F238E27FC236}">
                  <a16:creationId xmlns:a16="http://schemas.microsoft.com/office/drawing/2014/main" id="{6167372F-7EDF-09AB-9750-497751DD922A}"/>
                </a:ext>
              </a:extLst>
            </p:cNvPr>
            <p:cNvCxnSpPr>
              <a:stCxn id="27" idx="5"/>
            </p:cNvCxnSpPr>
            <p:nvPr/>
          </p:nvCxnSpPr>
          <p:spPr>
            <a:xfrm>
              <a:off x="4037734" y="1571587"/>
              <a:ext cx="504529" cy="524842"/>
            </a:xfrm>
            <a:prstGeom prst="line">
              <a:avLst/>
            </a:prstGeom>
            <a:ln w="1397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9" name="图片 28">
            <a:extLst>
              <a:ext uri="{FF2B5EF4-FFF2-40B4-BE49-F238E27FC236}">
                <a16:creationId xmlns:a16="http://schemas.microsoft.com/office/drawing/2014/main" id="{C7F68FD1-F716-CE7B-11B0-1C3BDF2F47C6}"/>
              </a:ext>
            </a:extLst>
          </p:cNvPr>
          <p:cNvPicPr>
            <a:picLocks noChangeAspect="1"/>
          </p:cNvPicPr>
          <p:nvPr/>
        </p:nvPicPr>
        <p:blipFill>
          <a:blip r:embed="rId7" cstate="print">
            <a:extLst>
              <a:ext uri="{28A0092B-C50C-407E-A947-70E740481C1C}">
                <a14:useLocalDpi xmlns:a14="http://schemas.microsoft.com/office/drawing/2010/main" val="0"/>
              </a:ext>
            </a:extLst>
          </a:blip>
          <a:srcRect l="10879" t="4315" r="9456" b="15718"/>
          <a:stretch>
            <a:fillRect/>
          </a:stretch>
        </p:blipFill>
        <p:spPr>
          <a:xfrm>
            <a:off x="5189906" y="4974903"/>
            <a:ext cx="839761" cy="842929"/>
          </a:xfrm>
          <a:prstGeom prst="rect">
            <a:avLst/>
          </a:prstGeom>
        </p:spPr>
      </p:pic>
      <p:cxnSp>
        <p:nvCxnSpPr>
          <p:cNvPr id="30" name="直接箭头连接符 29">
            <a:extLst>
              <a:ext uri="{FF2B5EF4-FFF2-40B4-BE49-F238E27FC236}">
                <a16:creationId xmlns:a16="http://schemas.microsoft.com/office/drawing/2014/main" id="{C7F9875E-7EB8-3C25-8386-C6CC0B91D093}"/>
              </a:ext>
            </a:extLst>
          </p:cNvPr>
          <p:cNvCxnSpPr/>
          <p:nvPr/>
        </p:nvCxnSpPr>
        <p:spPr>
          <a:xfrm flipV="1">
            <a:off x="4499439" y="2558986"/>
            <a:ext cx="703712" cy="113083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C82E0B0F-1FA7-CD40-87AC-54679EB79868}"/>
              </a:ext>
            </a:extLst>
          </p:cNvPr>
          <p:cNvCxnSpPr/>
          <p:nvPr/>
        </p:nvCxnSpPr>
        <p:spPr>
          <a:xfrm>
            <a:off x="4552366" y="4082210"/>
            <a:ext cx="584613" cy="10024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6D50F130-FEF7-7D3C-B13D-6D23C45214BE}"/>
              </a:ext>
            </a:extLst>
          </p:cNvPr>
          <p:cNvCxnSpPr/>
          <p:nvPr/>
        </p:nvCxnSpPr>
        <p:spPr>
          <a:xfrm>
            <a:off x="4567535" y="3851843"/>
            <a:ext cx="68946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50">
            <a:extLst>
              <a:ext uri="{FF2B5EF4-FFF2-40B4-BE49-F238E27FC236}">
                <a16:creationId xmlns:a16="http://schemas.microsoft.com/office/drawing/2014/main" id="{4610886A-DA79-4B11-9DA0-40B5C56171F0}"/>
              </a:ext>
            </a:extLst>
          </p:cNvPr>
          <p:cNvSpPr txBox="1"/>
          <p:nvPr/>
        </p:nvSpPr>
        <p:spPr>
          <a:xfrm flipH="1">
            <a:off x="6591343" y="4275113"/>
            <a:ext cx="1635890" cy="2616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100" b="1" noProof="1"/>
              <a:t>Sentence transformer</a:t>
            </a:r>
          </a:p>
        </p:txBody>
      </p:sp>
      <p:grpSp>
        <p:nvGrpSpPr>
          <p:cNvPr id="34" name="组合 33">
            <a:extLst>
              <a:ext uri="{FF2B5EF4-FFF2-40B4-BE49-F238E27FC236}">
                <a16:creationId xmlns:a16="http://schemas.microsoft.com/office/drawing/2014/main" id="{20CF695A-2941-4D62-F301-590DB538A76E}"/>
              </a:ext>
            </a:extLst>
          </p:cNvPr>
          <p:cNvGrpSpPr/>
          <p:nvPr/>
        </p:nvGrpSpPr>
        <p:grpSpPr>
          <a:xfrm>
            <a:off x="7043957" y="3493431"/>
            <a:ext cx="642347" cy="686301"/>
            <a:chOff x="6949740" y="2987120"/>
            <a:chExt cx="803935" cy="858946"/>
          </a:xfrm>
        </p:grpSpPr>
        <p:sp>
          <p:nvSpPr>
            <p:cNvPr id="35" name="波形 34">
              <a:extLst>
                <a:ext uri="{FF2B5EF4-FFF2-40B4-BE49-F238E27FC236}">
                  <a16:creationId xmlns:a16="http://schemas.microsoft.com/office/drawing/2014/main" id="{1BAF03B5-B9A4-D991-23BB-34BB9EC698FC}"/>
                </a:ext>
              </a:extLst>
            </p:cNvPr>
            <p:cNvSpPr/>
            <p:nvPr/>
          </p:nvSpPr>
          <p:spPr>
            <a:xfrm>
              <a:off x="6949740" y="2987120"/>
              <a:ext cx="803935" cy="858946"/>
            </a:xfrm>
            <a:prstGeom prst="wav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noProof="1"/>
            </a:p>
          </p:txBody>
        </p:sp>
        <p:cxnSp>
          <p:nvCxnSpPr>
            <p:cNvPr id="36" name="直接连接符 35">
              <a:extLst>
                <a:ext uri="{FF2B5EF4-FFF2-40B4-BE49-F238E27FC236}">
                  <a16:creationId xmlns:a16="http://schemas.microsoft.com/office/drawing/2014/main" id="{F958C8A0-2FAF-9CFE-5DBB-B0596BEB954B}"/>
                </a:ext>
              </a:extLst>
            </p:cNvPr>
            <p:cNvCxnSpPr/>
            <p:nvPr/>
          </p:nvCxnSpPr>
          <p:spPr>
            <a:xfrm>
              <a:off x="7128221" y="3114395"/>
              <a:ext cx="446969" cy="2184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8281F275-C5F7-D538-980D-67433CD65715}"/>
                </a:ext>
              </a:extLst>
            </p:cNvPr>
            <p:cNvCxnSpPr/>
            <p:nvPr/>
          </p:nvCxnSpPr>
          <p:spPr>
            <a:xfrm>
              <a:off x="7128221" y="3285236"/>
              <a:ext cx="446969" cy="2184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E4A70F4C-99A1-39A6-59A4-C48E054015FB}"/>
                </a:ext>
              </a:extLst>
            </p:cNvPr>
            <p:cNvCxnSpPr/>
            <p:nvPr/>
          </p:nvCxnSpPr>
          <p:spPr>
            <a:xfrm>
              <a:off x="7128221" y="3428999"/>
              <a:ext cx="446969" cy="2184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39" name="图片 38">
            <a:extLst>
              <a:ext uri="{FF2B5EF4-FFF2-40B4-BE49-F238E27FC236}">
                <a16:creationId xmlns:a16="http://schemas.microsoft.com/office/drawing/2014/main" id="{359EC342-6B22-BF7B-E91C-D6C9C232B95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089673" y="5841426"/>
            <a:ext cx="639229" cy="639229"/>
          </a:xfrm>
          <a:prstGeom prst="rect">
            <a:avLst/>
          </a:prstGeom>
        </p:spPr>
      </p:pic>
      <p:cxnSp>
        <p:nvCxnSpPr>
          <p:cNvPr id="40" name="直接箭头连接符 39">
            <a:extLst>
              <a:ext uri="{FF2B5EF4-FFF2-40B4-BE49-F238E27FC236}">
                <a16:creationId xmlns:a16="http://schemas.microsoft.com/office/drawing/2014/main" id="{15724EF0-51DE-31B3-E561-246800DA162F}"/>
              </a:ext>
            </a:extLst>
          </p:cNvPr>
          <p:cNvCxnSpPr/>
          <p:nvPr/>
        </p:nvCxnSpPr>
        <p:spPr>
          <a:xfrm>
            <a:off x="6162159" y="3852036"/>
            <a:ext cx="68946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7F14DBC9-4C87-FDAD-31BD-8B14BB1341A2}"/>
              </a:ext>
            </a:extLst>
          </p:cNvPr>
          <p:cNvCxnSpPr/>
          <p:nvPr/>
        </p:nvCxnSpPr>
        <p:spPr>
          <a:xfrm flipV="1">
            <a:off x="4147790" y="6298867"/>
            <a:ext cx="2896167" cy="167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CDF3DA74-A9D6-CEAD-5A1B-7EBD09A35153}"/>
              </a:ext>
            </a:extLst>
          </p:cNvPr>
          <p:cNvCxnSpPr/>
          <p:nvPr/>
        </p:nvCxnSpPr>
        <p:spPr>
          <a:xfrm>
            <a:off x="4147790" y="4760026"/>
            <a:ext cx="0" cy="15627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文本框 59">
            <a:extLst>
              <a:ext uri="{FF2B5EF4-FFF2-40B4-BE49-F238E27FC236}">
                <a16:creationId xmlns:a16="http://schemas.microsoft.com/office/drawing/2014/main" id="{9A45E622-64BD-9CD3-ED6D-7BF3D00090C8}"/>
              </a:ext>
            </a:extLst>
          </p:cNvPr>
          <p:cNvSpPr txBox="1"/>
          <p:nvPr/>
        </p:nvSpPr>
        <p:spPr>
          <a:xfrm flipH="1">
            <a:off x="9936809" y="2876926"/>
            <a:ext cx="916108"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400" b="1" noProof="1"/>
              <a:t>MySQL</a:t>
            </a:r>
          </a:p>
        </p:txBody>
      </p:sp>
      <p:pic>
        <p:nvPicPr>
          <p:cNvPr id="44" name="图片 43">
            <a:extLst>
              <a:ext uri="{FF2B5EF4-FFF2-40B4-BE49-F238E27FC236}">
                <a16:creationId xmlns:a16="http://schemas.microsoft.com/office/drawing/2014/main" id="{14ADCD45-50C6-6666-2A95-B63D2662D10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306620" y="1736715"/>
            <a:ext cx="1927937" cy="1285291"/>
          </a:xfrm>
          <a:prstGeom prst="rect">
            <a:avLst/>
          </a:prstGeom>
        </p:spPr>
      </p:pic>
      <p:cxnSp>
        <p:nvCxnSpPr>
          <p:cNvPr id="45" name="直接箭头连接符 44">
            <a:extLst>
              <a:ext uri="{FF2B5EF4-FFF2-40B4-BE49-F238E27FC236}">
                <a16:creationId xmlns:a16="http://schemas.microsoft.com/office/drawing/2014/main" id="{FF29207D-A12D-C342-C8A1-5EDCAE85A5BE}"/>
              </a:ext>
            </a:extLst>
          </p:cNvPr>
          <p:cNvCxnSpPr/>
          <p:nvPr/>
        </p:nvCxnSpPr>
        <p:spPr>
          <a:xfrm>
            <a:off x="7882501" y="3846494"/>
            <a:ext cx="1254133" cy="60958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B71694F3-C70B-337C-A594-18B84131770F}"/>
              </a:ext>
            </a:extLst>
          </p:cNvPr>
          <p:cNvCxnSpPr/>
          <p:nvPr/>
        </p:nvCxnSpPr>
        <p:spPr>
          <a:xfrm>
            <a:off x="6268736" y="2379360"/>
            <a:ext cx="300463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81">
            <a:extLst>
              <a:ext uri="{FF2B5EF4-FFF2-40B4-BE49-F238E27FC236}">
                <a16:creationId xmlns:a16="http://schemas.microsoft.com/office/drawing/2014/main" id="{BA45262A-005B-93B5-D556-9514643953FF}"/>
              </a:ext>
            </a:extLst>
          </p:cNvPr>
          <p:cNvSpPr txBox="1"/>
          <p:nvPr/>
        </p:nvSpPr>
        <p:spPr>
          <a:xfrm>
            <a:off x="5154740" y="6323392"/>
            <a:ext cx="800219"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200" b="1" noProof="1"/>
              <a:t>读取配置</a:t>
            </a:r>
          </a:p>
        </p:txBody>
      </p:sp>
      <p:sp>
        <p:nvSpPr>
          <p:cNvPr id="48" name="文本框 82">
            <a:extLst>
              <a:ext uri="{FF2B5EF4-FFF2-40B4-BE49-F238E27FC236}">
                <a16:creationId xmlns:a16="http://schemas.microsoft.com/office/drawing/2014/main" id="{A709C762-AA30-0C39-792F-32695E35775B}"/>
              </a:ext>
            </a:extLst>
          </p:cNvPr>
          <p:cNvSpPr txBox="1"/>
          <p:nvPr/>
        </p:nvSpPr>
        <p:spPr>
          <a:xfrm rot="2489787">
            <a:off x="2632577" y="2841635"/>
            <a:ext cx="684803" cy="2616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050" b="1" noProof="1"/>
              <a:t>API请求</a:t>
            </a:r>
          </a:p>
        </p:txBody>
      </p:sp>
      <p:sp>
        <p:nvSpPr>
          <p:cNvPr id="49" name="文本框 85">
            <a:extLst>
              <a:ext uri="{FF2B5EF4-FFF2-40B4-BE49-F238E27FC236}">
                <a16:creationId xmlns:a16="http://schemas.microsoft.com/office/drawing/2014/main" id="{63BF9EB8-B3D8-86EE-1D56-0ABFBA0E0C57}"/>
              </a:ext>
            </a:extLst>
          </p:cNvPr>
          <p:cNvSpPr txBox="1"/>
          <p:nvPr/>
        </p:nvSpPr>
        <p:spPr>
          <a:xfrm>
            <a:off x="2479587" y="3600272"/>
            <a:ext cx="896399" cy="24622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000" b="1" noProof="1"/>
              <a:t>封装API调用</a:t>
            </a:r>
          </a:p>
        </p:txBody>
      </p:sp>
      <p:sp>
        <p:nvSpPr>
          <p:cNvPr id="50" name="文本框 88">
            <a:extLst>
              <a:ext uri="{FF2B5EF4-FFF2-40B4-BE49-F238E27FC236}">
                <a16:creationId xmlns:a16="http://schemas.microsoft.com/office/drawing/2014/main" id="{2DB7E2BC-903E-3305-1AEB-D7FBB99D03E4}"/>
              </a:ext>
            </a:extLst>
          </p:cNvPr>
          <p:cNvSpPr txBox="1"/>
          <p:nvPr/>
        </p:nvSpPr>
        <p:spPr>
          <a:xfrm rot="18870575">
            <a:off x="2627216" y="4391676"/>
            <a:ext cx="697627" cy="24622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000" b="1" noProof="1"/>
              <a:t>流式对话</a:t>
            </a:r>
          </a:p>
        </p:txBody>
      </p:sp>
      <p:sp>
        <p:nvSpPr>
          <p:cNvPr id="51" name="文本框 89">
            <a:extLst>
              <a:ext uri="{FF2B5EF4-FFF2-40B4-BE49-F238E27FC236}">
                <a16:creationId xmlns:a16="http://schemas.microsoft.com/office/drawing/2014/main" id="{F05FE8BE-BC4A-3971-298A-510EF5D76734}"/>
              </a:ext>
            </a:extLst>
          </p:cNvPr>
          <p:cNvSpPr txBox="1"/>
          <p:nvPr/>
        </p:nvSpPr>
        <p:spPr>
          <a:xfrm>
            <a:off x="918526" y="5140953"/>
            <a:ext cx="730689"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900" b="1" noProof="1"/>
              <a:t>发送/接收流式信息</a:t>
            </a:r>
          </a:p>
        </p:txBody>
      </p:sp>
      <p:sp>
        <p:nvSpPr>
          <p:cNvPr id="52" name="文本框 90">
            <a:extLst>
              <a:ext uri="{FF2B5EF4-FFF2-40B4-BE49-F238E27FC236}">
                <a16:creationId xmlns:a16="http://schemas.microsoft.com/office/drawing/2014/main" id="{1E75BE4E-AB6B-7B69-F692-1972DA1E87C4}"/>
              </a:ext>
            </a:extLst>
          </p:cNvPr>
          <p:cNvSpPr txBox="1"/>
          <p:nvPr/>
        </p:nvSpPr>
        <p:spPr>
          <a:xfrm rot="18099847">
            <a:off x="4234423" y="2926405"/>
            <a:ext cx="954107" cy="24622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000" b="1" noProof="1"/>
              <a:t>业务数据访问</a:t>
            </a:r>
          </a:p>
        </p:txBody>
      </p:sp>
      <p:sp>
        <p:nvSpPr>
          <p:cNvPr id="53" name="文本框 91">
            <a:extLst>
              <a:ext uri="{FF2B5EF4-FFF2-40B4-BE49-F238E27FC236}">
                <a16:creationId xmlns:a16="http://schemas.microsoft.com/office/drawing/2014/main" id="{7719B098-08DC-AACB-855E-426814F95994}"/>
              </a:ext>
            </a:extLst>
          </p:cNvPr>
          <p:cNvSpPr txBox="1"/>
          <p:nvPr/>
        </p:nvSpPr>
        <p:spPr>
          <a:xfrm rot="3489255">
            <a:off x="4536606" y="4361304"/>
            <a:ext cx="821059" cy="24622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000" b="1" noProof="1"/>
              <a:t>AI服务调用</a:t>
            </a:r>
          </a:p>
        </p:txBody>
      </p:sp>
      <p:sp>
        <p:nvSpPr>
          <p:cNvPr id="54" name="文本框 92">
            <a:extLst>
              <a:ext uri="{FF2B5EF4-FFF2-40B4-BE49-F238E27FC236}">
                <a16:creationId xmlns:a16="http://schemas.microsoft.com/office/drawing/2014/main" id="{FA6B4437-2C2C-E1DB-9EE6-9A7B6BC7E06E}"/>
              </a:ext>
            </a:extLst>
          </p:cNvPr>
          <p:cNvSpPr txBox="1"/>
          <p:nvPr/>
        </p:nvSpPr>
        <p:spPr>
          <a:xfrm>
            <a:off x="4510110" y="3581033"/>
            <a:ext cx="697627" cy="24622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000" b="1" noProof="1"/>
              <a:t>检索增强</a:t>
            </a:r>
          </a:p>
        </p:txBody>
      </p:sp>
      <p:sp>
        <p:nvSpPr>
          <p:cNvPr id="55" name="文本框 93">
            <a:extLst>
              <a:ext uri="{FF2B5EF4-FFF2-40B4-BE49-F238E27FC236}">
                <a16:creationId xmlns:a16="http://schemas.microsoft.com/office/drawing/2014/main" id="{2FC71109-7B05-BD4B-4609-4C90A7FC2DED}"/>
              </a:ext>
            </a:extLst>
          </p:cNvPr>
          <p:cNvSpPr txBox="1"/>
          <p:nvPr/>
        </p:nvSpPr>
        <p:spPr>
          <a:xfrm>
            <a:off x="6077954" y="3581033"/>
            <a:ext cx="825867" cy="24622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000" b="1" noProof="1"/>
              <a:t>文档向量化</a:t>
            </a:r>
          </a:p>
        </p:txBody>
      </p:sp>
      <p:sp>
        <p:nvSpPr>
          <p:cNvPr id="56" name="文本框 94">
            <a:extLst>
              <a:ext uri="{FF2B5EF4-FFF2-40B4-BE49-F238E27FC236}">
                <a16:creationId xmlns:a16="http://schemas.microsoft.com/office/drawing/2014/main" id="{B37AD66F-9F12-F0DC-6DCA-45A35B9D8EAC}"/>
              </a:ext>
            </a:extLst>
          </p:cNvPr>
          <p:cNvSpPr txBox="1"/>
          <p:nvPr/>
        </p:nvSpPr>
        <p:spPr>
          <a:xfrm rot="1676185">
            <a:off x="7859849" y="3779066"/>
            <a:ext cx="825867" cy="24622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000" b="1" noProof="1"/>
              <a:t>向量化存储</a:t>
            </a:r>
          </a:p>
        </p:txBody>
      </p:sp>
      <p:sp>
        <p:nvSpPr>
          <p:cNvPr id="57" name="文本框 95">
            <a:extLst>
              <a:ext uri="{FF2B5EF4-FFF2-40B4-BE49-F238E27FC236}">
                <a16:creationId xmlns:a16="http://schemas.microsoft.com/office/drawing/2014/main" id="{F886D47C-D59A-DD94-0445-09DCF6E39CAD}"/>
              </a:ext>
            </a:extLst>
          </p:cNvPr>
          <p:cNvSpPr txBox="1"/>
          <p:nvPr/>
        </p:nvSpPr>
        <p:spPr>
          <a:xfrm>
            <a:off x="7294656" y="2109993"/>
            <a:ext cx="697627" cy="24622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000" b="1" noProof="1"/>
              <a:t>读取数据</a:t>
            </a:r>
          </a:p>
        </p:txBody>
      </p:sp>
      <p:sp>
        <p:nvSpPr>
          <p:cNvPr id="58" name="矩形: 圆角 57">
            <a:extLst>
              <a:ext uri="{FF2B5EF4-FFF2-40B4-BE49-F238E27FC236}">
                <a16:creationId xmlns:a16="http://schemas.microsoft.com/office/drawing/2014/main" id="{26CF5C0B-8D3B-BEAF-80BD-7A9F39AB0F6E}"/>
              </a:ext>
            </a:extLst>
          </p:cNvPr>
          <p:cNvSpPr/>
          <p:nvPr/>
        </p:nvSpPr>
        <p:spPr>
          <a:xfrm>
            <a:off x="9136634" y="4120240"/>
            <a:ext cx="2614177" cy="1810912"/>
          </a:xfrm>
          <a:prstGeom prst="roundRect">
            <a:avLst/>
          </a:prstGeom>
          <a:solidFill>
            <a:schemeClr val="bg2">
              <a:alpha val="4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noProof="1"/>
          </a:p>
        </p:txBody>
      </p:sp>
      <p:pic>
        <p:nvPicPr>
          <p:cNvPr id="59" name="图片 58">
            <a:extLst>
              <a:ext uri="{FF2B5EF4-FFF2-40B4-BE49-F238E27FC236}">
                <a16:creationId xmlns:a16="http://schemas.microsoft.com/office/drawing/2014/main" id="{591B331C-F26F-52C8-7ADC-B115D872FF87}"/>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178210" y="4389015"/>
            <a:ext cx="936945" cy="936945"/>
          </a:xfrm>
          <a:prstGeom prst="rect">
            <a:avLst/>
          </a:prstGeom>
        </p:spPr>
      </p:pic>
      <p:grpSp>
        <p:nvGrpSpPr>
          <p:cNvPr id="60" name="组合 59">
            <a:extLst>
              <a:ext uri="{FF2B5EF4-FFF2-40B4-BE49-F238E27FC236}">
                <a16:creationId xmlns:a16="http://schemas.microsoft.com/office/drawing/2014/main" id="{8BD91F6F-B52F-4CB4-E4BD-C20E8C9E2AB8}"/>
              </a:ext>
            </a:extLst>
          </p:cNvPr>
          <p:cNvGrpSpPr/>
          <p:nvPr/>
        </p:nvGrpSpPr>
        <p:grpSpPr>
          <a:xfrm>
            <a:off x="10562784" y="4694030"/>
            <a:ext cx="1020379" cy="561745"/>
            <a:chOff x="6497444" y="1769327"/>
            <a:chExt cx="2973658" cy="1799062"/>
          </a:xfrm>
        </p:grpSpPr>
        <p:sp>
          <p:nvSpPr>
            <p:cNvPr id="61" name="矩形 60">
              <a:extLst>
                <a:ext uri="{FF2B5EF4-FFF2-40B4-BE49-F238E27FC236}">
                  <a16:creationId xmlns:a16="http://schemas.microsoft.com/office/drawing/2014/main" id="{DE2907E6-8539-D3C8-0407-0D457FE8A874}"/>
                </a:ext>
              </a:extLst>
            </p:cNvPr>
            <p:cNvSpPr/>
            <p:nvPr/>
          </p:nvSpPr>
          <p:spPr>
            <a:xfrm>
              <a:off x="6497444" y="1769327"/>
              <a:ext cx="2973658" cy="1799062"/>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noProof="1"/>
            </a:p>
          </p:txBody>
        </p:sp>
        <p:cxnSp>
          <p:nvCxnSpPr>
            <p:cNvPr id="62" name="直接连接符 61">
              <a:extLst>
                <a:ext uri="{FF2B5EF4-FFF2-40B4-BE49-F238E27FC236}">
                  <a16:creationId xmlns:a16="http://schemas.microsoft.com/office/drawing/2014/main" id="{8AD8B9EB-E148-D492-676D-3F3B64E0A5EA}"/>
                </a:ext>
              </a:extLst>
            </p:cNvPr>
            <p:cNvCxnSpPr/>
            <p:nvPr/>
          </p:nvCxnSpPr>
          <p:spPr>
            <a:xfrm>
              <a:off x="6497444" y="2215376"/>
              <a:ext cx="2973658"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FF78BC7B-E54B-F367-A8F2-116967DFC5A4}"/>
                </a:ext>
              </a:extLst>
            </p:cNvPr>
            <p:cNvCxnSpPr/>
            <p:nvPr/>
          </p:nvCxnSpPr>
          <p:spPr>
            <a:xfrm>
              <a:off x="6497444" y="2553629"/>
              <a:ext cx="297365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0BC46727-2AB1-B677-6CE1-5FAAE9BA2518}"/>
                </a:ext>
              </a:extLst>
            </p:cNvPr>
            <p:cNvCxnSpPr/>
            <p:nvPr/>
          </p:nvCxnSpPr>
          <p:spPr>
            <a:xfrm>
              <a:off x="6497444" y="2891883"/>
              <a:ext cx="297365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D2F17CCE-D6BB-A6B5-95F8-7EBC606A381A}"/>
                </a:ext>
              </a:extLst>
            </p:cNvPr>
            <p:cNvCxnSpPr/>
            <p:nvPr/>
          </p:nvCxnSpPr>
          <p:spPr>
            <a:xfrm>
              <a:off x="6497444" y="3233853"/>
              <a:ext cx="297365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8F885676-E619-B08A-67E1-56BDBF561DAB}"/>
                </a:ext>
              </a:extLst>
            </p:cNvPr>
            <p:cNvCxnSpPr/>
            <p:nvPr/>
          </p:nvCxnSpPr>
          <p:spPr>
            <a:xfrm>
              <a:off x="7081024" y="1769327"/>
              <a:ext cx="0" cy="179906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2B82D2E0-1EC6-A8F6-A7C4-83641767738A}"/>
                </a:ext>
              </a:extLst>
            </p:cNvPr>
            <p:cNvCxnSpPr/>
            <p:nvPr/>
          </p:nvCxnSpPr>
          <p:spPr>
            <a:xfrm>
              <a:off x="7642302" y="1769327"/>
              <a:ext cx="0" cy="179906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726FA2DC-20D9-51BF-9E02-7D0F81864A8A}"/>
                </a:ext>
              </a:extLst>
            </p:cNvPr>
            <p:cNvCxnSpPr/>
            <p:nvPr/>
          </p:nvCxnSpPr>
          <p:spPr>
            <a:xfrm>
              <a:off x="8222165" y="1769327"/>
              <a:ext cx="0" cy="179906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5155B4BB-F688-AEB8-34A9-091EC21002B0}"/>
                </a:ext>
              </a:extLst>
            </p:cNvPr>
            <p:cNvCxnSpPr/>
            <p:nvPr/>
          </p:nvCxnSpPr>
          <p:spPr>
            <a:xfrm>
              <a:off x="8839200" y="1769327"/>
              <a:ext cx="0" cy="179906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0" name="文本框 63">
            <a:extLst>
              <a:ext uri="{FF2B5EF4-FFF2-40B4-BE49-F238E27FC236}">
                <a16:creationId xmlns:a16="http://schemas.microsoft.com/office/drawing/2014/main" id="{CD1C05A2-49DE-262C-2F3A-661AFF0A74F2}"/>
              </a:ext>
            </a:extLst>
          </p:cNvPr>
          <p:cNvSpPr txBox="1"/>
          <p:nvPr/>
        </p:nvSpPr>
        <p:spPr>
          <a:xfrm flipH="1">
            <a:off x="9143917" y="5409316"/>
            <a:ext cx="1185364"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400" b="1" noProof="1"/>
              <a:t>向量化资料</a:t>
            </a:r>
          </a:p>
        </p:txBody>
      </p:sp>
      <p:sp>
        <p:nvSpPr>
          <p:cNvPr id="71" name="文本框 62">
            <a:extLst>
              <a:ext uri="{FF2B5EF4-FFF2-40B4-BE49-F238E27FC236}">
                <a16:creationId xmlns:a16="http://schemas.microsoft.com/office/drawing/2014/main" id="{F83B0871-1590-E639-0207-1DB66FFC236E}"/>
              </a:ext>
            </a:extLst>
          </p:cNvPr>
          <p:cNvSpPr txBox="1"/>
          <p:nvPr/>
        </p:nvSpPr>
        <p:spPr>
          <a:xfrm flipH="1">
            <a:off x="10680678" y="5411724"/>
            <a:ext cx="916108"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400" b="1" noProof="1"/>
              <a:t>实体表</a:t>
            </a:r>
          </a:p>
        </p:txBody>
      </p:sp>
      <p:sp>
        <p:nvSpPr>
          <p:cNvPr id="72" name="箭头: 下 71">
            <a:extLst>
              <a:ext uri="{FF2B5EF4-FFF2-40B4-BE49-F238E27FC236}">
                <a16:creationId xmlns:a16="http://schemas.microsoft.com/office/drawing/2014/main" id="{30D2BF96-9544-77B9-C3F9-56180DD73BC5}"/>
              </a:ext>
            </a:extLst>
          </p:cNvPr>
          <p:cNvSpPr/>
          <p:nvPr/>
        </p:nvSpPr>
        <p:spPr>
          <a:xfrm>
            <a:off x="10221709" y="3287080"/>
            <a:ext cx="222013" cy="783643"/>
          </a:xfrm>
          <a:prstGeom prst="downArrow">
            <a:avLst>
              <a:gd name="adj1" fmla="val 50000"/>
              <a:gd name="adj2" fmla="val 74514"/>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noProof="1"/>
          </a:p>
        </p:txBody>
      </p:sp>
      <p:sp>
        <p:nvSpPr>
          <p:cNvPr id="73" name="文本框 98">
            <a:extLst>
              <a:ext uri="{FF2B5EF4-FFF2-40B4-BE49-F238E27FC236}">
                <a16:creationId xmlns:a16="http://schemas.microsoft.com/office/drawing/2014/main" id="{B34E6D9D-9754-635A-9A0E-C7551B0E0C27}"/>
              </a:ext>
            </a:extLst>
          </p:cNvPr>
          <p:cNvSpPr txBox="1"/>
          <p:nvPr/>
        </p:nvSpPr>
        <p:spPr>
          <a:xfrm rot="5400000" flipH="1">
            <a:off x="10255497" y="3518694"/>
            <a:ext cx="553115" cy="27699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sz="1200" b="1" noProof="1"/>
              <a:t>存储</a:t>
            </a:r>
          </a:p>
        </p:txBody>
      </p:sp>
      <p:sp>
        <p:nvSpPr>
          <p:cNvPr id="74" name="矩形: 圆角 73">
            <a:extLst>
              <a:ext uri="{FF2B5EF4-FFF2-40B4-BE49-F238E27FC236}">
                <a16:creationId xmlns:a16="http://schemas.microsoft.com/office/drawing/2014/main" id="{BD286918-98F0-2618-9CA0-981A6E4FD59A}"/>
              </a:ext>
            </a:extLst>
          </p:cNvPr>
          <p:cNvSpPr/>
          <p:nvPr/>
        </p:nvSpPr>
        <p:spPr>
          <a:xfrm>
            <a:off x="1064778" y="1598543"/>
            <a:ext cx="1121854" cy="299876"/>
          </a:xfrm>
          <a:prstGeom prst="roundRect">
            <a:avLst/>
          </a:prstGeom>
          <a:gradFill flip="none" rotWithShape="1">
            <a:gsLst>
              <a:gs pos="0">
                <a:schemeClr val="accent4">
                  <a:lumMod val="5000"/>
                  <a:lumOff val="95000"/>
                </a:schemeClr>
              </a:gs>
              <a:gs pos="37000">
                <a:schemeClr val="accent4">
                  <a:lumMod val="45000"/>
                  <a:lumOff val="55000"/>
                </a:schemeClr>
              </a:gs>
              <a:gs pos="68000">
                <a:schemeClr val="accent4">
                  <a:lumMod val="45000"/>
                  <a:lumOff val="55000"/>
                </a:schemeClr>
              </a:gs>
              <a:gs pos="100000">
                <a:schemeClr val="accent4">
                  <a:lumMod val="30000"/>
                  <a:lumOff val="70000"/>
                </a:schemeClr>
              </a:gs>
            </a:gsLst>
            <a:lin ang="5400000" scaled="1"/>
            <a:tileRect/>
          </a:gra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b="1" noProof="1">
                <a:solidFill>
                  <a:schemeClr val="tx1"/>
                </a:solidFill>
              </a:rPr>
              <a:t>前端</a:t>
            </a:r>
          </a:p>
        </p:txBody>
      </p:sp>
      <p:sp>
        <p:nvSpPr>
          <p:cNvPr id="75" name="矩形: 圆角 74">
            <a:extLst>
              <a:ext uri="{FF2B5EF4-FFF2-40B4-BE49-F238E27FC236}">
                <a16:creationId xmlns:a16="http://schemas.microsoft.com/office/drawing/2014/main" id="{A20CDCA4-A962-F48D-4CC2-F6B09F6FE642}"/>
              </a:ext>
            </a:extLst>
          </p:cNvPr>
          <p:cNvSpPr/>
          <p:nvPr/>
        </p:nvSpPr>
        <p:spPr>
          <a:xfrm>
            <a:off x="5416694" y="913923"/>
            <a:ext cx="1121854" cy="299876"/>
          </a:xfrm>
          <a:prstGeom prst="roundRect">
            <a:avLst/>
          </a:prstGeom>
          <a:gradFill flip="none" rotWithShape="1">
            <a:gsLst>
              <a:gs pos="0">
                <a:schemeClr val="accent4">
                  <a:lumMod val="5000"/>
                  <a:lumOff val="95000"/>
                </a:schemeClr>
              </a:gs>
              <a:gs pos="40000">
                <a:schemeClr val="accent4">
                  <a:lumMod val="45000"/>
                  <a:lumOff val="55000"/>
                </a:schemeClr>
              </a:gs>
              <a:gs pos="66000">
                <a:schemeClr val="accent4">
                  <a:lumMod val="45000"/>
                  <a:lumOff val="55000"/>
                </a:schemeClr>
              </a:gs>
              <a:gs pos="100000">
                <a:schemeClr val="accent4">
                  <a:lumMod val="30000"/>
                  <a:lumOff val="70000"/>
                </a:schemeClr>
              </a:gs>
            </a:gsLst>
            <a:lin ang="5400000" scaled="1"/>
            <a:tileRect/>
          </a:gra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b="1" noProof="1">
                <a:solidFill>
                  <a:schemeClr val="tx1"/>
                </a:solidFill>
              </a:rPr>
              <a:t>后端</a:t>
            </a:r>
          </a:p>
        </p:txBody>
      </p:sp>
      <p:sp>
        <p:nvSpPr>
          <p:cNvPr id="76" name="矩形: 圆角 75">
            <a:extLst>
              <a:ext uri="{FF2B5EF4-FFF2-40B4-BE49-F238E27FC236}">
                <a16:creationId xmlns:a16="http://schemas.microsoft.com/office/drawing/2014/main" id="{A6FA8890-D4A0-719F-0815-4B248E9875F4}"/>
              </a:ext>
            </a:extLst>
          </p:cNvPr>
          <p:cNvSpPr/>
          <p:nvPr/>
        </p:nvSpPr>
        <p:spPr>
          <a:xfrm>
            <a:off x="9822078" y="1586777"/>
            <a:ext cx="1121854" cy="299876"/>
          </a:xfrm>
          <a:prstGeom prst="roundRect">
            <a:avLst/>
          </a:prstGeom>
          <a:gradFill flip="none" rotWithShape="1">
            <a:gsLst>
              <a:gs pos="0">
                <a:schemeClr val="accent4">
                  <a:lumMod val="5000"/>
                  <a:lumOff val="95000"/>
                </a:schemeClr>
              </a:gs>
              <a:gs pos="40000">
                <a:schemeClr val="accent4">
                  <a:lumMod val="45000"/>
                  <a:lumOff val="55000"/>
                </a:schemeClr>
              </a:gs>
              <a:gs pos="74000">
                <a:schemeClr val="accent4">
                  <a:lumMod val="45000"/>
                  <a:lumOff val="55000"/>
                </a:schemeClr>
              </a:gs>
              <a:gs pos="100000">
                <a:schemeClr val="accent4">
                  <a:lumMod val="30000"/>
                  <a:lumOff val="70000"/>
                </a:schemeClr>
              </a:gs>
            </a:gsLst>
            <a:lin ang="5400000" scaled="1"/>
            <a:tileRect/>
          </a:gra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b="1" noProof="1">
                <a:solidFill>
                  <a:schemeClr val="tx1"/>
                </a:solidFill>
              </a:rPr>
              <a:t>数据库</a:t>
            </a:r>
          </a:p>
        </p:txBody>
      </p:sp>
    </p:spTree>
    <p:extLst>
      <p:ext uri="{BB962C8B-B14F-4D97-AF65-F5344CB8AC3E}">
        <p14:creationId xmlns:p14="http://schemas.microsoft.com/office/powerpoint/2010/main" val="939087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16" name="直接连接符 315">
            <a:extLst>
              <a:ext uri="{FF2B5EF4-FFF2-40B4-BE49-F238E27FC236}">
                <a16:creationId xmlns:a16="http://schemas.microsoft.com/office/drawing/2014/main" id="{D784CB1D-65BA-80E1-362A-2F02D5BCBAB2}"/>
              </a:ext>
            </a:extLst>
          </p:cNvPr>
          <p:cNvCxnSpPr>
            <a:cxnSpLocks/>
          </p:cNvCxnSpPr>
          <p:nvPr/>
        </p:nvCxnSpPr>
        <p:spPr>
          <a:xfrm flipH="1">
            <a:off x="4576274" y="1350456"/>
            <a:ext cx="2319740" cy="1408510"/>
          </a:xfrm>
          <a:prstGeom prst="line">
            <a:avLst/>
          </a:prstGeom>
          <a:ln>
            <a:solidFill>
              <a:srgbClr val="7584E5"/>
            </a:solidFill>
          </a:ln>
        </p:spPr>
        <p:style>
          <a:lnRef idx="1">
            <a:schemeClr val="accent1"/>
          </a:lnRef>
          <a:fillRef idx="0">
            <a:schemeClr val="accent1"/>
          </a:fillRef>
          <a:effectRef idx="0">
            <a:schemeClr val="accent1"/>
          </a:effectRef>
          <a:fontRef idx="minor">
            <a:schemeClr val="tx1"/>
          </a:fontRef>
        </p:style>
      </p:cxnSp>
      <p:sp>
        <p:nvSpPr>
          <p:cNvPr id="315" name="任意多边形: 形状 314">
            <a:extLst>
              <a:ext uri="{FF2B5EF4-FFF2-40B4-BE49-F238E27FC236}">
                <a16:creationId xmlns:a16="http://schemas.microsoft.com/office/drawing/2014/main" id="{738B90F2-C5C9-ACAF-41FE-851E36E53C41}"/>
              </a:ext>
            </a:extLst>
          </p:cNvPr>
          <p:cNvSpPr/>
          <p:nvPr/>
        </p:nvSpPr>
        <p:spPr>
          <a:xfrm>
            <a:off x="8042533" y="3507753"/>
            <a:ext cx="1496291" cy="598515"/>
          </a:xfrm>
          <a:custGeom>
            <a:avLst/>
            <a:gdLst>
              <a:gd name="connsiteX0" fmla="*/ 1496291 w 1496291"/>
              <a:gd name="connsiteY0" fmla="*/ 0 h 665018"/>
              <a:gd name="connsiteX1" fmla="*/ 498764 w 1496291"/>
              <a:gd name="connsiteY1" fmla="*/ 665018 h 665018"/>
              <a:gd name="connsiteX2" fmla="*/ 0 w 1496291"/>
              <a:gd name="connsiteY2" fmla="*/ 299258 h 665018"/>
              <a:gd name="connsiteX0" fmla="*/ 1496291 w 1496291"/>
              <a:gd name="connsiteY0" fmla="*/ 0 h 665018"/>
              <a:gd name="connsiteX1" fmla="*/ 498764 w 1496291"/>
              <a:gd name="connsiteY1" fmla="*/ 665018 h 665018"/>
              <a:gd name="connsiteX2" fmla="*/ 0 w 1496291"/>
              <a:gd name="connsiteY2" fmla="*/ 299258 h 665018"/>
              <a:gd name="connsiteX0" fmla="*/ 1496291 w 1496291"/>
              <a:gd name="connsiteY0" fmla="*/ 0 h 598516"/>
              <a:gd name="connsiteX1" fmla="*/ 473825 w 1496291"/>
              <a:gd name="connsiteY1" fmla="*/ 598516 h 598516"/>
              <a:gd name="connsiteX2" fmla="*/ 0 w 1496291"/>
              <a:gd name="connsiteY2" fmla="*/ 299258 h 598516"/>
              <a:gd name="connsiteX0" fmla="*/ 1496291 w 1496291"/>
              <a:gd name="connsiteY0" fmla="*/ 0 h 573578"/>
              <a:gd name="connsiteX1" fmla="*/ 648393 w 1496291"/>
              <a:gd name="connsiteY1" fmla="*/ 573578 h 573578"/>
              <a:gd name="connsiteX2" fmla="*/ 0 w 1496291"/>
              <a:gd name="connsiteY2" fmla="*/ 299258 h 573578"/>
              <a:gd name="connsiteX0" fmla="*/ 1496291 w 1496291"/>
              <a:gd name="connsiteY0" fmla="*/ 0 h 640079"/>
              <a:gd name="connsiteX1" fmla="*/ 532015 w 1496291"/>
              <a:gd name="connsiteY1" fmla="*/ 640079 h 640079"/>
              <a:gd name="connsiteX2" fmla="*/ 0 w 1496291"/>
              <a:gd name="connsiteY2" fmla="*/ 299258 h 640079"/>
              <a:gd name="connsiteX0" fmla="*/ 1496291 w 1496291"/>
              <a:gd name="connsiteY0" fmla="*/ 0 h 598515"/>
              <a:gd name="connsiteX1" fmla="*/ 482139 w 1496291"/>
              <a:gd name="connsiteY1" fmla="*/ 598515 h 598515"/>
              <a:gd name="connsiteX2" fmla="*/ 0 w 1496291"/>
              <a:gd name="connsiteY2" fmla="*/ 299258 h 598515"/>
            </a:gdLst>
            <a:ahLst/>
            <a:cxnLst>
              <a:cxn ang="0">
                <a:pos x="connsiteX0" y="connsiteY0"/>
              </a:cxn>
              <a:cxn ang="0">
                <a:pos x="connsiteX1" y="connsiteY1"/>
              </a:cxn>
              <a:cxn ang="0">
                <a:pos x="connsiteX2" y="connsiteY2"/>
              </a:cxn>
            </a:cxnLst>
            <a:rect l="l" t="t" r="r" b="b"/>
            <a:pathLst>
              <a:path w="1496291" h="598515">
                <a:moveTo>
                  <a:pt x="1496291" y="0"/>
                </a:moveTo>
                <a:lnTo>
                  <a:pt x="482139" y="598515"/>
                </a:lnTo>
                <a:lnTo>
                  <a:pt x="0" y="299258"/>
                </a:lnTo>
              </a:path>
            </a:pathLst>
          </a:custGeom>
          <a:ln>
            <a:solidFill>
              <a:srgbClr val="7584E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12" name="直接连接符 311">
            <a:extLst>
              <a:ext uri="{FF2B5EF4-FFF2-40B4-BE49-F238E27FC236}">
                <a16:creationId xmlns:a16="http://schemas.microsoft.com/office/drawing/2014/main" id="{1A89BDB2-43E6-75D2-24E4-BCDB4F44FB63}"/>
              </a:ext>
            </a:extLst>
          </p:cNvPr>
          <p:cNvCxnSpPr>
            <a:cxnSpLocks/>
          </p:cNvCxnSpPr>
          <p:nvPr/>
        </p:nvCxnSpPr>
        <p:spPr>
          <a:xfrm flipH="1">
            <a:off x="3629993" y="2311752"/>
            <a:ext cx="4475485" cy="2670834"/>
          </a:xfrm>
          <a:prstGeom prst="line">
            <a:avLst/>
          </a:prstGeom>
          <a:ln>
            <a:solidFill>
              <a:srgbClr val="7584E5"/>
            </a:solidFill>
          </a:ln>
        </p:spPr>
        <p:style>
          <a:lnRef idx="1">
            <a:schemeClr val="accent1"/>
          </a:lnRef>
          <a:fillRef idx="0">
            <a:schemeClr val="accent1"/>
          </a:fillRef>
          <a:effectRef idx="0">
            <a:schemeClr val="accent1"/>
          </a:effectRef>
          <a:fontRef idx="minor">
            <a:schemeClr val="tx1"/>
          </a:fontRef>
        </p:style>
      </p:cxnSp>
      <p:grpSp>
        <p:nvGrpSpPr>
          <p:cNvPr id="255" name="组合 254">
            <a:extLst>
              <a:ext uri="{FF2B5EF4-FFF2-40B4-BE49-F238E27FC236}">
                <a16:creationId xmlns:a16="http://schemas.microsoft.com/office/drawing/2014/main" id="{152BE1B6-078C-7A02-D902-DFB42508B338}"/>
              </a:ext>
            </a:extLst>
          </p:cNvPr>
          <p:cNvGrpSpPr/>
          <p:nvPr/>
        </p:nvGrpSpPr>
        <p:grpSpPr>
          <a:xfrm>
            <a:off x="2180318" y="1672360"/>
            <a:ext cx="6348983" cy="3745722"/>
            <a:chOff x="2391390" y="1630557"/>
            <a:chExt cx="6348983" cy="3745722"/>
          </a:xfrm>
        </p:grpSpPr>
        <p:sp>
          <p:nvSpPr>
            <p:cNvPr id="10" name="Freeform 7">
              <a:extLst>
                <a:ext uri="{FF2B5EF4-FFF2-40B4-BE49-F238E27FC236}">
                  <a16:creationId xmlns:a16="http://schemas.microsoft.com/office/drawing/2014/main" id="{06FD15B2-41B2-9546-2647-CF152B87CF20}"/>
                </a:ext>
              </a:extLst>
            </p:cNvPr>
            <p:cNvSpPr>
              <a:spLocks/>
            </p:cNvSpPr>
            <p:nvPr/>
          </p:nvSpPr>
          <p:spPr bwMode="auto">
            <a:xfrm>
              <a:off x="2401037" y="3346313"/>
              <a:ext cx="6329689" cy="2029966"/>
            </a:xfrm>
            <a:custGeom>
              <a:avLst/>
              <a:gdLst>
                <a:gd name="T0" fmla="*/ 3267 w 3282"/>
                <a:gd name="T1" fmla="*/ 148 h 1052"/>
                <a:gd name="T2" fmla="*/ 1791 w 3282"/>
                <a:gd name="T3" fmla="*/ 1006 h 1052"/>
                <a:gd name="T4" fmla="*/ 1721 w 3282"/>
                <a:gd name="T5" fmla="*/ 1006 h 1052"/>
                <a:gd name="T6" fmla="*/ 15 w 3282"/>
                <a:gd name="T7" fmla="*/ 21 h 1052"/>
                <a:gd name="T8" fmla="*/ 0 w 3282"/>
                <a:gd name="T9" fmla="*/ 0 h 1052"/>
                <a:gd name="T10" fmla="*/ 0 w 3282"/>
                <a:gd name="T11" fmla="*/ 35 h 1052"/>
                <a:gd name="T12" fmla="*/ 15 w 3282"/>
                <a:gd name="T13" fmla="*/ 56 h 1052"/>
                <a:gd name="T14" fmla="*/ 1721 w 3282"/>
                <a:gd name="T15" fmla="*/ 1041 h 1052"/>
                <a:gd name="T16" fmla="*/ 1791 w 3282"/>
                <a:gd name="T17" fmla="*/ 1041 h 1052"/>
                <a:gd name="T18" fmla="*/ 3267 w 3282"/>
                <a:gd name="T19" fmla="*/ 183 h 1052"/>
                <a:gd name="T20" fmla="*/ 3282 w 3282"/>
                <a:gd name="T21" fmla="*/ 162 h 1052"/>
                <a:gd name="T22" fmla="*/ 3282 w 3282"/>
                <a:gd name="T23" fmla="*/ 128 h 1052"/>
                <a:gd name="T24" fmla="*/ 3267 w 3282"/>
                <a:gd name="T25" fmla="*/ 148 h 10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2" h="1052">
                  <a:moveTo>
                    <a:pt x="3267" y="148"/>
                  </a:moveTo>
                  <a:cubicBezTo>
                    <a:pt x="1791" y="1006"/>
                    <a:pt x="1791" y="1006"/>
                    <a:pt x="1791" y="1006"/>
                  </a:cubicBezTo>
                  <a:cubicBezTo>
                    <a:pt x="1772" y="1017"/>
                    <a:pt x="1740" y="1017"/>
                    <a:pt x="1721" y="1006"/>
                  </a:cubicBezTo>
                  <a:cubicBezTo>
                    <a:pt x="15" y="21"/>
                    <a:pt x="15" y="21"/>
                    <a:pt x="15" y="21"/>
                  </a:cubicBezTo>
                  <a:cubicBezTo>
                    <a:pt x="5" y="15"/>
                    <a:pt x="0" y="8"/>
                    <a:pt x="0" y="0"/>
                  </a:cubicBezTo>
                  <a:cubicBezTo>
                    <a:pt x="0" y="35"/>
                    <a:pt x="0" y="35"/>
                    <a:pt x="0" y="35"/>
                  </a:cubicBezTo>
                  <a:cubicBezTo>
                    <a:pt x="0" y="43"/>
                    <a:pt x="5" y="50"/>
                    <a:pt x="15" y="56"/>
                  </a:cubicBezTo>
                  <a:cubicBezTo>
                    <a:pt x="1721" y="1041"/>
                    <a:pt x="1721" y="1041"/>
                    <a:pt x="1721" y="1041"/>
                  </a:cubicBezTo>
                  <a:cubicBezTo>
                    <a:pt x="1740" y="1052"/>
                    <a:pt x="1772" y="1052"/>
                    <a:pt x="1791" y="1041"/>
                  </a:cubicBezTo>
                  <a:cubicBezTo>
                    <a:pt x="3267" y="183"/>
                    <a:pt x="3267" y="183"/>
                    <a:pt x="3267" y="183"/>
                  </a:cubicBezTo>
                  <a:cubicBezTo>
                    <a:pt x="3277" y="177"/>
                    <a:pt x="3282" y="170"/>
                    <a:pt x="3282" y="162"/>
                  </a:cubicBezTo>
                  <a:cubicBezTo>
                    <a:pt x="3282" y="128"/>
                    <a:pt x="3282" y="128"/>
                    <a:pt x="3282" y="128"/>
                  </a:cubicBezTo>
                  <a:cubicBezTo>
                    <a:pt x="3282" y="135"/>
                    <a:pt x="3277" y="142"/>
                    <a:pt x="3267" y="148"/>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Freeform 8">
              <a:extLst>
                <a:ext uri="{FF2B5EF4-FFF2-40B4-BE49-F238E27FC236}">
                  <a16:creationId xmlns:a16="http://schemas.microsoft.com/office/drawing/2014/main" id="{E9C442B0-08A8-53A7-D301-65A159542988}"/>
                </a:ext>
              </a:extLst>
            </p:cNvPr>
            <p:cNvSpPr>
              <a:spLocks/>
            </p:cNvSpPr>
            <p:nvPr/>
          </p:nvSpPr>
          <p:spPr bwMode="auto">
            <a:xfrm>
              <a:off x="2391390" y="1630557"/>
              <a:ext cx="6348983" cy="3678193"/>
            </a:xfrm>
            <a:custGeom>
              <a:avLst/>
              <a:gdLst>
                <a:gd name="T0" fmla="*/ 3272 w 3292"/>
                <a:gd name="T1" fmla="*/ 996 h 1906"/>
                <a:gd name="T2" fmla="*/ 3272 w 3292"/>
                <a:gd name="T3" fmla="*/ 1037 h 1906"/>
                <a:gd name="T4" fmla="*/ 1796 w 3292"/>
                <a:gd name="T5" fmla="*/ 1895 h 1906"/>
                <a:gd name="T6" fmla="*/ 1726 w 3292"/>
                <a:gd name="T7" fmla="*/ 1895 h 1906"/>
                <a:gd name="T8" fmla="*/ 20 w 3292"/>
                <a:gd name="T9" fmla="*/ 910 h 1906"/>
                <a:gd name="T10" fmla="*/ 20 w 3292"/>
                <a:gd name="T11" fmla="*/ 869 h 1906"/>
                <a:gd name="T12" fmla="*/ 1496 w 3292"/>
                <a:gd name="T13" fmla="*/ 11 h 1906"/>
                <a:gd name="T14" fmla="*/ 1566 w 3292"/>
                <a:gd name="T15" fmla="*/ 11 h 1906"/>
                <a:gd name="T16" fmla="*/ 3272 w 3292"/>
                <a:gd name="T17" fmla="*/ 996 h 1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92" h="1906">
                  <a:moveTo>
                    <a:pt x="3272" y="996"/>
                  </a:moveTo>
                  <a:cubicBezTo>
                    <a:pt x="3292" y="1007"/>
                    <a:pt x="3292" y="1026"/>
                    <a:pt x="3272" y="1037"/>
                  </a:cubicBezTo>
                  <a:cubicBezTo>
                    <a:pt x="1796" y="1895"/>
                    <a:pt x="1796" y="1895"/>
                    <a:pt x="1796" y="1895"/>
                  </a:cubicBezTo>
                  <a:cubicBezTo>
                    <a:pt x="1777" y="1906"/>
                    <a:pt x="1745" y="1906"/>
                    <a:pt x="1726" y="1895"/>
                  </a:cubicBezTo>
                  <a:cubicBezTo>
                    <a:pt x="20" y="910"/>
                    <a:pt x="20" y="910"/>
                    <a:pt x="20" y="910"/>
                  </a:cubicBezTo>
                  <a:cubicBezTo>
                    <a:pt x="0" y="899"/>
                    <a:pt x="0" y="881"/>
                    <a:pt x="20" y="869"/>
                  </a:cubicBezTo>
                  <a:cubicBezTo>
                    <a:pt x="1496" y="11"/>
                    <a:pt x="1496" y="11"/>
                    <a:pt x="1496" y="11"/>
                  </a:cubicBezTo>
                  <a:cubicBezTo>
                    <a:pt x="1515" y="0"/>
                    <a:pt x="1547" y="0"/>
                    <a:pt x="1566" y="11"/>
                  </a:cubicBezTo>
                  <a:lnTo>
                    <a:pt x="3272" y="996"/>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cxnSp>
        <p:nvCxnSpPr>
          <p:cNvPr id="253" name="直接连接符 252">
            <a:extLst>
              <a:ext uri="{FF2B5EF4-FFF2-40B4-BE49-F238E27FC236}">
                <a16:creationId xmlns:a16="http://schemas.microsoft.com/office/drawing/2014/main" id="{DE9365DB-E5E0-3D5F-2397-79B93F621F57}"/>
              </a:ext>
            </a:extLst>
          </p:cNvPr>
          <p:cNvCxnSpPr>
            <a:cxnSpLocks/>
          </p:cNvCxnSpPr>
          <p:nvPr/>
        </p:nvCxnSpPr>
        <p:spPr>
          <a:xfrm flipH="1">
            <a:off x="5103006" y="3353248"/>
            <a:ext cx="1227652" cy="709729"/>
          </a:xfrm>
          <a:prstGeom prst="line">
            <a:avLst/>
          </a:prstGeom>
          <a:ln>
            <a:solidFill>
              <a:srgbClr val="8E9CEF"/>
            </a:solidFill>
            <a:prstDash val="dash"/>
          </a:ln>
        </p:spPr>
        <p:style>
          <a:lnRef idx="1">
            <a:schemeClr val="accent1"/>
          </a:lnRef>
          <a:fillRef idx="0">
            <a:schemeClr val="accent1"/>
          </a:fillRef>
          <a:effectRef idx="0">
            <a:schemeClr val="accent1"/>
          </a:effectRef>
          <a:fontRef idx="minor">
            <a:schemeClr val="tx1"/>
          </a:fontRef>
        </p:style>
      </p:cxnSp>
      <p:grpSp>
        <p:nvGrpSpPr>
          <p:cNvPr id="290" name="组合 289">
            <a:extLst>
              <a:ext uri="{FF2B5EF4-FFF2-40B4-BE49-F238E27FC236}">
                <a16:creationId xmlns:a16="http://schemas.microsoft.com/office/drawing/2014/main" id="{9995ED75-F3B4-7A63-948D-335A60EBD97F}"/>
              </a:ext>
            </a:extLst>
          </p:cNvPr>
          <p:cNvGrpSpPr/>
          <p:nvPr/>
        </p:nvGrpSpPr>
        <p:grpSpPr>
          <a:xfrm>
            <a:off x="5622691" y="783238"/>
            <a:ext cx="5749502" cy="3398435"/>
            <a:chOff x="5853218" y="700329"/>
            <a:chExt cx="5749502" cy="3398435"/>
          </a:xfrm>
        </p:grpSpPr>
        <p:sp>
          <p:nvSpPr>
            <p:cNvPr id="8" name="Freeform 5">
              <a:extLst>
                <a:ext uri="{FF2B5EF4-FFF2-40B4-BE49-F238E27FC236}">
                  <a16:creationId xmlns:a16="http://schemas.microsoft.com/office/drawing/2014/main" id="{E44A1EFF-7FB1-AE34-E647-9E3A70F70C40}"/>
                </a:ext>
              </a:extLst>
            </p:cNvPr>
            <p:cNvSpPr>
              <a:spLocks/>
            </p:cNvSpPr>
            <p:nvPr/>
          </p:nvSpPr>
          <p:spPr bwMode="auto">
            <a:xfrm>
              <a:off x="5862866" y="1350800"/>
              <a:ext cx="5730208" cy="2747964"/>
            </a:xfrm>
            <a:custGeom>
              <a:avLst/>
              <a:gdLst>
                <a:gd name="T0" fmla="*/ 2957 w 2971"/>
                <a:gd name="T1" fmla="*/ 1069 h 1424"/>
                <a:gd name="T2" fmla="*/ 2430 w 2971"/>
                <a:gd name="T3" fmla="*/ 1375 h 1424"/>
                <a:gd name="T4" fmla="*/ 2360 w 2971"/>
                <a:gd name="T5" fmla="*/ 1375 h 1424"/>
                <a:gd name="T6" fmla="*/ 14 w 2971"/>
                <a:gd name="T7" fmla="*/ 21 h 1424"/>
                <a:gd name="T8" fmla="*/ 0 w 2971"/>
                <a:gd name="T9" fmla="*/ 0 h 1424"/>
                <a:gd name="T10" fmla="*/ 0 w 2971"/>
                <a:gd name="T11" fmla="*/ 38 h 1424"/>
                <a:gd name="T12" fmla="*/ 14 w 2971"/>
                <a:gd name="T13" fmla="*/ 59 h 1424"/>
                <a:gd name="T14" fmla="*/ 2360 w 2971"/>
                <a:gd name="T15" fmla="*/ 1413 h 1424"/>
                <a:gd name="T16" fmla="*/ 2430 w 2971"/>
                <a:gd name="T17" fmla="*/ 1413 h 1424"/>
                <a:gd name="T18" fmla="*/ 2956 w 2971"/>
                <a:gd name="T19" fmla="*/ 1107 h 1424"/>
                <a:gd name="T20" fmla="*/ 2971 w 2971"/>
                <a:gd name="T21" fmla="*/ 1087 h 1424"/>
                <a:gd name="T22" fmla="*/ 2971 w 2971"/>
                <a:gd name="T23" fmla="*/ 1049 h 1424"/>
                <a:gd name="T24" fmla="*/ 2957 w 2971"/>
                <a:gd name="T25" fmla="*/ 1069 h 1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71" h="1424">
                  <a:moveTo>
                    <a:pt x="2957" y="1069"/>
                  </a:moveTo>
                  <a:cubicBezTo>
                    <a:pt x="2430" y="1375"/>
                    <a:pt x="2430" y="1375"/>
                    <a:pt x="2430" y="1375"/>
                  </a:cubicBezTo>
                  <a:cubicBezTo>
                    <a:pt x="2411" y="1386"/>
                    <a:pt x="2379" y="1386"/>
                    <a:pt x="2360" y="1375"/>
                  </a:cubicBezTo>
                  <a:cubicBezTo>
                    <a:pt x="14" y="21"/>
                    <a:pt x="14" y="21"/>
                    <a:pt x="14" y="21"/>
                  </a:cubicBezTo>
                  <a:cubicBezTo>
                    <a:pt x="5" y="15"/>
                    <a:pt x="0" y="7"/>
                    <a:pt x="0" y="0"/>
                  </a:cubicBezTo>
                  <a:cubicBezTo>
                    <a:pt x="0" y="38"/>
                    <a:pt x="0" y="38"/>
                    <a:pt x="0" y="38"/>
                  </a:cubicBezTo>
                  <a:cubicBezTo>
                    <a:pt x="0" y="46"/>
                    <a:pt x="4" y="53"/>
                    <a:pt x="14" y="59"/>
                  </a:cubicBezTo>
                  <a:cubicBezTo>
                    <a:pt x="2360" y="1413"/>
                    <a:pt x="2360" y="1413"/>
                    <a:pt x="2360" y="1413"/>
                  </a:cubicBezTo>
                  <a:cubicBezTo>
                    <a:pt x="2379" y="1424"/>
                    <a:pt x="2411" y="1424"/>
                    <a:pt x="2430" y="1413"/>
                  </a:cubicBezTo>
                  <a:cubicBezTo>
                    <a:pt x="2956" y="1107"/>
                    <a:pt x="2956" y="1107"/>
                    <a:pt x="2956" y="1107"/>
                  </a:cubicBezTo>
                  <a:cubicBezTo>
                    <a:pt x="2966" y="1101"/>
                    <a:pt x="2971" y="1094"/>
                    <a:pt x="2971" y="1087"/>
                  </a:cubicBezTo>
                  <a:cubicBezTo>
                    <a:pt x="2971" y="1049"/>
                    <a:pt x="2971" y="1049"/>
                    <a:pt x="2971" y="1049"/>
                  </a:cubicBezTo>
                  <a:cubicBezTo>
                    <a:pt x="2971" y="1056"/>
                    <a:pt x="2966" y="1063"/>
                    <a:pt x="2957" y="1069"/>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 name="Freeform 6">
              <a:extLst>
                <a:ext uri="{FF2B5EF4-FFF2-40B4-BE49-F238E27FC236}">
                  <a16:creationId xmlns:a16="http://schemas.microsoft.com/office/drawing/2014/main" id="{B3FC4535-3805-D7AC-54E3-3DACD12744D7}"/>
                </a:ext>
              </a:extLst>
            </p:cNvPr>
            <p:cNvSpPr>
              <a:spLocks/>
            </p:cNvSpPr>
            <p:nvPr/>
          </p:nvSpPr>
          <p:spPr bwMode="auto">
            <a:xfrm>
              <a:off x="5853218" y="700329"/>
              <a:ext cx="5749502" cy="3325395"/>
            </a:xfrm>
            <a:custGeom>
              <a:avLst/>
              <a:gdLst>
                <a:gd name="T0" fmla="*/ 2961 w 2981"/>
                <a:gd name="T1" fmla="*/ 1365 h 1723"/>
                <a:gd name="T2" fmla="*/ 2962 w 2981"/>
                <a:gd name="T3" fmla="*/ 1406 h 1723"/>
                <a:gd name="T4" fmla="*/ 2435 w 2981"/>
                <a:gd name="T5" fmla="*/ 1712 h 1723"/>
                <a:gd name="T6" fmla="*/ 2365 w 2981"/>
                <a:gd name="T7" fmla="*/ 1712 h 1723"/>
                <a:gd name="T8" fmla="*/ 19 w 2981"/>
                <a:gd name="T9" fmla="*/ 358 h 1723"/>
                <a:gd name="T10" fmla="*/ 19 w 2981"/>
                <a:gd name="T11" fmla="*/ 317 h 1723"/>
                <a:gd name="T12" fmla="*/ 546 w 2981"/>
                <a:gd name="T13" fmla="*/ 11 h 1723"/>
                <a:gd name="T14" fmla="*/ 616 w 2981"/>
                <a:gd name="T15" fmla="*/ 11 h 1723"/>
                <a:gd name="T16" fmla="*/ 2961 w 2981"/>
                <a:gd name="T17" fmla="*/ 1365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1" h="1723">
                  <a:moveTo>
                    <a:pt x="2961" y="1365"/>
                  </a:moveTo>
                  <a:cubicBezTo>
                    <a:pt x="2981" y="1376"/>
                    <a:pt x="2981" y="1395"/>
                    <a:pt x="2962" y="1406"/>
                  </a:cubicBezTo>
                  <a:cubicBezTo>
                    <a:pt x="2435" y="1712"/>
                    <a:pt x="2435" y="1712"/>
                    <a:pt x="2435" y="1712"/>
                  </a:cubicBezTo>
                  <a:cubicBezTo>
                    <a:pt x="2416" y="1723"/>
                    <a:pt x="2384" y="1723"/>
                    <a:pt x="2365" y="1712"/>
                  </a:cubicBezTo>
                  <a:cubicBezTo>
                    <a:pt x="19" y="358"/>
                    <a:pt x="19" y="358"/>
                    <a:pt x="19" y="358"/>
                  </a:cubicBezTo>
                  <a:cubicBezTo>
                    <a:pt x="0" y="346"/>
                    <a:pt x="0" y="328"/>
                    <a:pt x="19" y="317"/>
                  </a:cubicBezTo>
                  <a:cubicBezTo>
                    <a:pt x="546" y="11"/>
                    <a:pt x="546" y="11"/>
                    <a:pt x="546" y="11"/>
                  </a:cubicBezTo>
                  <a:cubicBezTo>
                    <a:pt x="565" y="0"/>
                    <a:pt x="596" y="0"/>
                    <a:pt x="616" y="11"/>
                  </a:cubicBezTo>
                  <a:lnTo>
                    <a:pt x="2961" y="1365"/>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2" name="Freeform 9">
            <a:extLst>
              <a:ext uri="{FF2B5EF4-FFF2-40B4-BE49-F238E27FC236}">
                <a16:creationId xmlns:a16="http://schemas.microsoft.com/office/drawing/2014/main" id="{8A2353CC-DF3E-BB68-F646-C03962D6FD68}"/>
              </a:ext>
            </a:extLst>
          </p:cNvPr>
          <p:cNvSpPr>
            <a:spLocks/>
          </p:cNvSpPr>
          <p:nvPr/>
        </p:nvSpPr>
        <p:spPr bwMode="auto">
          <a:xfrm>
            <a:off x="960955" y="4224614"/>
            <a:ext cx="3255967" cy="1542355"/>
          </a:xfrm>
          <a:custGeom>
            <a:avLst/>
            <a:gdLst>
              <a:gd name="T0" fmla="*/ 2214 w 2228"/>
              <a:gd name="T1" fmla="*/ 760 h 1055"/>
              <a:gd name="T2" fmla="*/ 1791 w 2228"/>
              <a:gd name="T3" fmla="*/ 1005 h 1055"/>
              <a:gd name="T4" fmla="*/ 1721 w 2228"/>
              <a:gd name="T5" fmla="*/ 1005 h 1055"/>
              <a:gd name="T6" fmla="*/ 15 w 2228"/>
              <a:gd name="T7" fmla="*/ 21 h 1055"/>
              <a:gd name="T8" fmla="*/ 1 w 2228"/>
              <a:gd name="T9" fmla="*/ 0 h 1055"/>
              <a:gd name="T10" fmla="*/ 1 w 2228"/>
              <a:gd name="T11" fmla="*/ 39 h 1055"/>
              <a:gd name="T12" fmla="*/ 15 w 2228"/>
              <a:gd name="T13" fmla="*/ 59 h 1055"/>
              <a:gd name="T14" fmla="*/ 1721 w 2228"/>
              <a:gd name="T15" fmla="*/ 1044 h 1055"/>
              <a:gd name="T16" fmla="*/ 1791 w 2228"/>
              <a:gd name="T17" fmla="*/ 1044 h 1055"/>
              <a:gd name="T18" fmla="*/ 2214 w 2228"/>
              <a:gd name="T19" fmla="*/ 799 h 1055"/>
              <a:gd name="T20" fmla="*/ 2228 w 2228"/>
              <a:gd name="T21" fmla="*/ 778 h 1055"/>
              <a:gd name="T22" fmla="*/ 2228 w 2228"/>
              <a:gd name="T23" fmla="*/ 740 h 1055"/>
              <a:gd name="T24" fmla="*/ 2214 w 2228"/>
              <a:gd name="T25" fmla="*/ 760 h 10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28" h="1055">
                <a:moveTo>
                  <a:pt x="2214" y="760"/>
                </a:moveTo>
                <a:cubicBezTo>
                  <a:pt x="1791" y="1005"/>
                  <a:pt x="1791" y="1005"/>
                  <a:pt x="1791" y="1005"/>
                </a:cubicBezTo>
                <a:cubicBezTo>
                  <a:pt x="1772" y="1017"/>
                  <a:pt x="1741" y="1017"/>
                  <a:pt x="1721" y="1005"/>
                </a:cubicBezTo>
                <a:cubicBezTo>
                  <a:pt x="15" y="21"/>
                  <a:pt x="15" y="21"/>
                  <a:pt x="15" y="21"/>
                </a:cubicBezTo>
                <a:cubicBezTo>
                  <a:pt x="5" y="15"/>
                  <a:pt x="1" y="7"/>
                  <a:pt x="1" y="0"/>
                </a:cubicBezTo>
                <a:cubicBezTo>
                  <a:pt x="1" y="39"/>
                  <a:pt x="1" y="39"/>
                  <a:pt x="1" y="39"/>
                </a:cubicBezTo>
                <a:cubicBezTo>
                  <a:pt x="0" y="46"/>
                  <a:pt x="5" y="54"/>
                  <a:pt x="15" y="59"/>
                </a:cubicBezTo>
                <a:cubicBezTo>
                  <a:pt x="1721" y="1044"/>
                  <a:pt x="1721" y="1044"/>
                  <a:pt x="1721" y="1044"/>
                </a:cubicBezTo>
                <a:cubicBezTo>
                  <a:pt x="1740" y="1055"/>
                  <a:pt x="1772" y="1055"/>
                  <a:pt x="1791" y="1044"/>
                </a:cubicBezTo>
                <a:cubicBezTo>
                  <a:pt x="2214" y="799"/>
                  <a:pt x="2214" y="799"/>
                  <a:pt x="2214" y="799"/>
                </a:cubicBezTo>
                <a:cubicBezTo>
                  <a:pt x="2223" y="793"/>
                  <a:pt x="2228" y="786"/>
                  <a:pt x="2228" y="778"/>
                </a:cubicBezTo>
                <a:cubicBezTo>
                  <a:pt x="2228" y="740"/>
                  <a:pt x="2228" y="740"/>
                  <a:pt x="2228" y="740"/>
                </a:cubicBezTo>
                <a:cubicBezTo>
                  <a:pt x="2228" y="747"/>
                  <a:pt x="2223" y="754"/>
                  <a:pt x="2214" y="760"/>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Freeform 10">
            <a:extLst>
              <a:ext uri="{FF2B5EF4-FFF2-40B4-BE49-F238E27FC236}">
                <a16:creationId xmlns:a16="http://schemas.microsoft.com/office/drawing/2014/main" id="{0C61A46D-6773-4452-2B77-894CDAE6672A}"/>
              </a:ext>
            </a:extLst>
          </p:cNvPr>
          <p:cNvSpPr>
            <a:spLocks/>
          </p:cNvSpPr>
          <p:nvPr/>
        </p:nvSpPr>
        <p:spPr bwMode="auto">
          <a:xfrm>
            <a:off x="861328" y="3718746"/>
            <a:ext cx="3104207" cy="1796494"/>
          </a:xfrm>
          <a:custGeom>
            <a:avLst/>
            <a:gdLst>
              <a:gd name="T0" fmla="*/ 2218 w 2237"/>
              <a:gd name="T1" fmla="*/ 996 h 1294"/>
              <a:gd name="T2" fmla="*/ 2218 w 2237"/>
              <a:gd name="T3" fmla="*/ 1037 h 1294"/>
              <a:gd name="T4" fmla="*/ 1795 w 2237"/>
              <a:gd name="T5" fmla="*/ 1282 h 1294"/>
              <a:gd name="T6" fmla="*/ 1725 w 2237"/>
              <a:gd name="T7" fmla="*/ 1282 h 1294"/>
              <a:gd name="T8" fmla="*/ 19 w 2237"/>
              <a:gd name="T9" fmla="*/ 298 h 1294"/>
              <a:gd name="T10" fmla="*/ 19 w 2237"/>
              <a:gd name="T11" fmla="*/ 257 h 1294"/>
              <a:gd name="T12" fmla="*/ 442 w 2237"/>
              <a:gd name="T13" fmla="*/ 11 h 1294"/>
              <a:gd name="T14" fmla="*/ 512 w 2237"/>
              <a:gd name="T15" fmla="*/ 11 h 1294"/>
              <a:gd name="T16" fmla="*/ 2218 w 2237"/>
              <a:gd name="T17" fmla="*/ 996 h 1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37" h="1294">
                <a:moveTo>
                  <a:pt x="2218" y="996"/>
                </a:moveTo>
                <a:cubicBezTo>
                  <a:pt x="2237" y="1007"/>
                  <a:pt x="2237" y="1026"/>
                  <a:pt x="2218" y="1037"/>
                </a:cubicBezTo>
                <a:cubicBezTo>
                  <a:pt x="1795" y="1282"/>
                  <a:pt x="1795" y="1282"/>
                  <a:pt x="1795" y="1282"/>
                </a:cubicBezTo>
                <a:cubicBezTo>
                  <a:pt x="1776" y="1294"/>
                  <a:pt x="1745" y="1294"/>
                  <a:pt x="1725" y="1282"/>
                </a:cubicBezTo>
                <a:cubicBezTo>
                  <a:pt x="19" y="298"/>
                  <a:pt x="19" y="298"/>
                  <a:pt x="19" y="298"/>
                </a:cubicBezTo>
                <a:cubicBezTo>
                  <a:pt x="0" y="286"/>
                  <a:pt x="0" y="268"/>
                  <a:pt x="19" y="257"/>
                </a:cubicBezTo>
                <a:cubicBezTo>
                  <a:pt x="442" y="11"/>
                  <a:pt x="442" y="11"/>
                  <a:pt x="442" y="11"/>
                </a:cubicBezTo>
                <a:cubicBezTo>
                  <a:pt x="461" y="0"/>
                  <a:pt x="492" y="0"/>
                  <a:pt x="512" y="11"/>
                </a:cubicBezTo>
                <a:lnTo>
                  <a:pt x="2218" y="996"/>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Freeform 11">
            <a:extLst>
              <a:ext uri="{FF2B5EF4-FFF2-40B4-BE49-F238E27FC236}">
                <a16:creationId xmlns:a16="http://schemas.microsoft.com/office/drawing/2014/main" id="{5FDD70FA-9522-075E-4D79-6C24602035B5}"/>
              </a:ext>
            </a:extLst>
          </p:cNvPr>
          <p:cNvSpPr>
            <a:spLocks/>
          </p:cNvSpPr>
          <p:nvPr/>
        </p:nvSpPr>
        <p:spPr bwMode="auto">
          <a:xfrm>
            <a:off x="4619423" y="2301922"/>
            <a:ext cx="968816" cy="348664"/>
          </a:xfrm>
          <a:custGeom>
            <a:avLst/>
            <a:gdLst>
              <a:gd name="T0" fmla="*/ 488 w 502"/>
              <a:gd name="T1" fmla="*/ 20 h 181"/>
              <a:gd name="T2" fmla="*/ 287 w 502"/>
              <a:gd name="T3" fmla="*/ 137 h 181"/>
              <a:gd name="T4" fmla="*/ 217 w 502"/>
              <a:gd name="T5" fmla="*/ 137 h 181"/>
              <a:gd name="T6" fmla="*/ 14 w 502"/>
              <a:gd name="T7" fmla="*/ 20 h 181"/>
              <a:gd name="T8" fmla="*/ 0 w 502"/>
              <a:gd name="T9" fmla="*/ 0 h 181"/>
              <a:gd name="T10" fmla="*/ 0 w 502"/>
              <a:gd name="T11" fmla="*/ 32 h 181"/>
              <a:gd name="T12" fmla="*/ 14 w 502"/>
              <a:gd name="T13" fmla="*/ 53 h 181"/>
              <a:gd name="T14" fmla="*/ 217 w 502"/>
              <a:gd name="T15" fmla="*/ 170 h 181"/>
              <a:gd name="T16" fmla="*/ 287 w 502"/>
              <a:gd name="T17" fmla="*/ 170 h 181"/>
              <a:gd name="T18" fmla="*/ 488 w 502"/>
              <a:gd name="T19" fmla="*/ 53 h 181"/>
              <a:gd name="T20" fmla="*/ 502 w 502"/>
              <a:gd name="T21" fmla="*/ 33 h 181"/>
              <a:gd name="T22" fmla="*/ 502 w 502"/>
              <a:gd name="T23" fmla="*/ 0 h 181"/>
              <a:gd name="T24" fmla="*/ 488 w 502"/>
              <a:gd name="T25" fmla="*/ 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2" h="181">
                <a:moveTo>
                  <a:pt x="488" y="20"/>
                </a:moveTo>
                <a:cubicBezTo>
                  <a:pt x="287" y="137"/>
                  <a:pt x="287" y="137"/>
                  <a:pt x="287" y="137"/>
                </a:cubicBezTo>
                <a:cubicBezTo>
                  <a:pt x="267" y="148"/>
                  <a:pt x="236" y="148"/>
                  <a:pt x="217" y="137"/>
                </a:cubicBezTo>
                <a:cubicBezTo>
                  <a:pt x="14" y="20"/>
                  <a:pt x="14" y="20"/>
                  <a:pt x="14" y="20"/>
                </a:cubicBezTo>
                <a:cubicBezTo>
                  <a:pt x="5" y="15"/>
                  <a:pt x="0" y="7"/>
                  <a:pt x="0" y="0"/>
                </a:cubicBezTo>
                <a:cubicBezTo>
                  <a:pt x="0" y="32"/>
                  <a:pt x="0" y="32"/>
                  <a:pt x="0" y="32"/>
                </a:cubicBezTo>
                <a:cubicBezTo>
                  <a:pt x="0" y="40"/>
                  <a:pt x="5" y="47"/>
                  <a:pt x="14" y="53"/>
                </a:cubicBezTo>
                <a:cubicBezTo>
                  <a:pt x="217" y="170"/>
                  <a:pt x="217" y="170"/>
                  <a:pt x="217" y="170"/>
                </a:cubicBezTo>
                <a:cubicBezTo>
                  <a:pt x="236" y="181"/>
                  <a:pt x="267" y="181"/>
                  <a:pt x="287" y="170"/>
                </a:cubicBezTo>
                <a:cubicBezTo>
                  <a:pt x="488" y="53"/>
                  <a:pt x="488" y="53"/>
                  <a:pt x="488" y="53"/>
                </a:cubicBezTo>
                <a:cubicBezTo>
                  <a:pt x="497" y="47"/>
                  <a:pt x="502" y="40"/>
                  <a:pt x="502" y="33"/>
                </a:cubicBezTo>
                <a:cubicBezTo>
                  <a:pt x="502" y="0"/>
                  <a:pt x="502" y="0"/>
                  <a:pt x="502" y="0"/>
                </a:cubicBezTo>
                <a:cubicBezTo>
                  <a:pt x="502" y="7"/>
                  <a:pt x="497" y="15"/>
                  <a:pt x="488" y="20"/>
                </a:cubicBezTo>
                <a:close/>
              </a:path>
            </a:pathLst>
          </a:custGeom>
          <a:solidFill>
            <a:srgbClr val="FCF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Freeform 12">
            <a:extLst>
              <a:ext uri="{FF2B5EF4-FFF2-40B4-BE49-F238E27FC236}">
                <a16:creationId xmlns:a16="http://schemas.microsoft.com/office/drawing/2014/main" id="{F65CBE0B-B0C6-3672-511D-5DFD50369772}"/>
              </a:ext>
            </a:extLst>
          </p:cNvPr>
          <p:cNvSpPr>
            <a:spLocks/>
          </p:cNvSpPr>
          <p:nvPr/>
        </p:nvSpPr>
        <p:spPr bwMode="auto">
          <a:xfrm>
            <a:off x="4609776" y="2016652"/>
            <a:ext cx="988110" cy="570540"/>
          </a:xfrm>
          <a:custGeom>
            <a:avLst/>
            <a:gdLst>
              <a:gd name="T0" fmla="*/ 492 w 512"/>
              <a:gd name="T1" fmla="*/ 128 h 296"/>
              <a:gd name="T2" fmla="*/ 493 w 512"/>
              <a:gd name="T3" fmla="*/ 168 h 296"/>
              <a:gd name="T4" fmla="*/ 292 w 512"/>
              <a:gd name="T5" fmla="*/ 285 h 296"/>
              <a:gd name="T6" fmla="*/ 222 w 512"/>
              <a:gd name="T7" fmla="*/ 285 h 296"/>
              <a:gd name="T8" fmla="*/ 19 w 512"/>
              <a:gd name="T9" fmla="*/ 168 h 296"/>
              <a:gd name="T10" fmla="*/ 19 w 512"/>
              <a:gd name="T11" fmla="*/ 128 h 296"/>
              <a:gd name="T12" fmla="*/ 220 w 512"/>
              <a:gd name="T13" fmla="*/ 11 h 296"/>
              <a:gd name="T14" fmla="*/ 290 w 512"/>
              <a:gd name="T15" fmla="*/ 11 h 296"/>
              <a:gd name="T16" fmla="*/ 492 w 512"/>
              <a:gd name="T17" fmla="*/ 128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2" h="296">
                <a:moveTo>
                  <a:pt x="492" y="128"/>
                </a:moveTo>
                <a:cubicBezTo>
                  <a:pt x="512" y="139"/>
                  <a:pt x="512" y="157"/>
                  <a:pt x="493" y="168"/>
                </a:cubicBezTo>
                <a:cubicBezTo>
                  <a:pt x="292" y="285"/>
                  <a:pt x="292" y="285"/>
                  <a:pt x="292" y="285"/>
                </a:cubicBezTo>
                <a:cubicBezTo>
                  <a:pt x="272" y="296"/>
                  <a:pt x="241" y="296"/>
                  <a:pt x="222" y="285"/>
                </a:cubicBezTo>
                <a:cubicBezTo>
                  <a:pt x="19" y="168"/>
                  <a:pt x="19" y="168"/>
                  <a:pt x="19" y="168"/>
                </a:cubicBezTo>
                <a:cubicBezTo>
                  <a:pt x="0" y="157"/>
                  <a:pt x="0" y="139"/>
                  <a:pt x="19" y="128"/>
                </a:cubicBezTo>
                <a:cubicBezTo>
                  <a:pt x="220" y="11"/>
                  <a:pt x="220" y="11"/>
                  <a:pt x="220" y="11"/>
                </a:cubicBezTo>
                <a:cubicBezTo>
                  <a:pt x="239" y="0"/>
                  <a:pt x="271" y="0"/>
                  <a:pt x="290" y="11"/>
                </a:cubicBezTo>
                <a:lnTo>
                  <a:pt x="492" y="128"/>
                </a:lnTo>
                <a:close/>
              </a:path>
            </a:pathLst>
          </a:custGeom>
          <a:solidFill>
            <a:srgbClr val="FCF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Freeform 13">
            <a:extLst>
              <a:ext uri="{FF2B5EF4-FFF2-40B4-BE49-F238E27FC236}">
                <a16:creationId xmlns:a16="http://schemas.microsoft.com/office/drawing/2014/main" id="{EF3095BB-22DA-2361-8465-461EEF375902}"/>
              </a:ext>
            </a:extLst>
          </p:cNvPr>
          <p:cNvSpPr>
            <a:spLocks/>
          </p:cNvSpPr>
          <p:nvPr/>
        </p:nvSpPr>
        <p:spPr bwMode="auto">
          <a:xfrm>
            <a:off x="5269894" y="2674014"/>
            <a:ext cx="2588103" cy="1285783"/>
          </a:xfrm>
          <a:custGeom>
            <a:avLst/>
            <a:gdLst>
              <a:gd name="T0" fmla="*/ 1328 w 1342"/>
              <a:gd name="T1" fmla="*/ 505 h 666"/>
              <a:gd name="T2" fmla="*/ 1127 w 1342"/>
              <a:gd name="T3" fmla="*/ 622 h 666"/>
              <a:gd name="T4" fmla="*/ 1057 w 1342"/>
              <a:gd name="T5" fmla="*/ 622 h 666"/>
              <a:gd name="T6" fmla="*/ 15 w 1342"/>
              <a:gd name="T7" fmla="*/ 20 h 666"/>
              <a:gd name="T8" fmla="*/ 0 w 1342"/>
              <a:gd name="T9" fmla="*/ 0 h 666"/>
              <a:gd name="T10" fmla="*/ 0 w 1342"/>
              <a:gd name="T11" fmla="*/ 32 h 666"/>
              <a:gd name="T12" fmla="*/ 15 w 1342"/>
              <a:gd name="T13" fmla="*/ 53 h 666"/>
              <a:gd name="T14" fmla="*/ 1057 w 1342"/>
              <a:gd name="T15" fmla="*/ 655 h 666"/>
              <a:gd name="T16" fmla="*/ 1127 w 1342"/>
              <a:gd name="T17" fmla="*/ 655 h 666"/>
              <a:gd name="T18" fmla="*/ 1328 w 1342"/>
              <a:gd name="T19" fmla="*/ 538 h 666"/>
              <a:gd name="T20" fmla="*/ 1342 w 1342"/>
              <a:gd name="T21" fmla="*/ 518 h 666"/>
              <a:gd name="T22" fmla="*/ 1342 w 1342"/>
              <a:gd name="T23" fmla="*/ 485 h 666"/>
              <a:gd name="T24" fmla="*/ 1328 w 1342"/>
              <a:gd name="T25" fmla="*/ 505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2" h="666">
                <a:moveTo>
                  <a:pt x="1328" y="505"/>
                </a:moveTo>
                <a:cubicBezTo>
                  <a:pt x="1127" y="622"/>
                  <a:pt x="1127" y="622"/>
                  <a:pt x="1127" y="622"/>
                </a:cubicBezTo>
                <a:cubicBezTo>
                  <a:pt x="1107" y="633"/>
                  <a:pt x="1076" y="633"/>
                  <a:pt x="1057" y="622"/>
                </a:cubicBezTo>
                <a:cubicBezTo>
                  <a:pt x="15" y="20"/>
                  <a:pt x="15" y="20"/>
                  <a:pt x="15" y="20"/>
                </a:cubicBezTo>
                <a:cubicBezTo>
                  <a:pt x="5" y="15"/>
                  <a:pt x="0" y="7"/>
                  <a:pt x="0" y="0"/>
                </a:cubicBezTo>
                <a:cubicBezTo>
                  <a:pt x="0" y="32"/>
                  <a:pt x="0" y="32"/>
                  <a:pt x="0" y="32"/>
                </a:cubicBezTo>
                <a:cubicBezTo>
                  <a:pt x="0" y="40"/>
                  <a:pt x="5" y="47"/>
                  <a:pt x="15" y="53"/>
                </a:cubicBezTo>
                <a:cubicBezTo>
                  <a:pt x="1057" y="655"/>
                  <a:pt x="1057" y="655"/>
                  <a:pt x="1057" y="655"/>
                </a:cubicBezTo>
                <a:cubicBezTo>
                  <a:pt x="1076" y="666"/>
                  <a:pt x="1107" y="666"/>
                  <a:pt x="1127" y="655"/>
                </a:cubicBezTo>
                <a:cubicBezTo>
                  <a:pt x="1328" y="538"/>
                  <a:pt x="1328" y="538"/>
                  <a:pt x="1328" y="538"/>
                </a:cubicBezTo>
                <a:cubicBezTo>
                  <a:pt x="1337" y="532"/>
                  <a:pt x="1342" y="525"/>
                  <a:pt x="1342" y="518"/>
                </a:cubicBezTo>
                <a:cubicBezTo>
                  <a:pt x="1342" y="485"/>
                  <a:pt x="1342" y="485"/>
                  <a:pt x="1342" y="485"/>
                </a:cubicBezTo>
                <a:cubicBezTo>
                  <a:pt x="1342" y="492"/>
                  <a:pt x="1337" y="500"/>
                  <a:pt x="1328" y="505"/>
                </a:cubicBezTo>
                <a:close/>
              </a:path>
            </a:pathLst>
          </a:custGeom>
          <a:solidFill>
            <a:srgbClr val="DADFF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14">
            <a:extLst>
              <a:ext uri="{FF2B5EF4-FFF2-40B4-BE49-F238E27FC236}">
                <a16:creationId xmlns:a16="http://schemas.microsoft.com/office/drawing/2014/main" id="{FB86AF02-2880-3E8B-9586-11C2FE043ED1}"/>
              </a:ext>
            </a:extLst>
          </p:cNvPr>
          <p:cNvSpPr>
            <a:spLocks/>
          </p:cNvSpPr>
          <p:nvPr/>
        </p:nvSpPr>
        <p:spPr bwMode="auto">
          <a:xfrm>
            <a:off x="5260247" y="2388743"/>
            <a:ext cx="2607396" cy="1507659"/>
          </a:xfrm>
          <a:custGeom>
            <a:avLst/>
            <a:gdLst>
              <a:gd name="T0" fmla="*/ 1332 w 1352"/>
              <a:gd name="T1" fmla="*/ 613 h 781"/>
              <a:gd name="T2" fmla="*/ 1333 w 1352"/>
              <a:gd name="T3" fmla="*/ 653 h 781"/>
              <a:gd name="T4" fmla="*/ 1132 w 1352"/>
              <a:gd name="T5" fmla="*/ 770 h 781"/>
              <a:gd name="T6" fmla="*/ 1062 w 1352"/>
              <a:gd name="T7" fmla="*/ 770 h 781"/>
              <a:gd name="T8" fmla="*/ 20 w 1352"/>
              <a:gd name="T9" fmla="*/ 168 h 781"/>
              <a:gd name="T10" fmla="*/ 19 w 1352"/>
              <a:gd name="T11" fmla="*/ 128 h 781"/>
              <a:gd name="T12" fmla="*/ 220 w 1352"/>
              <a:gd name="T13" fmla="*/ 11 h 781"/>
              <a:gd name="T14" fmla="*/ 290 w 1352"/>
              <a:gd name="T15" fmla="*/ 11 h 781"/>
              <a:gd name="T16" fmla="*/ 1332 w 1352"/>
              <a:gd name="T17" fmla="*/ 613 h 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52" h="781">
                <a:moveTo>
                  <a:pt x="1332" y="613"/>
                </a:moveTo>
                <a:cubicBezTo>
                  <a:pt x="1352" y="624"/>
                  <a:pt x="1352" y="642"/>
                  <a:pt x="1333" y="653"/>
                </a:cubicBezTo>
                <a:cubicBezTo>
                  <a:pt x="1132" y="770"/>
                  <a:pt x="1132" y="770"/>
                  <a:pt x="1132" y="770"/>
                </a:cubicBezTo>
                <a:cubicBezTo>
                  <a:pt x="1112" y="781"/>
                  <a:pt x="1081" y="781"/>
                  <a:pt x="1062" y="770"/>
                </a:cubicBezTo>
                <a:cubicBezTo>
                  <a:pt x="20" y="168"/>
                  <a:pt x="20" y="168"/>
                  <a:pt x="20" y="168"/>
                </a:cubicBezTo>
                <a:cubicBezTo>
                  <a:pt x="0" y="157"/>
                  <a:pt x="0" y="139"/>
                  <a:pt x="19" y="128"/>
                </a:cubicBezTo>
                <a:cubicBezTo>
                  <a:pt x="220" y="11"/>
                  <a:pt x="220" y="11"/>
                  <a:pt x="220" y="11"/>
                </a:cubicBezTo>
                <a:cubicBezTo>
                  <a:pt x="240" y="0"/>
                  <a:pt x="271" y="0"/>
                  <a:pt x="290" y="11"/>
                </a:cubicBezTo>
                <a:lnTo>
                  <a:pt x="1332" y="61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8">
            <a:extLst>
              <a:ext uri="{FF2B5EF4-FFF2-40B4-BE49-F238E27FC236}">
                <a16:creationId xmlns:a16="http://schemas.microsoft.com/office/drawing/2014/main" id="{2A5872E7-CD91-B55C-BB83-491355C3A9E7}"/>
              </a:ext>
            </a:extLst>
          </p:cNvPr>
          <p:cNvSpPr>
            <a:spLocks/>
          </p:cNvSpPr>
          <p:nvPr/>
        </p:nvSpPr>
        <p:spPr bwMode="auto">
          <a:xfrm>
            <a:off x="4310725" y="3188051"/>
            <a:ext cx="2589481" cy="1285783"/>
          </a:xfrm>
          <a:custGeom>
            <a:avLst/>
            <a:gdLst>
              <a:gd name="T0" fmla="*/ 1328 w 1342"/>
              <a:gd name="T1" fmla="*/ 505 h 666"/>
              <a:gd name="T2" fmla="*/ 1127 w 1342"/>
              <a:gd name="T3" fmla="*/ 622 h 666"/>
              <a:gd name="T4" fmla="*/ 1057 w 1342"/>
              <a:gd name="T5" fmla="*/ 622 h 666"/>
              <a:gd name="T6" fmla="*/ 15 w 1342"/>
              <a:gd name="T7" fmla="*/ 21 h 666"/>
              <a:gd name="T8" fmla="*/ 0 w 1342"/>
              <a:gd name="T9" fmla="*/ 0 h 666"/>
              <a:gd name="T10" fmla="*/ 0 w 1342"/>
              <a:gd name="T11" fmla="*/ 33 h 666"/>
              <a:gd name="T12" fmla="*/ 15 w 1342"/>
              <a:gd name="T13" fmla="*/ 53 h 666"/>
              <a:gd name="T14" fmla="*/ 1057 w 1342"/>
              <a:gd name="T15" fmla="*/ 655 h 666"/>
              <a:gd name="T16" fmla="*/ 1127 w 1342"/>
              <a:gd name="T17" fmla="*/ 655 h 666"/>
              <a:gd name="T18" fmla="*/ 1328 w 1342"/>
              <a:gd name="T19" fmla="*/ 538 h 666"/>
              <a:gd name="T20" fmla="*/ 1342 w 1342"/>
              <a:gd name="T21" fmla="*/ 518 h 666"/>
              <a:gd name="T22" fmla="*/ 1342 w 1342"/>
              <a:gd name="T23" fmla="*/ 485 h 666"/>
              <a:gd name="T24" fmla="*/ 1328 w 1342"/>
              <a:gd name="T25" fmla="*/ 505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2" h="666">
                <a:moveTo>
                  <a:pt x="1328" y="505"/>
                </a:moveTo>
                <a:cubicBezTo>
                  <a:pt x="1127" y="622"/>
                  <a:pt x="1127" y="622"/>
                  <a:pt x="1127" y="622"/>
                </a:cubicBezTo>
                <a:cubicBezTo>
                  <a:pt x="1107" y="633"/>
                  <a:pt x="1076" y="633"/>
                  <a:pt x="1057" y="622"/>
                </a:cubicBezTo>
                <a:cubicBezTo>
                  <a:pt x="15" y="21"/>
                  <a:pt x="15" y="21"/>
                  <a:pt x="15" y="21"/>
                </a:cubicBezTo>
                <a:cubicBezTo>
                  <a:pt x="5" y="15"/>
                  <a:pt x="0" y="7"/>
                  <a:pt x="0" y="0"/>
                </a:cubicBezTo>
                <a:cubicBezTo>
                  <a:pt x="0" y="33"/>
                  <a:pt x="0" y="33"/>
                  <a:pt x="0" y="33"/>
                </a:cubicBezTo>
                <a:cubicBezTo>
                  <a:pt x="0" y="40"/>
                  <a:pt x="5" y="47"/>
                  <a:pt x="15" y="53"/>
                </a:cubicBezTo>
                <a:cubicBezTo>
                  <a:pt x="1057" y="655"/>
                  <a:pt x="1057" y="655"/>
                  <a:pt x="1057" y="655"/>
                </a:cubicBezTo>
                <a:cubicBezTo>
                  <a:pt x="1076" y="666"/>
                  <a:pt x="1107" y="666"/>
                  <a:pt x="1127" y="655"/>
                </a:cubicBezTo>
                <a:cubicBezTo>
                  <a:pt x="1328" y="538"/>
                  <a:pt x="1328" y="538"/>
                  <a:pt x="1328" y="538"/>
                </a:cubicBezTo>
                <a:cubicBezTo>
                  <a:pt x="1337" y="532"/>
                  <a:pt x="1342" y="525"/>
                  <a:pt x="1342" y="518"/>
                </a:cubicBezTo>
                <a:cubicBezTo>
                  <a:pt x="1342" y="485"/>
                  <a:pt x="1342" y="485"/>
                  <a:pt x="1342" y="485"/>
                </a:cubicBezTo>
                <a:cubicBezTo>
                  <a:pt x="1342" y="492"/>
                  <a:pt x="1337" y="500"/>
                  <a:pt x="1328" y="505"/>
                </a:cubicBezTo>
                <a:close/>
              </a:path>
            </a:pathLst>
          </a:custGeom>
          <a:solidFill>
            <a:srgbClr val="FCF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Freeform 19">
            <a:extLst>
              <a:ext uri="{FF2B5EF4-FFF2-40B4-BE49-F238E27FC236}">
                <a16:creationId xmlns:a16="http://schemas.microsoft.com/office/drawing/2014/main" id="{09C2C937-AA83-BA75-644F-97A7630BA1E0}"/>
              </a:ext>
            </a:extLst>
          </p:cNvPr>
          <p:cNvSpPr>
            <a:spLocks/>
          </p:cNvSpPr>
          <p:nvPr/>
        </p:nvSpPr>
        <p:spPr bwMode="auto">
          <a:xfrm>
            <a:off x="4301078" y="2901402"/>
            <a:ext cx="2608775" cy="1507659"/>
          </a:xfrm>
          <a:custGeom>
            <a:avLst/>
            <a:gdLst>
              <a:gd name="T0" fmla="*/ 1332 w 1352"/>
              <a:gd name="T1" fmla="*/ 613 h 781"/>
              <a:gd name="T2" fmla="*/ 1333 w 1352"/>
              <a:gd name="T3" fmla="*/ 653 h 781"/>
              <a:gd name="T4" fmla="*/ 1132 w 1352"/>
              <a:gd name="T5" fmla="*/ 770 h 781"/>
              <a:gd name="T6" fmla="*/ 1062 w 1352"/>
              <a:gd name="T7" fmla="*/ 770 h 781"/>
              <a:gd name="T8" fmla="*/ 20 w 1352"/>
              <a:gd name="T9" fmla="*/ 169 h 781"/>
              <a:gd name="T10" fmla="*/ 19 w 1352"/>
              <a:gd name="T11" fmla="*/ 128 h 781"/>
              <a:gd name="T12" fmla="*/ 220 w 1352"/>
              <a:gd name="T13" fmla="*/ 11 h 781"/>
              <a:gd name="T14" fmla="*/ 290 w 1352"/>
              <a:gd name="T15" fmla="*/ 11 h 781"/>
              <a:gd name="T16" fmla="*/ 1332 w 1352"/>
              <a:gd name="T17" fmla="*/ 613 h 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52" h="781">
                <a:moveTo>
                  <a:pt x="1332" y="613"/>
                </a:moveTo>
                <a:cubicBezTo>
                  <a:pt x="1352" y="624"/>
                  <a:pt x="1352" y="642"/>
                  <a:pt x="1333" y="653"/>
                </a:cubicBezTo>
                <a:cubicBezTo>
                  <a:pt x="1132" y="770"/>
                  <a:pt x="1132" y="770"/>
                  <a:pt x="1132" y="770"/>
                </a:cubicBezTo>
                <a:cubicBezTo>
                  <a:pt x="1112" y="781"/>
                  <a:pt x="1081" y="781"/>
                  <a:pt x="1062" y="770"/>
                </a:cubicBezTo>
                <a:cubicBezTo>
                  <a:pt x="20" y="169"/>
                  <a:pt x="20" y="169"/>
                  <a:pt x="20" y="169"/>
                </a:cubicBezTo>
                <a:cubicBezTo>
                  <a:pt x="0" y="157"/>
                  <a:pt x="0" y="139"/>
                  <a:pt x="19" y="128"/>
                </a:cubicBezTo>
                <a:cubicBezTo>
                  <a:pt x="220" y="11"/>
                  <a:pt x="220" y="11"/>
                  <a:pt x="220" y="11"/>
                </a:cubicBezTo>
                <a:cubicBezTo>
                  <a:pt x="240" y="0"/>
                  <a:pt x="271" y="0"/>
                  <a:pt x="290" y="11"/>
                </a:cubicBezTo>
                <a:lnTo>
                  <a:pt x="1332" y="613"/>
                </a:lnTo>
                <a:close/>
              </a:path>
            </a:pathLst>
          </a:custGeom>
          <a:solidFill>
            <a:srgbClr val="FCF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118" name="组合 117">
            <a:extLst>
              <a:ext uri="{FF2B5EF4-FFF2-40B4-BE49-F238E27FC236}">
                <a16:creationId xmlns:a16="http://schemas.microsoft.com/office/drawing/2014/main" id="{94D72DE3-506E-D4ED-D31F-5DAD94478B43}"/>
              </a:ext>
            </a:extLst>
          </p:cNvPr>
          <p:cNvGrpSpPr/>
          <p:nvPr/>
        </p:nvGrpSpPr>
        <p:grpSpPr>
          <a:xfrm>
            <a:off x="3730452" y="3706913"/>
            <a:ext cx="2178802" cy="1318857"/>
            <a:chOff x="3952796" y="3612289"/>
            <a:chExt cx="2178802" cy="1318857"/>
          </a:xfrm>
        </p:grpSpPr>
        <p:sp>
          <p:nvSpPr>
            <p:cNvPr id="23" name="Freeform 20">
              <a:extLst>
                <a:ext uri="{FF2B5EF4-FFF2-40B4-BE49-F238E27FC236}">
                  <a16:creationId xmlns:a16="http://schemas.microsoft.com/office/drawing/2014/main" id="{36DFA903-6A57-F5B4-BE75-171520500956}"/>
                </a:ext>
              </a:extLst>
            </p:cNvPr>
            <p:cNvSpPr>
              <a:spLocks/>
            </p:cNvSpPr>
            <p:nvPr/>
          </p:nvSpPr>
          <p:spPr bwMode="auto">
            <a:xfrm>
              <a:off x="3961065" y="3897559"/>
              <a:ext cx="2160886" cy="1033587"/>
            </a:xfrm>
            <a:custGeom>
              <a:avLst/>
              <a:gdLst>
                <a:gd name="T0" fmla="*/ 1106 w 1120"/>
                <a:gd name="T1" fmla="*/ 377 h 535"/>
                <a:gd name="T2" fmla="*/ 905 w 1120"/>
                <a:gd name="T3" fmla="*/ 494 h 535"/>
                <a:gd name="T4" fmla="*/ 835 w 1120"/>
                <a:gd name="T5" fmla="*/ 494 h 535"/>
                <a:gd name="T6" fmla="*/ 15 w 1120"/>
                <a:gd name="T7" fmla="*/ 21 h 535"/>
                <a:gd name="T8" fmla="*/ 0 w 1120"/>
                <a:gd name="T9" fmla="*/ 0 h 535"/>
                <a:gd name="T10" fmla="*/ 0 w 1120"/>
                <a:gd name="T11" fmla="*/ 30 h 535"/>
                <a:gd name="T12" fmla="*/ 15 w 1120"/>
                <a:gd name="T13" fmla="*/ 50 h 535"/>
                <a:gd name="T14" fmla="*/ 835 w 1120"/>
                <a:gd name="T15" fmla="*/ 523 h 535"/>
                <a:gd name="T16" fmla="*/ 905 w 1120"/>
                <a:gd name="T17" fmla="*/ 523 h 535"/>
                <a:gd name="T18" fmla="*/ 1106 w 1120"/>
                <a:gd name="T19" fmla="*/ 407 h 535"/>
                <a:gd name="T20" fmla="*/ 1120 w 1120"/>
                <a:gd name="T21" fmla="*/ 386 h 535"/>
                <a:gd name="T22" fmla="*/ 1120 w 1120"/>
                <a:gd name="T23" fmla="*/ 357 h 535"/>
                <a:gd name="T24" fmla="*/ 1106 w 1120"/>
                <a:gd name="T25" fmla="*/ 37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20" h="535">
                  <a:moveTo>
                    <a:pt x="1106" y="377"/>
                  </a:moveTo>
                  <a:cubicBezTo>
                    <a:pt x="905" y="494"/>
                    <a:pt x="905" y="494"/>
                    <a:pt x="905" y="494"/>
                  </a:cubicBezTo>
                  <a:cubicBezTo>
                    <a:pt x="886" y="505"/>
                    <a:pt x="855" y="505"/>
                    <a:pt x="835" y="494"/>
                  </a:cubicBezTo>
                  <a:cubicBezTo>
                    <a:pt x="15" y="21"/>
                    <a:pt x="15" y="21"/>
                    <a:pt x="15" y="21"/>
                  </a:cubicBezTo>
                  <a:cubicBezTo>
                    <a:pt x="5" y="15"/>
                    <a:pt x="0" y="8"/>
                    <a:pt x="0" y="0"/>
                  </a:cubicBezTo>
                  <a:cubicBezTo>
                    <a:pt x="0" y="30"/>
                    <a:pt x="0" y="30"/>
                    <a:pt x="0" y="30"/>
                  </a:cubicBezTo>
                  <a:cubicBezTo>
                    <a:pt x="0" y="37"/>
                    <a:pt x="5" y="44"/>
                    <a:pt x="15" y="50"/>
                  </a:cubicBezTo>
                  <a:cubicBezTo>
                    <a:pt x="835" y="523"/>
                    <a:pt x="835" y="523"/>
                    <a:pt x="835" y="523"/>
                  </a:cubicBezTo>
                  <a:cubicBezTo>
                    <a:pt x="854" y="535"/>
                    <a:pt x="886" y="535"/>
                    <a:pt x="905" y="523"/>
                  </a:cubicBezTo>
                  <a:cubicBezTo>
                    <a:pt x="1106" y="407"/>
                    <a:pt x="1106" y="407"/>
                    <a:pt x="1106" y="407"/>
                  </a:cubicBezTo>
                  <a:cubicBezTo>
                    <a:pt x="1116" y="401"/>
                    <a:pt x="1120" y="394"/>
                    <a:pt x="1120" y="386"/>
                  </a:cubicBezTo>
                  <a:cubicBezTo>
                    <a:pt x="1120" y="357"/>
                    <a:pt x="1120" y="357"/>
                    <a:pt x="1120" y="357"/>
                  </a:cubicBezTo>
                  <a:cubicBezTo>
                    <a:pt x="1120" y="365"/>
                    <a:pt x="1116" y="372"/>
                    <a:pt x="1106" y="377"/>
                  </a:cubicBezTo>
                  <a:close/>
                </a:path>
              </a:pathLst>
            </a:custGeom>
            <a:solidFill>
              <a:srgbClr val="DADFFE"/>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24" name="Freeform 21">
              <a:extLst>
                <a:ext uri="{FF2B5EF4-FFF2-40B4-BE49-F238E27FC236}">
                  <a16:creationId xmlns:a16="http://schemas.microsoft.com/office/drawing/2014/main" id="{15509ADA-35C8-F0CA-A81D-1549947F7058}"/>
                </a:ext>
              </a:extLst>
            </p:cNvPr>
            <p:cNvSpPr>
              <a:spLocks/>
            </p:cNvSpPr>
            <p:nvPr/>
          </p:nvSpPr>
          <p:spPr bwMode="auto">
            <a:xfrm>
              <a:off x="3952796" y="3612289"/>
              <a:ext cx="2178802" cy="1260977"/>
            </a:xfrm>
            <a:custGeom>
              <a:avLst/>
              <a:gdLst>
                <a:gd name="T0" fmla="*/ 1110 w 1129"/>
                <a:gd name="T1" fmla="*/ 485 h 653"/>
                <a:gd name="T2" fmla="*/ 1110 w 1129"/>
                <a:gd name="T3" fmla="*/ 525 h 653"/>
                <a:gd name="T4" fmla="*/ 909 w 1129"/>
                <a:gd name="T5" fmla="*/ 642 h 653"/>
                <a:gd name="T6" fmla="*/ 839 w 1129"/>
                <a:gd name="T7" fmla="*/ 642 h 653"/>
                <a:gd name="T8" fmla="*/ 19 w 1129"/>
                <a:gd name="T9" fmla="*/ 169 h 653"/>
                <a:gd name="T10" fmla="*/ 19 w 1129"/>
                <a:gd name="T11" fmla="*/ 128 h 653"/>
                <a:gd name="T12" fmla="*/ 220 w 1129"/>
                <a:gd name="T13" fmla="*/ 11 h 653"/>
                <a:gd name="T14" fmla="*/ 290 w 1129"/>
                <a:gd name="T15" fmla="*/ 11 h 653"/>
                <a:gd name="T16" fmla="*/ 1110 w 1129"/>
                <a:gd name="T17" fmla="*/ 485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29" h="653">
                  <a:moveTo>
                    <a:pt x="1110" y="485"/>
                  </a:moveTo>
                  <a:cubicBezTo>
                    <a:pt x="1129" y="496"/>
                    <a:pt x="1129" y="514"/>
                    <a:pt x="1110" y="525"/>
                  </a:cubicBezTo>
                  <a:cubicBezTo>
                    <a:pt x="909" y="642"/>
                    <a:pt x="909" y="642"/>
                    <a:pt x="909" y="642"/>
                  </a:cubicBezTo>
                  <a:cubicBezTo>
                    <a:pt x="890" y="653"/>
                    <a:pt x="859" y="653"/>
                    <a:pt x="839" y="642"/>
                  </a:cubicBezTo>
                  <a:cubicBezTo>
                    <a:pt x="19" y="169"/>
                    <a:pt x="19" y="169"/>
                    <a:pt x="19" y="169"/>
                  </a:cubicBezTo>
                  <a:cubicBezTo>
                    <a:pt x="0" y="158"/>
                    <a:pt x="0" y="139"/>
                    <a:pt x="19" y="128"/>
                  </a:cubicBezTo>
                  <a:cubicBezTo>
                    <a:pt x="220" y="11"/>
                    <a:pt x="220" y="11"/>
                    <a:pt x="220" y="11"/>
                  </a:cubicBezTo>
                  <a:cubicBezTo>
                    <a:pt x="239" y="0"/>
                    <a:pt x="270" y="0"/>
                    <a:pt x="290" y="11"/>
                  </a:cubicBezTo>
                  <a:lnTo>
                    <a:pt x="1110" y="48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25" name="Freeform 22">
            <a:extLst>
              <a:ext uri="{FF2B5EF4-FFF2-40B4-BE49-F238E27FC236}">
                <a16:creationId xmlns:a16="http://schemas.microsoft.com/office/drawing/2014/main" id="{22D7960B-8D0A-4A90-09BB-6E58C5889318}"/>
              </a:ext>
            </a:extLst>
          </p:cNvPr>
          <p:cNvSpPr>
            <a:spLocks/>
          </p:cNvSpPr>
          <p:nvPr/>
        </p:nvSpPr>
        <p:spPr bwMode="auto">
          <a:xfrm>
            <a:off x="5251979" y="4351181"/>
            <a:ext cx="356933" cy="432729"/>
          </a:xfrm>
          <a:custGeom>
            <a:avLst/>
            <a:gdLst>
              <a:gd name="T0" fmla="*/ 259 w 259"/>
              <a:gd name="T1" fmla="*/ 0 h 314"/>
              <a:gd name="T2" fmla="*/ 258 w 259"/>
              <a:gd name="T3" fmla="*/ 164 h 314"/>
              <a:gd name="T4" fmla="*/ 0 w 259"/>
              <a:gd name="T5" fmla="*/ 314 h 314"/>
              <a:gd name="T6" fmla="*/ 0 w 259"/>
              <a:gd name="T7" fmla="*/ 150 h 314"/>
              <a:gd name="T8" fmla="*/ 259 w 259"/>
              <a:gd name="T9" fmla="*/ 0 h 314"/>
            </a:gdLst>
            <a:ahLst/>
            <a:cxnLst>
              <a:cxn ang="0">
                <a:pos x="T0" y="T1"/>
              </a:cxn>
              <a:cxn ang="0">
                <a:pos x="T2" y="T3"/>
              </a:cxn>
              <a:cxn ang="0">
                <a:pos x="T4" y="T5"/>
              </a:cxn>
              <a:cxn ang="0">
                <a:pos x="T6" y="T7"/>
              </a:cxn>
              <a:cxn ang="0">
                <a:pos x="T8" y="T9"/>
              </a:cxn>
            </a:cxnLst>
            <a:rect l="0" t="0" r="r" b="b"/>
            <a:pathLst>
              <a:path w="259" h="314">
                <a:moveTo>
                  <a:pt x="259" y="0"/>
                </a:moveTo>
                <a:lnTo>
                  <a:pt x="258" y="164"/>
                </a:lnTo>
                <a:lnTo>
                  <a:pt x="0" y="314"/>
                </a:lnTo>
                <a:lnTo>
                  <a:pt x="0" y="150"/>
                </a:lnTo>
                <a:lnTo>
                  <a:pt x="259"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23">
            <a:extLst>
              <a:ext uri="{FF2B5EF4-FFF2-40B4-BE49-F238E27FC236}">
                <a16:creationId xmlns:a16="http://schemas.microsoft.com/office/drawing/2014/main" id="{34105CCD-7504-C5D9-0922-B4D05DBB1647}"/>
              </a:ext>
            </a:extLst>
          </p:cNvPr>
          <p:cNvSpPr>
            <a:spLocks/>
          </p:cNvSpPr>
          <p:nvPr/>
        </p:nvSpPr>
        <p:spPr bwMode="auto">
          <a:xfrm>
            <a:off x="4021320" y="3845413"/>
            <a:ext cx="1230658" cy="938498"/>
          </a:xfrm>
          <a:custGeom>
            <a:avLst/>
            <a:gdLst>
              <a:gd name="T0" fmla="*/ 893 w 893"/>
              <a:gd name="T1" fmla="*/ 517 h 681"/>
              <a:gd name="T2" fmla="*/ 893 w 893"/>
              <a:gd name="T3" fmla="*/ 681 h 681"/>
              <a:gd name="T4" fmla="*/ 0 w 893"/>
              <a:gd name="T5" fmla="*/ 166 h 681"/>
              <a:gd name="T6" fmla="*/ 0 w 893"/>
              <a:gd name="T7" fmla="*/ 0 h 681"/>
              <a:gd name="T8" fmla="*/ 893 w 893"/>
              <a:gd name="T9" fmla="*/ 517 h 681"/>
            </a:gdLst>
            <a:ahLst/>
            <a:cxnLst>
              <a:cxn ang="0">
                <a:pos x="T0" y="T1"/>
              </a:cxn>
              <a:cxn ang="0">
                <a:pos x="T2" y="T3"/>
              </a:cxn>
              <a:cxn ang="0">
                <a:pos x="T4" y="T5"/>
              </a:cxn>
              <a:cxn ang="0">
                <a:pos x="T6" y="T7"/>
              </a:cxn>
              <a:cxn ang="0">
                <a:pos x="T8" y="T9"/>
              </a:cxn>
            </a:cxnLst>
            <a:rect l="0" t="0" r="r" b="b"/>
            <a:pathLst>
              <a:path w="893" h="681">
                <a:moveTo>
                  <a:pt x="893" y="517"/>
                </a:moveTo>
                <a:lnTo>
                  <a:pt x="893" y="681"/>
                </a:lnTo>
                <a:lnTo>
                  <a:pt x="0" y="166"/>
                </a:lnTo>
                <a:lnTo>
                  <a:pt x="0" y="0"/>
                </a:lnTo>
                <a:lnTo>
                  <a:pt x="893" y="517"/>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97" name="组合 196">
            <a:extLst>
              <a:ext uri="{FF2B5EF4-FFF2-40B4-BE49-F238E27FC236}">
                <a16:creationId xmlns:a16="http://schemas.microsoft.com/office/drawing/2014/main" id="{0683E5E6-EA65-99C3-16DA-C1A9BD4461C9}"/>
              </a:ext>
            </a:extLst>
          </p:cNvPr>
          <p:cNvGrpSpPr/>
          <p:nvPr/>
        </p:nvGrpSpPr>
        <p:grpSpPr>
          <a:xfrm>
            <a:off x="5700237" y="2140942"/>
            <a:ext cx="1903388" cy="1547911"/>
            <a:chOff x="5797886" y="2072360"/>
            <a:chExt cx="1903388" cy="1547911"/>
          </a:xfrm>
        </p:grpSpPr>
        <p:sp>
          <p:nvSpPr>
            <p:cNvPr id="198" name="Freeform 17">
              <a:extLst>
                <a:ext uri="{FF2B5EF4-FFF2-40B4-BE49-F238E27FC236}">
                  <a16:creationId xmlns:a16="http://schemas.microsoft.com/office/drawing/2014/main" id="{CBCFDD68-E4D4-EB5A-2EF0-65BF4882FC57}"/>
                </a:ext>
              </a:extLst>
            </p:cNvPr>
            <p:cNvSpPr>
              <a:spLocks/>
            </p:cNvSpPr>
            <p:nvPr/>
          </p:nvSpPr>
          <p:spPr bwMode="auto">
            <a:xfrm>
              <a:off x="5797886" y="2537071"/>
              <a:ext cx="1872861" cy="1083200"/>
            </a:xfrm>
            <a:custGeom>
              <a:avLst/>
              <a:gdLst>
                <a:gd name="T0" fmla="*/ 1359 w 1359"/>
                <a:gd name="T1" fmla="*/ 636 h 786"/>
                <a:gd name="T2" fmla="*/ 1101 w 1359"/>
                <a:gd name="T3" fmla="*/ 786 h 786"/>
                <a:gd name="T4" fmla="*/ 0 w 1359"/>
                <a:gd name="T5" fmla="*/ 150 h 786"/>
                <a:gd name="T6" fmla="*/ 257 w 1359"/>
                <a:gd name="T7" fmla="*/ 0 h 786"/>
                <a:gd name="T8" fmla="*/ 1359 w 1359"/>
                <a:gd name="T9" fmla="*/ 636 h 786"/>
              </a:gdLst>
              <a:ahLst/>
              <a:cxnLst>
                <a:cxn ang="0">
                  <a:pos x="T0" y="T1"/>
                </a:cxn>
                <a:cxn ang="0">
                  <a:pos x="T2" y="T3"/>
                </a:cxn>
                <a:cxn ang="0">
                  <a:pos x="T4" y="T5"/>
                </a:cxn>
                <a:cxn ang="0">
                  <a:pos x="T6" y="T7"/>
                </a:cxn>
                <a:cxn ang="0">
                  <a:pos x="T8" y="T9"/>
                </a:cxn>
              </a:cxnLst>
              <a:rect l="0" t="0" r="r" b="b"/>
              <a:pathLst>
                <a:path w="1359" h="786">
                  <a:moveTo>
                    <a:pt x="1359" y="636"/>
                  </a:moveTo>
                  <a:lnTo>
                    <a:pt x="1101" y="786"/>
                  </a:lnTo>
                  <a:lnTo>
                    <a:pt x="0" y="150"/>
                  </a:lnTo>
                  <a:lnTo>
                    <a:pt x="257" y="0"/>
                  </a:lnTo>
                  <a:lnTo>
                    <a:pt x="1359" y="636"/>
                  </a:ln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Freeform 15">
              <a:extLst>
                <a:ext uri="{FF2B5EF4-FFF2-40B4-BE49-F238E27FC236}">
                  <a16:creationId xmlns:a16="http://schemas.microsoft.com/office/drawing/2014/main" id="{8E6CF15F-F69A-E218-2809-B1A1E0D795EE}"/>
                </a:ext>
              </a:extLst>
            </p:cNvPr>
            <p:cNvSpPr>
              <a:spLocks/>
            </p:cNvSpPr>
            <p:nvPr/>
          </p:nvSpPr>
          <p:spPr bwMode="auto">
            <a:xfrm>
              <a:off x="7334694" y="3095495"/>
              <a:ext cx="356933" cy="458913"/>
            </a:xfrm>
            <a:custGeom>
              <a:avLst/>
              <a:gdLst>
                <a:gd name="T0" fmla="*/ 259 w 259"/>
                <a:gd name="T1" fmla="*/ 0 h 333"/>
                <a:gd name="T2" fmla="*/ 257 w 259"/>
                <a:gd name="T3" fmla="*/ 183 h 333"/>
                <a:gd name="T4" fmla="*/ 0 w 259"/>
                <a:gd name="T5" fmla="*/ 333 h 333"/>
                <a:gd name="T6" fmla="*/ 1 w 259"/>
                <a:gd name="T7" fmla="*/ 150 h 333"/>
                <a:gd name="T8" fmla="*/ 259 w 259"/>
                <a:gd name="T9" fmla="*/ 0 h 333"/>
              </a:gdLst>
              <a:ahLst/>
              <a:cxnLst>
                <a:cxn ang="0">
                  <a:pos x="T0" y="T1"/>
                </a:cxn>
                <a:cxn ang="0">
                  <a:pos x="T2" y="T3"/>
                </a:cxn>
                <a:cxn ang="0">
                  <a:pos x="T4" y="T5"/>
                </a:cxn>
                <a:cxn ang="0">
                  <a:pos x="T6" y="T7"/>
                </a:cxn>
                <a:cxn ang="0">
                  <a:pos x="T8" y="T9"/>
                </a:cxn>
              </a:cxnLst>
              <a:rect l="0" t="0" r="r" b="b"/>
              <a:pathLst>
                <a:path w="259" h="333">
                  <a:moveTo>
                    <a:pt x="259" y="0"/>
                  </a:moveTo>
                  <a:lnTo>
                    <a:pt x="257" y="183"/>
                  </a:lnTo>
                  <a:lnTo>
                    <a:pt x="0" y="333"/>
                  </a:lnTo>
                  <a:lnTo>
                    <a:pt x="1" y="150"/>
                  </a:lnTo>
                  <a:lnTo>
                    <a:pt x="259"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17">
              <a:extLst>
                <a:ext uri="{FF2B5EF4-FFF2-40B4-BE49-F238E27FC236}">
                  <a16:creationId xmlns:a16="http://schemas.microsoft.com/office/drawing/2014/main" id="{052C63B6-37FC-F38D-8545-0EEE8FDFE1A7}"/>
                </a:ext>
              </a:extLst>
            </p:cNvPr>
            <p:cNvSpPr>
              <a:spLocks/>
            </p:cNvSpPr>
            <p:nvPr/>
          </p:nvSpPr>
          <p:spPr bwMode="auto">
            <a:xfrm>
              <a:off x="5818766" y="2219013"/>
              <a:ext cx="1872861" cy="1083200"/>
            </a:xfrm>
            <a:custGeom>
              <a:avLst/>
              <a:gdLst>
                <a:gd name="T0" fmla="*/ 1359 w 1359"/>
                <a:gd name="T1" fmla="*/ 636 h 786"/>
                <a:gd name="T2" fmla="*/ 1101 w 1359"/>
                <a:gd name="T3" fmla="*/ 786 h 786"/>
                <a:gd name="T4" fmla="*/ 0 w 1359"/>
                <a:gd name="T5" fmla="*/ 150 h 786"/>
                <a:gd name="T6" fmla="*/ 257 w 1359"/>
                <a:gd name="T7" fmla="*/ 0 h 786"/>
                <a:gd name="T8" fmla="*/ 1359 w 1359"/>
                <a:gd name="T9" fmla="*/ 636 h 786"/>
              </a:gdLst>
              <a:ahLst/>
              <a:cxnLst>
                <a:cxn ang="0">
                  <a:pos x="T0" y="T1"/>
                </a:cxn>
                <a:cxn ang="0">
                  <a:pos x="T2" y="T3"/>
                </a:cxn>
                <a:cxn ang="0">
                  <a:pos x="T4" y="T5"/>
                </a:cxn>
                <a:cxn ang="0">
                  <a:pos x="T6" y="T7"/>
                </a:cxn>
                <a:cxn ang="0">
                  <a:pos x="T8" y="T9"/>
                </a:cxn>
              </a:cxnLst>
              <a:rect l="0" t="0" r="r" b="b"/>
              <a:pathLst>
                <a:path w="1359" h="786">
                  <a:moveTo>
                    <a:pt x="1359" y="636"/>
                  </a:moveTo>
                  <a:lnTo>
                    <a:pt x="1101" y="786"/>
                  </a:lnTo>
                  <a:lnTo>
                    <a:pt x="0" y="150"/>
                  </a:lnTo>
                  <a:lnTo>
                    <a:pt x="257" y="0"/>
                  </a:lnTo>
                  <a:lnTo>
                    <a:pt x="1359" y="636"/>
                  </a:lnTo>
                  <a:close/>
                </a:path>
              </a:pathLst>
            </a:custGeom>
            <a:gradFill flip="none" rotWithShape="1">
              <a:gsLst>
                <a:gs pos="0">
                  <a:schemeClr val="accent1">
                    <a:lumMod val="5000"/>
                    <a:lumOff val="95000"/>
                  </a:schemeClr>
                </a:gs>
                <a:gs pos="100000">
                  <a:srgbClr val="8E9CEF">
                    <a:alpha val="50000"/>
                  </a:srgbClr>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7" name="Freeform 17">
              <a:extLst>
                <a:ext uri="{FF2B5EF4-FFF2-40B4-BE49-F238E27FC236}">
                  <a16:creationId xmlns:a16="http://schemas.microsoft.com/office/drawing/2014/main" id="{9E9BC9E3-69B9-39C2-FF19-9BE6F9634D2D}"/>
                </a:ext>
              </a:extLst>
            </p:cNvPr>
            <p:cNvSpPr>
              <a:spLocks/>
            </p:cNvSpPr>
            <p:nvPr/>
          </p:nvSpPr>
          <p:spPr bwMode="auto">
            <a:xfrm>
              <a:off x="5828413" y="2072360"/>
              <a:ext cx="1872861" cy="1083200"/>
            </a:xfrm>
            <a:custGeom>
              <a:avLst/>
              <a:gdLst>
                <a:gd name="T0" fmla="*/ 1359 w 1359"/>
                <a:gd name="T1" fmla="*/ 636 h 786"/>
                <a:gd name="T2" fmla="*/ 1101 w 1359"/>
                <a:gd name="T3" fmla="*/ 786 h 786"/>
                <a:gd name="T4" fmla="*/ 0 w 1359"/>
                <a:gd name="T5" fmla="*/ 150 h 786"/>
                <a:gd name="T6" fmla="*/ 257 w 1359"/>
                <a:gd name="T7" fmla="*/ 0 h 786"/>
                <a:gd name="T8" fmla="*/ 1359 w 1359"/>
                <a:gd name="T9" fmla="*/ 636 h 786"/>
              </a:gdLst>
              <a:ahLst/>
              <a:cxnLst>
                <a:cxn ang="0">
                  <a:pos x="T0" y="T1"/>
                </a:cxn>
                <a:cxn ang="0">
                  <a:pos x="T2" y="T3"/>
                </a:cxn>
                <a:cxn ang="0">
                  <a:pos x="T4" y="T5"/>
                </a:cxn>
                <a:cxn ang="0">
                  <a:pos x="T6" y="T7"/>
                </a:cxn>
                <a:cxn ang="0">
                  <a:pos x="T8" y="T9"/>
                </a:cxn>
              </a:cxnLst>
              <a:rect l="0" t="0" r="r" b="b"/>
              <a:pathLst>
                <a:path w="1359" h="786">
                  <a:moveTo>
                    <a:pt x="1359" y="636"/>
                  </a:moveTo>
                  <a:lnTo>
                    <a:pt x="1101" y="786"/>
                  </a:lnTo>
                  <a:lnTo>
                    <a:pt x="0" y="150"/>
                  </a:lnTo>
                  <a:lnTo>
                    <a:pt x="257" y="0"/>
                  </a:lnTo>
                  <a:lnTo>
                    <a:pt x="1359" y="636"/>
                  </a:lnTo>
                  <a:close/>
                </a:path>
              </a:pathLst>
            </a:custGeom>
            <a:gradFill flip="none" rotWithShape="1">
              <a:gsLst>
                <a:gs pos="0">
                  <a:schemeClr val="accent1">
                    <a:lumMod val="5000"/>
                    <a:lumOff val="95000"/>
                  </a:schemeClr>
                </a:gs>
                <a:gs pos="100000">
                  <a:srgbClr val="8E9CEF">
                    <a:alpha val="50000"/>
                  </a:srgbClr>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8" name="Freeform 16">
              <a:extLst>
                <a:ext uri="{FF2B5EF4-FFF2-40B4-BE49-F238E27FC236}">
                  <a16:creationId xmlns:a16="http://schemas.microsoft.com/office/drawing/2014/main" id="{3EA9E924-D23D-7A00-8D8F-7EA465DE507C}"/>
                </a:ext>
              </a:extLst>
            </p:cNvPr>
            <p:cNvSpPr>
              <a:spLocks/>
            </p:cNvSpPr>
            <p:nvPr/>
          </p:nvSpPr>
          <p:spPr bwMode="auto">
            <a:xfrm>
              <a:off x="5826195" y="2281911"/>
              <a:ext cx="1520063" cy="1128678"/>
            </a:xfrm>
            <a:custGeom>
              <a:avLst/>
              <a:gdLst>
                <a:gd name="T0" fmla="*/ 1103 w 1103"/>
                <a:gd name="T1" fmla="*/ 636 h 819"/>
                <a:gd name="T2" fmla="*/ 1102 w 1103"/>
                <a:gd name="T3" fmla="*/ 819 h 819"/>
                <a:gd name="T4" fmla="*/ 0 w 1103"/>
                <a:gd name="T5" fmla="*/ 183 h 819"/>
                <a:gd name="T6" fmla="*/ 2 w 1103"/>
                <a:gd name="T7" fmla="*/ 0 h 819"/>
                <a:gd name="T8" fmla="*/ 1103 w 1103"/>
                <a:gd name="T9" fmla="*/ 636 h 819"/>
              </a:gdLst>
              <a:ahLst/>
              <a:cxnLst>
                <a:cxn ang="0">
                  <a:pos x="T0" y="T1"/>
                </a:cxn>
                <a:cxn ang="0">
                  <a:pos x="T2" y="T3"/>
                </a:cxn>
                <a:cxn ang="0">
                  <a:pos x="T4" y="T5"/>
                </a:cxn>
                <a:cxn ang="0">
                  <a:pos x="T6" y="T7"/>
                </a:cxn>
                <a:cxn ang="0">
                  <a:pos x="T8" y="T9"/>
                </a:cxn>
              </a:cxnLst>
              <a:rect l="0" t="0" r="r" b="b"/>
              <a:pathLst>
                <a:path w="1103" h="819">
                  <a:moveTo>
                    <a:pt x="1103" y="636"/>
                  </a:moveTo>
                  <a:lnTo>
                    <a:pt x="1102" y="819"/>
                  </a:lnTo>
                  <a:lnTo>
                    <a:pt x="0" y="183"/>
                  </a:lnTo>
                  <a:lnTo>
                    <a:pt x="2" y="0"/>
                  </a:lnTo>
                  <a:lnTo>
                    <a:pt x="1103" y="636"/>
                  </a:lnTo>
                  <a:close/>
                </a:path>
              </a:pathLst>
            </a:custGeom>
            <a:gradFill flip="none" rotWithShape="1">
              <a:gsLst>
                <a:gs pos="0">
                  <a:schemeClr val="bg1">
                    <a:alpha val="0"/>
                  </a:schemeClr>
                </a:gs>
                <a:gs pos="100000">
                  <a:srgbClr val="6578F0">
                    <a:alpha val="35000"/>
                  </a:srgbClr>
                </a:gs>
              </a:gsLst>
              <a:lin ang="135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Freeform 16">
              <a:extLst>
                <a:ext uri="{FF2B5EF4-FFF2-40B4-BE49-F238E27FC236}">
                  <a16:creationId xmlns:a16="http://schemas.microsoft.com/office/drawing/2014/main" id="{3F18CCB8-62AD-4FCC-F684-8AFC4DFC2ABA}"/>
                </a:ext>
              </a:extLst>
            </p:cNvPr>
            <p:cNvSpPr>
              <a:spLocks/>
            </p:cNvSpPr>
            <p:nvPr/>
          </p:nvSpPr>
          <p:spPr bwMode="auto">
            <a:xfrm>
              <a:off x="5816010" y="2425731"/>
              <a:ext cx="1520063" cy="1128678"/>
            </a:xfrm>
            <a:custGeom>
              <a:avLst/>
              <a:gdLst>
                <a:gd name="T0" fmla="*/ 1103 w 1103"/>
                <a:gd name="T1" fmla="*/ 636 h 819"/>
                <a:gd name="T2" fmla="*/ 1102 w 1103"/>
                <a:gd name="T3" fmla="*/ 819 h 819"/>
                <a:gd name="T4" fmla="*/ 0 w 1103"/>
                <a:gd name="T5" fmla="*/ 183 h 819"/>
                <a:gd name="T6" fmla="*/ 2 w 1103"/>
                <a:gd name="T7" fmla="*/ 0 h 819"/>
                <a:gd name="T8" fmla="*/ 1103 w 1103"/>
                <a:gd name="T9" fmla="*/ 636 h 819"/>
              </a:gdLst>
              <a:ahLst/>
              <a:cxnLst>
                <a:cxn ang="0">
                  <a:pos x="T0" y="T1"/>
                </a:cxn>
                <a:cxn ang="0">
                  <a:pos x="T2" y="T3"/>
                </a:cxn>
                <a:cxn ang="0">
                  <a:pos x="T4" y="T5"/>
                </a:cxn>
                <a:cxn ang="0">
                  <a:pos x="T6" y="T7"/>
                </a:cxn>
                <a:cxn ang="0">
                  <a:pos x="T8" y="T9"/>
                </a:cxn>
              </a:cxnLst>
              <a:rect l="0" t="0" r="r" b="b"/>
              <a:pathLst>
                <a:path w="1103" h="819">
                  <a:moveTo>
                    <a:pt x="1103" y="636"/>
                  </a:moveTo>
                  <a:lnTo>
                    <a:pt x="1102" y="819"/>
                  </a:lnTo>
                  <a:lnTo>
                    <a:pt x="0" y="183"/>
                  </a:lnTo>
                  <a:lnTo>
                    <a:pt x="2" y="0"/>
                  </a:lnTo>
                  <a:lnTo>
                    <a:pt x="1103" y="636"/>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19" name="组合 118">
            <a:extLst>
              <a:ext uri="{FF2B5EF4-FFF2-40B4-BE49-F238E27FC236}">
                <a16:creationId xmlns:a16="http://schemas.microsoft.com/office/drawing/2014/main" id="{BD67DD5E-1CFB-337C-EB16-FDCBBB86E5B8}"/>
              </a:ext>
            </a:extLst>
          </p:cNvPr>
          <p:cNvGrpSpPr/>
          <p:nvPr/>
        </p:nvGrpSpPr>
        <p:grpSpPr>
          <a:xfrm>
            <a:off x="4687299" y="3150663"/>
            <a:ext cx="2178802" cy="1318857"/>
            <a:chOff x="3952796" y="3612289"/>
            <a:chExt cx="2178802" cy="1318857"/>
          </a:xfrm>
        </p:grpSpPr>
        <p:sp>
          <p:nvSpPr>
            <p:cNvPr id="120" name="Freeform 20">
              <a:extLst>
                <a:ext uri="{FF2B5EF4-FFF2-40B4-BE49-F238E27FC236}">
                  <a16:creationId xmlns:a16="http://schemas.microsoft.com/office/drawing/2014/main" id="{065D3FAF-4BCC-DCA7-296A-17E51268263A}"/>
                </a:ext>
              </a:extLst>
            </p:cNvPr>
            <p:cNvSpPr>
              <a:spLocks/>
            </p:cNvSpPr>
            <p:nvPr/>
          </p:nvSpPr>
          <p:spPr bwMode="auto">
            <a:xfrm>
              <a:off x="3961065" y="3897559"/>
              <a:ext cx="2160886" cy="1033587"/>
            </a:xfrm>
            <a:custGeom>
              <a:avLst/>
              <a:gdLst>
                <a:gd name="T0" fmla="*/ 1106 w 1120"/>
                <a:gd name="T1" fmla="*/ 377 h 535"/>
                <a:gd name="T2" fmla="*/ 905 w 1120"/>
                <a:gd name="T3" fmla="*/ 494 h 535"/>
                <a:gd name="T4" fmla="*/ 835 w 1120"/>
                <a:gd name="T5" fmla="*/ 494 h 535"/>
                <a:gd name="T6" fmla="*/ 15 w 1120"/>
                <a:gd name="T7" fmla="*/ 21 h 535"/>
                <a:gd name="T8" fmla="*/ 0 w 1120"/>
                <a:gd name="T9" fmla="*/ 0 h 535"/>
                <a:gd name="T10" fmla="*/ 0 w 1120"/>
                <a:gd name="T11" fmla="*/ 30 h 535"/>
                <a:gd name="T12" fmla="*/ 15 w 1120"/>
                <a:gd name="T13" fmla="*/ 50 h 535"/>
                <a:gd name="T14" fmla="*/ 835 w 1120"/>
                <a:gd name="T15" fmla="*/ 523 h 535"/>
                <a:gd name="T16" fmla="*/ 905 w 1120"/>
                <a:gd name="T17" fmla="*/ 523 h 535"/>
                <a:gd name="T18" fmla="*/ 1106 w 1120"/>
                <a:gd name="T19" fmla="*/ 407 h 535"/>
                <a:gd name="T20" fmla="*/ 1120 w 1120"/>
                <a:gd name="T21" fmla="*/ 386 h 535"/>
                <a:gd name="T22" fmla="*/ 1120 w 1120"/>
                <a:gd name="T23" fmla="*/ 357 h 535"/>
                <a:gd name="T24" fmla="*/ 1106 w 1120"/>
                <a:gd name="T25" fmla="*/ 37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20" h="535">
                  <a:moveTo>
                    <a:pt x="1106" y="377"/>
                  </a:moveTo>
                  <a:cubicBezTo>
                    <a:pt x="905" y="494"/>
                    <a:pt x="905" y="494"/>
                    <a:pt x="905" y="494"/>
                  </a:cubicBezTo>
                  <a:cubicBezTo>
                    <a:pt x="886" y="505"/>
                    <a:pt x="855" y="505"/>
                    <a:pt x="835" y="494"/>
                  </a:cubicBezTo>
                  <a:cubicBezTo>
                    <a:pt x="15" y="21"/>
                    <a:pt x="15" y="21"/>
                    <a:pt x="15" y="21"/>
                  </a:cubicBezTo>
                  <a:cubicBezTo>
                    <a:pt x="5" y="15"/>
                    <a:pt x="0" y="8"/>
                    <a:pt x="0" y="0"/>
                  </a:cubicBezTo>
                  <a:cubicBezTo>
                    <a:pt x="0" y="30"/>
                    <a:pt x="0" y="30"/>
                    <a:pt x="0" y="30"/>
                  </a:cubicBezTo>
                  <a:cubicBezTo>
                    <a:pt x="0" y="37"/>
                    <a:pt x="5" y="44"/>
                    <a:pt x="15" y="50"/>
                  </a:cubicBezTo>
                  <a:cubicBezTo>
                    <a:pt x="835" y="523"/>
                    <a:pt x="835" y="523"/>
                    <a:pt x="835" y="523"/>
                  </a:cubicBezTo>
                  <a:cubicBezTo>
                    <a:pt x="854" y="535"/>
                    <a:pt x="886" y="535"/>
                    <a:pt x="905" y="523"/>
                  </a:cubicBezTo>
                  <a:cubicBezTo>
                    <a:pt x="1106" y="407"/>
                    <a:pt x="1106" y="407"/>
                    <a:pt x="1106" y="407"/>
                  </a:cubicBezTo>
                  <a:cubicBezTo>
                    <a:pt x="1116" y="401"/>
                    <a:pt x="1120" y="394"/>
                    <a:pt x="1120" y="386"/>
                  </a:cubicBezTo>
                  <a:cubicBezTo>
                    <a:pt x="1120" y="357"/>
                    <a:pt x="1120" y="357"/>
                    <a:pt x="1120" y="357"/>
                  </a:cubicBezTo>
                  <a:cubicBezTo>
                    <a:pt x="1120" y="365"/>
                    <a:pt x="1116" y="372"/>
                    <a:pt x="1106" y="377"/>
                  </a:cubicBezTo>
                  <a:close/>
                </a:path>
              </a:pathLst>
            </a:custGeom>
            <a:solidFill>
              <a:srgbClr val="DADFFE"/>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121" name="Freeform 21">
              <a:extLst>
                <a:ext uri="{FF2B5EF4-FFF2-40B4-BE49-F238E27FC236}">
                  <a16:creationId xmlns:a16="http://schemas.microsoft.com/office/drawing/2014/main" id="{84C814C0-E53A-2040-4143-4176F0C5282C}"/>
                </a:ext>
              </a:extLst>
            </p:cNvPr>
            <p:cNvSpPr>
              <a:spLocks/>
            </p:cNvSpPr>
            <p:nvPr/>
          </p:nvSpPr>
          <p:spPr bwMode="auto">
            <a:xfrm>
              <a:off x="3952796" y="3612289"/>
              <a:ext cx="2178802" cy="1260977"/>
            </a:xfrm>
            <a:custGeom>
              <a:avLst/>
              <a:gdLst>
                <a:gd name="T0" fmla="*/ 1110 w 1129"/>
                <a:gd name="T1" fmla="*/ 485 h 653"/>
                <a:gd name="T2" fmla="*/ 1110 w 1129"/>
                <a:gd name="T3" fmla="*/ 525 h 653"/>
                <a:gd name="T4" fmla="*/ 909 w 1129"/>
                <a:gd name="T5" fmla="*/ 642 h 653"/>
                <a:gd name="T6" fmla="*/ 839 w 1129"/>
                <a:gd name="T7" fmla="*/ 642 h 653"/>
                <a:gd name="T8" fmla="*/ 19 w 1129"/>
                <a:gd name="T9" fmla="*/ 169 h 653"/>
                <a:gd name="T10" fmla="*/ 19 w 1129"/>
                <a:gd name="T11" fmla="*/ 128 h 653"/>
                <a:gd name="T12" fmla="*/ 220 w 1129"/>
                <a:gd name="T13" fmla="*/ 11 h 653"/>
                <a:gd name="T14" fmla="*/ 290 w 1129"/>
                <a:gd name="T15" fmla="*/ 11 h 653"/>
                <a:gd name="T16" fmla="*/ 1110 w 1129"/>
                <a:gd name="T17" fmla="*/ 485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29" h="653">
                  <a:moveTo>
                    <a:pt x="1110" y="485"/>
                  </a:moveTo>
                  <a:cubicBezTo>
                    <a:pt x="1129" y="496"/>
                    <a:pt x="1129" y="514"/>
                    <a:pt x="1110" y="525"/>
                  </a:cubicBezTo>
                  <a:cubicBezTo>
                    <a:pt x="909" y="642"/>
                    <a:pt x="909" y="642"/>
                    <a:pt x="909" y="642"/>
                  </a:cubicBezTo>
                  <a:cubicBezTo>
                    <a:pt x="890" y="653"/>
                    <a:pt x="859" y="653"/>
                    <a:pt x="839" y="642"/>
                  </a:cubicBezTo>
                  <a:cubicBezTo>
                    <a:pt x="19" y="169"/>
                    <a:pt x="19" y="169"/>
                    <a:pt x="19" y="169"/>
                  </a:cubicBezTo>
                  <a:cubicBezTo>
                    <a:pt x="0" y="158"/>
                    <a:pt x="0" y="139"/>
                    <a:pt x="19" y="128"/>
                  </a:cubicBezTo>
                  <a:cubicBezTo>
                    <a:pt x="220" y="11"/>
                    <a:pt x="220" y="11"/>
                    <a:pt x="220" y="11"/>
                  </a:cubicBezTo>
                  <a:cubicBezTo>
                    <a:pt x="239" y="0"/>
                    <a:pt x="270" y="0"/>
                    <a:pt x="290" y="11"/>
                  </a:cubicBezTo>
                  <a:lnTo>
                    <a:pt x="1110" y="48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23" name="组合 122">
            <a:extLst>
              <a:ext uri="{FF2B5EF4-FFF2-40B4-BE49-F238E27FC236}">
                <a16:creationId xmlns:a16="http://schemas.microsoft.com/office/drawing/2014/main" id="{FB00BF74-235F-317A-7CE1-43B28BA791BD}"/>
              </a:ext>
            </a:extLst>
          </p:cNvPr>
          <p:cNvGrpSpPr/>
          <p:nvPr/>
        </p:nvGrpSpPr>
        <p:grpSpPr>
          <a:xfrm>
            <a:off x="9171433" y="2493744"/>
            <a:ext cx="1395941" cy="1199890"/>
            <a:chOff x="9401960" y="2410835"/>
            <a:chExt cx="1395941" cy="1199890"/>
          </a:xfrm>
        </p:grpSpPr>
        <p:sp>
          <p:nvSpPr>
            <p:cNvPr id="122" name="菱形 121">
              <a:extLst>
                <a:ext uri="{FF2B5EF4-FFF2-40B4-BE49-F238E27FC236}">
                  <a16:creationId xmlns:a16="http://schemas.microsoft.com/office/drawing/2014/main" id="{0C88EF8A-D3EC-ABEE-641F-A6B012C545EB}"/>
                </a:ext>
              </a:extLst>
            </p:cNvPr>
            <p:cNvSpPr/>
            <p:nvPr/>
          </p:nvSpPr>
          <p:spPr>
            <a:xfrm>
              <a:off x="9401960" y="2836325"/>
              <a:ext cx="1395941" cy="774400"/>
            </a:xfrm>
            <a:prstGeom prst="diamond">
              <a:avLst/>
            </a:prstGeom>
            <a:no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16" name="组合 115">
              <a:extLst>
                <a:ext uri="{FF2B5EF4-FFF2-40B4-BE49-F238E27FC236}">
                  <a16:creationId xmlns:a16="http://schemas.microsoft.com/office/drawing/2014/main" id="{1E001BC4-3817-6607-18B5-E724AA01D291}"/>
                </a:ext>
              </a:extLst>
            </p:cNvPr>
            <p:cNvGrpSpPr/>
            <p:nvPr/>
          </p:nvGrpSpPr>
          <p:grpSpPr>
            <a:xfrm>
              <a:off x="9511423" y="2410835"/>
              <a:ext cx="1177015" cy="1107725"/>
              <a:chOff x="7716402" y="-134808"/>
              <a:chExt cx="2049463" cy="1928813"/>
            </a:xfrm>
          </p:grpSpPr>
          <p:sp>
            <p:nvSpPr>
              <p:cNvPr id="105" name="Freeform 28">
                <a:extLst>
                  <a:ext uri="{FF2B5EF4-FFF2-40B4-BE49-F238E27FC236}">
                    <a16:creationId xmlns:a16="http://schemas.microsoft.com/office/drawing/2014/main" id="{417B0300-8AA1-B6D9-0FD0-1A9A267F8B2C}"/>
                  </a:ext>
                </a:extLst>
              </p:cNvPr>
              <p:cNvSpPr>
                <a:spLocks/>
              </p:cNvSpPr>
              <p:nvPr/>
            </p:nvSpPr>
            <p:spPr bwMode="auto">
              <a:xfrm>
                <a:off x="8745102" y="458917"/>
                <a:ext cx="1020763" cy="1335088"/>
              </a:xfrm>
              <a:custGeom>
                <a:avLst/>
                <a:gdLst>
                  <a:gd name="T0" fmla="*/ 643 w 643"/>
                  <a:gd name="T1" fmla="*/ 0 h 841"/>
                  <a:gd name="T2" fmla="*/ 641 w 643"/>
                  <a:gd name="T3" fmla="*/ 467 h 841"/>
                  <a:gd name="T4" fmla="*/ 0 w 643"/>
                  <a:gd name="T5" fmla="*/ 841 h 841"/>
                  <a:gd name="T6" fmla="*/ 0 w 643"/>
                  <a:gd name="T7" fmla="*/ 377 h 841"/>
                  <a:gd name="T8" fmla="*/ 643 w 643"/>
                  <a:gd name="T9" fmla="*/ 0 h 841"/>
                </a:gdLst>
                <a:ahLst/>
                <a:cxnLst>
                  <a:cxn ang="0">
                    <a:pos x="T0" y="T1"/>
                  </a:cxn>
                  <a:cxn ang="0">
                    <a:pos x="T2" y="T3"/>
                  </a:cxn>
                  <a:cxn ang="0">
                    <a:pos x="T4" y="T5"/>
                  </a:cxn>
                  <a:cxn ang="0">
                    <a:pos x="T6" y="T7"/>
                  </a:cxn>
                  <a:cxn ang="0">
                    <a:pos x="T8" y="T9"/>
                  </a:cxn>
                </a:cxnLst>
                <a:rect l="0" t="0" r="r" b="b"/>
                <a:pathLst>
                  <a:path w="643" h="841">
                    <a:moveTo>
                      <a:pt x="643" y="0"/>
                    </a:moveTo>
                    <a:lnTo>
                      <a:pt x="641" y="467"/>
                    </a:lnTo>
                    <a:lnTo>
                      <a:pt x="0" y="841"/>
                    </a:lnTo>
                    <a:lnTo>
                      <a:pt x="0" y="377"/>
                    </a:lnTo>
                    <a:lnTo>
                      <a:pt x="643"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6" name="Freeform 29">
                <a:extLst>
                  <a:ext uri="{FF2B5EF4-FFF2-40B4-BE49-F238E27FC236}">
                    <a16:creationId xmlns:a16="http://schemas.microsoft.com/office/drawing/2014/main" id="{4A7483B5-3D74-1EE6-8B15-F2027C4E2878}"/>
                  </a:ext>
                </a:extLst>
              </p:cNvPr>
              <p:cNvSpPr>
                <a:spLocks/>
              </p:cNvSpPr>
              <p:nvPr/>
            </p:nvSpPr>
            <p:spPr bwMode="auto">
              <a:xfrm>
                <a:off x="7716402" y="458917"/>
                <a:ext cx="1028700" cy="1335088"/>
              </a:xfrm>
              <a:custGeom>
                <a:avLst/>
                <a:gdLst>
                  <a:gd name="T0" fmla="*/ 648 w 648"/>
                  <a:gd name="T1" fmla="*/ 377 h 841"/>
                  <a:gd name="T2" fmla="*/ 648 w 648"/>
                  <a:gd name="T3" fmla="*/ 841 h 841"/>
                  <a:gd name="T4" fmla="*/ 0 w 648"/>
                  <a:gd name="T5" fmla="*/ 467 h 841"/>
                  <a:gd name="T6" fmla="*/ 2 w 648"/>
                  <a:gd name="T7" fmla="*/ 0 h 841"/>
                  <a:gd name="T8" fmla="*/ 648 w 648"/>
                  <a:gd name="T9" fmla="*/ 377 h 841"/>
                </a:gdLst>
                <a:ahLst/>
                <a:cxnLst>
                  <a:cxn ang="0">
                    <a:pos x="T0" y="T1"/>
                  </a:cxn>
                  <a:cxn ang="0">
                    <a:pos x="T2" y="T3"/>
                  </a:cxn>
                  <a:cxn ang="0">
                    <a:pos x="T4" y="T5"/>
                  </a:cxn>
                  <a:cxn ang="0">
                    <a:pos x="T6" y="T7"/>
                  </a:cxn>
                  <a:cxn ang="0">
                    <a:pos x="T8" y="T9"/>
                  </a:cxn>
                </a:cxnLst>
                <a:rect l="0" t="0" r="r" b="b"/>
                <a:pathLst>
                  <a:path w="648" h="841">
                    <a:moveTo>
                      <a:pt x="648" y="377"/>
                    </a:moveTo>
                    <a:lnTo>
                      <a:pt x="648" y="841"/>
                    </a:lnTo>
                    <a:lnTo>
                      <a:pt x="0" y="467"/>
                    </a:lnTo>
                    <a:lnTo>
                      <a:pt x="2" y="0"/>
                    </a:lnTo>
                    <a:lnTo>
                      <a:pt x="648" y="377"/>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7" name="Freeform 30">
                <a:extLst>
                  <a:ext uri="{FF2B5EF4-FFF2-40B4-BE49-F238E27FC236}">
                    <a16:creationId xmlns:a16="http://schemas.microsoft.com/office/drawing/2014/main" id="{E3FBD505-DBDE-6CAF-477F-D22E7AC7DACA}"/>
                  </a:ext>
                </a:extLst>
              </p:cNvPr>
              <p:cNvSpPr>
                <a:spLocks/>
              </p:cNvSpPr>
              <p:nvPr/>
            </p:nvSpPr>
            <p:spPr bwMode="auto">
              <a:xfrm>
                <a:off x="7719577" y="-134808"/>
                <a:ext cx="2046288" cy="1192213"/>
              </a:xfrm>
              <a:custGeom>
                <a:avLst/>
                <a:gdLst>
                  <a:gd name="T0" fmla="*/ 1289 w 1289"/>
                  <a:gd name="T1" fmla="*/ 374 h 751"/>
                  <a:gd name="T2" fmla="*/ 646 w 1289"/>
                  <a:gd name="T3" fmla="*/ 751 h 751"/>
                  <a:gd name="T4" fmla="*/ 0 w 1289"/>
                  <a:gd name="T5" fmla="*/ 374 h 751"/>
                  <a:gd name="T6" fmla="*/ 641 w 1289"/>
                  <a:gd name="T7" fmla="*/ 0 h 751"/>
                  <a:gd name="T8" fmla="*/ 1289 w 1289"/>
                  <a:gd name="T9" fmla="*/ 374 h 751"/>
                </a:gdLst>
                <a:ahLst/>
                <a:cxnLst>
                  <a:cxn ang="0">
                    <a:pos x="T0" y="T1"/>
                  </a:cxn>
                  <a:cxn ang="0">
                    <a:pos x="T2" y="T3"/>
                  </a:cxn>
                  <a:cxn ang="0">
                    <a:pos x="T4" y="T5"/>
                  </a:cxn>
                  <a:cxn ang="0">
                    <a:pos x="T6" y="T7"/>
                  </a:cxn>
                  <a:cxn ang="0">
                    <a:pos x="T8" y="T9"/>
                  </a:cxn>
                </a:cxnLst>
                <a:rect l="0" t="0" r="r" b="b"/>
                <a:pathLst>
                  <a:path w="1289" h="751">
                    <a:moveTo>
                      <a:pt x="1289" y="374"/>
                    </a:moveTo>
                    <a:lnTo>
                      <a:pt x="646" y="751"/>
                    </a:lnTo>
                    <a:lnTo>
                      <a:pt x="0" y="374"/>
                    </a:lnTo>
                    <a:lnTo>
                      <a:pt x="641" y="0"/>
                    </a:lnTo>
                    <a:lnTo>
                      <a:pt x="1289" y="374"/>
                    </a:lnTo>
                    <a:close/>
                  </a:path>
                </a:pathLst>
              </a:custGeom>
              <a:gradFill flip="none" rotWithShape="1">
                <a:gsLst>
                  <a:gs pos="0">
                    <a:schemeClr val="accent1">
                      <a:lumMod val="5000"/>
                      <a:lumOff val="95000"/>
                    </a:schemeClr>
                  </a:gs>
                  <a:gs pos="100000">
                    <a:srgbClr val="8E9CEF">
                      <a:lumMod val="52000"/>
                      <a:lumOff val="48000"/>
                    </a:srgbClr>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8" name="Freeform 31">
                <a:extLst>
                  <a:ext uri="{FF2B5EF4-FFF2-40B4-BE49-F238E27FC236}">
                    <a16:creationId xmlns:a16="http://schemas.microsoft.com/office/drawing/2014/main" id="{4FC755AA-D284-995B-BCA4-D93B43FFA966}"/>
                  </a:ext>
                </a:extLst>
              </p:cNvPr>
              <p:cNvSpPr>
                <a:spLocks/>
              </p:cNvSpPr>
              <p:nvPr/>
            </p:nvSpPr>
            <p:spPr bwMode="auto">
              <a:xfrm>
                <a:off x="8740340" y="357317"/>
                <a:ext cx="644525" cy="495300"/>
              </a:xfrm>
              <a:custGeom>
                <a:avLst/>
                <a:gdLst>
                  <a:gd name="T0" fmla="*/ 406 w 406"/>
                  <a:gd name="T1" fmla="*/ 0 h 312"/>
                  <a:gd name="T2" fmla="*/ 406 w 406"/>
                  <a:gd name="T3" fmla="*/ 76 h 312"/>
                  <a:gd name="T4" fmla="*/ 0 w 406"/>
                  <a:gd name="T5" fmla="*/ 312 h 312"/>
                  <a:gd name="T6" fmla="*/ 3 w 406"/>
                  <a:gd name="T7" fmla="*/ 236 h 312"/>
                  <a:gd name="T8" fmla="*/ 406 w 406"/>
                  <a:gd name="T9" fmla="*/ 0 h 312"/>
                </a:gdLst>
                <a:ahLst/>
                <a:cxnLst>
                  <a:cxn ang="0">
                    <a:pos x="T0" y="T1"/>
                  </a:cxn>
                  <a:cxn ang="0">
                    <a:pos x="T2" y="T3"/>
                  </a:cxn>
                  <a:cxn ang="0">
                    <a:pos x="T4" y="T5"/>
                  </a:cxn>
                  <a:cxn ang="0">
                    <a:pos x="T6" y="T7"/>
                  </a:cxn>
                  <a:cxn ang="0">
                    <a:pos x="T8" y="T9"/>
                  </a:cxn>
                </a:cxnLst>
                <a:rect l="0" t="0" r="r" b="b"/>
                <a:pathLst>
                  <a:path w="406" h="312">
                    <a:moveTo>
                      <a:pt x="406" y="0"/>
                    </a:moveTo>
                    <a:lnTo>
                      <a:pt x="406" y="76"/>
                    </a:lnTo>
                    <a:lnTo>
                      <a:pt x="0" y="312"/>
                    </a:lnTo>
                    <a:lnTo>
                      <a:pt x="3" y="236"/>
                    </a:lnTo>
                    <a:lnTo>
                      <a:pt x="406"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9" name="Freeform 32">
                <a:extLst>
                  <a:ext uri="{FF2B5EF4-FFF2-40B4-BE49-F238E27FC236}">
                    <a16:creationId xmlns:a16="http://schemas.microsoft.com/office/drawing/2014/main" id="{4BAABA96-B19C-39F6-D291-E7814D4A8DBD}"/>
                  </a:ext>
                </a:extLst>
              </p:cNvPr>
              <p:cNvSpPr>
                <a:spLocks/>
              </p:cNvSpPr>
              <p:nvPr/>
            </p:nvSpPr>
            <p:spPr bwMode="auto">
              <a:xfrm>
                <a:off x="8095815" y="357317"/>
                <a:ext cx="649288" cy="495300"/>
              </a:xfrm>
              <a:custGeom>
                <a:avLst/>
                <a:gdLst>
                  <a:gd name="T0" fmla="*/ 409 w 409"/>
                  <a:gd name="T1" fmla="*/ 236 h 312"/>
                  <a:gd name="T2" fmla="*/ 406 w 409"/>
                  <a:gd name="T3" fmla="*/ 312 h 312"/>
                  <a:gd name="T4" fmla="*/ 0 w 409"/>
                  <a:gd name="T5" fmla="*/ 76 h 312"/>
                  <a:gd name="T6" fmla="*/ 0 w 409"/>
                  <a:gd name="T7" fmla="*/ 0 h 312"/>
                  <a:gd name="T8" fmla="*/ 409 w 409"/>
                  <a:gd name="T9" fmla="*/ 236 h 312"/>
                </a:gdLst>
                <a:ahLst/>
                <a:cxnLst>
                  <a:cxn ang="0">
                    <a:pos x="T0" y="T1"/>
                  </a:cxn>
                  <a:cxn ang="0">
                    <a:pos x="T2" y="T3"/>
                  </a:cxn>
                  <a:cxn ang="0">
                    <a:pos x="T4" y="T5"/>
                  </a:cxn>
                  <a:cxn ang="0">
                    <a:pos x="T6" y="T7"/>
                  </a:cxn>
                  <a:cxn ang="0">
                    <a:pos x="T8" y="T9"/>
                  </a:cxn>
                </a:cxnLst>
                <a:rect l="0" t="0" r="r" b="b"/>
                <a:pathLst>
                  <a:path w="409" h="312">
                    <a:moveTo>
                      <a:pt x="409" y="236"/>
                    </a:moveTo>
                    <a:lnTo>
                      <a:pt x="406" y="312"/>
                    </a:lnTo>
                    <a:lnTo>
                      <a:pt x="0" y="76"/>
                    </a:lnTo>
                    <a:lnTo>
                      <a:pt x="0" y="0"/>
                    </a:lnTo>
                    <a:lnTo>
                      <a:pt x="409" y="236"/>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0" name="Freeform 33">
                <a:extLst>
                  <a:ext uri="{FF2B5EF4-FFF2-40B4-BE49-F238E27FC236}">
                    <a16:creationId xmlns:a16="http://schemas.microsoft.com/office/drawing/2014/main" id="{EF034D9F-5F05-D479-A30D-158128D1DB18}"/>
                  </a:ext>
                </a:extLst>
              </p:cNvPr>
              <p:cNvSpPr>
                <a:spLocks/>
              </p:cNvSpPr>
              <p:nvPr/>
            </p:nvSpPr>
            <p:spPr bwMode="auto">
              <a:xfrm>
                <a:off x="8095815" y="-17333"/>
                <a:ext cx="1289050" cy="749300"/>
              </a:xfrm>
              <a:custGeom>
                <a:avLst/>
                <a:gdLst>
                  <a:gd name="T0" fmla="*/ 812 w 812"/>
                  <a:gd name="T1" fmla="*/ 236 h 472"/>
                  <a:gd name="T2" fmla="*/ 409 w 812"/>
                  <a:gd name="T3" fmla="*/ 472 h 472"/>
                  <a:gd name="T4" fmla="*/ 0 w 812"/>
                  <a:gd name="T5" fmla="*/ 236 h 472"/>
                  <a:gd name="T6" fmla="*/ 404 w 812"/>
                  <a:gd name="T7" fmla="*/ 0 h 472"/>
                  <a:gd name="T8" fmla="*/ 812 w 812"/>
                  <a:gd name="T9" fmla="*/ 236 h 472"/>
                </a:gdLst>
                <a:ahLst/>
                <a:cxnLst>
                  <a:cxn ang="0">
                    <a:pos x="T0" y="T1"/>
                  </a:cxn>
                  <a:cxn ang="0">
                    <a:pos x="T2" y="T3"/>
                  </a:cxn>
                  <a:cxn ang="0">
                    <a:pos x="T4" y="T5"/>
                  </a:cxn>
                  <a:cxn ang="0">
                    <a:pos x="T6" y="T7"/>
                  </a:cxn>
                  <a:cxn ang="0">
                    <a:pos x="T8" y="T9"/>
                  </a:cxn>
                </a:cxnLst>
                <a:rect l="0" t="0" r="r" b="b"/>
                <a:pathLst>
                  <a:path w="812" h="472">
                    <a:moveTo>
                      <a:pt x="812" y="236"/>
                    </a:moveTo>
                    <a:lnTo>
                      <a:pt x="409" y="472"/>
                    </a:lnTo>
                    <a:lnTo>
                      <a:pt x="0" y="236"/>
                    </a:lnTo>
                    <a:lnTo>
                      <a:pt x="404" y="0"/>
                    </a:lnTo>
                    <a:lnTo>
                      <a:pt x="812" y="236"/>
                    </a:lnTo>
                    <a:close/>
                  </a:path>
                </a:pathLst>
              </a:custGeom>
              <a:gradFill flip="none" rotWithShape="1">
                <a:gsLst>
                  <a:gs pos="0">
                    <a:schemeClr val="accent1">
                      <a:lumMod val="0"/>
                      <a:lumOff val="100000"/>
                    </a:schemeClr>
                  </a:gs>
                  <a:gs pos="100000">
                    <a:srgbClr val="8E9CEF">
                      <a:lumMod val="61000"/>
                      <a:lumOff val="39000"/>
                    </a:srgbClr>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43" name="组合 142">
            <a:extLst>
              <a:ext uri="{FF2B5EF4-FFF2-40B4-BE49-F238E27FC236}">
                <a16:creationId xmlns:a16="http://schemas.microsoft.com/office/drawing/2014/main" id="{4E2CD665-E7F0-5143-0034-B2C645E11009}"/>
              </a:ext>
            </a:extLst>
          </p:cNvPr>
          <p:cNvGrpSpPr/>
          <p:nvPr/>
        </p:nvGrpSpPr>
        <p:grpSpPr>
          <a:xfrm>
            <a:off x="6641187" y="985514"/>
            <a:ext cx="762316" cy="995706"/>
            <a:chOff x="8204736" y="61750"/>
            <a:chExt cx="762316" cy="995706"/>
          </a:xfrm>
        </p:grpSpPr>
        <p:grpSp>
          <p:nvGrpSpPr>
            <p:cNvPr id="88" name="组合 87">
              <a:extLst>
                <a:ext uri="{FF2B5EF4-FFF2-40B4-BE49-F238E27FC236}">
                  <a16:creationId xmlns:a16="http://schemas.microsoft.com/office/drawing/2014/main" id="{C0729589-274F-1DFB-7C55-3E272B922B90}"/>
                </a:ext>
              </a:extLst>
            </p:cNvPr>
            <p:cNvGrpSpPr/>
            <p:nvPr/>
          </p:nvGrpSpPr>
          <p:grpSpPr>
            <a:xfrm>
              <a:off x="8205875" y="509930"/>
              <a:ext cx="760038" cy="484012"/>
              <a:chOff x="8647430" y="2989740"/>
              <a:chExt cx="2181226" cy="1389062"/>
            </a:xfrm>
          </p:grpSpPr>
          <p:sp>
            <p:nvSpPr>
              <p:cNvPr id="98" name="Freeform 11">
                <a:extLst>
                  <a:ext uri="{FF2B5EF4-FFF2-40B4-BE49-F238E27FC236}">
                    <a16:creationId xmlns:a16="http://schemas.microsoft.com/office/drawing/2014/main" id="{8CF9598B-9B9E-747F-C550-52CFE44BB36B}"/>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99" name="Freeform 12">
                <a:extLst>
                  <a:ext uri="{FF2B5EF4-FFF2-40B4-BE49-F238E27FC236}">
                    <a16:creationId xmlns:a16="http://schemas.microsoft.com/office/drawing/2014/main" id="{8AD4E244-D676-EF29-AB5B-7B0B2BF707FD}"/>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0" name="Freeform 13">
                <a:extLst>
                  <a:ext uri="{FF2B5EF4-FFF2-40B4-BE49-F238E27FC236}">
                    <a16:creationId xmlns:a16="http://schemas.microsoft.com/office/drawing/2014/main" id="{3FE2EBEF-3260-BE93-FEC7-B2FC5633FE18}"/>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42" name="组合 141">
              <a:extLst>
                <a:ext uri="{FF2B5EF4-FFF2-40B4-BE49-F238E27FC236}">
                  <a16:creationId xmlns:a16="http://schemas.microsoft.com/office/drawing/2014/main" id="{BB0B298F-34AE-A45C-5136-6E8BE08E0C87}"/>
                </a:ext>
              </a:extLst>
            </p:cNvPr>
            <p:cNvGrpSpPr/>
            <p:nvPr/>
          </p:nvGrpSpPr>
          <p:grpSpPr>
            <a:xfrm>
              <a:off x="8355548" y="303665"/>
              <a:ext cx="460693" cy="524176"/>
              <a:chOff x="9050730" y="731556"/>
              <a:chExt cx="460693" cy="524176"/>
            </a:xfrm>
          </p:grpSpPr>
          <p:grpSp>
            <p:nvGrpSpPr>
              <p:cNvPr id="90" name="组合 89">
                <a:extLst>
                  <a:ext uri="{FF2B5EF4-FFF2-40B4-BE49-F238E27FC236}">
                    <a16:creationId xmlns:a16="http://schemas.microsoft.com/office/drawing/2014/main" id="{A9C0D51C-5C46-AB22-FB9A-2A4DD20AA27F}"/>
                  </a:ext>
                </a:extLst>
              </p:cNvPr>
              <p:cNvGrpSpPr/>
              <p:nvPr/>
            </p:nvGrpSpPr>
            <p:grpSpPr>
              <a:xfrm>
                <a:off x="9050730" y="927002"/>
                <a:ext cx="460693" cy="328730"/>
                <a:chOff x="9934979" y="5169636"/>
                <a:chExt cx="460693" cy="328730"/>
              </a:xfrm>
            </p:grpSpPr>
            <p:sp>
              <p:nvSpPr>
                <p:cNvPr id="92" name="Freeform 20">
                  <a:extLst>
                    <a:ext uri="{FF2B5EF4-FFF2-40B4-BE49-F238E27FC236}">
                      <a16:creationId xmlns:a16="http://schemas.microsoft.com/office/drawing/2014/main" id="{C96821D7-15A3-9D90-4FEB-2E3CE2918A0C}"/>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Freeform 21">
                  <a:extLst>
                    <a:ext uri="{FF2B5EF4-FFF2-40B4-BE49-F238E27FC236}">
                      <a16:creationId xmlns:a16="http://schemas.microsoft.com/office/drawing/2014/main" id="{09D00956-C2A6-FEF0-BCF8-5C0947A3C0B6}"/>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22">
                  <a:extLst>
                    <a:ext uri="{FF2B5EF4-FFF2-40B4-BE49-F238E27FC236}">
                      <a16:creationId xmlns:a16="http://schemas.microsoft.com/office/drawing/2014/main" id="{1754DEC7-101D-AB3E-95B8-534EE1F20C5F}"/>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34" name="组合 133">
                <a:extLst>
                  <a:ext uri="{FF2B5EF4-FFF2-40B4-BE49-F238E27FC236}">
                    <a16:creationId xmlns:a16="http://schemas.microsoft.com/office/drawing/2014/main" id="{29A849F5-2940-9D6B-B6CA-EC820D06FA6D}"/>
                  </a:ext>
                </a:extLst>
              </p:cNvPr>
              <p:cNvGrpSpPr/>
              <p:nvPr/>
            </p:nvGrpSpPr>
            <p:grpSpPr>
              <a:xfrm>
                <a:off x="9050730" y="829279"/>
                <a:ext cx="460693" cy="328730"/>
                <a:chOff x="9934979" y="5169636"/>
                <a:chExt cx="460693" cy="328730"/>
              </a:xfrm>
            </p:grpSpPr>
            <p:sp>
              <p:nvSpPr>
                <p:cNvPr id="135" name="Freeform 20">
                  <a:extLst>
                    <a:ext uri="{FF2B5EF4-FFF2-40B4-BE49-F238E27FC236}">
                      <a16:creationId xmlns:a16="http://schemas.microsoft.com/office/drawing/2014/main" id="{3961919D-6E87-50EB-88E2-80D89B82D7F1}"/>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6" name="Freeform 21">
                  <a:extLst>
                    <a:ext uri="{FF2B5EF4-FFF2-40B4-BE49-F238E27FC236}">
                      <a16:creationId xmlns:a16="http://schemas.microsoft.com/office/drawing/2014/main" id="{98DE7452-7835-409A-EBDF-680A98236D9B}"/>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7" name="Freeform 22">
                  <a:extLst>
                    <a:ext uri="{FF2B5EF4-FFF2-40B4-BE49-F238E27FC236}">
                      <a16:creationId xmlns:a16="http://schemas.microsoft.com/office/drawing/2014/main" id="{C723FD3D-8F88-D6A2-443C-81357D018AE4}"/>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38" name="组合 137">
                <a:extLst>
                  <a:ext uri="{FF2B5EF4-FFF2-40B4-BE49-F238E27FC236}">
                    <a16:creationId xmlns:a16="http://schemas.microsoft.com/office/drawing/2014/main" id="{34962D43-B196-5832-E6EB-5D353A87D364}"/>
                  </a:ext>
                </a:extLst>
              </p:cNvPr>
              <p:cNvGrpSpPr/>
              <p:nvPr/>
            </p:nvGrpSpPr>
            <p:grpSpPr>
              <a:xfrm>
                <a:off x="9050730" y="731556"/>
                <a:ext cx="460693" cy="328730"/>
                <a:chOff x="9934979" y="5169636"/>
                <a:chExt cx="460693" cy="328730"/>
              </a:xfrm>
            </p:grpSpPr>
            <p:sp>
              <p:nvSpPr>
                <p:cNvPr id="139" name="Freeform 20">
                  <a:extLst>
                    <a:ext uri="{FF2B5EF4-FFF2-40B4-BE49-F238E27FC236}">
                      <a16:creationId xmlns:a16="http://schemas.microsoft.com/office/drawing/2014/main" id="{4A17966B-C1E3-63CD-13B1-1ED57A5B73AA}"/>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0" name="Freeform 21">
                  <a:extLst>
                    <a:ext uri="{FF2B5EF4-FFF2-40B4-BE49-F238E27FC236}">
                      <a16:creationId xmlns:a16="http://schemas.microsoft.com/office/drawing/2014/main" id="{63C1C774-75C8-7900-4310-26478EB6D569}"/>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1" name="Freeform 22">
                  <a:extLst>
                    <a:ext uri="{FF2B5EF4-FFF2-40B4-BE49-F238E27FC236}">
                      <a16:creationId xmlns:a16="http://schemas.microsoft.com/office/drawing/2014/main" id="{A8D8DF90-6406-3FA9-B3A9-36933A207EE1}"/>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89" name="组合 88">
              <a:extLst>
                <a:ext uri="{FF2B5EF4-FFF2-40B4-BE49-F238E27FC236}">
                  <a16:creationId xmlns:a16="http://schemas.microsoft.com/office/drawing/2014/main" id="{C715AB08-A175-B993-0880-6EADEAD447B4}"/>
                </a:ext>
              </a:extLst>
            </p:cNvPr>
            <p:cNvGrpSpPr/>
            <p:nvPr/>
          </p:nvGrpSpPr>
          <p:grpSpPr>
            <a:xfrm>
              <a:off x="8204736" y="61750"/>
              <a:ext cx="762316" cy="995706"/>
              <a:chOff x="6270625" y="1539875"/>
              <a:chExt cx="876301" cy="1144588"/>
            </a:xfrm>
          </p:grpSpPr>
          <p:sp>
            <p:nvSpPr>
              <p:cNvPr id="95" name="Freeform 10">
                <a:extLst>
                  <a:ext uri="{FF2B5EF4-FFF2-40B4-BE49-F238E27FC236}">
                    <a16:creationId xmlns:a16="http://schemas.microsoft.com/office/drawing/2014/main" id="{D28E6FDA-01E7-A3D0-7547-5F2063BD6AF0}"/>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11">
                <a:extLst>
                  <a:ext uri="{FF2B5EF4-FFF2-40B4-BE49-F238E27FC236}">
                    <a16:creationId xmlns:a16="http://schemas.microsoft.com/office/drawing/2014/main" id="{A63AA150-1568-ACCE-7958-D4606940C404}"/>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7" name="Freeform 12">
                <a:extLst>
                  <a:ext uri="{FF2B5EF4-FFF2-40B4-BE49-F238E27FC236}">
                    <a16:creationId xmlns:a16="http://schemas.microsoft.com/office/drawing/2014/main" id="{2FC26BD7-56FD-D41E-DC9A-49AB1D7DA43F}"/>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44" name="组合 143">
            <a:extLst>
              <a:ext uri="{FF2B5EF4-FFF2-40B4-BE49-F238E27FC236}">
                <a16:creationId xmlns:a16="http://schemas.microsoft.com/office/drawing/2014/main" id="{C415A3DB-74F4-2DC8-D801-F03D8C9C7AE4}"/>
              </a:ext>
            </a:extLst>
          </p:cNvPr>
          <p:cNvGrpSpPr/>
          <p:nvPr/>
        </p:nvGrpSpPr>
        <p:grpSpPr>
          <a:xfrm>
            <a:off x="7492469" y="1439541"/>
            <a:ext cx="762316" cy="995706"/>
            <a:chOff x="8204736" y="61750"/>
            <a:chExt cx="762316" cy="995706"/>
          </a:xfrm>
        </p:grpSpPr>
        <p:grpSp>
          <p:nvGrpSpPr>
            <p:cNvPr id="145" name="组合 144">
              <a:extLst>
                <a:ext uri="{FF2B5EF4-FFF2-40B4-BE49-F238E27FC236}">
                  <a16:creationId xmlns:a16="http://schemas.microsoft.com/office/drawing/2014/main" id="{B787C4F7-B232-1867-D44C-2426E1E34055}"/>
                </a:ext>
              </a:extLst>
            </p:cNvPr>
            <p:cNvGrpSpPr/>
            <p:nvPr/>
          </p:nvGrpSpPr>
          <p:grpSpPr>
            <a:xfrm>
              <a:off x="8205875" y="509930"/>
              <a:ext cx="760038" cy="484012"/>
              <a:chOff x="8647430" y="2989740"/>
              <a:chExt cx="2181226" cy="1389062"/>
            </a:xfrm>
          </p:grpSpPr>
          <p:sp>
            <p:nvSpPr>
              <p:cNvPr id="163" name="Freeform 11">
                <a:extLst>
                  <a:ext uri="{FF2B5EF4-FFF2-40B4-BE49-F238E27FC236}">
                    <a16:creationId xmlns:a16="http://schemas.microsoft.com/office/drawing/2014/main" id="{CE9B49EC-7CEB-5504-2D2F-A187EB454F3D}"/>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64" name="Freeform 12">
                <a:extLst>
                  <a:ext uri="{FF2B5EF4-FFF2-40B4-BE49-F238E27FC236}">
                    <a16:creationId xmlns:a16="http://schemas.microsoft.com/office/drawing/2014/main" id="{CA268EF4-8EBC-A838-EDCC-3330AA68C44E}"/>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5" name="Freeform 13">
                <a:extLst>
                  <a:ext uri="{FF2B5EF4-FFF2-40B4-BE49-F238E27FC236}">
                    <a16:creationId xmlns:a16="http://schemas.microsoft.com/office/drawing/2014/main" id="{549C16A1-E765-65A7-018E-B24ABDA31C56}"/>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46" name="组合 145">
              <a:extLst>
                <a:ext uri="{FF2B5EF4-FFF2-40B4-BE49-F238E27FC236}">
                  <a16:creationId xmlns:a16="http://schemas.microsoft.com/office/drawing/2014/main" id="{70CBD7EF-BA0D-13BB-6BC9-70261BB8A97E}"/>
                </a:ext>
              </a:extLst>
            </p:cNvPr>
            <p:cNvGrpSpPr/>
            <p:nvPr/>
          </p:nvGrpSpPr>
          <p:grpSpPr>
            <a:xfrm>
              <a:off x="8355548" y="303665"/>
              <a:ext cx="460693" cy="524176"/>
              <a:chOff x="9050730" y="731556"/>
              <a:chExt cx="460693" cy="524176"/>
            </a:xfrm>
          </p:grpSpPr>
          <p:grpSp>
            <p:nvGrpSpPr>
              <p:cNvPr id="151" name="组合 150">
                <a:extLst>
                  <a:ext uri="{FF2B5EF4-FFF2-40B4-BE49-F238E27FC236}">
                    <a16:creationId xmlns:a16="http://schemas.microsoft.com/office/drawing/2014/main" id="{20A46503-99F7-49F7-ECF6-84336175088B}"/>
                  </a:ext>
                </a:extLst>
              </p:cNvPr>
              <p:cNvGrpSpPr/>
              <p:nvPr/>
            </p:nvGrpSpPr>
            <p:grpSpPr>
              <a:xfrm>
                <a:off x="9050730" y="927002"/>
                <a:ext cx="460693" cy="328730"/>
                <a:chOff x="9934979" y="5169636"/>
                <a:chExt cx="460693" cy="328730"/>
              </a:xfrm>
            </p:grpSpPr>
            <p:sp>
              <p:nvSpPr>
                <p:cNvPr id="160" name="Freeform 20">
                  <a:extLst>
                    <a:ext uri="{FF2B5EF4-FFF2-40B4-BE49-F238E27FC236}">
                      <a16:creationId xmlns:a16="http://schemas.microsoft.com/office/drawing/2014/main" id="{EC6A50FF-C744-DA7B-2A2E-1CD28BD44FC4}"/>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1" name="Freeform 21">
                  <a:extLst>
                    <a:ext uri="{FF2B5EF4-FFF2-40B4-BE49-F238E27FC236}">
                      <a16:creationId xmlns:a16="http://schemas.microsoft.com/office/drawing/2014/main" id="{48A398D9-0223-9053-38C3-5DB8A39A61C4}"/>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2" name="Freeform 22">
                  <a:extLst>
                    <a:ext uri="{FF2B5EF4-FFF2-40B4-BE49-F238E27FC236}">
                      <a16:creationId xmlns:a16="http://schemas.microsoft.com/office/drawing/2014/main" id="{85D1FBEC-39D5-E213-E5B8-44C7B1A6D037}"/>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52" name="组合 151">
                <a:extLst>
                  <a:ext uri="{FF2B5EF4-FFF2-40B4-BE49-F238E27FC236}">
                    <a16:creationId xmlns:a16="http://schemas.microsoft.com/office/drawing/2014/main" id="{469A41FA-1FE7-6073-E7A6-46123E6D7C42}"/>
                  </a:ext>
                </a:extLst>
              </p:cNvPr>
              <p:cNvGrpSpPr/>
              <p:nvPr/>
            </p:nvGrpSpPr>
            <p:grpSpPr>
              <a:xfrm>
                <a:off x="9050730" y="829279"/>
                <a:ext cx="460693" cy="328730"/>
                <a:chOff x="9934979" y="5169636"/>
                <a:chExt cx="460693" cy="328730"/>
              </a:xfrm>
            </p:grpSpPr>
            <p:sp>
              <p:nvSpPr>
                <p:cNvPr id="157" name="Freeform 20">
                  <a:extLst>
                    <a:ext uri="{FF2B5EF4-FFF2-40B4-BE49-F238E27FC236}">
                      <a16:creationId xmlns:a16="http://schemas.microsoft.com/office/drawing/2014/main" id="{A6D17CC0-735A-B6B5-81E7-4CFD2B0B7BBF}"/>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8" name="Freeform 21">
                  <a:extLst>
                    <a:ext uri="{FF2B5EF4-FFF2-40B4-BE49-F238E27FC236}">
                      <a16:creationId xmlns:a16="http://schemas.microsoft.com/office/drawing/2014/main" id="{3C0866DB-9E9E-2A6F-F528-F3255501CDF5}"/>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9" name="Freeform 22">
                  <a:extLst>
                    <a:ext uri="{FF2B5EF4-FFF2-40B4-BE49-F238E27FC236}">
                      <a16:creationId xmlns:a16="http://schemas.microsoft.com/office/drawing/2014/main" id="{3E710067-B53F-050D-6D1B-500882F42DC3}"/>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53" name="组合 152">
                <a:extLst>
                  <a:ext uri="{FF2B5EF4-FFF2-40B4-BE49-F238E27FC236}">
                    <a16:creationId xmlns:a16="http://schemas.microsoft.com/office/drawing/2014/main" id="{604A1E17-6912-5B0A-00B4-6B6591A35A38}"/>
                  </a:ext>
                </a:extLst>
              </p:cNvPr>
              <p:cNvGrpSpPr/>
              <p:nvPr/>
            </p:nvGrpSpPr>
            <p:grpSpPr>
              <a:xfrm>
                <a:off x="9050730" y="731556"/>
                <a:ext cx="460693" cy="328730"/>
                <a:chOff x="9934979" y="5169636"/>
                <a:chExt cx="460693" cy="328730"/>
              </a:xfrm>
            </p:grpSpPr>
            <p:sp>
              <p:nvSpPr>
                <p:cNvPr id="154" name="Freeform 20">
                  <a:extLst>
                    <a:ext uri="{FF2B5EF4-FFF2-40B4-BE49-F238E27FC236}">
                      <a16:creationId xmlns:a16="http://schemas.microsoft.com/office/drawing/2014/main" id="{67F6490A-2C81-B949-9D8C-B22B27F98FAA}"/>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5" name="Freeform 21">
                  <a:extLst>
                    <a:ext uri="{FF2B5EF4-FFF2-40B4-BE49-F238E27FC236}">
                      <a16:creationId xmlns:a16="http://schemas.microsoft.com/office/drawing/2014/main" id="{DE01F697-7813-AD2E-BE5D-3F876004DB37}"/>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6" name="Freeform 22">
                  <a:extLst>
                    <a:ext uri="{FF2B5EF4-FFF2-40B4-BE49-F238E27FC236}">
                      <a16:creationId xmlns:a16="http://schemas.microsoft.com/office/drawing/2014/main" id="{44D395D0-D9B7-79CC-3175-8B71B59E628F}"/>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47" name="组合 146">
              <a:extLst>
                <a:ext uri="{FF2B5EF4-FFF2-40B4-BE49-F238E27FC236}">
                  <a16:creationId xmlns:a16="http://schemas.microsoft.com/office/drawing/2014/main" id="{9696CCBB-0A80-AB6C-51F7-F6FF92358931}"/>
                </a:ext>
              </a:extLst>
            </p:cNvPr>
            <p:cNvGrpSpPr/>
            <p:nvPr/>
          </p:nvGrpSpPr>
          <p:grpSpPr>
            <a:xfrm>
              <a:off x="8204736" y="61750"/>
              <a:ext cx="762316" cy="995706"/>
              <a:chOff x="6270625" y="1539875"/>
              <a:chExt cx="876301" cy="1144588"/>
            </a:xfrm>
          </p:grpSpPr>
          <p:sp>
            <p:nvSpPr>
              <p:cNvPr id="148" name="Freeform 10">
                <a:extLst>
                  <a:ext uri="{FF2B5EF4-FFF2-40B4-BE49-F238E27FC236}">
                    <a16:creationId xmlns:a16="http://schemas.microsoft.com/office/drawing/2014/main" id="{81BA263F-7607-628B-3BDC-0078E9CBE1BA}"/>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9" name="Freeform 11">
                <a:extLst>
                  <a:ext uri="{FF2B5EF4-FFF2-40B4-BE49-F238E27FC236}">
                    <a16:creationId xmlns:a16="http://schemas.microsoft.com/office/drawing/2014/main" id="{1D1BDDA0-C25E-7AA0-2C49-16A8F79074B7}"/>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0" name="Freeform 12">
                <a:extLst>
                  <a:ext uri="{FF2B5EF4-FFF2-40B4-BE49-F238E27FC236}">
                    <a16:creationId xmlns:a16="http://schemas.microsoft.com/office/drawing/2014/main" id="{98AA198D-9365-579D-3622-55D970D5DECF}"/>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02" name="组合 201">
            <a:extLst>
              <a:ext uri="{FF2B5EF4-FFF2-40B4-BE49-F238E27FC236}">
                <a16:creationId xmlns:a16="http://schemas.microsoft.com/office/drawing/2014/main" id="{5FBBCAE3-ADED-5C52-8B49-38F7576424A9}"/>
              </a:ext>
            </a:extLst>
          </p:cNvPr>
          <p:cNvGrpSpPr/>
          <p:nvPr/>
        </p:nvGrpSpPr>
        <p:grpSpPr>
          <a:xfrm>
            <a:off x="10121642" y="3131777"/>
            <a:ext cx="137558" cy="148262"/>
            <a:chOff x="8710795" y="4018668"/>
            <a:chExt cx="230903" cy="248870"/>
          </a:xfrm>
          <a:scene3d>
            <a:camera prst="isometricRightUp"/>
            <a:lightRig rig="threePt" dir="t"/>
          </a:scene3d>
        </p:grpSpPr>
        <p:sp>
          <p:nvSpPr>
            <p:cNvPr id="199" name="矩形: 圆角 198">
              <a:extLst>
                <a:ext uri="{FF2B5EF4-FFF2-40B4-BE49-F238E27FC236}">
                  <a16:creationId xmlns:a16="http://schemas.microsoft.com/office/drawing/2014/main" id="{9F5BD718-3197-73BD-FB7D-E8FC8EE8E609}"/>
                </a:ext>
              </a:extLst>
            </p:cNvPr>
            <p:cNvSpPr/>
            <p:nvPr/>
          </p:nvSpPr>
          <p:spPr>
            <a:xfrm>
              <a:off x="8710795" y="4018668"/>
              <a:ext cx="45719" cy="248870"/>
            </a:xfrm>
            <a:prstGeom prst="roundRect">
              <a:avLst>
                <a:gd name="adj" fmla="val 50000"/>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0" name="矩形: 圆角 199">
              <a:extLst>
                <a:ext uri="{FF2B5EF4-FFF2-40B4-BE49-F238E27FC236}">
                  <a16:creationId xmlns:a16="http://schemas.microsoft.com/office/drawing/2014/main" id="{F38B4DEA-3BA4-2A18-1380-517DAAE65384}"/>
                </a:ext>
              </a:extLst>
            </p:cNvPr>
            <p:cNvSpPr/>
            <p:nvPr/>
          </p:nvSpPr>
          <p:spPr>
            <a:xfrm>
              <a:off x="8803387" y="4018668"/>
              <a:ext cx="45719" cy="248870"/>
            </a:xfrm>
            <a:prstGeom prst="roundRect">
              <a:avLst>
                <a:gd name="adj" fmla="val 50000"/>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1" name="矩形: 圆角 200">
              <a:extLst>
                <a:ext uri="{FF2B5EF4-FFF2-40B4-BE49-F238E27FC236}">
                  <a16:creationId xmlns:a16="http://schemas.microsoft.com/office/drawing/2014/main" id="{3DC906FF-5EAD-83CD-C085-333EF59D8A20}"/>
                </a:ext>
              </a:extLst>
            </p:cNvPr>
            <p:cNvSpPr/>
            <p:nvPr/>
          </p:nvSpPr>
          <p:spPr>
            <a:xfrm>
              <a:off x="8895979" y="4018668"/>
              <a:ext cx="45719" cy="248870"/>
            </a:xfrm>
            <a:prstGeom prst="roundRect">
              <a:avLst>
                <a:gd name="adj" fmla="val 50000"/>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3" name="组合 202">
            <a:extLst>
              <a:ext uri="{FF2B5EF4-FFF2-40B4-BE49-F238E27FC236}">
                <a16:creationId xmlns:a16="http://schemas.microsoft.com/office/drawing/2014/main" id="{E8BA1B66-4505-D512-8F15-EE7CB9436763}"/>
              </a:ext>
            </a:extLst>
          </p:cNvPr>
          <p:cNvGrpSpPr/>
          <p:nvPr/>
        </p:nvGrpSpPr>
        <p:grpSpPr>
          <a:xfrm>
            <a:off x="7368940" y="3343743"/>
            <a:ext cx="107854" cy="116247"/>
            <a:chOff x="8710795" y="4018668"/>
            <a:chExt cx="230903" cy="248870"/>
          </a:xfrm>
          <a:scene3d>
            <a:camera prst="isometricRightUp"/>
            <a:lightRig rig="threePt" dir="t"/>
          </a:scene3d>
        </p:grpSpPr>
        <p:sp>
          <p:nvSpPr>
            <p:cNvPr id="204" name="矩形: 圆角 203">
              <a:extLst>
                <a:ext uri="{FF2B5EF4-FFF2-40B4-BE49-F238E27FC236}">
                  <a16:creationId xmlns:a16="http://schemas.microsoft.com/office/drawing/2014/main" id="{28E11E09-74D8-17FC-01ED-A559D74C50EC}"/>
                </a:ext>
              </a:extLst>
            </p:cNvPr>
            <p:cNvSpPr/>
            <p:nvPr/>
          </p:nvSpPr>
          <p:spPr>
            <a:xfrm>
              <a:off x="8710795" y="4018668"/>
              <a:ext cx="45719" cy="248870"/>
            </a:xfrm>
            <a:prstGeom prst="roundRect">
              <a:avLst>
                <a:gd name="adj" fmla="val 50000"/>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矩形: 圆角 204">
              <a:extLst>
                <a:ext uri="{FF2B5EF4-FFF2-40B4-BE49-F238E27FC236}">
                  <a16:creationId xmlns:a16="http://schemas.microsoft.com/office/drawing/2014/main" id="{1D39241E-F70C-ED1C-0B3F-DEC785138C6E}"/>
                </a:ext>
              </a:extLst>
            </p:cNvPr>
            <p:cNvSpPr/>
            <p:nvPr/>
          </p:nvSpPr>
          <p:spPr>
            <a:xfrm>
              <a:off x="8803387" y="4018668"/>
              <a:ext cx="45719" cy="248870"/>
            </a:xfrm>
            <a:prstGeom prst="roundRect">
              <a:avLst>
                <a:gd name="adj" fmla="val 50000"/>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矩形: 圆角 205">
              <a:extLst>
                <a:ext uri="{FF2B5EF4-FFF2-40B4-BE49-F238E27FC236}">
                  <a16:creationId xmlns:a16="http://schemas.microsoft.com/office/drawing/2014/main" id="{8FA7C580-9125-7D21-94A7-F47C584E1842}"/>
                </a:ext>
              </a:extLst>
            </p:cNvPr>
            <p:cNvSpPr/>
            <p:nvPr/>
          </p:nvSpPr>
          <p:spPr>
            <a:xfrm>
              <a:off x="8895979" y="4018668"/>
              <a:ext cx="45719" cy="248870"/>
            </a:xfrm>
            <a:prstGeom prst="roundRect">
              <a:avLst>
                <a:gd name="adj" fmla="val 50000"/>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7" name="组合 206">
            <a:extLst>
              <a:ext uri="{FF2B5EF4-FFF2-40B4-BE49-F238E27FC236}">
                <a16:creationId xmlns:a16="http://schemas.microsoft.com/office/drawing/2014/main" id="{385F2C64-C25A-C53B-57CC-F8B4F5F346C9}"/>
              </a:ext>
            </a:extLst>
          </p:cNvPr>
          <p:cNvGrpSpPr/>
          <p:nvPr/>
        </p:nvGrpSpPr>
        <p:grpSpPr>
          <a:xfrm>
            <a:off x="5371874" y="4512243"/>
            <a:ext cx="107854" cy="116247"/>
            <a:chOff x="8710795" y="4018668"/>
            <a:chExt cx="230903" cy="248870"/>
          </a:xfrm>
          <a:scene3d>
            <a:camera prst="isometricRightUp"/>
            <a:lightRig rig="threePt" dir="t"/>
          </a:scene3d>
        </p:grpSpPr>
        <p:sp>
          <p:nvSpPr>
            <p:cNvPr id="208" name="矩形: 圆角 207">
              <a:extLst>
                <a:ext uri="{FF2B5EF4-FFF2-40B4-BE49-F238E27FC236}">
                  <a16:creationId xmlns:a16="http://schemas.microsoft.com/office/drawing/2014/main" id="{ADDF1410-AF2A-BCB5-8002-D191106EB311}"/>
                </a:ext>
              </a:extLst>
            </p:cNvPr>
            <p:cNvSpPr/>
            <p:nvPr/>
          </p:nvSpPr>
          <p:spPr>
            <a:xfrm>
              <a:off x="8710795" y="4018668"/>
              <a:ext cx="45719" cy="248870"/>
            </a:xfrm>
            <a:prstGeom prst="roundRect">
              <a:avLst>
                <a:gd name="adj" fmla="val 50000"/>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矩形: 圆角 208">
              <a:extLst>
                <a:ext uri="{FF2B5EF4-FFF2-40B4-BE49-F238E27FC236}">
                  <a16:creationId xmlns:a16="http://schemas.microsoft.com/office/drawing/2014/main" id="{CAC43C42-8FD1-76AC-6CCB-18016BFC4678}"/>
                </a:ext>
              </a:extLst>
            </p:cNvPr>
            <p:cNvSpPr/>
            <p:nvPr/>
          </p:nvSpPr>
          <p:spPr>
            <a:xfrm>
              <a:off x="8803387" y="4018668"/>
              <a:ext cx="45719" cy="248870"/>
            </a:xfrm>
            <a:prstGeom prst="roundRect">
              <a:avLst>
                <a:gd name="adj" fmla="val 50000"/>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0" name="矩形: 圆角 209">
              <a:extLst>
                <a:ext uri="{FF2B5EF4-FFF2-40B4-BE49-F238E27FC236}">
                  <a16:creationId xmlns:a16="http://schemas.microsoft.com/office/drawing/2014/main" id="{0429D01A-8674-13B5-BAA6-09DA5FBF765B}"/>
                </a:ext>
              </a:extLst>
            </p:cNvPr>
            <p:cNvSpPr/>
            <p:nvPr/>
          </p:nvSpPr>
          <p:spPr>
            <a:xfrm>
              <a:off x="8895979" y="4018668"/>
              <a:ext cx="45719" cy="248870"/>
            </a:xfrm>
            <a:prstGeom prst="roundRect">
              <a:avLst>
                <a:gd name="adj" fmla="val 50000"/>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15" name="直接箭头连接符 214">
            <a:extLst>
              <a:ext uri="{FF2B5EF4-FFF2-40B4-BE49-F238E27FC236}">
                <a16:creationId xmlns:a16="http://schemas.microsoft.com/office/drawing/2014/main" id="{2617D638-0C0B-BEA2-FFF2-ABABE8F8155D}"/>
              </a:ext>
            </a:extLst>
          </p:cNvPr>
          <p:cNvCxnSpPr/>
          <p:nvPr/>
        </p:nvCxnSpPr>
        <p:spPr>
          <a:xfrm>
            <a:off x="8222659" y="2297147"/>
            <a:ext cx="1058237" cy="604255"/>
          </a:xfrm>
          <a:prstGeom prst="straightConnector1">
            <a:avLst/>
          </a:prstGeom>
          <a:ln>
            <a:solidFill>
              <a:srgbClr val="8E9CEF"/>
            </a:solidFill>
            <a:prstDash val="dash"/>
            <a:tailEnd type="none"/>
          </a:ln>
        </p:spPr>
        <p:style>
          <a:lnRef idx="1">
            <a:schemeClr val="accent1"/>
          </a:lnRef>
          <a:fillRef idx="0">
            <a:schemeClr val="accent1"/>
          </a:fillRef>
          <a:effectRef idx="0">
            <a:schemeClr val="accent1"/>
          </a:effectRef>
          <a:fontRef idx="minor">
            <a:schemeClr val="tx1"/>
          </a:fontRef>
        </p:style>
      </p:cxnSp>
      <p:grpSp>
        <p:nvGrpSpPr>
          <p:cNvPr id="222" name="组合 221">
            <a:extLst>
              <a:ext uri="{FF2B5EF4-FFF2-40B4-BE49-F238E27FC236}">
                <a16:creationId xmlns:a16="http://schemas.microsoft.com/office/drawing/2014/main" id="{070FA766-859B-F10C-7C08-FD488E210813}"/>
              </a:ext>
            </a:extLst>
          </p:cNvPr>
          <p:cNvGrpSpPr/>
          <p:nvPr/>
        </p:nvGrpSpPr>
        <p:grpSpPr>
          <a:xfrm>
            <a:off x="4818083" y="1555343"/>
            <a:ext cx="682690" cy="982531"/>
            <a:chOff x="5048610" y="1472434"/>
            <a:chExt cx="682690" cy="982531"/>
          </a:xfrm>
        </p:grpSpPr>
        <p:grpSp>
          <p:nvGrpSpPr>
            <p:cNvPr id="195" name="组合 194">
              <a:extLst>
                <a:ext uri="{FF2B5EF4-FFF2-40B4-BE49-F238E27FC236}">
                  <a16:creationId xmlns:a16="http://schemas.microsoft.com/office/drawing/2014/main" id="{6DBFA1C3-5D86-A3AD-16AC-61084BDE180B}"/>
                </a:ext>
              </a:extLst>
            </p:cNvPr>
            <p:cNvGrpSpPr/>
            <p:nvPr/>
          </p:nvGrpSpPr>
          <p:grpSpPr>
            <a:xfrm>
              <a:off x="5048610" y="1732240"/>
              <a:ext cx="682690" cy="722725"/>
              <a:chOff x="6701892" y="-827529"/>
              <a:chExt cx="2057401" cy="2178051"/>
            </a:xfrm>
            <a:gradFill>
              <a:gsLst>
                <a:gs pos="0">
                  <a:srgbClr val="3749CC"/>
                </a:gs>
                <a:gs pos="100000">
                  <a:srgbClr val="6578F0"/>
                </a:gs>
              </a:gsLst>
              <a:lin ang="10800000" scaled="1"/>
            </a:gradFill>
          </p:grpSpPr>
          <p:sp>
            <p:nvSpPr>
              <p:cNvPr id="192" name="Freeform 40">
                <a:extLst>
                  <a:ext uri="{FF2B5EF4-FFF2-40B4-BE49-F238E27FC236}">
                    <a16:creationId xmlns:a16="http://schemas.microsoft.com/office/drawing/2014/main" id="{4C152E95-8433-909C-740F-9FAB2BA29729}"/>
                  </a:ext>
                </a:extLst>
              </p:cNvPr>
              <p:cNvSpPr>
                <a:spLocks/>
              </p:cNvSpPr>
              <p:nvPr/>
            </p:nvSpPr>
            <p:spPr bwMode="auto">
              <a:xfrm>
                <a:off x="7733769" y="-230631"/>
                <a:ext cx="1025524" cy="1581152"/>
              </a:xfrm>
              <a:custGeom>
                <a:avLst/>
                <a:gdLst>
                  <a:gd name="T0" fmla="*/ 646 w 646"/>
                  <a:gd name="T1" fmla="*/ 0 h 996"/>
                  <a:gd name="T2" fmla="*/ 644 w 646"/>
                  <a:gd name="T3" fmla="*/ 620 h 996"/>
                  <a:gd name="T4" fmla="*/ 0 w 646"/>
                  <a:gd name="T5" fmla="*/ 996 h 996"/>
                  <a:gd name="T6" fmla="*/ 0 w 646"/>
                  <a:gd name="T7" fmla="*/ 374 h 996"/>
                  <a:gd name="T8" fmla="*/ 646 w 646"/>
                  <a:gd name="T9" fmla="*/ 0 h 996"/>
                </a:gdLst>
                <a:ahLst/>
                <a:cxnLst>
                  <a:cxn ang="0">
                    <a:pos x="T0" y="T1"/>
                  </a:cxn>
                  <a:cxn ang="0">
                    <a:pos x="T2" y="T3"/>
                  </a:cxn>
                  <a:cxn ang="0">
                    <a:pos x="T4" y="T5"/>
                  </a:cxn>
                  <a:cxn ang="0">
                    <a:pos x="T6" y="T7"/>
                  </a:cxn>
                  <a:cxn ang="0">
                    <a:pos x="T8" y="T9"/>
                  </a:cxn>
                </a:cxnLst>
                <a:rect l="0" t="0" r="r" b="b"/>
                <a:pathLst>
                  <a:path w="646" h="996">
                    <a:moveTo>
                      <a:pt x="646" y="0"/>
                    </a:moveTo>
                    <a:lnTo>
                      <a:pt x="644" y="620"/>
                    </a:lnTo>
                    <a:lnTo>
                      <a:pt x="0" y="996"/>
                    </a:lnTo>
                    <a:lnTo>
                      <a:pt x="0" y="374"/>
                    </a:lnTo>
                    <a:lnTo>
                      <a:pt x="64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3" name="Freeform 41">
                <a:extLst>
                  <a:ext uri="{FF2B5EF4-FFF2-40B4-BE49-F238E27FC236}">
                    <a16:creationId xmlns:a16="http://schemas.microsoft.com/office/drawing/2014/main" id="{49F3ECEC-24E3-960A-CDF7-E5DF9857E766}"/>
                  </a:ext>
                </a:extLst>
              </p:cNvPr>
              <p:cNvSpPr>
                <a:spLocks/>
              </p:cNvSpPr>
              <p:nvPr/>
            </p:nvSpPr>
            <p:spPr bwMode="auto">
              <a:xfrm>
                <a:off x="6701892" y="-230629"/>
                <a:ext cx="1031875" cy="1581151"/>
              </a:xfrm>
              <a:custGeom>
                <a:avLst/>
                <a:gdLst>
                  <a:gd name="T0" fmla="*/ 650 w 650"/>
                  <a:gd name="T1" fmla="*/ 374 h 996"/>
                  <a:gd name="T2" fmla="*/ 650 w 650"/>
                  <a:gd name="T3" fmla="*/ 996 h 996"/>
                  <a:gd name="T4" fmla="*/ 0 w 650"/>
                  <a:gd name="T5" fmla="*/ 620 h 996"/>
                  <a:gd name="T6" fmla="*/ 2 w 650"/>
                  <a:gd name="T7" fmla="*/ 0 h 996"/>
                  <a:gd name="T8" fmla="*/ 650 w 650"/>
                  <a:gd name="T9" fmla="*/ 374 h 996"/>
                </a:gdLst>
                <a:ahLst/>
                <a:cxnLst>
                  <a:cxn ang="0">
                    <a:pos x="T0" y="T1"/>
                  </a:cxn>
                  <a:cxn ang="0">
                    <a:pos x="T2" y="T3"/>
                  </a:cxn>
                  <a:cxn ang="0">
                    <a:pos x="T4" y="T5"/>
                  </a:cxn>
                  <a:cxn ang="0">
                    <a:pos x="T6" y="T7"/>
                  </a:cxn>
                  <a:cxn ang="0">
                    <a:pos x="T8" y="T9"/>
                  </a:cxn>
                </a:cxnLst>
                <a:rect l="0" t="0" r="r" b="b"/>
                <a:pathLst>
                  <a:path w="650" h="996">
                    <a:moveTo>
                      <a:pt x="650" y="374"/>
                    </a:moveTo>
                    <a:lnTo>
                      <a:pt x="650" y="996"/>
                    </a:lnTo>
                    <a:lnTo>
                      <a:pt x="0" y="620"/>
                    </a:lnTo>
                    <a:lnTo>
                      <a:pt x="2" y="0"/>
                    </a:lnTo>
                    <a:lnTo>
                      <a:pt x="650" y="374"/>
                    </a:lnTo>
                    <a:close/>
                  </a:path>
                </a:pathLst>
              </a:custGeom>
              <a:gradFill>
                <a:gsLst>
                  <a:gs pos="0">
                    <a:srgbClr val="3749CC"/>
                  </a:gs>
                  <a:gs pos="100000">
                    <a:srgbClr val="6578F0"/>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4" name="Freeform 42">
                <a:extLst>
                  <a:ext uri="{FF2B5EF4-FFF2-40B4-BE49-F238E27FC236}">
                    <a16:creationId xmlns:a16="http://schemas.microsoft.com/office/drawing/2014/main" id="{C9DC8EDD-EB50-A488-D5D6-0A3BA4BA371D}"/>
                  </a:ext>
                </a:extLst>
              </p:cNvPr>
              <p:cNvSpPr>
                <a:spLocks/>
              </p:cNvSpPr>
              <p:nvPr/>
            </p:nvSpPr>
            <p:spPr bwMode="auto">
              <a:xfrm>
                <a:off x="6705067" y="-827529"/>
                <a:ext cx="2054225" cy="1190626"/>
              </a:xfrm>
              <a:custGeom>
                <a:avLst/>
                <a:gdLst>
                  <a:gd name="T0" fmla="*/ 1294 w 1294"/>
                  <a:gd name="T1" fmla="*/ 376 h 750"/>
                  <a:gd name="T2" fmla="*/ 648 w 1294"/>
                  <a:gd name="T3" fmla="*/ 750 h 750"/>
                  <a:gd name="T4" fmla="*/ 0 w 1294"/>
                  <a:gd name="T5" fmla="*/ 376 h 750"/>
                  <a:gd name="T6" fmla="*/ 646 w 1294"/>
                  <a:gd name="T7" fmla="*/ 0 h 750"/>
                  <a:gd name="T8" fmla="*/ 1294 w 1294"/>
                  <a:gd name="T9" fmla="*/ 376 h 750"/>
                </a:gdLst>
                <a:ahLst/>
                <a:cxnLst>
                  <a:cxn ang="0">
                    <a:pos x="T0" y="T1"/>
                  </a:cxn>
                  <a:cxn ang="0">
                    <a:pos x="T2" y="T3"/>
                  </a:cxn>
                  <a:cxn ang="0">
                    <a:pos x="T4" y="T5"/>
                  </a:cxn>
                  <a:cxn ang="0">
                    <a:pos x="T6" y="T7"/>
                  </a:cxn>
                  <a:cxn ang="0">
                    <a:pos x="T8" y="T9"/>
                  </a:cxn>
                </a:cxnLst>
                <a:rect l="0" t="0" r="r" b="b"/>
                <a:pathLst>
                  <a:path w="1294" h="750">
                    <a:moveTo>
                      <a:pt x="1294" y="376"/>
                    </a:moveTo>
                    <a:lnTo>
                      <a:pt x="648" y="750"/>
                    </a:lnTo>
                    <a:lnTo>
                      <a:pt x="0" y="376"/>
                    </a:lnTo>
                    <a:lnTo>
                      <a:pt x="646" y="0"/>
                    </a:lnTo>
                    <a:lnTo>
                      <a:pt x="1294" y="376"/>
                    </a:lnTo>
                    <a:close/>
                  </a:path>
                </a:pathLst>
              </a:custGeom>
              <a:gradFill flip="none" rotWithShape="1">
                <a:gsLst>
                  <a:gs pos="0">
                    <a:srgbClr val="8E9CEF"/>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17" name="组合 216">
              <a:extLst>
                <a:ext uri="{FF2B5EF4-FFF2-40B4-BE49-F238E27FC236}">
                  <a16:creationId xmlns:a16="http://schemas.microsoft.com/office/drawing/2014/main" id="{DE75DF45-ADCC-3042-F1C3-4EBF00CDFBFF}"/>
                </a:ext>
              </a:extLst>
            </p:cNvPr>
            <p:cNvGrpSpPr/>
            <p:nvPr/>
          </p:nvGrpSpPr>
          <p:grpSpPr>
            <a:xfrm>
              <a:off x="5509359" y="2133738"/>
              <a:ext cx="107854" cy="116247"/>
              <a:chOff x="8710795" y="4018668"/>
              <a:chExt cx="230903" cy="248870"/>
            </a:xfrm>
            <a:scene3d>
              <a:camera prst="isometricRightUp"/>
              <a:lightRig rig="threePt" dir="t"/>
            </a:scene3d>
          </p:grpSpPr>
          <p:sp>
            <p:nvSpPr>
              <p:cNvPr id="218" name="矩形: 圆角 217">
                <a:extLst>
                  <a:ext uri="{FF2B5EF4-FFF2-40B4-BE49-F238E27FC236}">
                    <a16:creationId xmlns:a16="http://schemas.microsoft.com/office/drawing/2014/main" id="{F2C9B039-4264-F5AD-466E-7FC695C73F85}"/>
                  </a:ext>
                </a:extLst>
              </p:cNvPr>
              <p:cNvSpPr/>
              <p:nvPr/>
            </p:nvSpPr>
            <p:spPr>
              <a:xfrm>
                <a:off x="8710795" y="4018668"/>
                <a:ext cx="45719" cy="248870"/>
              </a:xfrm>
              <a:prstGeom prst="roundRect">
                <a:avLst>
                  <a:gd name="adj" fmla="val 50000"/>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9" name="矩形: 圆角 218">
                <a:extLst>
                  <a:ext uri="{FF2B5EF4-FFF2-40B4-BE49-F238E27FC236}">
                    <a16:creationId xmlns:a16="http://schemas.microsoft.com/office/drawing/2014/main" id="{06C3D1DF-2D6F-80AD-7197-ACCB6F2E1FBB}"/>
                  </a:ext>
                </a:extLst>
              </p:cNvPr>
              <p:cNvSpPr/>
              <p:nvPr/>
            </p:nvSpPr>
            <p:spPr>
              <a:xfrm>
                <a:off x="8803387" y="4018668"/>
                <a:ext cx="45719" cy="248870"/>
              </a:xfrm>
              <a:prstGeom prst="roundRect">
                <a:avLst>
                  <a:gd name="adj" fmla="val 50000"/>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0" name="矩形: 圆角 219">
                <a:extLst>
                  <a:ext uri="{FF2B5EF4-FFF2-40B4-BE49-F238E27FC236}">
                    <a16:creationId xmlns:a16="http://schemas.microsoft.com/office/drawing/2014/main" id="{82D58BB8-7069-4D1C-475B-AF4588C30183}"/>
                  </a:ext>
                </a:extLst>
              </p:cNvPr>
              <p:cNvSpPr/>
              <p:nvPr/>
            </p:nvSpPr>
            <p:spPr>
              <a:xfrm>
                <a:off x="8895979" y="4018668"/>
                <a:ext cx="45719" cy="248870"/>
              </a:xfrm>
              <a:prstGeom prst="roundRect">
                <a:avLst>
                  <a:gd name="adj" fmla="val 50000"/>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1" name="梯形 220">
              <a:extLst>
                <a:ext uri="{FF2B5EF4-FFF2-40B4-BE49-F238E27FC236}">
                  <a16:creationId xmlns:a16="http://schemas.microsoft.com/office/drawing/2014/main" id="{36B23F6B-91A6-A7B9-77F6-61232464CEAB}"/>
                </a:ext>
              </a:extLst>
            </p:cNvPr>
            <p:cNvSpPr/>
            <p:nvPr/>
          </p:nvSpPr>
          <p:spPr>
            <a:xfrm rot="10800000">
              <a:off x="5118729" y="1472434"/>
              <a:ext cx="537579" cy="449281"/>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Medium" panose="00000600000000000000" pitchFamily="2" charset="-122"/>
                <a:ea typeface="HarmonyOS Sans SC Medium" panose="00000600000000000000" pitchFamily="2" charset="-122"/>
              </a:endParaRPr>
            </a:p>
          </p:txBody>
        </p:sp>
        <p:sp>
          <p:nvSpPr>
            <p:cNvPr id="216" name="Freeform 33">
              <a:extLst>
                <a:ext uri="{FF2B5EF4-FFF2-40B4-BE49-F238E27FC236}">
                  <a16:creationId xmlns:a16="http://schemas.microsoft.com/office/drawing/2014/main" id="{EB1FF21F-8FCA-4885-BB0B-935505E579CA}"/>
                </a:ext>
              </a:extLst>
            </p:cNvPr>
            <p:cNvSpPr>
              <a:spLocks/>
            </p:cNvSpPr>
            <p:nvPr/>
          </p:nvSpPr>
          <p:spPr bwMode="auto">
            <a:xfrm>
              <a:off x="5187014" y="1808469"/>
              <a:ext cx="403512" cy="234554"/>
            </a:xfrm>
            <a:custGeom>
              <a:avLst/>
              <a:gdLst>
                <a:gd name="T0" fmla="*/ 812 w 812"/>
                <a:gd name="T1" fmla="*/ 236 h 472"/>
                <a:gd name="T2" fmla="*/ 409 w 812"/>
                <a:gd name="T3" fmla="*/ 472 h 472"/>
                <a:gd name="T4" fmla="*/ 0 w 812"/>
                <a:gd name="T5" fmla="*/ 236 h 472"/>
                <a:gd name="T6" fmla="*/ 404 w 812"/>
                <a:gd name="T7" fmla="*/ 0 h 472"/>
                <a:gd name="T8" fmla="*/ 812 w 812"/>
                <a:gd name="T9" fmla="*/ 236 h 472"/>
              </a:gdLst>
              <a:ahLst/>
              <a:cxnLst>
                <a:cxn ang="0">
                  <a:pos x="T0" y="T1"/>
                </a:cxn>
                <a:cxn ang="0">
                  <a:pos x="T2" y="T3"/>
                </a:cxn>
                <a:cxn ang="0">
                  <a:pos x="T4" y="T5"/>
                </a:cxn>
                <a:cxn ang="0">
                  <a:pos x="T6" y="T7"/>
                </a:cxn>
                <a:cxn ang="0">
                  <a:pos x="T8" y="T9"/>
                </a:cxn>
              </a:cxnLst>
              <a:rect l="0" t="0" r="r" b="b"/>
              <a:pathLst>
                <a:path w="812" h="472">
                  <a:moveTo>
                    <a:pt x="812" y="236"/>
                  </a:moveTo>
                  <a:lnTo>
                    <a:pt x="409" y="472"/>
                  </a:lnTo>
                  <a:lnTo>
                    <a:pt x="0" y="236"/>
                  </a:lnTo>
                  <a:lnTo>
                    <a:pt x="404" y="0"/>
                  </a:lnTo>
                  <a:lnTo>
                    <a:pt x="812" y="236"/>
                  </a:lnTo>
                  <a:close/>
                </a:path>
              </a:pathLst>
            </a:custGeom>
            <a:gradFill flip="none" rotWithShape="1">
              <a:gsLst>
                <a:gs pos="0">
                  <a:srgbClr val="3749CC">
                    <a:lumMod val="51000"/>
                  </a:srgbClr>
                </a:gs>
                <a:gs pos="100000">
                  <a:srgbClr val="3749CC"/>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35" name="组合 234">
            <a:extLst>
              <a:ext uri="{FF2B5EF4-FFF2-40B4-BE49-F238E27FC236}">
                <a16:creationId xmlns:a16="http://schemas.microsoft.com/office/drawing/2014/main" id="{F72965A1-C189-A46E-3CA8-9AB9B370EC40}"/>
              </a:ext>
            </a:extLst>
          </p:cNvPr>
          <p:cNvGrpSpPr/>
          <p:nvPr/>
        </p:nvGrpSpPr>
        <p:grpSpPr>
          <a:xfrm>
            <a:off x="4961375" y="2782666"/>
            <a:ext cx="570989" cy="883126"/>
            <a:chOff x="5149781" y="-116377"/>
            <a:chExt cx="682690" cy="1055889"/>
          </a:xfrm>
        </p:grpSpPr>
        <p:sp>
          <p:nvSpPr>
            <p:cNvPr id="234" name="Freeform 42">
              <a:extLst>
                <a:ext uri="{FF2B5EF4-FFF2-40B4-BE49-F238E27FC236}">
                  <a16:creationId xmlns:a16="http://schemas.microsoft.com/office/drawing/2014/main" id="{D9B1C5EC-B523-E06A-772E-8AD058AB2873}"/>
                </a:ext>
              </a:extLst>
            </p:cNvPr>
            <p:cNvSpPr>
              <a:spLocks/>
            </p:cNvSpPr>
            <p:nvPr/>
          </p:nvSpPr>
          <p:spPr bwMode="auto">
            <a:xfrm>
              <a:off x="5150308" y="544436"/>
              <a:ext cx="681636" cy="395076"/>
            </a:xfrm>
            <a:custGeom>
              <a:avLst/>
              <a:gdLst>
                <a:gd name="T0" fmla="*/ 1294 w 1294"/>
                <a:gd name="T1" fmla="*/ 376 h 750"/>
                <a:gd name="T2" fmla="*/ 648 w 1294"/>
                <a:gd name="T3" fmla="*/ 750 h 750"/>
                <a:gd name="T4" fmla="*/ 0 w 1294"/>
                <a:gd name="T5" fmla="*/ 376 h 750"/>
                <a:gd name="T6" fmla="*/ 646 w 1294"/>
                <a:gd name="T7" fmla="*/ 0 h 750"/>
                <a:gd name="T8" fmla="*/ 1294 w 1294"/>
                <a:gd name="T9" fmla="*/ 376 h 750"/>
              </a:gdLst>
              <a:ahLst/>
              <a:cxnLst>
                <a:cxn ang="0">
                  <a:pos x="T0" y="T1"/>
                </a:cxn>
                <a:cxn ang="0">
                  <a:pos x="T2" y="T3"/>
                </a:cxn>
                <a:cxn ang="0">
                  <a:pos x="T4" y="T5"/>
                </a:cxn>
                <a:cxn ang="0">
                  <a:pos x="T6" y="T7"/>
                </a:cxn>
                <a:cxn ang="0">
                  <a:pos x="T8" y="T9"/>
                </a:cxn>
              </a:cxnLst>
              <a:rect l="0" t="0" r="r" b="b"/>
              <a:pathLst>
                <a:path w="1294" h="750">
                  <a:moveTo>
                    <a:pt x="1294" y="376"/>
                  </a:moveTo>
                  <a:lnTo>
                    <a:pt x="648" y="750"/>
                  </a:lnTo>
                  <a:lnTo>
                    <a:pt x="0" y="376"/>
                  </a:lnTo>
                  <a:lnTo>
                    <a:pt x="646" y="0"/>
                  </a:lnTo>
                  <a:lnTo>
                    <a:pt x="1294" y="376"/>
                  </a:lnTo>
                  <a:close/>
                </a:path>
              </a:pathLst>
            </a:custGeom>
            <a:gradFill flip="none" rotWithShape="1">
              <a:gsLst>
                <a:gs pos="0">
                  <a:srgbClr val="8E9CEF"/>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24" name="组合 223">
              <a:extLst>
                <a:ext uri="{FF2B5EF4-FFF2-40B4-BE49-F238E27FC236}">
                  <a16:creationId xmlns:a16="http://schemas.microsoft.com/office/drawing/2014/main" id="{06109D8F-3367-FA2B-C891-07D9D3F9F4E2}"/>
                </a:ext>
              </a:extLst>
            </p:cNvPr>
            <p:cNvGrpSpPr/>
            <p:nvPr/>
          </p:nvGrpSpPr>
          <p:grpSpPr>
            <a:xfrm>
              <a:off x="5149781" y="143429"/>
              <a:ext cx="682690" cy="722725"/>
              <a:chOff x="6701892" y="-827529"/>
              <a:chExt cx="2057401" cy="2178051"/>
            </a:xfrm>
            <a:gradFill>
              <a:gsLst>
                <a:gs pos="0">
                  <a:srgbClr val="3749CC"/>
                </a:gs>
                <a:gs pos="100000">
                  <a:srgbClr val="6578F0"/>
                </a:gs>
              </a:gsLst>
              <a:lin ang="10800000" scaled="1"/>
            </a:gradFill>
          </p:grpSpPr>
          <p:sp>
            <p:nvSpPr>
              <p:cNvPr id="231" name="Freeform 40">
                <a:extLst>
                  <a:ext uri="{FF2B5EF4-FFF2-40B4-BE49-F238E27FC236}">
                    <a16:creationId xmlns:a16="http://schemas.microsoft.com/office/drawing/2014/main" id="{A70D22B2-1284-7005-94FE-04B26AB57722}"/>
                  </a:ext>
                </a:extLst>
              </p:cNvPr>
              <p:cNvSpPr>
                <a:spLocks/>
              </p:cNvSpPr>
              <p:nvPr/>
            </p:nvSpPr>
            <p:spPr bwMode="auto">
              <a:xfrm>
                <a:off x="7733769" y="-230631"/>
                <a:ext cx="1025524" cy="1581152"/>
              </a:xfrm>
              <a:custGeom>
                <a:avLst/>
                <a:gdLst>
                  <a:gd name="T0" fmla="*/ 646 w 646"/>
                  <a:gd name="T1" fmla="*/ 0 h 996"/>
                  <a:gd name="T2" fmla="*/ 644 w 646"/>
                  <a:gd name="T3" fmla="*/ 620 h 996"/>
                  <a:gd name="T4" fmla="*/ 0 w 646"/>
                  <a:gd name="T5" fmla="*/ 996 h 996"/>
                  <a:gd name="T6" fmla="*/ 0 w 646"/>
                  <a:gd name="T7" fmla="*/ 374 h 996"/>
                  <a:gd name="T8" fmla="*/ 646 w 646"/>
                  <a:gd name="T9" fmla="*/ 0 h 996"/>
                </a:gdLst>
                <a:ahLst/>
                <a:cxnLst>
                  <a:cxn ang="0">
                    <a:pos x="T0" y="T1"/>
                  </a:cxn>
                  <a:cxn ang="0">
                    <a:pos x="T2" y="T3"/>
                  </a:cxn>
                  <a:cxn ang="0">
                    <a:pos x="T4" y="T5"/>
                  </a:cxn>
                  <a:cxn ang="0">
                    <a:pos x="T6" y="T7"/>
                  </a:cxn>
                  <a:cxn ang="0">
                    <a:pos x="T8" y="T9"/>
                  </a:cxn>
                </a:cxnLst>
                <a:rect l="0" t="0" r="r" b="b"/>
                <a:pathLst>
                  <a:path w="646" h="996">
                    <a:moveTo>
                      <a:pt x="646" y="0"/>
                    </a:moveTo>
                    <a:lnTo>
                      <a:pt x="644" y="620"/>
                    </a:lnTo>
                    <a:lnTo>
                      <a:pt x="0" y="996"/>
                    </a:lnTo>
                    <a:lnTo>
                      <a:pt x="0" y="374"/>
                    </a:lnTo>
                    <a:lnTo>
                      <a:pt x="64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2" name="Freeform 41">
                <a:extLst>
                  <a:ext uri="{FF2B5EF4-FFF2-40B4-BE49-F238E27FC236}">
                    <a16:creationId xmlns:a16="http://schemas.microsoft.com/office/drawing/2014/main" id="{941D2CFB-669C-8A47-7EE7-11579514FE36}"/>
                  </a:ext>
                </a:extLst>
              </p:cNvPr>
              <p:cNvSpPr>
                <a:spLocks/>
              </p:cNvSpPr>
              <p:nvPr/>
            </p:nvSpPr>
            <p:spPr bwMode="auto">
              <a:xfrm>
                <a:off x="6701892" y="-230629"/>
                <a:ext cx="1031875" cy="1581151"/>
              </a:xfrm>
              <a:custGeom>
                <a:avLst/>
                <a:gdLst>
                  <a:gd name="T0" fmla="*/ 650 w 650"/>
                  <a:gd name="T1" fmla="*/ 374 h 996"/>
                  <a:gd name="T2" fmla="*/ 650 w 650"/>
                  <a:gd name="T3" fmla="*/ 996 h 996"/>
                  <a:gd name="T4" fmla="*/ 0 w 650"/>
                  <a:gd name="T5" fmla="*/ 620 h 996"/>
                  <a:gd name="T6" fmla="*/ 2 w 650"/>
                  <a:gd name="T7" fmla="*/ 0 h 996"/>
                  <a:gd name="T8" fmla="*/ 650 w 650"/>
                  <a:gd name="T9" fmla="*/ 374 h 996"/>
                </a:gdLst>
                <a:ahLst/>
                <a:cxnLst>
                  <a:cxn ang="0">
                    <a:pos x="T0" y="T1"/>
                  </a:cxn>
                  <a:cxn ang="0">
                    <a:pos x="T2" y="T3"/>
                  </a:cxn>
                  <a:cxn ang="0">
                    <a:pos x="T4" y="T5"/>
                  </a:cxn>
                  <a:cxn ang="0">
                    <a:pos x="T6" y="T7"/>
                  </a:cxn>
                  <a:cxn ang="0">
                    <a:pos x="T8" y="T9"/>
                  </a:cxn>
                </a:cxnLst>
                <a:rect l="0" t="0" r="r" b="b"/>
                <a:pathLst>
                  <a:path w="650" h="996">
                    <a:moveTo>
                      <a:pt x="650" y="374"/>
                    </a:moveTo>
                    <a:lnTo>
                      <a:pt x="650" y="996"/>
                    </a:lnTo>
                    <a:lnTo>
                      <a:pt x="0" y="620"/>
                    </a:lnTo>
                    <a:lnTo>
                      <a:pt x="2" y="0"/>
                    </a:lnTo>
                    <a:lnTo>
                      <a:pt x="650" y="374"/>
                    </a:lnTo>
                    <a:close/>
                  </a:path>
                </a:pathLst>
              </a:custGeom>
              <a:gradFill>
                <a:gsLst>
                  <a:gs pos="0">
                    <a:srgbClr val="3749CC"/>
                  </a:gs>
                  <a:gs pos="100000">
                    <a:srgbClr val="6578F0"/>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3" name="Freeform 42">
                <a:extLst>
                  <a:ext uri="{FF2B5EF4-FFF2-40B4-BE49-F238E27FC236}">
                    <a16:creationId xmlns:a16="http://schemas.microsoft.com/office/drawing/2014/main" id="{03A4B3FC-2FCC-49A5-D5BE-1564D026BF48}"/>
                  </a:ext>
                </a:extLst>
              </p:cNvPr>
              <p:cNvSpPr>
                <a:spLocks/>
              </p:cNvSpPr>
              <p:nvPr/>
            </p:nvSpPr>
            <p:spPr bwMode="auto">
              <a:xfrm>
                <a:off x="6705067" y="-827529"/>
                <a:ext cx="2054225" cy="1190626"/>
              </a:xfrm>
              <a:custGeom>
                <a:avLst/>
                <a:gdLst>
                  <a:gd name="T0" fmla="*/ 1294 w 1294"/>
                  <a:gd name="T1" fmla="*/ 376 h 750"/>
                  <a:gd name="T2" fmla="*/ 648 w 1294"/>
                  <a:gd name="T3" fmla="*/ 750 h 750"/>
                  <a:gd name="T4" fmla="*/ 0 w 1294"/>
                  <a:gd name="T5" fmla="*/ 376 h 750"/>
                  <a:gd name="T6" fmla="*/ 646 w 1294"/>
                  <a:gd name="T7" fmla="*/ 0 h 750"/>
                  <a:gd name="T8" fmla="*/ 1294 w 1294"/>
                  <a:gd name="T9" fmla="*/ 376 h 750"/>
                </a:gdLst>
                <a:ahLst/>
                <a:cxnLst>
                  <a:cxn ang="0">
                    <a:pos x="T0" y="T1"/>
                  </a:cxn>
                  <a:cxn ang="0">
                    <a:pos x="T2" y="T3"/>
                  </a:cxn>
                  <a:cxn ang="0">
                    <a:pos x="T4" y="T5"/>
                  </a:cxn>
                  <a:cxn ang="0">
                    <a:pos x="T6" y="T7"/>
                  </a:cxn>
                  <a:cxn ang="0">
                    <a:pos x="T8" y="T9"/>
                  </a:cxn>
                </a:cxnLst>
                <a:rect l="0" t="0" r="r" b="b"/>
                <a:pathLst>
                  <a:path w="1294" h="750">
                    <a:moveTo>
                      <a:pt x="1294" y="376"/>
                    </a:moveTo>
                    <a:lnTo>
                      <a:pt x="648" y="750"/>
                    </a:lnTo>
                    <a:lnTo>
                      <a:pt x="0" y="376"/>
                    </a:lnTo>
                    <a:lnTo>
                      <a:pt x="646" y="0"/>
                    </a:lnTo>
                    <a:lnTo>
                      <a:pt x="1294" y="376"/>
                    </a:lnTo>
                    <a:close/>
                  </a:path>
                </a:pathLst>
              </a:custGeom>
              <a:gradFill flip="none" rotWithShape="1">
                <a:gsLst>
                  <a:gs pos="0">
                    <a:srgbClr val="8E9CEF"/>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26" name="梯形 225">
              <a:extLst>
                <a:ext uri="{FF2B5EF4-FFF2-40B4-BE49-F238E27FC236}">
                  <a16:creationId xmlns:a16="http://schemas.microsoft.com/office/drawing/2014/main" id="{77D0E507-EDEC-0DED-16E3-496D5041A12A}"/>
                </a:ext>
              </a:extLst>
            </p:cNvPr>
            <p:cNvSpPr/>
            <p:nvPr/>
          </p:nvSpPr>
          <p:spPr>
            <a:xfrm rot="10800000">
              <a:off x="5222337" y="-116377"/>
              <a:ext cx="537579" cy="449281"/>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Medium" panose="00000600000000000000" pitchFamily="2" charset="-122"/>
                <a:ea typeface="HarmonyOS Sans SC Medium" panose="00000600000000000000" pitchFamily="2" charset="-122"/>
              </a:endParaRPr>
            </a:p>
          </p:txBody>
        </p:sp>
        <p:sp>
          <p:nvSpPr>
            <p:cNvPr id="227" name="Freeform 33">
              <a:extLst>
                <a:ext uri="{FF2B5EF4-FFF2-40B4-BE49-F238E27FC236}">
                  <a16:creationId xmlns:a16="http://schemas.microsoft.com/office/drawing/2014/main" id="{AF794664-222E-29BA-FFA2-5B9C79359C7F}"/>
                </a:ext>
              </a:extLst>
            </p:cNvPr>
            <p:cNvSpPr>
              <a:spLocks/>
            </p:cNvSpPr>
            <p:nvPr/>
          </p:nvSpPr>
          <p:spPr bwMode="auto">
            <a:xfrm>
              <a:off x="5289370" y="219658"/>
              <a:ext cx="403512" cy="234554"/>
            </a:xfrm>
            <a:custGeom>
              <a:avLst/>
              <a:gdLst>
                <a:gd name="T0" fmla="*/ 812 w 812"/>
                <a:gd name="T1" fmla="*/ 236 h 472"/>
                <a:gd name="T2" fmla="*/ 409 w 812"/>
                <a:gd name="T3" fmla="*/ 472 h 472"/>
                <a:gd name="T4" fmla="*/ 0 w 812"/>
                <a:gd name="T5" fmla="*/ 236 h 472"/>
                <a:gd name="T6" fmla="*/ 404 w 812"/>
                <a:gd name="T7" fmla="*/ 0 h 472"/>
                <a:gd name="T8" fmla="*/ 812 w 812"/>
                <a:gd name="T9" fmla="*/ 236 h 472"/>
              </a:gdLst>
              <a:ahLst/>
              <a:cxnLst>
                <a:cxn ang="0">
                  <a:pos x="T0" y="T1"/>
                </a:cxn>
                <a:cxn ang="0">
                  <a:pos x="T2" y="T3"/>
                </a:cxn>
                <a:cxn ang="0">
                  <a:pos x="T4" y="T5"/>
                </a:cxn>
                <a:cxn ang="0">
                  <a:pos x="T6" y="T7"/>
                </a:cxn>
                <a:cxn ang="0">
                  <a:pos x="T8" y="T9"/>
                </a:cxn>
              </a:cxnLst>
              <a:rect l="0" t="0" r="r" b="b"/>
              <a:pathLst>
                <a:path w="812" h="472">
                  <a:moveTo>
                    <a:pt x="812" y="236"/>
                  </a:moveTo>
                  <a:lnTo>
                    <a:pt x="409" y="472"/>
                  </a:lnTo>
                  <a:lnTo>
                    <a:pt x="0" y="236"/>
                  </a:lnTo>
                  <a:lnTo>
                    <a:pt x="404" y="0"/>
                  </a:lnTo>
                  <a:lnTo>
                    <a:pt x="812" y="236"/>
                  </a:lnTo>
                  <a:close/>
                </a:path>
              </a:pathLst>
            </a:custGeom>
            <a:gradFill flip="none" rotWithShape="1">
              <a:gsLst>
                <a:gs pos="0">
                  <a:srgbClr val="3749CC">
                    <a:lumMod val="51000"/>
                  </a:srgbClr>
                </a:gs>
                <a:gs pos="100000">
                  <a:srgbClr val="3749CC"/>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36" name="组合 235">
            <a:extLst>
              <a:ext uri="{FF2B5EF4-FFF2-40B4-BE49-F238E27FC236}">
                <a16:creationId xmlns:a16="http://schemas.microsoft.com/office/drawing/2014/main" id="{4C480115-08C6-8DDF-90F0-B0AE01A94A10}"/>
              </a:ext>
            </a:extLst>
          </p:cNvPr>
          <p:cNvGrpSpPr/>
          <p:nvPr/>
        </p:nvGrpSpPr>
        <p:grpSpPr>
          <a:xfrm>
            <a:off x="5485265" y="3069306"/>
            <a:ext cx="570989" cy="883126"/>
            <a:chOff x="5149781" y="-116377"/>
            <a:chExt cx="682690" cy="1055889"/>
          </a:xfrm>
        </p:grpSpPr>
        <p:sp>
          <p:nvSpPr>
            <p:cNvPr id="237" name="Freeform 42">
              <a:extLst>
                <a:ext uri="{FF2B5EF4-FFF2-40B4-BE49-F238E27FC236}">
                  <a16:creationId xmlns:a16="http://schemas.microsoft.com/office/drawing/2014/main" id="{6B529543-C416-08CF-D079-5E53B499BACB}"/>
                </a:ext>
              </a:extLst>
            </p:cNvPr>
            <p:cNvSpPr>
              <a:spLocks/>
            </p:cNvSpPr>
            <p:nvPr/>
          </p:nvSpPr>
          <p:spPr bwMode="auto">
            <a:xfrm>
              <a:off x="5150308" y="544436"/>
              <a:ext cx="681636" cy="395076"/>
            </a:xfrm>
            <a:custGeom>
              <a:avLst/>
              <a:gdLst>
                <a:gd name="T0" fmla="*/ 1294 w 1294"/>
                <a:gd name="T1" fmla="*/ 376 h 750"/>
                <a:gd name="T2" fmla="*/ 648 w 1294"/>
                <a:gd name="T3" fmla="*/ 750 h 750"/>
                <a:gd name="T4" fmla="*/ 0 w 1294"/>
                <a:gd name="T5" fmla="*/ 376 h 750"/>
                <a:gd name="T6" fmla="*/ 646 w 1294"/>
                <a:gd name="T7" fmla="*/ 0 h 750"/>
                <a:gd name="T8" fmla="*/ 1294 w 1294"/>
                <a:gd name="T9" fmla="*/ 376 h 750"/>
              </a:gdLst>
              <a:ahLst/>
              <a:cxnLst>
                <a:cxn ang="0">
                  <a:pos x="T0" y="T1"/>
                </a:cxn>
                <a:cxn ang="0">
                  <a:pos x="T2" y="T3"/>
                </a:cxn>
                <a:cxn ang="0">
                  <a:pos x="T4" y="T5"/>
                </a:cxn>
                <a:cxn ang="0">
                  <a:pos x="T6" y="T7"/>
                </a:cxn>
                <a:cxn ang="0">
                  <a:pos x="T8" y="T9"/>
                </a:cxn>
              </a:cxnLst>
              <a:rect l="0" t="0" r="r" b="b"/>
              <a:pathLst>
                <a:path w="1294" h="750">
                  <a:moveTo>
                    <a:pt x="1294" y="376"/>
                  </a:moveTo>
                  <a:lnTo>
                    <a:pt x="648" y="750"/>
                  </a:lnTo>
                  <a:lnTo>
                    <a:pt x="0" y="376"/>
                  </a:lnTo>
                  <a:lnTo>
                    <a:pt x="646" y="0"/>
                  </a:lnTo>
                  <a:lnTo>
                    <a:pt x="1294" y="376"/>
                  </a:lnTo>
                  <a:close/>
                </a:path>
              </a:pathLst>
            </a:custGeom>
            <a:gradFill flip="none" rotWithShape="1">
              <a:gsLst>
                <a:gs pos="0">
                  <a:srgbClr val="8E9CEF"/>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38" name="组合 237">
              <a:extLst>
                <a:ext uri="{FF2B5EF4-FFF2-40B4-BE49-F238E27FC236}">
                  <a16:creationId xmlns:a16="http://schemas.microsoft.com/office/drawing/2014/main" id="{BC934D42-5887-01DF-A329-12B32C264FC0}"/>
                </a:ext>
              </a:extLst>
            </p:cNvPr>
            <p:cNvGrpSpPr/>
            <p:nvPr/>
          </p:nvGrpSpPr>
          <p:grpSpPr>
            <a:xfrm>
              <a:off x="5149781" y="143429"/>
              <a:ext cx="682690" cy="722725"/>
              <a:chOff x="6701892" y="-827529"/>
              <a:chExt cx="2057401" cy="2178051"/>
            </a:xfrm>
            <a:gradFill>
              <a:gsLst>
                <a:gs pos="0">
                  <a:srgbClr val="3749CC"/>
                </a:gs>
                <a:gs pos="100000">
                  <a:srgbClr val="6578F0"/>
                </a:gs>
              </a:gsLst>
              <a:lin ang="10800000" scaled="1"/>
            </a:gradFill>
          </p:grpSpPr>
          <p:sp>
            <p:nvSpPr>
              <p:cNvPr id="241" name="Freeform 40">
                <a:extLst>
                  <a:ext uri="{FF2B5EF4-FFF2-40B4-BE49-F238E27FC236}">
                    <a16:creationId xmlns:a16="http://schemas.microsoft.com/office/drawing/2014/main" id="{9F1DD09B-9B80-1EBB-80C6-2B2FA0EDFA72}"/>
                  </a:ext>
                </a:extLst>
              </p:cNvPr>
              <p:cNvSpPr>
                <a:spLocks/>
              </p:cNvSpPr>
              <p:nvPr/>
            </p:nvSpPr>
            <p:spPr bwMode="auto">
              <a:xfrm>
                <a:off x="7733769" y="-230631"/>
                <a:ext cx="1025524" cy="1581152"/>
              </a:xfrm>
              <a:custGeom>
                <a:avLst/>
                <a:gdLst>
                  <a:gd name="T0" fmla="*/ 646 w 646"/>
                  <a:gd name="T1" fmla="*/ 0 h 996"/>
                  <a:gd name="T2" fmla="*/ 644 w 646"/>
                  <a:gd name="T3" fmla="*/ 620 h 996"/>
                  <a:gd name="T4" fmla="*/ 0 w 646"/>
                  <a:gd name="T5" fmla="*/ 996 h 996"/>
                  <a:gd name="T6" fmla="*/ 0 w 646"/>
                  <a:gd name="T7" fmla="*/ 374 h 996"/>
                  <a:gd name="T8" fmla="*/ 646 w 646"/>
                  <a:gd name="T9" fmla="*/ 0 h 996"/>
                </a:gdLst>
                <a:ahLst/>
                <a:cxnLst>
                  <a:cxn ang="0">
                    <a:pos x="T0" y="T1"/>
                  </a:cxn>
                  <a:cxn ang="0">
                    <a:pos x="T2" y="T3"/>
                  </a:cxn>
                  <a:cxn ang="0">
                    <a:pos x="T4" y="T5"/>
                  </a:cxn>
                  <a:cxn ang="0">
                    <a:pos x="T6" y="T7"/>
                  </a:cxn>
                  <a:cxn ang="0">
                    <a:pos x="T8" y="T9"/>
                  </a:cxn>
                </a:cxnLst>
                <a:rect l="0" t="0" r="r" b="b"/>
                <a:pathLst>
                  <a:path w="646" h="996">
                    <a:moveTo>
                      <a:pt x="646" y="0"/>
                    </a:moveTo>
                    <a:lnTo>
                      <a:pt x="644" y="620"/>
                    </a:lnTo>
                    <a:lnTo>
                      <a:pt x="0" y="996"/>
                    </a:lnTo>
                    <a:lnTo>
                      <a:pt x="0" y="374"/>
                    </a:lnTo>
                    <a:lnTo>
                      <a:pt x="64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2" name="Freeform 41">
                <a:extLst>
                  <a:ext uri="{FF2B5EF4-FFF2-40B4-BE49-F238E27FC236}">
                    <a16:creationId xmlns:a16="http://schemas.microsoft.com/office/drawing/2014/main" id="{46CDF563-1BE8-C5D9-6F3A-625995C5EDC1}"/>
                  </a:ext>
                </a:extLst>
              </p:cNvPr>
              <p:cNvSpPr>
                <a:spLocks/>
              </p:cNvSpPr>
              <p:nvPr/>
            </p:nvSpPr>
            <p:spPr bwMode="auto">
              <a:xfrm>
                <a:off x="6701892" y="-230629"/>
                <a:ext cx="1031875" cy="1581151"/>
              </a:xfrm>
              <a:custGeom>
                <a:avLst/>
                <a:gdLst>
                  <a:gd name="T0" fmla="*/ 650 w 650"/>
                  <a:gd name="T1" fmla="*/ 374 h 996"/>
                  <a:gd name="T2" fmla="*/ 650 w 650"/>
                  <a:gd name="T3" fmla="*/ 996 h 996"/>
                  <a:gd name="T4" fmla="*/ 0 w 650"/>
                  <a:gd name="T5" fmla="*/ 620 h 996"/>
                  <a:gd name="T6" fmla="*/ 2 w 650"/>
                  <a:gd name="T7" fmla="*/ 0 h 996"/>
                  <a:gd name="T8" fmla="*/ 650 w 650"/>
                  <a:gd name="T9" fmla="*/ 374 h 996"/>
                </a:gdLst>
                <a:ahLst/>
                <a:cxnLst>
                  <a:cxn ang="0">
                    <a:pos x="T0" y="T1"/>
                  </a:cxn>
                  <a:cxn ang="0">
                    <a:pos x="T2" y="T3"/>
                  </a:cxn>
                  <a:cxn ang="0">
                    <a:pos x="T4" y="T5"/>
                  </a:cxn>
                  <a:cxn ang="0">
                    <a:pos x="T6" y="T7"/>
                  </a:cxn>
                  <a:cxn ang="0">
                    <a:pos x="T8" y="T9"/>
                  </a:cxn>
                </a:cxnLst>
                <a:rect l="0" t="0" r="r" b="b"/>
                <a:pathLst>
                  <a:path w="650" h="996">
                    <a:moveTo>
                      <a:pt x="650" y="374"/>
                    </a:moveTo>
                    <a:lnTo>
                      <a:pt x="650" y="996"/>
                    </a:lnTo>
                    <a:lnTo>
                      <a:pt x="0" y="620"/>
                    </a:lnTo>
                    <a:lnTo>
                      <a:pt x="2" y="0"/>
                    </a:lnTo>
                    <a:lnTo>
                      <a:pt x="650" y="374"/>
                    </a:lnTo>
                    <a:close/>
                  </a:path>
                </a:pathLst>
              </a:custGeom>
              <a:gradFill>
                <a:gsLst>
                  <a:gs pos="0">
                    <a:srgbClr val="3749CC"/>
                  </a:gs>
                  <a:gs pos="100000">
                    <a:srgbClr val="6578F0"/>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3" name="Freeform 42">
                <a:extLst>
                  <a:ext uri="{FF2B5EF4-FFF2-40B4-BE49-F238E27FC236}">
                    <a16:creationId xmlns:a16="http://schemas.microsoft.com/office/drawing/2014/main" id="{4533C8CC-A3F1-D645-7CB0-8FF98E631709}"/>
                  </a:ext>
                </a:extLst>
              </p:cNvPr>
              <p:cNvSpPr>
                <a:spLocks/>
              </p:cNvSpPr>
              <p:nvPr/>
            </p:nvSpPr>
            <p:spPr bwMode="auto">
              <a:xfrm>
                <a:off x="6705067" y="-827529"/>
                <a:ext cx="2054225" cy="1190626"/>
              </a:xfrm>
              <a:custGeom>
                <a:avLst/>
                <a:gdLst>
                  <a:gd name="T0" fmla="*/ 1294 w 1294"/>
                  <a:gd name="T1" fmla="*/ 376 h 750"/>
                  <a:gd name="T2" fmla="*/ 648 w 1294"/>
                  <a:gd name="T3" fmla="*/ 750 h 750"/>
                  <a:gd name="T4" fmla="*/ 0 w 1294"/>
                  <a:gd name="T5" fmla="*/ 376 h 750"/>
                  <a:gd name="T6" fmla="*/ 646 w 1294"/>
                  <a:gd name="T7" fmla="*/ 0 h 750"/>
                  <a:gd name="T8" fmla="*/ 1294 w 1294"/>
                  <a:gd name="T9" fmla="*/ 376 h 750"/>
                </a:gdLst>
                <a:ahLst/>
                <a:cxnLst>
                  <a:cxn ang="0">
                    <a:pos x="T0" y="T1"/>
                  </a:cxn>
                  <a:cxn ang="0">
                    <a:pos x="T2" y="T3"/>
                  </a:cxn>
                  <a:cxn ang="0">
                    <a:pos x="T4" y="T5"/>
                  </a:cxn>
                  <a:cxn ang="0">
                    <a:pos x="T6" y="T7"/>
                  </a:cxn>
                  <a:cxn ang="0">
                    <a:pos x="T8" y="T9"/>
                  </a:cxn>
                </a:cxnLst>
                <a:rect l="0" t="0" r="r" b="b"/>
                <a:pathLst>
                  <a:path w="1294" h="750">
                    <a:moveTo>
                      <a:pt x="1294" y="376"/>
                    </a:moveTo>
                    <a:lnTo>
                      <a:pt x="648" y="750"/>
                    </a:lnTo>
                    <a:lnTo>
                      <a:pt x="0" y="376"/>
                    </a:lnTo>
                    <a:lnTo>
                      <a:pt x="646" y="0"/>
                    </a:lnTo>
                    <a:lnTo>
                      <a:pt x="1294" y="376"/>
                    </a:lnTo>
                    <a:close/>
                  </a:path>
                </a:pathLst>
              </a:custGeom>
              <a:gradFill flip="none" rotWithShape="1">
                <a:gsLst>
                  <a:gs pos="0">
                    <a:srgbClr val="8E9CEF"/>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39" name="梯形 238">
              <a:extLst>
                <a:ext uri="{FF2B5EF4-FFF2-40B4-BE49-F238E27FC236}">
                  <a16:creationId xmlns:a16="http://schemas.microsoft.com/office/drawing/2014/main" id="{9671D0B5-B7F0-D783-90B1-E5E425152A1C}"/>
                </a:ext>
              </a:extLst>
            </p:cNvPr>
            <p:cNvSpPr/>
            <p:nvPr/>
          </p:nvSpPr>
          <p:spPr>
            <a:xfrm rot="10800000">
              <a:off x="5222337" y="-116377"/>
              <a:ext cx="537579" cy="449281"/>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Medium" panose="00000600000000000000" pitchFamily="2" charset="-122"/>
                <a:ea typeface="HarmonyOS Sans SC Medium" panose="00000600000000000000" pitchFamily="2" charset="-122"/>
              </a:endParaRPr>
            </a:p>
          </p:txBody>
        </p:sp>
        <p:sp>
          <p:nvSpPr>
            <p:cNvPr id="240" name="Freeform 33">
              <a:extLst>
                <a:ext uri="{FF2B5EF4-FFF2-40B4-BE49-F238E27FC236}">
                  <a16:creationId xmlns:a16="http://schemas.microsoft.com/office/drawing/2014/main" id="{FC2FD108-7FBB-5994-298D-061BED59B677}"/>
                </a:ext>
              </a:extLst>
            </p:cNvPr>
            <p:cNvSpPr>
              <a:spLocks/>
            </p:cNvSpPr>
            <p:nvPr/>
          </p:nvSpPr>
          <p:spPr bwMode="auto">
            <a:xfrm>
              <a:off x="5289370" y="219658"/>
              <a:ext cx="403512" cy="234554"/>
            </a:xfrm>
            <a:custGeom>
              <a:avLst/>
              <a:gdLst>
                <a:gd name="T0" fmla="*/ 812 w 812"/>
                <a:gd name="T1" fmla="*/ 236 h 472"/>
                <a:gd name="T2" fmla="*/ 409 w 812"/>
                <a:gd name="T3" fmla="*/ 472 h 472"/>
                <a:gd name="T4" fmla="*/ 0 w 812"/>
                <a:gd name="T5" fmla="*/ 236 h 472"/>
                <a:gd name="T6" fmla="*/ 404 w 812"/>
                <a:gd name="T7" fmla="*/ 0 h 472"/>
                <a:gd name="T8" fmla="*/ 812 w 812"/>
                <a:gd name="T9" fmla="*/ 236 h 472"/>
              </a:gdLst>
              <a:ahLst/>
              <a:cxnLst>
                <a:cxn ang="0">
                  <a:pos x="T0" y="T1"/>
                </a:cxn>
                <a:cxn ang="0">
                  <a:pos x="T2" y="T3"/>
                </a:cxn>
                <a:cxn ang="0">
                  <a:pos x="T4" y="T5"/>
                </a:cxn>
                <a:cxn ang="0">
                  <a:pos x="T6" y="T7"/>
                </a:cxn>
                <a:cxn ang="0">
                  <a:pos x="T8" y="T9"/>
                </a:cxn>
              </a:cxnLst>
              <a:rect l="0" t="0" r="r" b="b"/>
              <a:pathLst>
                <a:path w="812" h="472">
                  <a:moveTo>
                    <a:pt x="812" y="236"/>
                  </a:moveTo>
                  <a:lnTo>
                    <a:pt x="409" y="472"/>
                  </a:lnTo>
                  <a:lnTo>
                    <a:pt x="0" y="236"/>
                  </a:lnTo>
                  <a:lnTo>
                    <a:pt x="404" y="0"/>
                  </a:lnTo>
                  <a:lnTo>
                    <a:pt x="812" y="236"/>
                  </a:lnTo>
                  <a:close/>
                </a:path>
              </a:pathLst>
            </a:custGeom>
            <a:gradFill flip="none" rotWithShape="1">
              <a:gsLst>
                <a:gs pos="0">
                  <a:srgbClr val="3749CC">
                    <a:lumMod val="51000"/>
                  </a:srgbClr>
                </a:gs>
                <a:gs pos="100000">
                  <a:srgbClr val="3749CC"/>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44" name="组合 243">
            <a:extLst>
              <a:ext uri="{FF2B5EF4-FFF2-40B4-BE49-F238E27FC236}">
                <a16:creationId xmlns:a16="http://schemas.microsoft.com/office/drawing/2014/main" id="{20201876-5B7B-A880-358F-09C4EDE7EC65}"/>
              </a:ext>
            </a:extLst>
          </p:cNvPr>
          <p:cNvGrpSpPr/>
          <p:nvPr/>
        </p:nvGrpSpPr>
        <p:grpSpPr>
          <a:xfrm>
            <a:off x="6030921" y="3364231"/>
            <a:ext cx="570989" cy="883126"/>
            <a:chOff x="5149781" y="-116377"/>
            <a:chExt cx="682690" cy="1055889"/>
          </a:xfrm>
        </p:grpSpPr>
        <p:sp>
          <p:nvSpPr>
            <p:cNvPr id="245" name="Freeform 42">
              <a:extLst>
                <a:ext uri="{FF2B5EF4-FFF2-40B4-BE49-F238E27FC236}">
                  <a16:creationId xmlns:a16="http://schemas.microsoft.com/office/drawing/2014/main" id="{1E4FD00A-0BA3-3AFF-8AAB-5B75CAFEFFD7}"/>
                </a:ext>
              </a:extLst>
            </p:cNvPr>
            <p:cNvSpPr>
              <a:spLocks/>
            </p:cNvSpPr>
            <p:nvPr/>
          </p:nvSpPr>
          <p:spPr bwMode="auto">
            <a:xfrm>
              <a:off x="5150308" y="544436"/>
              <a:ext cx="681636" cy="395076"/>
            </a:xfrm>
            <a:custGeom>
              <a:avLst/>
              <a:gdLst>
                <a:gd name="T0" fmla="*/ 1294 w 1294"/>
                <a:gd name="T1" fmla="*/ 376 h 750"/>
                <a:gd name="T2" fmla="*/ 648 w 1294"/>
                <a:gd name="T3" fmla="*/ 750 h 750"/>
                <a:gd name="T4" fmla="*/ 0 w 1294"/>
                <a:gd name="T5" fmla="*/ 376 h 750"/>
                <a:gd name="T6" fmla="*/ 646 w 1294"/>
                <a:gd name="T7" fmla="*/ 0 h 750"/>
                <a:gd name="T8" fmla="*/ 1294 w 1294"/>
                <a:gd name="T9" fmla="*/ 376 h 750"/>
              </a:gdLst>
              <a:ahLst/>
              <a:cxnLst>
                <a:cxn ang="0">
                  <a:pos x="T0" y="T1"/>
                </a:cxn>
                <a:cxn ang="0">
                  <a:pos x="T2" y="T3"/>
                </a:cxn>
                <a:cxn ang="0">
                  <a:pos x="T4" y="T5"/>
                </a:cxn>
                <a:cxn ang="0">
                  <a:pos x="T6" y="T7"/>
                </a:cxn>
                <a:cxn ang="0">
                  <a:pos x="T8" y="T9"/>
                </a:cxn>
              </a:cxnLst>
              <a:rect l="0" t="0" r="r" b="b"/>
              <a:pathLst>
                <a:path w="1294" h="750">
                  <a:moveTo>
                    <a:pt x="1294" y="376"/>
                  </a:moveTo>
                  <a:lnTo>
                    <a:pt x="648" y="750"/>
                  </a:lnTo>
                  <a:lnTo>
                    <a:pt x="0" y="376"/>
                  </a:lnTo>
                  <a:lnTo>
                    <a:pt x="646" y="0"/>
                  </a:lnTo>
                  <a:lnTo>
                    <a:pt x="1294" y="376"/>
                  </a:lnTo>
                  <a:close/>
                </a:path>
              </a:pathLst>
            </a:custGeom>
            <a:gradFill flip="none" rotWithShape="1">
              <a:gsLst>
                <a:gs pos="0">
                  <a:srgbClr val="8E9CEF"/>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46" name="组合 245">
              <a:extLst>
                <a:ext uri="{FF2B5EF4-FFF2-40B4-BE49-F238E27FC236}">
                  <a16:creationId xmlns:a16="http://schemas.microsoft.com/office/drawing/2014/main" id="{87E36096-2BD4-0AC2-B28E-75A89452266E}"/>
                </a:ext>
              </a:extLst>
            </p:cNvPr>
            <p:cNvGrpSpPr/>
            <p:nvPr/>
          </p:nvGrpSpPr>
          <p:grpSpPr>
            <a:xfrm>
              <a:off x="5149781" y="143429"/>
              <a:ext cx="682690" cy="722725"/>
              <a:chOff x="6701892" y="-827529"/>
              <a:chExt cx="2057401" cy="2178051"/>
            </a:xfrm>
            <a:gradFill>
              <a:gsLst>
                <a:gs pos="0">
                  <a:srgbClr val="3749CC"/>
                </a:gs>
                <a:gs pos="100000">
                  <a:srgbClr val="6578F0"/>
                </a:gs>
              </a:gsLst>
              <a:lin ang="10800000" scaled="1"/>
            </a:gradFill>
          </p:grpSpPr>
          <p:sp>
            <p:nvSpPr>
              <p:cNvPr id="249" name="Freeform 40">
                <a:extLst>
                  <a:ext uri="{FF2B5EF4-FFF2-40B4-BE49-F238E27FC236}">
                    <a16:creationId xmlns:a16="http://schemas.microsoft.com/office/drawing/2014/main" id="{2A90185F-7499-B5EB-07BD-35F04A903EB1}"/>
                  </a:ext>
                </a:extLst>
              </p:cNvPr>
              <p:cNvSpPr>
                <a:spLocks/>
              </p:cNvSpPr>
              <p:nvPr/>
            </p:nvSpPr>
            <p:spPr bwMode="auto">
              <a:xfrm>
                <a:off x="7733769" y="-230631"/>
                <a:ext cx="1025524" cy="1581152"/>
              </a:xfrm>
              <a:custGeom>
                <a:avLst/>
                <a:gdLst>
                  <a:gd name="T0" fmla="*/ 646 w 646"/>
                  <a:gd name="T1" fmla="*/ 0 h 996"/>
                  <a:gd name="T2" fmla="*/ 644 w 646"/>
                  <a:gd name="T3" fmla="*/ 620 h 996"/>
                  <a:gd name="T4" fmla="*/ 0 w 646"/>
                  <a:gd name="T5" fmla="*/ 996 h 996"/>
                  <a:gd name="T6" fmla="*/ 0 w 646"/>
                  <a:gd name="T7" fmla="*/ 374 h 996"/>
                  <a:gd name="T8" fmla="*/ 646 w 646"/>
                  <a:gd name="T9" fmla="*/ 0 h 996"/>
                </a:gdLst>
                <a:ahLst/>
                <a:cxnLst>
                  <a:cxn ang="0">
                    <a:pos x="T0" y="T1"/>
                  </a:cxn>
                  <a:cxn ang="0">
                    <a:pos x="T2" y="T3"/>
                  </a:cxn>
                  <a:cxn ang="0">
                    <a:pos x="T4" y="T5"/>
                  </a:cxn>
                  <a:cxn ang="0">
                    <a:pos x="T6" y="T7"/>
                  </a:cxn>
                  <a:cxn ang="0">
                    <a:pos x="T8" y="T9"/>
                  </a:cxn>
                </a:cxnLst>
                <a:rect l="0" t="0" r="r" b="b"/>
                <a:pathLst>
                  <a:path w="646" h="996">
                    <a:moveTo>
                      <a:pt x="646" y="0"/>
                    </a:moveTo>
                    <a:lnTo>
                      <a:pt x="644" y="620"/>
                    </a:lnTo>
                    <a:lnTo>
                      <a:pt x="0" y="996"/>
                    </a:lnTo>
                    <a:lnTo>
                      <a:pt x="0" y="374"/>
                    </a:lnTo>
                    <a:lnTo>
                      <a:pt x="64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0" name="Freeform 41">
                <a:extLst>
                  <a:ext uri="{FF2B5EF4-FFF2-40B4-BE49-F238E27FC236}">
                    <a16:creationId xmlns:a16="http://schemas.microsoft.com/office/drawing/2014/main" id="{82C55F73-6D85-95AA-E312-748CB949CFC9}"/>
                  </a:ext>
                </a:extLst>
              </p:cNvPr>
              <p:cNvSpPr>
                <a:spLocks/>
              </p:cNvSpPr>
              <p:nvPr/>
            </p:nvSpPr>
            <p:spPr bwMode="auto">
              <a:xfrm>
                <a:off x="6701892" y="-230629"/>
                <a:ext cx="1031875" cy="1581151"/>
              </a:xfrm>
              <a:custGeom>
                <a:avLst/>
                <a:gdLst>
                  <a:gd name="T0" fmla="*/ 650 w 650"/>
                  <a:gd name="T1" fmla="*/ 374 h 996"/>
                  <a:gd name="T2" fmla="*/ 650 w 650"/>
                  <a:gd name="T3" fmla="*/ 996 h 996"/>
                  <a:gd name="T4" fmla="*/ 0 w 650"/>
                  <a:gd name="T5" fmla="*/ 620 h 996"/>
                  <a:gd name="T6" fmla="*/ 2 w 650"/>
                  <a:gd name="T7" fmla="*/ 0 h 996"/>
                  <a:gd name="T8" fmla="*/ 650 w 650"/>
                  <a:gd name="T9" fmla="*/ 374 h 996"/>
                </a:gdLst>
                <a:ahLst/>
                <a:cxnLst>
                  <a:cxn ang="0">
                    <a:pos x="T0" y="T1"/>
                  </a:cxn>
                  <a:cxn ang="0">
                    <a:pos x="T2" y="T3"/>
                  </a:cxn>
                  <a:cxn ang="0">
                    <a:pos x="T4" y="T5"/>
                  </a:cxn>
                  <a:cxn ang="0">
                    <a:pos x="T6" y="T7"/>
                  </a:cxn>
                  <a:cxn ang="0">
                    <a:pos x="T8" y="T9"/>
                  </a:cxn>
                </a:cxnLst>
                <a:rect l="0" t="0" r="r" b="b"/>
                <a:pathLst>
                  <a:path w="650" h="996">
                    <a:moveTo>
                      <a:pt x="650" y="374"/>
                    </a:moveTo>
                    <a:lnTo>
                      <a:pt x="650" y="996"/>
                    </a:lnTo>
                    <a:lnTo>
                      <a:pt x="0" y="620"/>
                    </a:lnTo>
                    <a:lnTo>
                      <a:pt x="2" y="0"/>
                    </a:lnTo>
                    <a:lnTo>
                      <a:pt x="650" y="374"/>
                    </a:lnTo>
                    <a:close/>
                  </a:path>
                </a:pathLst>
              </a:custGeom>
              <a:gradFill>
                <a:gsLst>
                  <a:gs pos="0">
                    <a:srgbClr val="3749CC"/>
                  </a:gs>
                  <a:gs pos="100000">
                    <a:srgbClr val="6578F0"/>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1" name="Freeform 42">
                <a:extLst>
                  <a:ext uri="{FF2B5EF4-FFF2-40B4-BE49-F238E27FC236}">
                    <a16:creationId xmlns:a16="http://schemas.microsoft.com/office/drawing/2014/main" id="{7DF8F05B-0D41-C831-0BE6-AD4E976C806F}"/>
                  </a:ext>
                </a:extLst>
              </p:cNvPr>
              <p:cNvSpPr>
                <a:spLocks/>
              </p:cNvSpPr>
              <p:nvPr/>
            </p:nvSpPr>
            <p:spPr bwMode="auto">
              <a:xfrm>
                <a:off x="6705067" y="-827529"/>
                <a:ext cx="2054225" cy="1190626"/>
              </a:xfrm>
              <a:custGeom>
                <a:avLst/>
                <a:gdLst>
                  <a:gd name="T0" fmla="*/ 1294 w 1294"/>
                  <a:gd name="T1" fmla="*/ 376 h 750"/>
                  <a:gd name="T2" fmla="*/ 648 w 1294"/>
                  <a:gd name="T3" fmla="*/ 750 h 750"/>
                  <a:gd name="T4" fmla="*/ 0 w 1294"/>
                  <a:gd name="T5" fmla="*/ 376 h 750"/>
                  <a:gd name="T6" fmla="*/ 646 w 1294"/>
                  <a:gd name="T7" fmla="*/ 0 h 750"/>
                  <a:gd name="T8" fmla="*/ 1294 w 1294"/>
                  <a:gd name="T9" fmla="*/ 376 h 750"/>
                </a:gdLst>
                <a:ahLst/>
                <a:cxnLst>
                  <a:cxn ang="0">
                    <a:pos x="T0" y="T1"/>
                  </a:cxn>
                  <a:cxn ang="0">
                    <a:pos x="T2" y="T3"/>
                  </a:cxn>
                  <a:cxn ang="0">
                    <a:pos x="T4" y="T5"/>
                  </a:cxn>
                  <a:cxn ang="0">
                    <a:pos x="T6" y="T7"/>
                  </a:cxn>
                  <a:cxn ang="0">
                    <a:pos x="T8" y="T9"/>
                  </a:cxn>
                </a:cxnLst>
                <a:rect l="0" t="0" r="r" b="b"/>
                <a:pathLst>
                  <a:path w="1294" h="750">
                    <a:moveTo>
                      <a:pt x="1294" y="376"/>
                    </a:moveTo>
                    <a:lnTo>
                      <a:pt x="648" y="750"/>
                    </a:lnTo>
                    <a:lnTo>
                      <a:pt x="0" y="376"/>
                    </a:lnTo>
                    <a:lnTo>
                      <a:pt x="646" y="0"/>
                    </a:lnTo>
                    <a:lnTo>
                      <a:pt x="1294" y="376"/>
                    </a:lnTo>
                    <a:close/>
                  </a:path>
                </a:pathLst>
              </a:custGeom>
              <a:gradFill flip="none" rotWithShape="1">
                <a:gsLst>
                  <a:gs pos="0">
                    <a:srgbClr val="8E9CEF"/>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47" name="梯形 246">
              <a:extLst>
                <a:ext uri="{FF2B5EF4-FFF2-40B4-BE49-F238E27FC236}">
                  <a16:creationId xmlns:a16="http://schemas.microsoft.com/office/drawing/2014/main" id="{1EDA4D13-7F0D-EEE0-EA77-AE20C391A1DB}"/>
                </a:ext>
              </a:extLst>
            </p:cNvPr>
            <p:cNvSpPr/>
            <p:nvPr/>
          </p:nvSpPr>
          <p:spPr>
            <a:xfrm rot="10800000">
              <a:off x="5222337" y="-116377"/>
              <a:ext cx="537579" cy="449281"/>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Medium" panose="00000600000000000000" pitchFamily="2" charset="-122"/>
                <a:ea typeface="HarmonyOS Sans SC Medium" panose="00000600000000000000" pitchFamily="2" charset="-122"/>
              </a:endParaRPr>
            </a:p>
          </p:txBody>
        </p:sp>
        <p:sp>
          <p:nvSpPr>
            <p:cNvPr id="248" name="Freeform 33">
              <a:extLst>
                <a:ext uri="{FF2B5EF4-FFF2-40B4-BE49-F238E27FC236}">
                  <a16:creationId xmlns:a16="http://schemas.microsoft.com/office/drawing/2014/main" id="{BD3CDFC8-B4A1-CC65-B855-7FF4F8D55CA1}"/>
                </a:ext>
              </a:extLst>
            </p:cNvPr>
            <p:cNvSpPr>
              <a:spLocks/>
            </p:cNvSpPr>
            <p:nvPr/>
          </p:nvSpPr>
          <p:spPr bwMode="auto">
            <a:xfrm>
              <a:off x="5289370" y="219658"/>
              <a:ext cx="403512" cy="234554"/>
            </a:xfrm>
            <a:custGeom>
              <a:avLst/>
              <a:gdLst>
                <a:gd name="T0" fmla="*/ 812 w 812"/>
                <a:gd name="T1" fmla="*/ 236 h 472"/>
                <a:gd name="T2" fmla="*/ 409 w 812"/>
                <a:gd name="T3" fmla="*/ 472 h 472"/>
                <a:gd name="T4" fmla="*/ 0 w 812"/>
                <a:gd name="T5" fmla="*/ 236 h 472"/>
                <a:gd name="T6" fmla="*/ 404 w 812"/>
                <a:gd name="T7" fmla="*/ 0 h 472"/>
                <a:gd name="T8" fmla="*/ 812 w 812"/>
                <a:gd name="T9" fmla="*/ 236 h 472"/>
              </a:gdLst>
              <a:ahLst/>
              <a:cxnLst>
                <a:cxn ang="0">
                  <a:pos x="T0" y="T1"/>
                </a:cxn>
                <a:cxn ang="0">
                  <a:pos x="T2" y="T3"/>
                </a:cxn>
                <a:cxn ang="0">
                  <a:pos x="T4" y="T5"/>
                </a:cxn>
                <a:cxn ang="0">
                  <a:pos x="T6" y="T7"/>
                </a:cxn>
                <a:cxn ang="0">
                  <a:pos x="T8" y="T9"/>
                </a:cxn>
              </a:cxnLst>
              <a:rect l="0" t="0" r="r" b="b"/>
              <a:pathLst>
                <a:path w="812" h="472">
                  <a:moveTo>
                    <a:pt x="812" y="236"/>
                  </a:moveTo>
                  <a:lnTo>
                    <a:pt x="409" y="472"/>
                  </a:lnTo>
                  <a:lnTo>
                    <a:pt x="0" y="236"/>
                  </a:lnTo>
                  <a:lnTo>
                    <a:pt x="404" y="0"/>
                  </a:lnTo>
                  <a:lnTo>
                    <a:pt x="812" y="236"/>
                  </a:lnTo>
                  <a:close/>
                </a:path>
              </a:pathLst>
            </a:custGeom>
            <a:gradFill flip="none" rotWithShape="1">
              <a:gsLst>
                <a:gs pos="0">
                  <a:srgbClr val="3749CC">
                    <a:lumMod val="51000"/>
                  </a:srgbClr>
                </a:gs>
                <a:gs pos="100000">
                  <a:srgbClr val="3749CC"/>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64" name="组合 263">
            <a:extLst>
              <a:ext uri="{FF2B5EF4-FFF2-40B4-BE49-F238E27FC236}">
                <a16:creationId xmlns:a16="http://schemas.microsoft.com/office/drawing/2014/main" id="{7546FE99-9088-04B7-8821-2C4632210AE1}"/>
              </a:ext>
            </a:extLst>
          </p:cNvPr>
          <p:cNvGrpSpPr/>
          <p:nvPr/>
        </p:nvGrpSpPr>
        <p:grpSpPr>
          <a:xfrm>
            <a:off x="3036930" y="4481929"/>
            <a:ext cx="570989" cy="883126"/>
            <a:chOff x="5149781" y="-116377"/>
            <a:chExt cx="682690" cy="1055889"/>
          </a:xfrm>
        </p:grpSpPr>
        <p:sp>
          <p:nvSpPr>
            <p:cNvPr id="265" name="Freeform 42">
              <a:extLst>
                <a:ext uri="{FF2B5EF4-FFF2-40B4-BE49-F238E27FC236}">
                  <a16:creationId xmlns:a16="http://schemas.microsoft.com/office/drawing/2014/main" id="{56F106EE-E4B5-1807-011F-BC262A8AB29C}"/>
                </a:ext>
              </a:extLst>
            </p:cNvPr>
            <p:cNvSpPr>
              <a:spLocks/>
            </p:cNvSpPr>
            <p:nvPr/>
          </p:nvSpPr>
          <p:spPr bwMode="auto">
            <a:xfrm>
              <a:off x="5150308" y="544436"/>
              <a:ext cx="681636" cy="395076"/>
            </a:xfrm>
            <a:custGeom>
              <a:avLst/>
              <a:gdLst>
                <a:gd name="T0" fmla="*/ 1294 w 1294"/>
                <a:gd name="T1" fmla="*/ 376 h 750"/>
                <a:gd name="T2" fmla="*/ 648 w 1294"/>
                <a:gd name="T3" fmla="*/ 750 h 750"/>
                <a:gd name="T4" fmla="*/ 0 w 1294"/>
                <a:gd name="T5" fmla="*/ 376 h 750"/>
                <a:gd name="T6" fmla="*/ 646 w 1294"/>
                <a:gd name="T7" fmla="*/ 0 h 750"/>
                <a:gd name="T8" fmla="*/ 1294 w 1294"/>
                <a:gd name="T9" fmla="*/ 376 h 750"/>
              </a:gdLst>
              <a:ahLst/>
              <a:cxnLst>
                <a:cxn ang="0">
                  <a:pos x="T0" y="T1"/>
                </a:cxn>
                <a:cxn ang="0">
                  <a:pos x="T2" y="T3"/>
                </a:cxn>
                <a:cxn ang="0">
                  <a:pos x="T4" y="T5"/>
                </a:cxn>
                <a:cxn ang="0">
                  <a:pos x="T6" y="T7"/>
                </a:cxn>
                <a:cxn ang="0">
                  <a:pos x="T8" y="T9"/>
                </a:cxn>
              </a:cxnLst>
              <a:rect l="0" t="0" r="r" b="b"/>
              <a:pathLst>
                <a:path w="1294" h="750">
                  <a:moveTo>
                    <a:pt x="1294" y="376"/>
                  </a:moveTo>
                  <a:lnTo>
                    <a:pt x="648" y="750"/>
                  </a:lnTo>
                  <a:lnTo>
                    <a:pt x="0" y="376"/>
                  </a:lnTo>
                  <a:lnTo>
                    <a:pt x="646" y="0"/>
                  </a:lnTo>
                  <a:lnTo>
                    <a:pt x="1294" y="376"/>
                  </a:lnTo>
                  <a:close/>
                </a:path>
              </a:pathLst>
            </a:custGeom>
            <a:gradFill flip="none" rotWithShape="1">
              <a:gsLst>
                <a:gs pos="0">
                  <a:srgbClr val="8E9CEF"/>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66" name="组合 265">
              <a:extLst>
                <a:ext uri="{FF2B5EF4-FFF2-40B4-BE49-F238E27FC236}">
                  <a16:creationId xmlns:a16="http://schemas.microsoft.com/office/drawing/2014/main" id="{AE7EEBE2-B79B-3DB9-6E89-7FA4ADBBFE71}"/>
                </a:ext>
              </a:extLst>
            </p:cNvPr>
            <p:cNvGrpSpPr/>
            <p:nvPr/>
          </p:nvGrpSpPr>
          <p:grpSpPr>
            <a:xfrm>
              <a:off x="5149781" y="143429"/>
              <a:ext cx="682690" cy="722725"/>
              <a:chOff x="6701892" y="-827529"/>
              <a:chExt cx="2057401" cy="2178051"/>
            </a:xfrm>
            <a:gradFill>
              <a:gsLst>
                <a:gs pos="0">
                  <a:srgbClr val="3749CC"/>
                </a:gs>
                <a:gs pos="100000">
                  <a:srgbClr val="6578F0"/>
                </a:gs>
              </a:gsLst>
              <a:lin ang="10800000" scaled="1"/>
            </a:gradFill>
          </p:grpSpPr>
          <p:sp>
            <p:nvSpPr>
              <p:cNvPr id="269" name="Freeform 40">
                <a:extLst>
                  <a:ext uri="{FF2B5EF4-FFF2-40B4-BE49-F238E27FC236}">
                    <a16:creationId xmlns:a16="http://schemas.microsoft.com/office/drawing/2014/main" id="{7FE81540-48A4-CBC2-F8AC-90BA70CF4935}"/>
                  </a:ext>
                </a:extLst>
              </p:cNvPr>
              <p:cNvSpPr>
                <a:spLocks/>
              </p:cNvSpPr>
              <p:nvPr/>
            </p:nvSpPr>
            <p:spPr bwMode="auto">
              <a:xfrm>
                <a:off x="7733769" y="-230631"/>
                <a:ext cx="1025524" cy="1581152"/>
              </a:xfrm>
              <a:custGeom>
                <a:avLst/>
                <a:gdLst>
                  <a:gd name="T0" fmla="*/ 646 w 646"/>
                  <a:gd name="T1" fmla="*/ 0 h 996"/>
                  <a:gd name="T2" fmla="*/ 644 w 646"/>
                  <a:gd name="T3" fmla="*/ 620 h 996"/>
                  <a:gd name="T4" fmla="*/ 0 w 646"/>
                  <a:gd name="T5" fmla="*/ 996 h 996"/>
                  <a:gd name="T6" fmla="*/ 0 w 646"/>
                  <a:gd name="T7" fmla="*/ 374 h 996"/>
                  <a:gd name="T8" fmla="*/ 646 w 646"/>
                  <a:gd name="T9" fmla="*/ 0 h 996"/>
                </a:gdLst>
                <a:ahLst/>
                <a:cxnLst>
                  <a:cxn ang="0">
                    <a:pos x="T0" y="T1"/>
                  </a:cxn>
                  <a:cxn ang="0">
                    <a:pos x="T2" y="T3"/>
                  </a:cxn>
                  <a:cxn ang="0">
                    <a:pos x="T4" y="T5"/>
                  </a:cxn>
                  <a:cxn ang="0">
                    <a:pos x="T6" y="T7"/>
                  </a:cxn>
                  <a:cxn ang="0">
                    <a:pos x="T8" y="T9"/>
                  </a:cxn>
                </a:cxnLst>
                <a:rect l="0" t="0" r="r" b="b"/>
                <a:pathLst>
                  <a:path w="646" h="996">
                    <a:moveTo>
                      <a:pt x="646" y="0"/>
                    </a:moveTo>
                    <a:lnTo>
                      <a:pt x="644" y="620"/>
                    </a:lnTo>
                    <a:lnTo>
                      <a:pt x="0" y="996"/>
                    </a:lnTo>
                    <a:lnTo>
                      <a:pt x="0" y="374"/>
                    </a:lnTo>
                    <a:lnTo>
                      <a:pt x="64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0" name="Freeform 41">
                <a:extLst>
                  <a:ext uri="{FF2B5EF4-FFF2-40B4-BE49-F238E27FC236}">
                    <a16:creationId xmlns:a16="http://schemas.microsoft.com/office/drawing/2014/main" id="{A9722D03-B885-D8C7-E213-E5D9FE3FF621}"/>
                  </a:ext>
                </a:extLst>
              </p:cNvPr>
              <p:cNvSpPr>
                <a:spLocks/>
              </p:cNvSpPr>
              <p:nvPr/>
            </p:nvSpPr>
            <p:spPr bwMode="auto">
              <a:xfrm>
                <a:off x="6701892" y="-230629"/>
                <a:ext cx="1031875" cy="1581151"/>
              </a:xfrm>
              <a:custGeom>
                <a:avLst/>
                <a:gdLst>
                  <a:gd name="T0" fmla="*/ 650 w 650"/>
                  <a:gd name="T1" fmla="*/ 374 h 996"/>
                  <a:gd name="T2" fmla="*/ 650 w 650"/>
                  <a:gd name="T3" fmla="*/ 996 h 996"/>
                  <a:gd name="T4" fmla="*/ 0 w 650"/>
                  <a:gd name="T5" fmla="*/ 620 h 996"/>
                  <a:gd name="T6" fmla="*/ 2 w 650"/>
                  <a:gd name="T7" fmla="*/ 0 h 996"/>
                  <a:gd name="T8" fmla="*/ 650 w 650"/>
                  <a:gd name="T9" fmla="*/ 374 h 996"/>
                </a:gdLst>
                <a:ahLst/>
                <a:cxnLst>
                  <a:cxn ang="0">
                    <a:pos x="T0" y="T1"/>
                  </a:cxn>
                  <a:cxn ang="0">
                    <a:pos x="T2" y="T3"/>
                  </a:cxn>
                  <a:cxn ang="0">
                    <a:pos x="T4" y="T5"/>
                  </a:cxn>
                  <a:cxn ang="0">
                    <a:pos x="T6" y="T7"/>
                  </a:cxn>
                  <a:cxn ang="0">
                    <a:pos x="T8" y="T9"/>
                  </a:cxn>
                </a:cxnLst>
                <a:rect l="0" t="0" r="r" b="b"/>
                <a:pathLst>
                  <a:path w="650" h="996">
                    <a:moveTo>
                      <a:pt x="650" y="374"/>
                    </a:moveTo>
                    <a:lnTo>
                      <a:pt x="650" y="996"/>
                    </a:lnTo>
                    <a:lnTo>
                      <a:pt x="0" y="620"/>
                    </a:lnTo>
                    <a:lnTo>
                      <a:pt x="2" y="0"/>
                    </a:lnTo>
                    <a:lnTo>
                      <a:pt x="650" y="374"/>
                    </a:lnTo>
                    <a:close/>
                  </a:path>
                </a:pathLst>
              </a:custGeom>
              <a:gradFill>
                <a:gsLst>
                  <a:gs pos="0">
                    <a:srgbClr val="3749CC"/>
                  </a:gs>
                  <a:gs pos="100000">
                    <a:srgbClr val="6578F0"/>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1" name="Freeform 42">
                <a:extLst>
                  <a:ext uri="{FF2B5EF4-FFF2-40B4-BE49-F238E27FC236}">
                    <a16:creationId xmlns:a16="http://schemas.microsoft.com/office/drawing/2014/main" id="{E1939327-FA51-25EB-1663-002EE4F73C0A}"/>
                  </a:ext>
                </a:extLst>
              </p:cNvPr>
              <p:cNvSpPr>
                <a:spLocks/>
              </p:cNvSpPr>
              <p:nvPr/>
            </p:nvSpPr>
            <p:spPr bwMode="auto">
              <a:xfrm>
                <a:off x="6705067" y="-827529"/>
                <a:ext cx="2054225" cy="1190626"/>
              </a:xfrm>
              <a:custGeom>
                <a:avLst/>
                <a:gdLst>
                  <a:gd name="T0" fmla="*/ 1294 w 1294"/>
                  <a:gd name="T1" fmla="*/ 376 h 750"/>
                  <a:gd name="T2" fmla="*/ 648 w 1294"/>
                  <a:gd name="T3" fmla="*/ 750 h 750"/>
                  <a:gd name="T4" fmla="*/ 0 w 1294"/>
                  <a:gd name="T5" fmla="*/ 376 h 750"/>
                  <a:gd name="T6" fmla="*/ 646 w 1294"/>
                  <a:gd name="T7" fmla="*/ 0 h 750"/>
                  <a:gd name="T8" fmla="*/ 1294 w 1294"/>
                  <a:gd name="T9" fmla="*/ 376 h 750"/>
                </a:gdLst>
                <a:ahLst/>
                <a:cxnLst>
                  <a:cxn ang="0">
                    <a:pos x="T0" y="T1"/>
                  </a:cxn>
                  <a:cxn ang="0">
                    <a:pos x="T2" y="T3"/>
                  </a:cxn>
                  <a:cxn ang="0">
                    <a:pos x="T4" y="T5"/>
                  </a:cxn>
                  <a:cxn ang="0">
                    <a:pos x="T6" y="T7"/>
                  </a:cxn>
                  <a:cxn ang="0">
                    <a:pos x="T8" y="T9"/>
                  </a:cxn>
                </a:cxnLst>
                <a:rect l="0" t="0" r="r" b="b"/>
                <a:pathLst>
                  <a:path w="1294" h="750">
                    <a:moveTo>
                      <a:pt x="1294" y="376"/>
                    </a:moveTo>
                    <a:lnTo>
                      <a:pt x="648" y="750"/>
                    </a:lnTo>
                    <a:lnTo>
                      <a:pt x="0" y="376"/>
                    </a:lnTo>
                    <a:lnTo>
                      <a:pt x="646" y="0"/>
                    </a:lnTo>
                    <a:lnTo>
                      <a:pt x="1294" y="376"/>
                    </a:lnTo>
                    <a:close/>
                  </a:path>
                </a:pathLst>
              </a:custGeom>
              <a:gradFill flip="none" rotWithShape="1">
                <a:gsLst>
                  <a:gs pos="0">
                    <a:srgbClr val="8E9CEF"/>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67" name="梯形 266">
              <a:extLst>
                <a:ext uri="{FF2B5EF4-FFF2-40B4-BE49-F238E27FC236}">
                  <a16:creationId xmlns:a16="http://schemas.microsoft.com/office/drawing/2014/main" id="{BBC7DACD-D549-D9FC-7274-5EEC40D52017}"/>
                </a:ext>
              </a:extLst>
            </p:cNvPr>
            <p:cNvSpPr/>
            <p:nvPr/>
          </p:nvSpPr>
          <p:spPr>
            <a:xfrm rot="10800000">
              <a:off x="5222337" y="-116377"/>
              <a:ext cx="537579" cy="449281"/>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Medium" panose="00000600000000000000" pitchFamily="2" charset="-122"/>
                <a:ea typeface="HarmonyOS Sans SC Medium" panose="00000600000000000000" pitchFamily="2" charset="-122"/>
              </a:endParaRPr>
            </a:p>
          </p:txBody>
        </p:sp>
        <p:sp>
          <p:nvSpPr>
            <p:cNvPr id="268" name="Freeform 33">
              <a:extLst>
                <a:ext uri="{FF2B5EF4-FFF2-40B4-BE49-F238E27FC236}">
                  <a16:creationId xmlns:a16="http://schemas.microsoft.com/office/drawing/2014/main" id="{A0F00C7B-3649-D245-081E-E0574F36CD2D}"/>
                </a:ext>
              </a:extLst>
            </p:cNvPr>
            <p:cNvSpPr>
              <a:spLocks/>
            </p:cNvSpPr>
            <p:nvPr/>
          </p:nvSpPr>
          <p:spPr bwMode="auto">
            <a:xfrm>
              <a:off x="5289370" y="219658"/>
              <a:ext cx="403512" cy="234554"/>
            </a:xfrm>
            <a:custGeom>
              <a:avLst/>
              <a:gdLst>
                <a:gd name="T0" fmla="*/ 812 w 812"/>
                <a:gd name="T1" fmla="*/ 236 h 472"/>
                <a:gd name="T2" fmla="*/ 409 w 812"/>
                <a:gd name="T3" fmla="*/ 472 h 472"/>
                <a:gd name="T4" fmla="*/ 0 w 812"/>
                <a:gd name="T5" fmla="*/ 236 h 472"/>
                <a:gd name="T6" fmla="*/ 404 w 812"/>
                <a:gd name="T7" fmla="*/ 0 h 472"/>
                <a:gd name="T8" fmla="*/ 812 w 812"/>
                <a:gd name="T9" fmla="*/ 236 h 472"/>
              </a:gdLst>
              <a:ahLst/>
              <a:cxnLst>
                <a:cxn ang="0">
                  <a:pos x="T0" y="T1"/>
                </a:cxn>
                <a:cxn ang="0">
                  <a:pos x="T2" y="T3"/>
                </a:cxn>
                <a:cxn ang="0">
                  <a:pos x="T4" y="T5"/>
                </a:cxn>
                <a:cxn ang="0">
                  <a:pos x="T6" y="T7"/>
                </a:cxn>
                <a:cxn ang="0">
                  <a:pos x="T8" y="T9"/>
                </a:cxn>
              </a:cxnLst>
              <a:rect l="0" t="0" r="r" b="b"/>
              <a:pathLst>
                <a:path w="812" h="472">
                  <a:moveTo>
                    <a:pt x="812" y="236"/>
                  </a:moveTo>
                  <a:lnTo>
                    <a:pt x="409" y="472"/>
                  </a:lnTo>
                  <a:lnTo>
                    <a:pt x="0" y="236"/>
                  </a:lnTo>
                  <a:lnTo>
                    <a:pt x="404" y="0"/>
                  </a:lnTo>
                  <a:lnTo>
                    <a:pt x="812" y="236"/>
                  </a:lnTo>
                  <a:close/>
                </a:path>
              </a:pathLst>
            </a:custGeom>
            <a:gradFill flip="none" rotWithShape="1">
              <a:gsLst>
                <a:gs pos="0">
                  <a:srgbClr val="3749CC">
                    <a:lumMod val="51000"/>
                  </a:srgbClr>
                </a:gs>
                <a:gs pos="100000">
                  <a:srgbClr val="3749CC"/>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72" name="组合 271">
            <a:extLst>
              <a:ext uri="{FF2B5EF4-FFF2-40B4-BE49-F238E27FC236}">
                <a16:creationId xmlns:a16="http://schemas.microsoft.com/office/drawing/2014/main" id="{729AC103-5A3B-AC8D-2993-9F2283380FC3}"/>
              </a:ext>
            </a:extLst>
          </p:cNvPr>
          <p:cNvGrpSpPr/>
          <p:nvPr/>
        </p:nvGrpSpPr>
        <p:grpSpPr>
          <a:xfrm>
            <a:off x="2259669" y="4043583"/>
            <a:ext cx="570989" cy="883126"/>
            <a:chOff x="5149781" y="-116377"/>
            <a:chExt cx="682690" cy="1055889"/>
          </a:xfrm>
        </p:grpSpPr>
        <p:sp>
          <p:nvSpPr>
            <p:cNvPr id="273" name="Freeform 42">
              <a:extLst>
                <a:ext uri="{FF2B5EF4-FFF2-40B4-BE49-F238E27FC236}">
                  <a16:creationId xmlns:a16="http://schemas.microsoft.com/office/drawing/2014/main" id="{71607CBF-1733-2CCD-197C-CC6AA39686A6}"/>
                </a:ext>
              </a:extLst>
            </p:cNvPr>
            <p:cNvSpPr>
              <a:spLocks/>
            </p:cNvSpPr>
            <p:nvPr/>
          </p:nvSpPr>
          <p:spPr bwMode="auto">
            <a:xfrm>
              <a:off x="5150308" y="544436"/>
              <a:ext cx="681636" cy="395076"/>
            </a:xfrm>
            <a:custGeom>
              <a:avLst/>
              <a:gdLst>
                <a:gd name="T0" fmla="*/ 1294 w 1294"/>
                <a:gd name="T1" fmla="*/ 376 h 750"/>
                <a:gd name="T2" fmla="*/ 648 w 1294"/>
                <a:gd name="T3" fmla="*/ 750 h 750"/>
                <a:gd name="T4" fmla="*/ 0 w 1294"/>
                <a:gd name="T5" fmla="*/ 376 h 750"/>
                <a:gd name="T6" fmla="*/ 646 w 1294"/>
                <a:gd name="T7" fmla="*/ 0 h 750"/>
                <a:gd name="T8" fmla="*/ 1294 w 1294"/>
                <a:gd name="T9" fmla="*/ 376 h 750"/>
              </a:gdLst>
              <a:ahLst/>
              <a:cxnLst>
                <a:cxn ang="0">
                  <a:pos x="T0" y="T1"/>
                </a:cxn>
                <a:cxn ang="0">
                  <a:pos x="T2" y="T3"/>
                </a:cxn>
                <a:cxn ang="0">
                  <a:pos x="T4" y="T5"/>
                </a:cxn>
                <a:cxn ang="0">
                  <a:pos x="T6" y="T7"/>
                </a:cxn>
                <a:cxn ang="0">
                  <a:pos x="T8" y="T9"/>
                </a:cxn>
              </a:cxnLst>
              <a:rect l="0" t="0" r="r" b="b"/>
              <a:pathLst>
                <a:path w="1294" h="750">
                  <a:moveTo>
                    <a:pt x="1294" y="376"/>
                  </a:moveTo>
                  <a:lnTo>
                    <a:pt x="648" y="750"/>
                  </a:lnTo>
                  <a:lnTo>
                    <a:pt x="0" y="376"/>
                  </a:lnTo>
                  <a:lnTo>
                    <a:pt x="646" y="0"/>
                  </a:lnTo>
                  <a:lnTo>
                    <a:pt x="1294" y="376"/>
                  </a:lnTo>
                  <a:close/>
                </a:path>
              </a:pathLst>
            </a:custGeom>
            <a:gradFill flip="none" rotWithShape="1">
              <a:gsLst>
                <a:gs pos="0">
                  <a:srgbClr val="8E9CEF"/>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74" name="组合 273">
              <a:extLst>
                <a:ext uri="{FF2B5EF4-FFF2-40B4-BE49-F238E27FC236}">
                  <a16:creationId xmlns:a16="http://schemas.microsoft.com/office/drawing/2014/main" id="{00173FCA-2F49-EB79-FDB5-19B86C405681}"/>
                </a:ext>
              </a:extLst>
            </p:cNvPr>
            <p:cNvGrpSpPr/>
            <p:nvPr/>
          </p:nvGrpSpPr>
          <p:grpSpPr>
            <a:xfrm>
              <a:off x="5149781" y="143429"/>
              <a:ext cx="682690" cy="722725"/>
              <a:chOff x="6701892" y="-827529"/>
              <a:chExt cx="2057401" cy="2178051"/>
            </a:xfrm>
            <a:gradFill>
              <a:gsLst>
                <a:gs pos="0">
                  <a:srgbClr val="3749CC"/>
                </a:gs>
                <a:gs pos="100000">
                  <a:srgbClr val="6578F0"/>
                </a:gs>
              </a:gsLst>
              <a:lin ang="10800000" scaled="1"/>
            </a:gradFill>
          </p:grpSpPr>
          <p:sp>
            <p:nvSpPr>
              <p:cNvPr id="277" name="Freeform 40">
                <a:extLst>
                  <a:ext uri="{FF2B5EF4-FFF2-40B4-BE49-F238E27FC236}">
                    <a16:creationId xmlns:a16="http://schemas.microsoft.com/office/drawing/2014/main" id="{B4866CC8-8A2B-1C07-71A3-21B423947892}"/>
                  </a:ext>
                </a:extLst>
              </p:cNvPr>
              <p:cNvSpPr>
                <a:spLocks/>
              </p:cNvSpPr>
              <p:nvPr/>
            </p:nvSpPr>
            <p:spPr bwMode="auto">
              <a:xfrm>
                <a:off x="7733769" y="-230631"/>
                <a:ext cx="1025524" cy="1581152"/>
              </a:xfrm>
              <a:custGeom>
                <a:avLst/>
                <a:gdLst>
                  <a:gd name="T0" fmla="*/ 646 w 646"/>
                  <a:gd name="T1" fmla="*/ 0 h 996"/>
                  <a:gd name="T2" fmla="*/ 644 w 646"/>
                  <a:gd name="T3" fmla="*/ 620 h 996"/>
                  <a:gd name="T4" fmla="*/ 0 w 646"/>
                  <a:gd name="T5" fmla="*/ 996 h 996"/>
                  <a:gd name="T6" fmla="*/ 0 w 646"/>
                  <a:gd name="T7" fmla="*/ 374 h 996"/>
                  <a:gd name="T8" fmla="*/ 646 w 646"/>
                  <a:gd name="T9" fmla="*/ 0 h 996"/>
                </a:gdLst>
                <a:ahLst/>
                <a:cxnLst>
                  <a:cxn ang="0">
                    <a:pos x="T0" y="T1"/>
                  </a:cxn>
                  <a:cxn ang="0">
                    <a:pos x="T2" y="T3"/>
                  </a:cxn>
                  <a:cxn ang="0">
                    <a:pos x="T4" y="T5"/>
                  </a:cxn>
                  <a:cxn ang="0">
                    <a:pos x="T6" y="T7"/>
                  </a:cxn>
                  <a:cxn ang="0">
                    <a:pos x="T8" y="T9"/>
                  </a:cxn>
                </a:cxnLst>
                <a:rect l="0" t="0" r="r" b="b"/>
                <a:pathLst>
                  <a:path w="646" h="996">
                    <a:moveTo>
                      <a:pt x="646" y="0"/>
                    </a:moveTo>
                    <a:lnTo>
                      <a:pt x="644" y="620"/>
                    </a:lnTo>
                    <a:lnTo>
                      <a:pt x="0" y="996"/>
                    </a:lnTo>
                    <a:lnTo>
                      <a:pt x="0" y="374"/>
                    </a:lnTo>
                    <a:lnTo>
                      <a:pt x="64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8" name="Freeform 41">
                <a:extLst>
                  <a:ext uri="{FF2B5EF4-FFF2-40B4-BE49-F238E27FC236}">
                    <a16:creationId xmlns:a16="http://schemas.microsoft.com/office/drawing/2014/main" id="{E61056FA-459B-6297-58E3-85B8E16828F3}"/>
                  </a:ext>
                </a:extLst>
              </p:cNvPr>
              <p:cNvSpPr>
                <a:spLocks/>
              </p:cNvSpPr>
              <p:nvPr/>
            </p:nvSpPr>
            <p:spPr bwMode="auto">
              <a:xfrm>
                <a:off x="6701892" y="-230629"/>
                <a:ext cx="1031875" cy="1581151"/>
              </a:xfrm>
              <a:custGeom>
                <a:avLst/>
                <a:gdLst>
                  <a:gd name="T0" fmla="*/ 650 w 650"/>
                  <a:gd name="T1" fmla="*/ 374 h 996"/>
                  <a:gd name="T2" fmla="*/ 650 w 650"/>
                  <a:gd name="T3" fmla="*/ 996 h 996"/>
                  <a:gd name="T4" fmla="*/ 0 w 650"/>
                  <a:gd name="T5" fmla="*/ 620 h 996"/>
                  <a:gd name="T6" fmla="*/ 2 w 650"/>
                  <a:gd name="T7" fmla="*/ 0 h 996"/>
                  <a:gd name="T8" fmla="*/ 650 w 650"/>
                  <a:gd name="T9" fmla="*/ 374 h 996"/>
                </a:gdLst>
                <a:ahLst/>
                <a:cxnLst>
                  <a:cxn ang="0">
                    <a:pos x="T0" y="T1"/>
                  </a:cxn>
                  <a:cxn ang="0">
                    <a:pos x="T2" y="T3"/>
                  </a:cxn>
                  <a:cxn ang="0">
                    <a:pos x="T4" y="T5"/>
                  </a:cxn>
                  <a:cxn ang="0">
                    <a:pos x="T6" y="T7"/>
                  </a:cxn>
                  <a:cxn ang="0">
                    <a:pos x="T8" y="T9"/>
                  </a:cxn>
                </a:cxnLst>
                <a:rect l="0" t="0" r="r" b="b"/>
                <a:pathLst>
                  <a:path w="650" h="996">
                    <a:moveTo>
                      <a:pt x="650" y="374"/>
                    </a:moveTo>
                    <a:lnTo>
                      <a:pt x="650" y="996"/>
                    </a:lnTo>
                    <a:lnTo>
                      <a:pt x="0" y="620"/>
                    </a:lnTo>
                    <a:lnTo>
                      <a:pt x="2" y="0"/>
                    </a:lnTo>
                    <a:lnTo>
                      <a:pt x="650" y="374"/>
                    </a:lnTo>
                    <a:close/>
                  </a:path>
                </a:pathLst>
              </a:custGeom>
              <a:gradFill>
                <a:gsLst>
                  <a:gs pos="0">
                    <a:srgbClr val="3749CC"/>
                  </a:gs>
                  <a:gs pos="100000">
                    <a:srgbClr val="6578F0"/>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9" name="Freeform 42">
                <a:extLst>
                  <a:ext uri="{FF2B5EF4-FFF2-40B4-BE49-F238E27FC236}">
                    <a16:creationId xmlns:a16="http://schemas.microsoft.com/office/drawing/2014/main" id="{500602E3-D7DD-3B6A-37BE-5549EB8CF6F7}"/>
                  </a:ext>
                </a:extLst>
              </p:cNvPr>
              <p:cNvSpPr>
                <a:spLocks/>
              </p:cNvSpPr>
              <p:nvPr/>
            </p:nvSpPr>
            <p:spPr bwMode="auto">
              <a:xfrm>
                <a:off x="6705067" y="-827529"/>
                <a:ext cx="2054225" cy="1190626"/>
              </a:xfrm>
              <a:custGeom>
                <a:avLst/>
                <a:gdLst>
                  <a:gd name="T0" fmla="*/ 1294 w 1294"/>
                  <a:gd name="T1" fmla="*/ 376 h 750"/>
                  <a:gd name="T2" fmla="*/ 648 w 1294"/>
                  <a:gd name="T3" fmla="*/ 750 h 750"/>
                  <a:gd name="T4" fmla="*/ 0 w 1294"/>
                  <a:gd name="T5" fmla="*/ 376 h 750"/>
                  <a:gd name="T6" fmla="*/ 646 w 1294"/>
                  <a:gd name="T7" fmla="*/ 0 h 750"/>
                  <a:gd name="T8" fmla="*/ 1294 w 1294"/>
                  <a:gd name="T9" fmla="*/ 376 h 750"/>
                </a:gdLst>
                <a:ahLst/>
                <a:cxnLst>
                  <a:cxn ang="0">
                    <a:pos x="T0" y="T1"/>
                  </a:cxn>
                  <a:cxn ang="0">
                    <a:pos x="T2" y="T3"/>
                  </a:cxn>
                  <a:cxn ang="0">
                    <a:pos x="T4" y="T5"/>
                  </a:cxn>
                  <a:cxn ang="0">
                    <a:pos x="T6" y="T7"/>
                  </a:cxn>
                  <a:cxn ang="0">
                    <a:pos x="T8" y="T9"/>
                  </a:cxn>
                </a:cxnLst>
                <a:rect l="0" t="0" r="r" b="b"/>
                <a:pathLst>
                  <a:path w="1294" h="750">
                    <a:moveTo>
                      <a:pt x="1294" y="376"/>
                    </a:moveTo>
                    <a:lnTo>
                      <a:pt x="648" y="750"/>
                    </a:lnTo>
                    <a:lnTo>
                      <a:pt x="0" y="376"/>
                    </a:lnTo>
                    <a:lnTo>
                      <a:pt x="646" y="0"/>
                    </a:lnTo>
                    <a:lnTo>
                      <a:pt x="1294" y="376"/>
                    </a:lnTo>
                    <a:close/>
                  </a:path>
                </a:pathLst>
              </a:custGeom>
              <a:gradFill flip="none" rotWithShape="1">
                <a:gsLst>
                  <a:gs pos="0">
                    <a:srgbClr val="8E9CEF"/>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75" name="梯形 274">
              <a:extLst>
                <a:ext uri="{FF2B5EF4-FFF2-40B4-BE49-F238E27FC236}">
                  <a16:creationId xmlns:a16="http://schemas.microsoft.com/office/drawing/2014/main" id="{CC07995D-36DC-5457-B520-7E0D40A76589}"/>
                </a:ext>
              </a:extLst>
            </p:cNvPr>
            <p:cNvSpPr/>
            <p:nvPr/>
          </p:nvSpPr>
          <p:spPr>
            <a:xfrm rot="10800000">
              <a:off x="5222337" y="-116377"/>
              <a:ext cx="537579" cy="449281"/>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Medium" panose="00000600000000000000" pitchFamily="2" charset="-122"/>
                <a:ea typeface="HarmonyOS Sans SC Medium" panose="00000600000000000000" pitchFamily="2" charset="-122"/>
              </a:endParaRPr>
            </a:p>
          </p:txBody>
        </p:sp>
        <p:sp>
          <p:nvSpPr>
            <p:cNvPr id="276" name="Freeform 33">
              <a:extLst>
                <a:ext uri="{FF2B5EF4-FFF2-40B4-BE49-F238E27FC236}">
                  <a16:creationId xmlns:a16="http://schemas.microsoft.com/office/drawing/2014/main" id="{52A3074A-6FE0-4720-60E8-02D3F140B508}"/>
                </a:ext>
              </a:extLst>
            </p:cNvPr>
            <p:cNvSpPr>
              <a:spLocks/>
            </p:cNvSpPr>
            <p:nvPr/>
          </p:nvSpPr>
          <p:spPr bwMode="auto">
            <a:xfrm>
              <a:off x="5289370" y="219658"/>
              <a:ext cx="403512" cy="234554"/>
            </a:xfrm>
            <a:custGeom>
              <a:avLst/>
              <a:gdLst>
                <a:gd name="T0" fmla="*/ 812 w 812"/>
                <a:gd name="T1" fmla="*/ 236 h 472"/>
                <a:gd name="T2" fmla="*/ 409 w 812"/>
                <a:gd name="T3" fmla="*/ 472 h 472"/>
                <a:gd name="T4" fmla="*/ 0 w 812"/>
                <a:gd name="T5" fmla="*/ 236 h 472"/>
                <a:gd name="T6" fmla="*/ 404 w 812"/>
                <a:gd name="T7" fmla="*/ 0 h 472"/>
                <a:gd name="T8" fmla="*/ 812 w 812"/>
                <a:gd name="T9" fmla="*/ 236 h 472"/>
              </a:gdLst>
              <a:ahLst/>
              <a:cxnLst>
                <a:cxn ang="0">
                  <a:pos x="T0" y="T1"/>
                </a:cxn>
                <a:cxn ang="0">
                  <a:pos x="T2" y="T3"/>
                </a:cxn>
                <a:cxn ang="0">
                  <a:pos x="T4" y="T5"/>
                </a:cxn>
                <a:cxn ang="0">
                  <a:pos x="T6" y="T7"/>
                </a:cxn>
                <a:cxn ang="0">
                  <a:pos x="T8" y="T9"/>
                </a:cxn>
              </a:cxnLst>
              <a:rect l="0" t="0" r="r" b="b"/>
              <a:pathLst>
                <a:path w="812" h="472">
                  <a:moveTo>
                    <a:pt x="812" y="236"/>
                  </a:moveTo>
                  <a:lnTo>
                    <a:pt x="409" y="472"/>
                  </a:lnTo>
                  <a:lnTo>
                    <a:pt x="0" y="236"/>
                  </a:lnTo>
                  <a:lnTo>
                    <a:pt x="404" y="0"/>
                  </a:lnTo>
                  <a:lnTo>
                    <a:pt x="812" y="236"/>
                  </a:lnTo>
                  <a:close/>
                </a:path>
              </a:pathLst>
            </a:custGeom>
            <a:gradFill flip="none" rotWithShape="1">
              <a:gsLst>
                <a:gs pos="0">
                  <a:srgbClr val="3749CC">
                    <a:lumMod val="51000"/>
                  </a:srgbClr>
                </a:gs>
                <a:gs pos="100000">
                  <a:srgbClr val="3749CC"/>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80" name="组合 279">
            <a:extLst>
              <a:ext uri="{FF2B5EF4-FFF2-40B4-BE49-F238E27FC236}">
                <a16:creationId xmlns:a16="http://schemas.microsoft.com/office/drawing/2014/main" id="{74AB72E7-6881-5707-03EC-1E2253EE5D2D}"/>
              </a:ext>
            </a:extLst>
          </p:cNvPr>
          <p:cNvGrpSpPr/>
          <p:nvPr/>
        </p:nvGrpSpPr>
        <p:grpSpPr>
          <a:xfrm>
            <a:off x="1482408" y="3605237"/>
            <a:ext cx="570989" cy="883126"/>
            <a:chOff x="5149781" y="-116377"/>
            <a:chExt cx="682690" cy="1055889"/>
          </a:xfrm>
        </p:grpSpPr>
        <p:sp>
          <p:nvSpPr>
            <p:cNvPr id="281" name="Freeform 42">
              <a:extLst>
                <a:ext uri="{FF2B5EF4-FFF2-40B4-BE49-F238E27FC236}">
                  <a16:creationId xmlns:a16="http://schemas.microsoft.com/office/drawing/2014/main" id="{792592BB-12E0-EA32-9A0B-A24A935F6A9D}"/>
                </a:ext>
              </a:extLst>
            </p:cNvPr>
            <p:cNvSpPr>
              <a:spLocks/>
            </p:cNvSpPr>
            <p:nvPr/>
          </p:nvSpPr>
          <p:spPr bwMode="auto">
            <a:xfrm>
              <a:off x="5150308" y="544436"/>
              <a:ext cx="681636" cy="395076"/>
            </a:xfrm>
            <a:custGeom>
              <a:avLst/>
              <a:gdLst>
                <a:gd name="T0" fmla="*/ 1294 w 1294"/>
                <a:gd name="T1" fmla="*/ 376 h 750"/>
                <a:gd name="T2" fmla="*/ 648 w 1294"/>
                <a:gd name="T3" fmla="*/ 750 h 750"/>
                <a:gd name="T4" fmla="*/ 0 w 1294"/>
                <a:gd name="T5" fmla="*/ 376 h 750"/>
                <a:gd name="T6" fmla="*/ 646 w 1294"/>
                <a:gd name="T7" fmla="*/ 0 h 750"/>
                <a:gd name="T8" fmla="*/ 1294 w 1294"/>
                <a:gd name="T9" fmla="*/ 376 h 750"/>
              </a:gdLst>
              <a:ahLst/>
              <a:cxnLst>
                <a:cxn ang="0">
                  <a:pos x="T0" y="T1"/>
                </a:cxn>
                <a:cxn ang="0">
                  <a:pos x="T2" y="T3"/>
                </a:cxn>
                <a:cxn ang="0">
                  <a:pos x="T4" y="T5"/>
                </a:cxn>
                <a:cxn ang="0">
                  <a:pos x="T6" y="T7"/>
                </a:cxn>
                <a:cxn ang="0">
                  <a:pos x="T8" y="T9"/>
                </a:cxn>
              </a:cxnLst>
              <a:rect l="0" t="0" r="r" b="b"/>
              <a:pathLst>
                <a:path w="1294" h="750">
                  <a:moveTo>
                    <a:pt x="1294" y="376"/>
                  </a:moveTo>
                  <a:lnTo>
                    <a:pt x="648" y="750"/>
                  </a:lnTo>
                  <a:lnTo>
                    <a:pt x="0" y="376"/>
                  </a:lnTo>
                  <a:lnTo>
                    <a:pt x="646" y="0"/>
                  </a:lnTo>
                  <a:lnTo>
                    <a:pt x="1294" y="376"/>
                  </a:lnTo>
                  <a:close/>
                </a:path>
              </a:pathLst>
            </a:custGeom>
            <a:gradFill flip="none" rotWithShape="1">
              <a:gsLst>
                <a:gs pos="0">
                  <a:srgbClr val="8E9CEF"/>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82" name="组合 281">
              <a:extLst>
                <a:ext uri="{FF2B5EF4-FFF2-40B4-BE49-F238E27FC236}">
                  <a16:creationId xmlns:a16="http://schemas.microsoft.com/office/drawing/2014/main" id="{3F72B299-5C1C-DE86-EFF5-F4098331AE18}"/>
                </a:ext>
              </a:extLst>
            </p:cNvPr>
            <p:cNvGrpSpPr/>
            <p:nvPr/>
          </p:nvGrpSpPr>
          <p:grpSpPr>
            <a:xfrm>
              <a:off x="5149781" y="143429"/>
              <a:ext cx="682690" cy="722725"/>
              <a:chOff x="6701892" y="-827529"/>
              <a:chExt cx="2057401" cy="2178051"/>
            </a:xfrm>
            <a:gradFill>
              <a:gsLst>
                <a:gs pos="0">
                  <a:srgbClr val="3749CC"/>
                </a:gs>
                <a:gs pos="100000">
                  <a:srgbClr val="6578F0"/>
                </a:gs>
              </a:gsLst>
              <a:lin ang="10800000" scaled="1"/>
            </a:gradFill>
          </p:grpSpPr>
          <p:sp>
            <p:nvSpPr>
              <p:cNvPr id="285" name="Freeform 40">
                <a:extLst>
                  <a:ext uri="{FF2B5EF4-FFF2-40B4-BE49-F238E27FC236}">
                    <a16:creationId xmlns:a16="http://schemas.microsoft.com/office/drawing/2014/main" id="{8880201C-D344-4B2D-8380-B93D9A9C7196}"/>
                  </a:ext>
                </a:extLst>
              </p:cNvPr>
              <p:cNvSpPr>
                <a:spLocks/>
              </p:cNvSpPr>
              <p:nvPr/>
            </p:nvSpPr>
            <p:spPr bwMode="auto">
              <a:xfrm>
                <a:off x="7733769" y="-230631"/>
                <a:ext cx="1025524" cy="1581152"/>
              </a:xfrm>
              <a:custGeom>
                <a:avLst/>
                <a:gdLst>
                  <a:gd name="T0" fmla="*/ 646 w 646"/>
                  <a:gd name="T1" fmla="*/ 0 h 996"/>
                  <a:gd name="T2" fmla="*/ 644 w 646"/>
                  <a:gd name="T3" fmla="*/ 620 h 996"/>
                  <a:gd name="T4" fmla="*/ 0 w 646"/>
                  <a:gd name="T5" fmla="*/ 996 h 996"/>
                  <a:gd name="T6" fmla="*/ 0 w 646"/>
                  <a:gd name="T7" fmla="*/ 374 h 996"/>
                  <a:gd name="T8" fmla="*/ 646 w 646"/>
                  <a:gd name="T9" fmla="*/ 0 h 996"/>
                </a:gdLst>
                <a:ahLst/>
                <a:cxnLst>
                  <a:cxn ang="0">
                    <a:pos x="T0" y="T1"/>
                  </a:cxn>
                  <a:cxn ang="0">
                    <a:pos x="T2" y="T3"/>
                  </a:cxn>
                  <a:cxn ang="0">
                    <a:pos x="T4" y="T5"/>
                  </a:cxn>
                  <a:cxn ang="0">
                    <a:pos x="T6" y="T7"/>
                  </a:cxn>
                  <a:cxn ang="0">
                    <a:pos x="T8" y="T9"/>
                  </a:cxn>
                </a:cxnLst>
                <a:rect l="0" t="0" r="r" b="b"/>
                <a:pathLst>
                  <a:path w="646" h="996">
                    <a:moveTo>
                      <a:pt x="646" y="0"/>
                    </a:moveTo>
                    <a:lnTo>
                      <a:pt x="644" y="620"/>
                    </a:lnTo>
                    <a:lnTo>
                      <a:pt x="0" y="996"/>
                    </a:lnTo>
                    <a:lnTo>
                      <a:pt x="0" y="374"/>
                    </a:lnTo>
                    <a:lnTo>
                      <a:pt x="64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6" name="Freeform 41">
                <a:extLst>
                  <a:ext uri="{FF2B5EF4-FFF2-40B4-BE49-F238E27FC236}">
                    <a16:creationId xmlns:a16="http://schemas.microsoft.com/office/drawing/2014/main" id="{07492148-B8BA-2AEF-D21E-1F868BE2AB19}"/>
                  </a:ext>
                </a:extLst>
              </p:cNvPr>
              <p:cNvSpPr>
                <a:spLocks/>
              </p:cNvSpPr>
              <p:nvPr/>
            </p:nvSpPr>
            <p:spPr bwMode="auto">
              <a:xfrm>
                <a:off x="6701892" y="-230629"/>
                <a:ext cx="1031875" cy="1581151"/>
              </a:xfrm>
              <a:custGeom>
                <a:avLst/>
                <a:gdLst>
                  <a:gd name="T0" fmla="*/ 650 w 650"/>
                  <a:gd name="T1" fmla="*/ 374 h 996"/>
                  <a:gd name="T2" fmla="*/ 650 w 650"/>
                  <a:gd name="T3" fmla="*/ 996 h 996"/>
                  <a:gd name="T4" fmla="*/ 0 w 650"/>
                  <a:gd name="T5" fmla="*/ 620 h 996"/>
                  <a:gd name="T6" fmla="*/ 2 w 650"/>
                  <a:gd name="T7" fmla="*/ 0 h 996"/>
                  <a:gd name="T8" fmla="*/ 650 w 650"/>
                  <a:gd name="T9" fmla="*/ 374 h 996"/>
                </a:gdLst>
                <a:ahLst/>
                <a:cxnLst>
                  <a:cxn ang="0">
                    <a:pos x="T0" y="T1"/>
                  </a:cxn>
                  <a:cxn ang="0">
                    <a:pos x="T2" y="T3"/>
                  </a:cxn>
                  <a:cxn ang="0">
                    <a:pos x="T4" y="T5"/>
                  </a:cxn>
                  <a:cxn ang="0">
                    <a:pos x="T6" y="T7"/>
                  </a:cxn>
                  <a:cxn ang="0">
                    <a:pos x="T8" y="T9"/>
                  </a:cxn>
                </a:cxnLst>
                <a:rect l="0" t="0" r="r" b="b"/>
                <a:pathLst>
                  <a:path w="650" h="996">
                    <a:moveTo>
                      <a:pt x="650" y="374"/>
                    </a:moveTo>
                    <a:lnTo>
                      <a:pt x="650" y="996"/>
                    </a:lnTo>
                    <a:lnTo>
                      <a:pt x="0" y="620"/>
                    </a:lnTo>
                    <a:lnTo>
                      <a:pt x="2" y="0"/>
                    </a:lnTo>
                    <a:lnTo>
                      <a:pt x="650" y="374"/>
                    </a:lnTo>
                    <a:close/>
                  </a:path>
                </a:pathLst>
              </a:custGeom>
              <a:gradFill>
                <a:gsLst>
                  <a:gs pos="0">
                    <a:srgbClr val="3749CC"/>
                  </a:gs>
                  <a:gs pos="100000">
                    <a:srgbClr val="6578F0"/>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7" name="Freeform 42">
                <a:extLst>
                  <a:ext uri="{FF2B5EF4-FFF2-40B4-BE49-F238E27FC236}">
                    <a16:creationId xmlns:a16="http://schemas.microsoft.com/office/drawing/2014/main" id="{5C231771-48FD-6523-B66B-796780324DF8}"/>
                  </a:ext>
                </a:extLst>
              </p:cNvPr>
              <p:cNvSpPr>
                <a:spLocks/>
              </p:cNvSpPr>
              <p:nvPr/>
            </p:nvSpPr>
            <p:spPr bwMode="auto">
              <a:xfrm>
                <a:off x="6705067" y="-827529"/>
                <a:ext cx="2054225" cy="1190626"/>
              </a:xfrm>
              <a:custGeom>
                <a:avLst/>
                <a:gdLst>
                  <a:gd name="T0" fmla="*/ 1294 w 1294"/>
                  <a:gd name="T1" fmla="*/ 376 h 750"/>
                  <a:gd name="T2" fmla="*/ 648 w 1294"/>
                  <a:gd name="T3" fmla="*/ 750 h 750"/>
                  <a:gd name="T4" fmla="*/ 0 w 1294"/>
                  <a:gd name="T5" fmla="*/ 376 h 750"/>
                  <a:gd name="T6" fmla="*/ 646 w 1294"/>
                  <a:gd name="T7" fmla="*/ 0 h 750"/>
                  <a:gd name="T8" fmla="*/ 1294 w 1294"/>
                  <a:gd name="T9" fmla="*/ 376 h 750"/>
                </a:gdLst>
                <a:ahLst/>
                <a:cxnLst>
                  <a:cxn ang="0">
                    <a:pos x="T0" y="T1"/>
                  </a:cxn>
                  <a:cxn ang="0">
                    <a:pos x="T2" y="T3"/>
                  </a:cxn>
                  <a:cxn ang="0">
                    <a:pos x="T4" y="T5"/>
                  </a:cxn>
                  <a:cxn ang="0">
                    <a:pos x="T6" y="T7"/>
                  </a:cxn>
                  <a:cxn ang="0">
                    <a:pos x="T8" y="T9"/>
                  </a:cxn>
                </a:cxnLst>
                <a:rect l="0" t="0" r="r" b="b"/>
                <a:pathLst>
                  <a:path w="1294" h="750">
                    <a:moveTo>
                      <a:pt x="1294" y="376"/>
                    </a:moveTo>
                    <a:lnTo>
                      <a:pt x="648" y="750"/>
                    </a:lnTo>
                    <a:lnTo>
                      <a:pt x="0" y="376"/>
                    </a:lnTo>
                    <a:lnTo>
                      <a:pt x="646" y="0"/>
                    </a:lnTo>
                    <a:lnTo>
                      <a:pt x="1294" y="376"/>
                    </a:lnTo>
                    <a:close/>
                  </a:path>
                </a:pathLst>
              </a:custGeom>
              <a:gradFill flip="none" rotWithShape="1">
                <a:gsLst>
                  <a:gs pos="0">
                    <a:srgbClr val="8E9CEF"/>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83" name="梯形 282">
              <a:extLst>
                <a:ext uri="{FF2B5EF4-FFF2-40B4-BE49-F238E27FC236}">
                  <a16:creationId xmlns:a16="http://schemas.microsoft.com/office/drawing/2014/main" id="{20A8C9B9-9738-B81E-83CE-790F37D9B28B}"/>
                </a:ext>
              </a:extLst>
            </p:cNvPr>
            <p:cNvSpPr/>
            <p:nvPr/>
          </p:nvSpPr>
          <p:spPr>
            <a:xfrm rot="10800000">
              <a:off x="5222337" y="-116377"/>
              <a:ext cx="537579" cy="449281"/>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Medium" panose="00000600000000000000" pitchFamily="2" charset="-122"/>
                <a:ea typeface="HarmonyOS Sans SC Medium" panose="00000600000000000000" pitchFamily="2" charset="-122"/>
              </a:endParaRPr>
            </a:p>
          </p:txBody>
        </p:sp>
        <p:sp>
          <p:nvSpPr>
            <p:cNvPr id="284" name="Freeform 33">
              <a:extLst>
                <a:ext uri="{FF2B5EF4-FFF2-40B4-BE49-F238E27FC236}">
                  <a16:creationId xmlns:a16="http://schemas.microsoft.com/office/drawing/2014/main" id="{4111D1C4-E403-A22A-BFA7-B00F239A5055}"/>
                </a:ext>
              </a:extLst>
            </p:cNvPr>
            <p:cNvSpPr>
              <a:spLocks/>
            </p:cNvSpPr>
            <p:nvPr/>
          </p:nvSpPr>
          <p:spPr bwMode="auto">
            <a:xfrm>
              <a:off x="5289370" y="219658"/>
              <a:ext cx="403512" cy="234554"/>
            </a:xfrm>
            <a:custGeom>
              <a:avLst/>
              <a:gdLst>
                <a:gd name="T0" fmla="*/ 812 w 812"/>
                <a:gd name="T1" fmla="*/ 236 h 472"/>
                <a:gd name="T2" fmla="*/ 409 w 812"/>
                <a:gd name="T3" fmla="*/ 472 h 472"/>
                <a:gd name="T4" fmla="*/ 0 w 812"/>
                <a:gd name="T5" fmla="*/ 236 h 472"/>
                <a:gd name="T6" fmla="*/ 404 w 812"/>
                <a:gd name="T7" fmla="*/ 0 h 472"/>
                <a:gd name="T8" fmla="*/ 812 w 812"/>
                <a:gd name="T9" fmla="*/ 236 h 472"/>
              </a:gdLst>
              <a:ahLst/>
              <a:cxnLst>
                <a:cxn ang="0">
                  <a:pos x="T0" y="T1"/>
                </a:cxn>
                <a:cxn ang="0">
                  <a:pos x="T2" y="T3"/>
                </a:cxn>
                <a:cxn ang="0">
                  <a:pos x="T4" y="T5"/>
                </a:cxn>
                <a:cxn ang="0">
                  <a:pos x="T6" y="T7"/>
                </a:cxn>
                <a:cxn ang="0">
                  <a:pos x="T8" y="T9"/>
                </a:cxn>
              </a:cxnLst>
              <a:rect l="0" t="0" r="r" b="b"/>
              <a:pathLst>
                <a:path w="812" h="472">
                  <a:moveTo>
                    <a:pt x="812" y="236"/>
                  </a:moveTo>
                  <a:lnTo>
                    <a:pt x="409" y="472"/>
                  </a:lnTo>
                  <a:lnTo>
                    <a:pt x="0" y="236"/>
                  </a:lnTo>
                  <a:lnTo>
                    <a:pt x="404" y="0"/>
                  </a:lnTo>
                  <a:lnTo>
                    <a:pt x="812" y="236"/>
                  </a:lnTo>
                  <a:close/>
                </a:path>
              </a:pathLst>
            </a:custGeom>
            <a:gradFill flip="none" rotWithShape="1">
              <a:gsLst>
                <a:gs pos="0">
                  <a:srgbClr val="3749CC">
                    <a:lumMod val="51000"/>
                  </a:srgbClr>
                </a:gs>
                <a:gs pos="100000">
                  <a:srgbClr val="3749CC"/>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307" name="文本框 306">
            <a:extLst>
              <a:ext uri="{FF2B5EF4-FFF2-40B4-BE49-F238E27FC236}">
                <a16:creationId xmlns:a16="http://schemas.microsoft.com/office/drawing/2014/main" id="{86C83F61-E587-5E0C-639C-1C5E02FEE857}"/>
              </a:ext>
            </a:extLst>
          </p:cNvPr>
          <p:cNvSpPr txBox="1"/>
          <p:nvPr/>
        </p:nvSpPr>
        <p:spPr>
          <a:xfrm>
            <a:off x="1970939" y="4714020"/>
            <a:ext cx="595035" cy="338554"/>
          </a:xfrm>
          <a:prstGeom prst="rect">
            <a:avLst/>
          </a:prstGeom>
          <a:noFill/>
          <a:scene3d>
            <a:camera prst="isometricLeftDown"/>
            <a:lightRig rig="threePt" dir="t"/>
          </a:scene3d>
        </p:spPr>
        <p:txBody>
          <a:bodyPr wrap="none" rtlCol="0">
            <a:spAutoFit/>
          </a:bodyPr>
          <a:lstStyle/>
          <a:p>
            <a:r>
              <a:rPr lang="zh-CN" altLang="en-US" sz="1600" b="1" dirty="0">
                <a:solidFill>
                  <a:srgbClr val="3749CC"/>
                </a:solidFill>
                <a:latin typeface="HarmonyOS Sans SC Medium" panose="00000600000000000000" pitchFamily="2" charset="-122"/>
                <a:ea typeface="HarmonyOS Sans SC Medium" panose="00000600000000000000" pitchFamily="2" charset="-122"/>
              </a:rPr>
              <a:t>前端</a:t>
            </a:r>
          </a:p>
        </p:txBody>
      </p:sp>
      <p:sp>
        <p:nvSpPr>
          <p:cNvPr id="309" name="文本框 308">
            <a:extLst>
              <a:ext uri="{FF2B5EF4-FFF2-40B4-BE49-F238E27FC236}">
                <a16:creationId xmlns:a16="http://schemas.microsoft.com/office/drawing/2014/main" id="{43E01013-C43A-4858-E573-8950D9A13E49}"/>
              </a:ext>
            </a:extLst>
          </p:cNvPr>
          <p:cNvSpPr txBox="1"/>
          <p:nvPr/>
        </p:nvSpPr>
        <p:spPr>
          <a:xfrm>
            <a:off x="8338605" y="2365855"/>
            <a:ext cx="954107" cy="276999"/>
          </a:xfrm>
          <a:prstGeom prst="rect">
            <a:avLst/>
          </a:prstGeom>
          <a:noFill/>
          <a:scene3d>
            <a:camera prst="isometricLeftDown"/>
            <a:lightRig rig="threePt" dir="t"/>
          </a:scene3d>
        </p:spPr>
        <p:txBody>
          <a:bodyPr wrap="none" rtlCol="0">
            <a:spAutoFit/>
          </a:bodyPr>
          <a:lstStyle/>
          <a:p>
            <a:r>
              <a:rPr lang="zh-CN" altLang="en-US" sz="1200" dirty="0">
                <a:solidFill>
                  <a:srgbClr val="3749CC"/>
                </a:solidFill>
                <a:latin typeface="HarmonyOS Sans SC Medium" panose="00000600000000000000" pitchFamily="2" charset="-122"/>
                <a:ea typeface="HarmonyOS Sans SC Medium" panose="00000600000000000000" pitchFamily="2" charset="-122"/>
              </a:rPr>
              <a:t>持久化存储</a:t>
            </a:r>
          </a:p>
        </p:txBody>
      </p:sp>
      <p:pic>
        <p:nvPicPr>
          <p:cNvPr id="32" name="图片 31">
            <a:extLst>
              <a:ext uri="{FF2B5EF4-FFF2-40B4-BE49-F238E27FC236}">
                <a16:creationId xmlns:a16="http://schemas.microsoft.com/office/drawing/2014/main" id="{83772C7D-E998-BAC1-625F-307B7CC37ED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67833" y="3567990"/>
            <a:ext cx="597519" cy="374199"/>
          </a:xfrm>
          <a:prstGeom prst="rect">
            <a:avLst/>
          </a:prstGeom>
        </p:spPr>
      </p:pic>
      <p:pic>
        <p:nvPicPr>
          <p:cNvPr id="33" name="图片 32">
            <a:extLst>
              <a:ext uri="{FF2B5EF4-FFF2-40B4-BE49-F238E27FC236}">
                <a16:creationId xmlns:a16="http://schemas.microsoft.com/office/drawing/2014/main" id="{FC2ABC26-29E7-68D2-584E-01B76B944AB3}"/>
              </a:ext>
            </a:extLst>
          </p:cNvPr>
          <p:cNvPicPr>
            <a:picLocks noChangeAspect="1"/>
          </p:cNvPicPr>
          <p:nvPr/>
        </p:nvPicPr>
        <p:blipFill>
          <a:blip r:embed="rId3" cstate="print">
            <a:extLst>
              <a:ext uri="{28A0092B-C50C-407E-A947-70E740481C1C}">
                <a14:useLocalDpi xmlns:a14="http://schemas.microsoft.com/office/drawing/2010/main" val="0"/>
              </a:ext>
            </a:extLst>
          </a:blip>
          <a:srcRect l="23112" t="28430" r="24050" b="32415"/>
          <a:stretch>
            <a:fillRect/>
          </a:stretch>
        </p:blipFill>
        <p:spPr>
          <a:xfrm>
            <a:off x="2240645" y="4062976"/>
            <a:ext cx="683120" cy="282699"/>
          </a:xfrm>
          <a:prstGeom prst="rect">
            <a:avLst/>
          </a:prstGeom>
        </p:spPr>
      </p:pic>
      <p:pic>
        <p:nvPicPr>
          <p:cNvPr id="34" name="图片 33">
            <a:extLst>
              <a:ext uri="{FF2B5EF4-FFF2-40B4-BE49-F238E27FC236}">
                <a16:creationId xmlns:a16="http://schemas.microsoft.com/office/drawing/2014/main" id="{59A6AFAD-2903-1B50-EC45-9177E69F83F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66820" y="4470044"/>
            <a:ext cx="313866" cy="313866"/>
          </a:xfrm>
          <a:prstGeom prst="rect">
            <a:avLst/>
          </a:prstGeom>
        </p:spPr>
      </p:pic>
      <p:pic>
        <p:nvPicPr>
          <p:cNvPr id="35" name="图片 34">
            <a:extLst>
              <a:ext uri="{FF2B5EF4-FFF2-40B4-BE49-F238E27FC236}">
                <a16:creationId xmlns:a16="http://schemas.microsoft.com/office/drawing/2014/main" id="{279E976B-63A7-C327-28C4-EA1BB77BF83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41594" y="3848909"/>
            <a:ext cx="353506" cy="396151"/>
          </a:xfrm>
          <a:prstGeom prst="rect">
            <a:avLst/>
          </a:prstGeom>
        </p:spPr>
      </p:pic>
      <p:pic>
        <p:nvPicPr>
          <p:cNvPr id="36" name="图片 35">
            <a:extLst>
              <a:ext uri="{FF2B5EF4-FFF2-40B4-BE49-F238E27FC236}">
                <a16:creationId xmlns:a16="http://schemas.microsoft.com/office/drawing/2014/main" id="{EDCAFD93-B49C-6732-782A-359F018D839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027120" y="2824484"/>
            <a:ext cx="566905" cy="296779"/>
          </a:xfrm>
          <a:prstGeom prst="rect">
            <a:avLst/>
          </a:prstGeom>
        </p:spPr>
      </p:pic>
      <p:grpSp>
        <p:nvGrpSpPr>
          <p:cNvPr id="37" name="组合 36">
            <a:extLst>
              <a:ext uri="{FF2B5EF4-FFF2-40B4-BE49-F238E27FC236}">
                <a16:creationId xmlns:a16="http://schemas.microsoft.com/office/drawing/2014/main" id="{A1F44C8C-55E0-1BBA-9543-A77FD11E7297}"/>
              </a:ext>
            </a:extLst>
          </p:cNvPr>
          <p:cNvGrpSpPr/>
          <p:nvPr/>
        </p:nvGrpSpPr>
        <p:grpSpPr>
          <a:xfrm>
            <a:off x="5618394" y="3035356"/>
            <a:ext cx="327358" cy="340681"/>
            <a:chOff x="3263590" y="765717"/>
            <a:chExt cx="1278673" cy="1330712"/>
          </a:xfrm>
        </p:grpSpPr>
        <p:sp>
          <p:nvSpPr>
            <p:cNvPr id="38" name="椭圆 37">
              <a:extLst>
                <a:ext uri="{FF2B5EF4-FFF2-40B4-BE49-F238E27FC236}">
                  <a16:creationId xmlns:a16="http://schemas.microsoft.com/office/drawing/2014/main" id="{800A2ABF-8E6F-B8A4-2AB9-1BC5B9CDF563}"/>
                </a:ext>
              </a:extLst>
            </p:cNvPr>
            <p:cNvSpPr/>
            <p:nvPr/>
          </p:nvSpPr>
          <p:spPr>
            <a:xfrm>
              <a:off x="3263590" y="765717"/>
              <a:ext cx="906966" cy="944136"/>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noProof="1"/>
            </a:p>
          </p:txBody>
        </p:sp>
        <p:cxnSp>
          <p:nvCxnSpPr>
            <p:cNvPr id="39" name="直接连接符 38">
              <a:extLst>
                <a:ext uri="{FF2B5EF4-FFF2-40B4-BE49-F238E27FC236}">
                  <a16:creationId xmlns:a16="http://schemas.microsoft.com/office/drawing/2014/main" id="{09F4F39F-B2DB-CA9B-12B6-DB4B43D46ACC}"/>
                </a:ext>
              </a:extLst>
            </p:cNvPr>
            <p:cNvCxnSpPr>
              <a:stCxn id="38" idx="5"/>
            </p:cNvCxnSpPr>
            <p:nvPr/>
          </p:nvCxnSpPr>
          <p:spPr>
            <a:xfrm>
              <a:off x="4037734" y="1571587"/>
              <a:ext cx="504529" cy="524842"/>
            </a:xfrm>
            <a:prstGeom prst="line">
              <a:avLst/>
            </a:prstGeom>
            <a:ln w="889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40" name="图片 39">
            <a:extLst>
              <a:ext uri="{FF2B5EF4-FFF2-40B4-BE49-F238E27FC236}">
                <a16:creationId xmlns:a16="http://schemas.microsoft.com/office/drawing/2014/main" id="{F392C507-181C-A200-ECA8-75E99C705007}"/>
              </a:ext>
            </a:extLst>
          </p:cNvPr>
          <p:cNvPicPr>
            <a:picLocks noChangeAspect="1"/>
          </p:cNvPicPr>
          <p:nvPr/>
        </p:nvPicPr>
        <p:blipFill>
          <a:blip r:embed="rId7" cstate="print">
            <a:extLst>
              <a:ext uri="{28A0092B-C50C-407E-A947-70E740481C1C}">
                <a14:useLocalDpi xmlns:a14="http://schemas.microsoft.com/office/drawing/2010/main" val="0"/>
              </a:ext>
            </a:extLst>
          </a:blip>
          <a:srcRect l="10879" t="4315" r="9456" b="15718"/>
          <a:stretch>
            <a:fillRect/>
          </a:stretch>
        </p:blipFill>
        <p:spPr>
          <a:xfrm>
            <a:off x="6065880" y="3275223"/>
            <a:ext cx="546093" cy="548153"/>
          </a:xfrm>
          <a:prstGeom prst="rect">
            <a:avLst/>
          </a:prstGeom>
        </p:spPr>
      </p:pic>
      <p:pic>
        <p:nvPicPr>
          <p:cNvPr id="41" name="图片 40">
            <a:extLst>
              <a:ext uri="{FF2B5EF4-FFF2-40B4-BE49-F238E27FC236}">
                <a16:creationId xmlns:a16="http://schemas.microsoft.com/office/drawing/2014/main" id="{E34E8BBD-D009-DB90-6037-DA112896C61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561487" y="2559117"/>
            <a:ext cx="551243" cy="367495"/>
          </a:xfrm>
          <a:prstGeom prst="rect">
            <a:avLst/>
          </a:prstGeom>
        </p:spPr>
      </p:pic>
      <p:pic>
        <p:nvPicPr>
          <p:cNvPr id="42" name="图片 41">
            <a:extLst>
              <a:ext uri="{FF2B5EF4-FFF2-40B4-BE49-F238E27FC236}">
                <a16:creationId xmlns:a16="http://schemas.microsoft.com/office/drawing/2014/main" id="{175054EA-BD83-8166-288B-CAAE0B1DE2F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909853" y="1167228"/>
            <a:ext cx="243469" cy="243469"/>
          </a:xfrm>
          <a:prstGeom prst="rect">
            <a:avLst/>
          </a:prstGeom>
        </p:spPr>
      </p:pic>
      <p:grpSp>
        <p:nvGrpSpPr>
          <p:cNvPr id="43" name="组合 42">
            <a:extLst>
              <a:ext uri="{FF2B5EF4-FFF2-40B4-BE49-F238E27FC236}">
                <a16:creationId xmlns:a16="http://schemas.microsoft.com/office/drawing/2014/main" id="{DF30B9A0-4125-E496-B199-549773319346}"/>
              </a:ext>
            </a:extLst>
          </p:cNvPr>
          <p:cNvGrpSpPr/>
          <p:nvPr/>
        </p:nvGrpSpPr>
        <p:grpSpPr>
          <a:xfrm>
            <a:off x="7735895" y="1657858"/>
            <a:ext cx="306638" cy="168812"/>
            <a:chOff x="6497444" y="1769327"/>
            <a:chExt cx="2973658" cy="1799062"/>
          </a:xfrm>
        </p:grpSpPr>
        <p:sp>
          <p:nvSpPr>
            <p:cNvPr id="44" name="矩形 43">
              <a:extLst>
                <a:ext uri="{FF2B5EF4-FFF2-40B4-BE49-F238E27FC236}">
                  <a16:creationId xmlns:a16="http://schemas.microsoft.com/office/drawing/2014/main" id="{F3F2DAFD-EC97-A956-D9EF-CCEC588D8600}"/>
                </a:ext>
              </a:extLst>
            </p:cNvPr>
            <p:cNvSpPr/>
            <p:nvPr/>
          </p:nvSpPr>
          <p:spPr>
            <a:xfrm>
              <a:off x="6497444" y="1769327"/>
              <a:ext cx="2973658" cy="1799062"/>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noProof="1"/>
            </a:p>
          </p:txBody>
        </p:sp>
        <p:cxnSp>
          <p:nvCxnSpPr>
            <p:cNvPr id="45" name="直接连接符 44">
              <a:extLst>
                <a:ext uri="{FF2B5EF4-FFF2-40B4-BE49-F238E27FC236}">
                  <a16:creationId xmlns:a16="http://schemas.microsoft.com/office/drawing/2014/main" id="{2E231A6A-D460-5DA3-CCD6-035E9F5C2CC5}"/>
                </a:ext>
              </a:extLst>
            </p:cNvPr>
            <p:cNvCxnSpPr/>
            <p:nvPr/>
          </p:nvCxnSpPr>
          <p:spPr>
            <a:xfrm>
              <a:off x="6497444" y="2215376"/>
              <a:ext cx="297365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4159881C-27AF-6994-580C-1A6F210DB032}"/>
                </a:ext>
              </a:extLst>
            </p:cNvPr>
            <p:cNvCxnSpPr/>
            <p:nvPr/>
          </p:nvCxnSpPr>
          <p:spPr>
            <a:xfrm>
              <a:off x="6497444" y="2553629"/>
              <a:ext cx="297365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4672A98D-CBC5-7A99-4396-C1620799829E}"/>
                </a:ext>
              </a:extLst>
            </p:cNvPr>
            <p:cNvCxnSpPr/>
            <p:nvPr/>
          </p:nvCxnSpPr>
          <p:spPr>
            <a:xfrm>
              <a:off x="6497444" y="2891883"/>
              <a:ext cx="297365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C260E00D-72CE-3565-56D5-0A5AE4D109D8}"/>
                </a:ext>
              </a:extLst>
            </p:cNvPr>
            <p:cNvCxnSpPr/>
            <p:nvPr/>
          </p:nvCxnSpPr>
          <p:spPr>
            <a:xfrm>
              <a:off x="6497444" y="3233853"/>
              <a:ext cx="297365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BC6A3C6A-E29A-1F05-9F0C-3BF24B0C3130}"/>
                </a:ext>
              </a:extLst>
            </p:cNvPr>
            <p:cNvCxnSpPr/>
            <p:nvPr/>
          </p:nvCxnSpPr>
          <p:spPr>
            <a:xfrm>
              <a:off x="7081024" y="1769327"/>
              <a:ext cx="0" cy="17990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6162B8B9-3A85-2E28-010B-2D3FBA9894DB}"/>
                </a:ext>
              </a:extLst>
            </p:cNvPr>
            <p:cNvCxnSpPr/>
            <p:nvPr/>
          </p:nvCxnSpPr>
          <p:spPr>
            <a:xfrm>
              <a:off x="7642302" y="1769327"/>
              <a:ext cx="0" cy="17990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C0A6CD5D-D7C7-90A4-8EFF-1ACACD0A2D65}"/>
                </a:ext>
              </a:extLst>
            </p:cNvPr>
            <p:cNvCxnSpPr/>
            <p:nvPr/>
          </p:nvCxnSpPr>
          <p:spPr>
            <a:xfrm>
              <a:off x="8222161" y="1769327"/>
              <a:ext cx="0" cy="17990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1455223A-E940-1885-FB0F-219B24374719}"/>
                </a:ext>
              </a:extLst>
            </p:cNvPr>
            <p:cNvCxnSpPr/>
            <p:nvPr/>
          </p:nvCxnSpPr>
          <p:spPr>
            <a:xfrm>
              <a:off x="8839200" y="1769327"/>
              <a:ext cx="0" cy="17990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5" name="组合 54">
            <a:extLst>
              <a:ext uri="{FF2B5EF4-FFF2-40B4-BE49-F238E27FC236}">
                <a16:creationId xmlns:a16="http://schemas.microsoft.com/office/drawing/2014/main" id="{F6936997-B44C-C5D2-0BD9-5D8324E754A8}"/>
              </a:ext>
            </a:extLst>
          </p:cNvPr>
          <p:cNvGrpSpPr/>
          <p:nvPr/>
        </p:nvGrpSpPr>
        <p:grpSpPr>
          <a:xfrm>
            <a:off x="6498738" y="2447949"/>
            <a:ext cx="326334" cy="348664"/>
            <a:chOff x="6949740" y="2987120"/>
            <a:chExt cx="803935" cy="858946"/>
          </a:xfrm>
        </p:grpSpPr>
        <p:sp>
          <p:nvSpPr>
            <p:cNvPr id="56" name="波形 55">
              <a:extLst>
                <a:ext uri="{FF2B5EF4-FFF2-40B4-BE49-F238E27FC236}">
                  <a16:creationId xmlns:a16="http://schemas.microsoft.com/office/drawing/2014/main" id="{451F2022-5136-065A-F78C-D15E8978EAFE}"/>
                </a:ext>
              </a:extLst>
            </p:cNvPr>
            <p:cNvSpPr/>
            <p:nvPr/>
          </p:nvSpPr>
          <p:spPr>
            <a:xfrm>
              <a:off x="6949740" y="2987120"/>
              <a:ext cx="803935" cy="858946"/>
            </a:xfrm>
            <a:prstGeom prst="wav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noProof="1"/>
            </a:p>
          </p:txBody>
        </p:sp>
        <p:cxnSp>
          <p:nvCxnSpPr>
            <p:cNvPr id="57" name="直接连接符 56">
              <a:extLst>
                <a:ext uri="{FF2B5EF4-FFF2-40B4-BE49-F238E27FC236}">
                  <a16:creationId xmlns:a16="http://schemas.microsoft.com/office/drawing/2014/main" id="{64524CC3-B65A-327D-8928-357FD1D4D84C}"/>
                </a:ext>
              </a:extLst>
            </p:cNvPr>
            <p:cNvCxnSpPr/>
            <p:nvPr/>
          </p:nvCxnSpPr>
          <p:spPr>
            <a:xfrm>
              <a:off x="7128221" y="3114395"/>
              <a:ext cx="446969" cy="2184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E25306A2-9624-7716-C3E5-083DA0A9C0B4}"/>
                </a:ext>
              </a:extLst>
            </p:cNvPr>
            <p:cNvCxnSpPr/>
            <p:nvPr/>
          </p:nvCxnSpPr>
          <p:spPr>
            <a:xfrm>
              <a:off x="7128221" y="3285236"/>
              <a:ext cx="446969" cy="2184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D26C1011-58F8-0526-A2F1-2C84B32E8876}"/>
                </a:ext>
              </a:extLst>
            </p:cNvPr>
            <p:cNvCxnSpPr/>
            <p:nvPr/>
          </p:nvCxnSpPr>
          <p:spPr>
            <a:xfrm>
              <a:off x="7128221" y="3428999"/>
              <a:ext cx="446969" cy="2184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60" name="图片 59">
            <a:extLst>
              <a:ext uri="{FF2B5EF4-FFF2-40B4-BE49-F238E27FC236}">
                <a16:creationId xmlns:a16="http://schemas.microsoft.com/office/drawing/2014/main" id="{3B7F86D4-D3CE-68F3-DE6E-0716D15362B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958296" y="1483998"/>
            <a:ext cx="431089" cy="431089"/>
          </a:xfrm>
          <a:prstGeom prst="rect">
            <a:avLst/>
          </a:prstGeom>
        </p:spPr>
      </p:pic>
      <p:sp>
        <p:nvSpPr>
          <p:cNvPr id="61" name="文本框 60">
            <a:extLst>
              <a:ext uri="{FF2B5EF4-FFF2-40B4-BE49-F238E27FC236}">
                <a16:creationId xmlns:a16="http://schemas.microsoft.com/office/drawing/2014/main" id="{00F3EDFC-FCCC-0C1F-9DE9-83C50E0E047D}"/>
              </a:ext>
            </a:extLst>
          </p:cNvPr>
          <p:cNvSpPr txBox="1"/>
          <p:nvPr/>
        </p:nvSpPr>
        <p:spPr>
          <a:xfrm>
            <a:off x="4674830" y="2085988"/>
            <a:ext cx="585417" cy="338554"/>
          </a:xfrm>
          <a:prstGeom prst="rect">
            <a:avLst/>
          </a:prstGeom>
          <a:noFill/>
          <a:scene3d>
            <a:camera prst="isometricLeftDown"/>
            <a:lightRig rig="threePt" dir="t"/>
          </a:scene3d>
        </p:spPr>
        <p:txBody>
          <a:bodyPr wrap="none" rtlCol="0">
            <a:spAutoFit/>
          </a:bodyPr>
          <a:lstStyle/>
          <a:p>
            <a:r>
              <a:rPr lang="en-US" altLang="zh-CN" sz="1600" dirty="0">
                <a:solidFill>
                  <a:srgbClr val="FF0000"/>
                </a:solidFill>
                <a:latin typeface="HarmonyOS Sans SC Medium" panose="00000600000000000000" pitchFamily="2" charset="-122"/>
                <a:ea typeface="HarmonyOS Sans SC Medium" panose="00000600000000000000" pitchFamily="2" charset="-122"/>
              </a:rPr>
              <a:t>.env</a:t>
            </a:r>
            <a:endParaRPr lang="zh-CN" altLang="en-US" sz="1600" dirty="0">
              <a:solidFill>
                <a:srgbClr val="FF0000"/>
              </a:solidFill>
              <a:latin typeface="HarmonyOS Sans SC Medium" panose="00000600000000000000" pitchFamily="2" charset="-122"/>
              <a:ea typeface="HarmonyOS Sans SC Medium" panose="00000600000000000000" pitchFamily="2" charset="-122"/>
            </a:endParaRPr>
          </a:p>
        </p:txBody>
      </p:sp>
      <p:sp>
        <p:nvSpPr>
          <p:cNvPr id="62" name="文本框 61">
            <a:extLst>
              <a:ext uri="{FF2B5EF4-FFF2-40B4-BE49-F238E27FC236}">
                <a16:creationId xmlns:a16="http://schemas.microsoft.com/office/drawing/2014/main" id="{32816324-AEA1-E40B-2103-493ED062B127}"/>
              </a:ext>
            </a:extLst>
          </p:cNvPr>
          <p:cNvSpPr txBox="1"/>
          <p:nvPr/>
        </p:nvSpPr>
        <p:spPr>
          <a:xfrm>
            <a:off x="4151771" y="4126462"/>
            <a:ext cx="901016" cy="338554"/>
          </a:xfrm>
          <a:prstGeom prst="rect">
            <a:avLst/>
          </a:prstGeom>
          <a:noFill/>
          <a:scene3d>
            <a:camera prst="isometricLeftDown"/>
            <a:lightRig rig="threePt" dir="t"/>
          </a:scene3d>
        </p:spPr>
        <p:txBody>
          <a:bodyPr wrap="none" rtlCol="0">
            <a:spAutoFit/>
          </a:bodyPr>
          <a:lstStyle/>
          <a:p>
            <a:r>
              <a:rPr lang="en-US" altLang="zh-CN" sz="1600" dirty="0" err="1">
                <a:solidFill>
                  <a:srgbClr val="FF0000"/>
                </a:solidFill>
                <a:latin typeface="HarmonyOS Sans SC Medium" panose="00000600000000000000" pitchFamily="2" charset="-122"/>
                <a:ea typeface="HarmonyOS Sans SC Medium" panose="00000600000000000000" pitchFamily="2" charset="-122"/>
              </a:rPr>
              <a:t>FastAPI</a:t>
            </a:r>
            <a:endParaRPr lang="zh-CN" altLang="en-US" sz="1600" dirty="0">
              <a:solidFill>
                <a:srgbClr val="FF0000"/>
              </a:solidFill>
              <a:latin typeface="HarmonyOS Sans SC Medium" panose="00000600000000000000" pitchFamily="2" charset="-122"/>
              <a:ea typeface="HarmonyOS Sans SC Medium" panose="00000600000000000000" pitchFamily="2" charset="-122"/>
            </a:endParaRPr>
          </a:p>
        </p:txBody>
      </p:sp>
      <p:sp>
        <p:nvSpPr>
          <p:cNvPr id="63" name="文本框 62">
            <a:extLst>
              <a:ext uri="{FF2B5EF4-FFF2-40B4-BE49-F238E27FC236}">
                <a16:creationId xmlns:a16="http://schemas.microsoft.com/office/drawing/2014/main" id="{96544813-486F-56AE-1C9A-F7E08E2FA635}"/>
              </a:ext>
            </a:extLst>
          </p:cNvPr>
          <p:cNvSpPr txBox="1"/>
          <p:nvPr/>
        </p:nvSpPr>
        <p:spPr>
          <a:xfrm>
            <a:off x="5443689" y="2900177"/>
            <a:ext cx="2059153" cy="307777"/>
          </a:xfrm>
          <a:prstGeom prst="rect">
            <a:avLst/>
          </a:prstGeom>
          <a:noFill/>
          <a:scene3d>
            <a:camera prst="isometricLeftDown"/>
            <a:lightRig rig="threePt" dir="t"/>
          </a:scene3d>
        </p:spPr>
        <p:txBody>
          <a:bodyPr wrap="none" rtlCol="0">
            <a:spAutoFit/>
          </a:bodyPr>
          <a:lstStyle/>
          <a:p>
            <a:r>
              <a:rPr lang="en-US" altLang="zh-CN" sz="1400" dirty="0">
                <a:solidFill>
                  <a:srgbClr val="FF0000"/>
                </a:solidFill>
                <a:latin typeface="HarmonyOS Sans SC Medium" panose="00000600000000000000" pitchFamily="2" charset="-122"/>
                <a:ea typeface="HarmonyOS Sans SC Medium" panose="00000600000000000000" pitchFamily="2" charset="-122"/>
              </a:rPr>
              <a:t>Sentence Transformer</a:t>
            </a:r>
            <a:endParaRPr lang="zh-CN" altLang="en-US" sz="1400" dirty="0">
              <a:solidFill>
                <a:srgbClr val="FF0000"/>
              </a:solidFill>
              <a:latin typeface="HarmonyOS Sans SC Medium" panose="00000600000000000000" pitchFamily="2" charset="-122"/>
              <a:ea typeface="HarmonyOS Sans SC Medium" panose="00000600000000000000" pitchFamily="2" charset="-122"/>
            </a:endParaRPr>
          </a:p>
        </p:txBody>
      </p:sp>
      <p:sp>
        <p:nvSpPr>
          <p:cNvPr id="64" name="文本框 63">
            <a:extLst>
              <a:ext uri="{FF2B5EF4-FFF2-40B4-BE49-F238E27FC236}">
                <a16:creationId xmlns:a16="http://schemas.microsoft.com/office/drawing/2014/main" id="{271B4B92-B22B-0770-FCB4-C6131FBDE3EB}"/>
              </a:ext>
            </a:extLst>
          </p:cNvPr>
          <p:cNvSpPr txBox="1"/>
          <p:nvPr/>
        </p:nvSpPr>
        <p:spPr>
          <a:xfrm>
            <a:off x="2944675" y="2819299"/>
            <a:ext cx="1980029" cy="400110"/>
          </a:xfrm>
          <a:prstGeom prst="rect">
            <a:avLst/>
          </a:prstGeom>
          <a:noFill/>
          <a:scene3d>
            <a:camera prst="isometricTopUp"/>
            <a:lightRig rig="threePt" dir="t"/>
          </a:scene3d>
        </p:spPr>
        <p:txBody>
          <a:bodyPr wrap="none" rtlCol="0">
            <a:spAutoFit/>
          </a:bodyPr>
          <a:lstStyle/>
          <a:p>
            <a:r>
              <a:rPr lang="zh-CN" altLang="en-US" sz="2000" b="1" dirty="0">
                <a:solidFill>
                  <a:srgbClr val="3749CC"/>
                </a:solidFill>
                <a:latin typeface="HarmonyOS Sans SC Black" panose="00000A00000000000000" pitchFamily="2" charset="-122"/>
                <a:ea typeface="HarmonyOS Sans SC Black" panose="00000A00000000000000" pitchFamily="2" charset="-122"/>
              </a:rPr>
              <a:t>后端模型及组件</a:t>
            </a:r>
          </a:p>
        </p:txBody>
      </p:sp>
      <p:sp>
        <p:nvSpPr>
          <p:cNvPr id="65" name="文本框 64">
            <a:extLst>
              <a:ext uri="{FF2B5EF4-FFF2-40B4-BE49-F238E27FC236}">
                <a16:creationId xmlns:a16="http://schemas.microsoft.com/office/drawing/2014/main" id="{AE7AF617-3414-F162-BDFB-B52517E46795}"/>
              </a:ext>
            </a:extLst>
          </p:cNvPr>
          <p:cNvSpPr txBox="1"/>
          <p:nvPr/>
        </p:nvSpPr>
        <p:spPr>
          <a:xfrm>
            <a:off x="8056770" y="2711562"/>
            <a:ext cx="800219" cy="338554"/>
          </a:xfrm>
          <a:prstGeom prst="rect">
            <a:avLst/>
          </a:prstGeom>
          <a:noFill/>
          <a:scene3d>
            <a:camera prst="isometricLeftDown"/>
            <a:lightRig rig="threePt" dir="t"/>
          </a:scene3d>
        </p:spPr>
        <p:txBody>
          <a:bodyPr wrap="none" rtlCol="0">
            <a:spAutoFit/>
          </a:bodyPr>
          <a:lstStyle/>
          <a:p>
            <a:r>
              <a:rPr lang="zh-CN" altLang="en-US" sz="1600" b="1" dirty="0">
                <a:solidFill>
                  <a:srgbClr val="3749CC"/>
                </a:solidFill>
                <a:latin typeface="HarmonyOS Sans SC Medium" panose="00000600000000000000" pitchFamily="2" charset="-122"/>
                <a:ea typeface="HarmonyOS Sans SC Medium" panose="00000600000000000000" pitchFamily="2" charset="-122"/>
              </a:rPr>
              <a:t>数据库</a:t>
            </a:r>
          </a:p>
        </p:txBody>
      </p:sp>
      <p:sp>
        <p:nvSpPr>
          <p:cNvPr id="66" name="文本框 65">
            <a:extLst>
              <a:ext uri="{FF2B5EF4-FFF2-40B4-BE49-F238E27FC236}">
                <a16:creationId xmlns:a16="http://schemas.microsoft.com/office/drawing/2014/main" id="{5F0A1022-6395-2CA4-AE7B-81F1F19CC103}"/>
              </a:ext>
            </a:extLst>
          </p:cNvPr>
          <p:cNvSpPr txBox="1"/>
          <p:nvPr/>
        </p:nvSpPr>
        <p:spPr>
          <a:xfrm>
            <a:off x="9118897" y="3042413"/>
            <a:ext cx="885179" cy="338554"/>
          </a:xfrm>
          <a:prstGeom prst="rect">
            <a:avLst/>
          </a:prstGeom>
          <a:noFill/>
          <a:scene3d>
            <a:camera prst="isometricLeftDown"/>
            <a:lightRig rig="threePt" dir="t"/>
          </a:scene3d>
        </p:spPr>
        <p:txBody>
          <a:bodyPr wrap="none" rtlCol="0">
            <a:spAutoFit/>
          </a:bodyPr>
          <a:lstStyle/>
          <a:p>
            <a:r>
              <a:rPr lang="en-US" altLang="zh-CN" sz="1600" dirty="0">
                <a:solidFill>
                  <a:srgbClr val="FF0000"/>
                </a:solidFill>
                <a:latin typeface="HarmonyOS Sans SC Medium" panose="00000600000000000000" pitchFamily="2" charset="-122"/>
                <a:ea typeface="HarmonyOS Sans SC Medium" panose="00000600000000000000" pitchFamily="2" charset="-122"/>
              </a:rPr>
              <a:t>MySQL</a:t>
            </a:r>
            <a:endParaRPr lang="zh-CN" altLang="en-US" sz="1600" dirty="0">
              <a:solidFill>
                <a:srgbClr val="FF0000"/>
              </a:solidFill>
              <a:latin typeface="HarmonyOS Sans SC Medium" panose="00000600000000000000" pitchFamily="2" charset="-122"/>
              <a:ea typeface="HarmonyOS Sans SC Medium" panose="00000600000000000000" pitchFamily="2" charset="-122"/>
            </a:endParaRPr>
          </a:p>
        </p:txBody>
      </p:sp>
    </p:spTree>
    <p:extLst>
      <p:ext uri="{BB962C8B-B14F-4D97-AF65-F5344CB8AC3E}">
        <p14:creationId xmlns:p14="http://schemas.microsoft.com/office/powerpoint/2010/main" val="901992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135BD0C-A493-2119-2FD2-685593140C58}"/>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9B12EED2-9BE7-8530-DB01-46BE318CC051}"/>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E6721784-2DED-0F07-19D4-0D39BA1F193D}"/>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102FE672-4750-8D3B-1998-9AA7E7B92E0B}"/>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E4BC3F09-EF18-B8BB-F75C-D765196CA52A}"/>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226EC231-3CF1-69CE-405B-517D6D13B737}"/>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28" name="文本框 27">
              <a:extLst>
                <a:ext uri="{FF2B5EF4-FFF2-40B4-BE49-F238E27FC236}">
                  <a16:creationId xmlns:a16="http://schemas.microsoft.com/office/drawing/2014/main" id="{AE68D6D1-69AF-7228-DD82-C8F51D75E52A}"/>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29" name="文本框 28">
              <a:extLst>
                <a:ext uri="{FF2B5EF4-FFF2-40B4-BE49-F238E27FC236}">
                  <a16:creationId xmlns:a16="http://schemas.microsoft.com/office/drawing/2014/main" id="{E19E1297-2126-7C93-C375-EE479DB7E389}"/>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30"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CAE7FA63-6B55-F59A-7ACD-FF9B2C997326}"/>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31" name="文本框 30">
              <a:extLst>
                <a:ext uri="{FF2B5EF4-FFF2-40B4-BE49-F238E27FC236}">
                  <a16:creationId xmlns:a16="http://schemas.microsoft.com/office/drawing/2014/main" id="{95AE33EA-8DD1-57F4-87C6-016F0A7A3491}"/>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32" name="文本框 31">
              <a:extLst>
                <a:ext uri="{FF2B5EF4-FFF2-40B4-BE49-F238E27FC236}">
                  <a16:creationId xmlns:a16="http://schemas.microsoft.com/office/drawing/2014/main" id="{A43D0341-4476-6B73-534F-D1E718C58712}"/>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grpSp>
        <p:nvGrpSpPr>
          <p:cNvPr id="124" name="组合 123">
            <a:extLst>
              <a:ext uri="{FF2B5EF4-FFF2-40B4-BE49-F238E27FC236}">
                <a16:creationId xmlns:a16="http://schemas.microsoft.com/office/drawing/2014/main" id="{E49A15EE-E5A2-E23C-A223-5367B788FFBD}"/>
              </a:ext>
            </a:extLst>
          </p:cNvPr>
          <p:cNvGrpSpPr/>
          <p:nvPr/>
        </p:nvGrpSpPr>
        <p:grpSpPr>
          <a:xfrm>
            <a:off x="3367145" y="2559650"/>
            <a:ext cx="3635819" cy="1502462"/>
            <a:chOff x="5300563" y="4016899"/>
            <a:chExt cx="3635819" cy="2262049"/>
          </a:xfrm>
          <a:scene3d>
            <a:camera prst="isometricBottomDown"/>
            <a:lightRig rig="threePt" dir="t"/>
          </a:scene3d>
        </p:grpSpPr>
        <p:cxnSp>
          <p:nvCxnSpPr>
            <p:cNvPr id="118" name="直接连接符 117">
              <a:extLst>
                <a:ext uri="{FF2B5EF4-FFF2-40B4-BE49-F238E27FC236}">
                  <a16:creationId xmlns:a16="http://schemas.microsoft.com/office/drawing/2014/main" id="{406E6573-2585-BEE4-B8C7-6E0155739D99}"/>
                </a:ext>
              </a:extLst>
            </p:cNvPr>
            <p:cNvCxnSpPr>
              <a:cxnSpLocks/>
            </p:cNvCxnSpPr>
            <p:nvPr/>
          </p:nvCxnSpPr>
          <p:spPr>
            <a:xfrm>
              <a:off x="5300563" y="5151310"/>
              <a:ext cx="3635819" cy="0"/>
            </a:xfrm>
            <a:prstGeom prst="line">
              <a:avLst/>
            </a:prstGeom>
            <a:ln w="12700">
              <a:solidFill>
                <a:srgbClr val="3749CC"/>
              </a:solidFill>
              <a:headEnd w="lg" len="lg"/>
              <a:tailEnd type="none" w="lg" len="lg"/>
            </a:ln>
          </p:spPr>
          <p:style>
            <a:lnRef idx="1">
              <a:schemeClr val="accent1"/>
            </a:lnRef>
            <a:fillRef idx="0">
              <a:schemeClr val="accent1"/>
            </a:fillRef>
            <a:effectRef idx="0">
              <a:schemeClr val="accent1"/>
            </a:effectRef>
            <a:fontRef idx="minor">
              <a:schemeClr val="tx1"/>
            </a:fontRef>
          </p:style>
        </p:cxnSp>
        <p:grpSp>
          <p:nvGrpSpPr>
            <p:cNvPr id="123" name="组合 122">
              <a:extLst>
                <a:ext uri="{FF2B5EF4-FFF2-40B4-BE49-F238E27FC236}">
                  <a16:creationId xmlns:a16="http://schemas.microsoft.com/office/drawing/2014/main" id="{5EF00737-C151-39D9-3BAF-DBFBC05CC260}"/>
                </a:ext>
              </a:extLst>
            </p:cNvPr>
            <p:cNvGrpSpPr/>
            <p:nvPr/>
          </p:nvGrpSpPr>
          <p:grpSpPr>
            <a:xfrm>
              <a:off x="5307336" y="4016899"/>
              <a:ext cx="3629046" cy="2262049"/>
              <a:chOff x="5307336" y="4016899"/>
              <a:chExt cx="3629046" cy="2262049"/>
            </a:xfrm>
          </p:grpSpPr>
          <p:cxnSp>
            <p:nvCxnSpPr>
              <p:cNvPr id="115" name="直接箭头连接符 114">
                <a:extLst>
                  <a:ext uri="{FF2B5EF4-FFF2-40B4-BE49-F238E27FC236}">
                    <a16:creationId xmlns:a16="http://schemas.microsoft.com/office/drawing/2014/main" id="{78B5371D-114E-07C9-24C5-FFEDE08484BB}"/>
                  </a:ext>
                </a:extLst>
              </p:cNvPr>
              <p:cNvCxnSpPr>
                <a:cxnSpLocks/>
              </p:cNvCxnSpPr>
              <p:nvPr/>
            </p:nvCxnSpPr>
            <p:spPr>
              <a:xfrm flipV="1">
                <a:off x="7134729" y="5144537"/>
                <a:ext cx="0" cy="1134411"/>
              </a:xfrm>
              <a:prstGeom prst="straightConnector1">
                <a:avLst/>
              </a:prstGeom>
              <a:ln w="12700">
                <a:solidFill>
                  <a:srgbClr val="3749CC"/>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20" name="直接箭头连接符 119">
                <a:extLst>
                  <a:ext uri="{FF2B5EF4-FFF2-40B4-BE49-F238E27FC236}">
                    <a16:creationId xmlns:a16="http://schemas.microsoft.com/office/drawing/2014/main" id="{ADED1B1F-6B54-625A-6B74-E1A0C91FE27E}"/>
                  </a:ext>
                </a:extLst>
              </p:cNvPr>
              <p:cNvCxnSpPr>
                <a:cxnSpLocks/>
              </p:cNvCxnSpPr>
              <p:nvPr/>
            </p:nvCxnSpPr>
            <p:spPr>
              <a:xfrm flipV="1">
                <a:off x="5307336" y="4016899"/>
                <a:ext cx="0" cy="1134411"/>
              </a:xfrm>
              <a:prstGeom prst="straightConnector1">
                <a:avLst/>
              </a:prstGeom>
              <a:ln w="12700">
                <a:solidFill>
                  <a:srgbClr val="3749CC"/>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21" name="直接箭头连接符 120">
                <a:extLst>
                  <a:ext uri="{FF2B5EF4-FFF2-40B4-BE49-F238E27FC236}">
                    <a16:creationId xmlns:a16="http://schemas.microsoft.com/office/drawing/2014/main" id="{7C71915D-2D62-CABF-E708-CA8D449EFC8A}"/>
                  </a:ext>
                </a:extLst>
              </p:cNvPr>
              <p:cNvCxnSpPr>
                <a:cxnSpLocks/>
              </p:cNvCxnSpPr>
              <p:nvPr/>
            </p:nvCxnSpPr>
            <p:spPr>
              <a:xfrm flipV="1">
                <a:off x="6476623" y="4016899"/>
                <a:ext cx="0" cy="1134411"/>
              </a:xfrm>
              <a:prstGeom prst="straightConnector1">
                <a:avLst/>
              </a:prstGeom>
              <a:ln w="12700">
                <a:solidFill>
                  <a:srgbClr val="3749CC"/>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22" name="直接箭头连接符 121">
                <a:extLst>
                  <a:ext uri="{FF2B5EF4-FFF2-40B4-BE49-F238E27FC236}">
                    <a16:creationId xmlns:a16="http://schemas.microsoft.com/office/drawing/2014/main" id="{2CBF5AB2-82BE-8470-4D34-05D5619A9AC9}"/>
                  </a:ext>
                </a:extLst>
              </p:cNvPr>
              <p:cNvCxnSpPr>
                <a:cxnSpLocks/>
              </p:cNvCxnSpPr>
              <p:nvPr/>
            </p:nvCxnSpPr>
            <p:spPr>
              <a:xfrm flipV="1">
                <a:off x="8936382" y="4016899"/>
                <a:ext cx="0" cy="1134411"/>
              </a:xfrm>
              <a:prstGeom prst="straightConnector1">
                <a:avLst/>
              </a:prstGeom>
              <a:ln w="12700">
                <a:solidFill>
                  <a:srgbClr val="3749CC"/>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grpSp>
        <p:nvGrpSpPr>
          <p:cNvPr id="7" name="组合 6">
            <a:extLst>
              <a:ext uri="{FF2B5EF4-FFF2-40B4-BE49-F238E27FC236}">
                <a16:creationId xmlns:a16="http://schemas.microsoft.com/office/drawing/2014/main" id="{05A47BA7-85E7-7374-9FA9-950CCDAC9498}"/>
              </a:ext>
            </a:extLst>
          </p:cNvPr>
          <p:cNvGrpSpPr/>
          <p:nvPr/>
        </p:nvGrpSpPr>
        <p:grpSpPr>
          <a:xfrm>
            <a:off x="1810645" y="2584984"/>
            <a:ext cx="4652222" cy="2749851"/>
            <a:chOff x="5853218" y="700329"/>
            <a:chExt cx="5749502" cy="3398435"/>
          </a:xfrm>
        </p:grpSpPr>
        <p:sp>
          <p:nvSpPr>
            <p:cNvPr id="8" name="Freeform 5">
              <a:extLst>
                <a:ext uri="{FF2B5EF4-FFF2-40B4-BE49-F238E27FC236}">
                  <a16:creationId xmlns:a16="http://schemas.microsoft.com/office/drawing/2014/main" id="{69AEC795-1533-90AC-AED8-5C860286594A}"/>
                </a:ext>
              </a:extLst>
            </p:cNvPr>
            <p:cNvSpPr>
              <a:spLocks/>
            </p:cNvSpPr>
            <p:nvPr/>
          </p:nvSpPr>
          <p:spPr bwMode="auto">
            <a:xfrm>
              <a:off x="5862866" y="1350800"/>
              <a:ext cx="5730208" cy="2747964"/>
            </a:xfrm>
            <a:custGeom>
              <a:avLst/>
              <a:gdLst>
                <a:gd name="T0" fmla="*/ 2957 w 2971"/>
                <a:gd name="T1" fmla="*/ 1069 h 1424"/>
                <a:gd name="T2" fmla="*/ 2430 w 2971"/>
                <a:gd name="T3" fmla="*/ 1375 h 1424"/>
                <a:gd name="T4" fmla="*/ 2360 w 2971"/>
                <a:gd name="T5" fmla="*/ 1375 h 1424"/>
                <a:gd name="T6" fmla="*/ 14 w 2971"/>
                <a:gd name="T7" fmla="*/ 21 h 1424"/>
                <a:gd name="T8" fmla="*/ 0 w 2971"/>
                <a:gd name="T9" fmla="*/ 0 h 1424"/>
                <a:gd name="T10" fmla="*/ 0 w 2971"/>
                <a:gd name="T11" fmla="*/ 38 h 1424"/>
                <a:gd name="T12" fmla="*/ 14 w 2971"/>
                <a:gd name="T13" fmla="*/ 59 h 1424"/>
                <a:gd name="T14" fmla="*/ 2360 w 2971"/>
                <a:gd name="T15" fmla="*/ 1413 h 1424"/>
                <a:gd name="T16" fmla="*/ 2430 w 2971"/>
                <a:gd name="T17" fmla="*/ 1413 h 1424"/>
                <a:gd name="T18" fmla="*/ 2956 w 2971"/>
                <a:gd name="T19" fmla="*/ 1107 h 1424"/>
                <a:gd name="T20" fmla="*/ 2971 w 2971"/>
                <a:gd name="T21" fmla="*/ 1087 h 1424"/>
                <a:gd name="T22" fmla="*/ 2971 w 2971"/>
                <a:gd name="T23" fmla="*/ 1049 h 1424"/>
                <a:gd name="T24" fmla="*/ 2957 w 2971"/>
                <a:gd name="T25" fmla="*/ 1069 h 1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71" h="1424">
                  <a:moveTo>
                    <a:pt x="2957" y="1069"/>
                  </a:moveTo>
                  <a:cubicBezTo>
                    <a:pt x="2430" y="1375"/>
                    <a:pt x="2430" y="1375"/>
                    <a:pt x="2430" y="1375"/>
                  </a:cubicBezTo>
                  <a:cubicBezTo>
                    <a:pt x="2411" y="1386"/>
                    <a:pt x="2379" y="1386"/>
                    <a:pt x="2360" y="1375"/>
                  </a:cubicBezTo>
                  <a:cubicBezTo>
                    <a:pt x="14" y="21"/>
                    <a:pt x="14" y="21"/>
                    <a:pt x="14" y="21"/>
                  </a:cubicBezTo>
                  <a:cubicBezTo>
                    <a:pt x="5" y="15"/>
                    <a:pt x="0" y="7"/>
                    <a:pt x="0" y="0"/>
                  </a:cubicBezTo>
                  <a:cubicBezTo>
                    <a:pt x="0" y="38"/>
                    <a:pt x="0" y="38"/>
                    <a:pt x="0" y="38"/>
                  </a:cubicBezTo>
                  <a:cubicBezTo>
                    <a:pt x="0" y="46"/>
                    <a:pt x="4" y="53"/>
                    <a:pt x="14" y="59"/>
                  </a:cubicBezTo>
                  <a:cubicBezTo>
                    <a:pt x="2360" y="1413"/>
                    <a:pt x="2360" y="1413"/>
                    <a:pt x="2360" y="1413"/>
                  </a:cubicBezTo>
                  <a:cubicBezTo>
                    <a:pt x="2379" y="1424"/>
                    <a:pt x="2411" y="1424"/>
                    <a:pt x="2430" y="1413"/>
                  </a:cubicBezTo>
                  <a:cubicBezTo>
                    <a:pt x="2956" y="1107"/>
                    <a:pt x="2956" y="1107"/>
                    <a:pt x="2956" y="1107"/>
                  </a:cubicBezTo>
                  <a:cubicBezTo>
                    <a:pt x="2966" y="1101"/>
                    <a:pt x="2971" y="1094"/>
                    <a:pt x="2971" y="1087"/>
                  </a:cubicBezTo>
                  <a:cubicBezTo>
                    <a:pt x="2971" y="1049"/>
                    <a:pt x="2971" y="1049"/>
                    <a:pt x="2971" y="1049"/>
                  </a:cubicBezTo>
                  <a:cubicBezTo>
                    <a:pt x="2971" y="1056"/>
                    <a:pt x="2966" y="1063"/>
                    <a:pt x="2957" y="1069"/>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 name="Freeform 6">
              <a:extLst>
                <a:ext uri="{FF2B5EF4-FFF2-40B4-BE49-F238E27FC236}">
                  <a16:creationId xmlns:a16="http://schemas.microsoft.com/office/drawing/2014/main" id="{CB6A5880-FC76-E782-4125-98F16D6D9CE9}"/>
                </a:ext>
              </a:extLst>
            </p:cNvPr>
            <p:cNvSpPr>
              <a:spLocks/>
            </p:cNvSpPr>
            <p:nvPr/>
          </p:nvSpPr>
          <p:spPr bwMode="auto">
            <a:xfrm>
              <a:off x="5853218" y="700329"/>
              <a:ext cx="5749502" cy="3325395"/>
            </a:xfrm>
            <a:custGeom>
              <a:avLst/>
              <a:gdLst>
                <a:gd name="T0" fmla="*/ 2961 w 2981"/>
                <a:gd name="T1" fmla="*/ 1365 h 1723"/>
                <a:gd name="T2" fmla="*/ 2962 w 2981"/>
                <a:gd name="T3" fmla="*/ 1406 h 1723"/>
                <a:gd name="T4" fmla="*/ 2435 w 2981"/>
                <a:gd name="T5" fmla="*/ 1712 h 1723"/>
                <a:gd name="T6" fmla="*/ 2365 w 2981"/>
                <a:gd name="T7" fmla="*/ 1712 h 1723"/>
                <a:gd name="T8" fmla="*/ 19 w 2981"/>
                <a:gd name="T9" fmla="*/ 358 h 1723"/>
                <a:gd name="T10" fmla="*/ 19 w 2981"/>
                <a:gd name="T11" fmla="*/ 317 h 1723"/>
                <a:gd name="T12" fmla="*/ 546 w 2981"/>
                <a:gd name="T13" fmla="*/ 11 h 1723"/>
                <a:gd name="T14" fmla="*/ 616 w 2981"/>
                <a:gd name="T15" fmla="*/ 11 h 1723"/>
                <a:gd name="T16" fmla="*/ 2961 w 2981"/>
                <a:gd name="T17" fmla="*/ 1365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81" h="1723">
                  <a:moveTo>
                    <a:pt x="2961" y="1365"/>
                  </a:moveTo>
                  <a:cubicBezTo>
                    <a:pt x="2981" y="1376"/>
                    <a:pt x="2981" y="1395"/>
                    <a:pt x="2962" y="1406"/>
                  </a:cubicBezTo>
                  <a:cubicBezTo>
                    <a:pt x="2435" y="1712"/>
                    <a:pt x="2435" y="1712"/>
                    <a:pt x="2435" y="1712"/>
                  </a:cubicBezTo>
                  <a:cubicBezTo>
                    <a:pt x="2416" y="1723"/>
                    <a:pt x="2384" y="1723"/>
                    <a:pt x="2365" y="1712"/>
                  </a:cubicBezTo>
                  <a:cubicBezTo>
                    <a:pt x="19" y="358"/>
                    <a:pt x="19" y="358"/>
                    <a:pt x="19" y="358"/>
                  </a:cubicBezTo>
                  <a:cubicBezTo>
                    <a:pt x="0" y="346"/>
                    <a:pt x="0" y="328"/>
                    <a:pt x="19" y="317"/>
                  </a:cubicBezTo>
                  <a:cubicBezTo>
                    <a:pt x="546" y="11"/>
                    <a:pt x="546" y="11"/>
                    <a:pt x="546" y="11"/>
                  </a:cubicBezTo>
                  <a:cubicBezTo>
                    <a:pt x="565" y="0"/>
                    <a:pt x="596" y="0"/>
                    <a:pt x="616" y="11"/>
                  </a:cubicBezTo>
                  <a:lnTo>
                    <a:pt x="2961" y="1365"/>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3" name="组合 12">
            <a:extLst>
              <a:ext uri="{FF2B5EF4-FFF2-40B4-BE49-F238E27FC236}">
                <a16:creationId xmlns:a16="http://schemas.microsoft.com/office/drawing/2014/main" id="{E019C44B-F419-D629-24D7-EF8B41BCC11D}"/>
              </a:ext>
            </a:extLst>
          </p:cNvPr>
          <p:cNvGrpSpPr/>
          <p:nvPr/>
        </p:nvGrpSpPr>
        <p:grpSpPr>
          <a:xfrm>
            <a:off x="484449" y="4911712"/>
            <a:ext cx="1475890" cy="949453"/>
            <a:chOff x="2439777" y="3907079"/>
            <a:chExt cx="3080490" cy="1981706"/>
          </a:xfrm>
        </p:grpSpPr>
        <p:sp>
          <p:nvSpPr>
            <p:cNvPr id="11" name="Freeform 5">
              <a:extLst>
                <a:ext uri="{FF2B5EF4-FFF2-40B4-BE49-F238E27FC236}">
                  <a16:creationId xmlns:a16="http://schemas.microsoft.com/office/drawing/2014/main" id="{A6E60068-4571-1B51-10CA-9E146E109A05}"/>
                </a:ext>
              </a:extLst>
            </p:cNvPr>
            <p:cNvSpPr>
              <a:spLocks/>
            </p:cNvSpPr>
            <p:nvPr/>
          </p:nvSpPr>
          <p:spPr bwMode="auto">
            <a:xfrm>
              <a:off x="2470252" y="4798466"/>
              <a:ext cx="3020387" cy="1090319"/>
            </a:xfrm>
            <a:custGeom>
              <a:avLst/>
              <a:gdLst>
                <a:gd name="T0" fmla="*/ 1457 w 1502"/>
                <a:gd name="T1" fmla="*/ 64 h 542"/>
                <a:gd name="T2" fmla="*/ 863 w 1502"/>
                <a:gd name="T3" fmla="*/ 409 h 542"/>
                <a:gd name="T4" fmla="*/ 644 w 1502"/>
                <a:gd name="T5" fmla="*/ 409 h 542"/>
                <a:gd name="T6" fmla="*/ 46 w 1502"/>
                <a:gd name="T7" fmla="*/ 64 h 542"/>
                <a:gd name="T8" fmla="*/ 0 w 1502"/>
                <a:gd name="T9" fmla="*/ 0 h 542"/>
                <a:gd name="T10" fmla="*/ 0 w 1502"/>
                <a:gd name="T11" fmla="*/ 98 h 542"/>
                <a:gd name="T12" fmla="*/ 46 w 1502"/>
                <a:gd name="T13" fmla="*/ 162 h 542"/>
                <a:gd name="T14" fmla="*/ 644 w 1502"/>
                <a:gd name="T15" fmla="*/ 507 h 542"/>
                <a:gd name="T16" fmla="*/ 863 w 1502"/>
                <a:gd name="T17" fmla="*/ 507 h 542"/>
                <a:gd name="T18" fmla="*/ 1457 w 1502"/>
                <a:gd name="T19" fmla="*/ 162 h 542"/>
                <a:gd name="T20" fmla="*/ 1501 w 1502"/>
                <a:gd name="T21" fmla="*/ 99 h 542"/>
                <a:gd name="T22" fmla="*/ 1502 w 1502"/>
                <a:gd name="T23" fmla="*/ 1 h 542"/>
                <a:gd name="T24" fmla="*/ 1457 w 1502"/>
                <a:gd name="T25" fmla="*/ 64 h 5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2" h="542">
                  <a:moveTo>
                    <a:pt x="1457" y="64"/>
                  </a:moveTo>
                  <a:cubicBezTo>
                    <a:pt x="863" y="409"/>
                    <a:pt x="863" y="409"/>
                    <a:pt x="863" y="409"/>
                  </a:cubicBezTo>
                  <a:cubicBezTo>
                    <a:pt x="803" y="444"/>
                    <a:pt x="705" y="444"/>
                    <a:pt x="644" y="409"/>
                  </a:cubicBezTo>
                  <a:cubicBezTo>
                    <a:pt x="46" y="64"/>
                    <a:pt x="46" y="64"/>
                    <a:pt x="46" y="64"/>
                  </a:cubicBezTo>
                  <a:cubicBezTo>
                    <a:pt x="16" y="46"/>
                    <a:pt x="0" y="23"/>
                    <a:pt x="0" y="0"/>
                  </a:cubicBezTo>
                  <a:cubicBezTo>
                    <a:pt x="0" y="98"/>
                    <a:pt x="0" y="98"/>
                    <a:pt x="0" y="98"/>
                  </a:cubicBezTo>
                  <a:cubicBezTo>
                    <a:pt x="0" y="121"/>
                    <a:pt x="15" y="144"/>
                    <a:pt x="46" y="162"/>
                  </a:cubicBezTo>
                  <a:cubicBezTo>
                    <a:pt x="644" y="507"/>
                    <a:pt x="644" y="507"/>
                    <a:pt x="644" y="507"/>
                  </a:cubicBezTo>
                  <a:cubicBezTo>
                    <a:pt x="704" y="542"/>
                    <a:pt x="802" y="542"/>
                    <a:pt x="863" y="507"/>
                  </a:cubicBezTo>
                  <a:cubicBezTo>
                    <a:pt x="1457" y="162"/>
                    <a:pt x="1457" y="162"/>
                    <a:pt x="1457" y="162"/>
                  </a:cubicBezTo>
                  <a:cubicBezTo>
                    <a:pt x="1486" y="144"/>
                    <a:pt x="1501" y="122"/>
                    <a:pt x="1501" y="99"/>
                  </a:cubicBezTo>
                  <a:cubicBezTo>
                    <a:pt x="1502" y="1"/>
                    <a:pt x="1502" y="1"/>
                    <a:pt x="1502" y="1"/>
                  </a:cubicBezTo>
                  <a:cubicBezTo>
                    <a:pt x="1502" y="24"/>
                    <a:pt x="1487" y="47"/>
                    <a:pt x="1457" y="64"/>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 name="Freeform 6">
              <a:extLst>
                <a:ext uri="{FF2B5EF4-FFF2-40B4-BE49-F238E27FC236}">
                  <a16:creationId xmlns:a16="http://schemas.microsoft.com/office/drawing/2014/main" id="{08C62170-D53F-8AD7-6DE2-CB402AF61CD9}"/>
                </a:ext>
              </a:extLst>
            </p:cNvPr>
            <p:cNvSpPr>
              <a:spLocks/>
            </p:cNvSpPr>
            <p:nvPr/>
          </p:nvSpPr>
          <p:spPr bwMode="auto">
            <a:xfrm>
              <a:off x="2439777" y="3907079"/>
              <a:ext cx="3080490" cy="1785313"/>
            </a:xfrm>
            <a:custGeom>
              <a:avLst/>
              <a:gdLst>
                <a:gd name="T0" fmla="*/ 1471 w 1532"/>
                <a:gd name="T1" fmla="*/ 380 h 887"/>
                <a:gd name="T2" fmla="*/ 1472 w 1532"/>
                <a:gd name="T3" fmla="*/ 507 h 887"/>
                <a:gd name="T4" fmla="*/ 878 w 1532"/>
                <a:gd name="T5" fmla="*/ 852 h 887"/>
                <a:gd name="T6" fmla="*/ 659 w 1532"/>
                <a:gd name="T7" fmla="*/ 852 h 887"/>
                <a:gd name="T8" fmla="*/ 61 w 1532"/>
                <a:gd name="T9" fmla="*/ 507 h 887"/>
                <a:gd name="T10" fmla="*/ 60 w 1532"/>
                <a:gd name="T11" fmla="*/ 380 h 887"/>
                <a:gd name="T12" fmla="*/ 654 w 1532"/>
                <a:gd name="T13" fmla="*/ 35 h 887"/>
                <a:gd name="T14" fmla="*/ 873 w 1532"/>
                <a:gd name="T15" fmla="*/ 35 h 887"/>
                <a:gd name="T16" fmla="*/ 1471 w 1532"/>
                <a:gd name="T17" fmla="*/ 380 h 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32" h="887">
                  <a:moveTo>
                    <a:pt x="1471" y="380"/>
                  </a:moveTo>
                  <a:cubicBezTo>
                    <a:pt x="1532" y="415"/>
                    <a:pt x="1532" y="472"/>
                    <a:pt x="1472" y="507"/>
                  </a:cubicBezTo>
                  <a:cubicBezTo>
                    <a:pt x="878" y="852"/>
                    <a:pt x="878" y="852"/>
                    <a:pt x="878" y="852"/>
                  </a:cubicBezTo>
                  <a:cubicBezTo>
                    <a:pt x="818" y="887"/>
                    <a:pt x="720" y="887"/>
                    <a:pt x="659" y="852"/>
                  </a:cubicBezTo>
                  <a:cubicBezTo>
                    <a:pt x="61" y="507"/>
                    <a:pt x="61" y="507"/>
                    <a:pt x="61" y="507"/>
                  </a:cubicBezTo>
                  <a:cubicBezTo>
                    <a:pt x="0" y="472"/>
                    <a:pt x="0" y="415"/>
                    <a:pt x="60" y="380"/>
                  </a:cubicBezTo>
                  <a:cubicBezTo>
                    <a:pt x="654" y="35"/>
                    <a:pt x="654" y="35"/>
                    <a:pt x="654" y="35"/>
                  </a:cubicBezTo>
                  <a:cubicBezTo>
                    <a:pt x="715" y="0"/>
                    <a:pt x="813" y="0"/>
                    <a:pt x="873" y="35"/>
                  </a:cubicBezTo>
                  <a:lnTo>
                    <a:pt x="1471" y="380"/>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4" name="组合 13">
            <a:extLst>
              <a:ext uri="{FF2B5EF4-FFF2-40B4-BE49-F238E27FC236}">
                <a16:creationId xmlns:a16="http://schemas.microsoft.com/office/drawing/2014/main" id="{9A3581C7-A5A1-9A26-8A77-34EC6B3C7CEB}"/>
              </a:ext>
            </a:extLst>
          </p:cNvPr>
          <p:cNvGrpSpPr/>
          <p:nvPr/>
        </p:nvGrpSpPr>
        <p:grpSpPr>
          <a:xfrm>
            <a:off x="3232987" y="2934653"/>
            <a:ext cx="763386" cy="995706"/>
            <a:chOff x="8390884" y="2982570"/>
            <a:chExt cx="763386" cy="995706"/>
          </a:xfrm>
        </p:grpSpPr>
        <p:grpSp>
          <p:nvGrpSpPr>
            <p:cNvPr id="15" name="组合 14">
              <a:extLst>
                <a:ext uri="{FF2B5EF4-FFF2-40B4-BE49-F238E27FC236}">
                  <a16:creationId xmlns:a16="http://schemas.microsoft.com/office/drawing/2014/main" id="{AC32B66A-9AED-445D-31AE-C67BB87BF145}"/>
                </a:ext>
              </a:extLst>
            </p:cNvPr>
            <p:cNvGrpSpPr/>
            <p:nvPr/>
          </p:nvGrpSpPr>
          <p:grpSpPr>
            <a:xfrm>
              <a:off x="8394232" y="3458014"/>
              <a:ext cx="760038" cy="484012"/>
              <a:chOff x="8647430" y="2989740"/>
              <a:chExt cx="2181226" cy="1389062"/>
            </a:xfrm>
          </p:grpSpPr>
          <p:sp>
            <p:nvSpPr>
              <p:cNvPr id="25" name="Freeform 11">
                <a:extLst>
                  <a:ext uri="{FF2B5EF4-FFF2-40B4-BE49-F238E27FC236}">
                    <a16:creationId xmlns:a16="http://schemas.microsoft.com/office/drawing/2014/main" id="{B3ED8861-5B99-D918-9934-A59D9D83140C}"/>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26" name="Freeform 12">
                <a:extLst>
                  <a:ext uri="{FF2B5EF4-FFF2-40B4-BE49-F238E27FC236}">
                    <a16:creationId xmlns:a16="http://schemas.microsoft.com/office/drawing/2014/main" id="{6E7F4270-226B-E197-F057-D03C58FD7F4B}"/>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7" name="Freeform 13">
                <a:extLst>
                  <a:ext uri="{FF2B5EF4-FFF2-40B4-BE49-F238E27FC236}">
                    <a16:creationId xmlns:a16="http://schemas.microsoft.com/office/drawing/2014/main" id="{DDC39814-75D9-3F01-3C13-DC9A70202DB1}"/>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6" name="组合 15">
              <a:extLst>
                <a:ext uri="{FF2B5EF4-FFF2-40B4-BE49-F238E27FC236}">
                  <a16:creationId xmlns:a16="http://schemas.microsoft.com/office/drawing/2014/main" id="{F99BA800-307C-731A-D3F3-770A6D274600}"/>
                </a:ext>
              </a:extLst>
            </p:cNvPr>
            <p:cNvGrpSpPr/>
            <p:nvPr/>
          </p:nvGrpSpPr>
          <p:grpSpPr>
            <a:xfrm>
              <a:off x="8390884" y="2982570"/>
              <a:ext cx="762316" cy="995706"/>
              <a:chOff x="6270625" y="1539875"/>
              <a:chExt cx="876301" cy="1144588"/>
            </a:xfrm>
          </p:grpSpPr>
          <p:sp>
            <p:nvSpPr>
              <p:cNvPr id="22" name="Freeform 10">
                <a:extLst>
                  <a:ext uri="{FF2B5EF4-FFF2-40B4-BE49-F238E27FC236}">
                    <a16:creationId xmlns:a16="http://schemas.microsoft.com/office/drawing/2014/main" id="{DACEDBF4-36D9-DB1B-AD0F-DC5AE79C6297}"/>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11">
                <a:extLst>
                  <a:ext uri="{FF2B5EF4-FFF2-40B4-BE49-F238E27FC236}">
                    <a16:creationId xmlns:a16="http://schemas.microsoft.com/office/drawing/2014/main" id="{6F4DC8B8-0DED-40F0-88E8-B70BAD5319C5}"/>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12">
                <a:extLst>
                  <a:ext uri="{FF2B5EF4-FFF2-40B4-BE49-F238E27FC236}">
                    <a16:creationId xmlns:a16="http://schemas.microsoft.com/office/drawing/2014/main" id="{6CCF7AE3-E410-F8FD-9EE6-87F37D2B2396}"/>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7" name="组合 16">
              <a:extLst>
                <a:ext uri="{FF2B5EF4-FFF2-40B4-BE49-F238E27FC236}">
                  <a16:creationId xmlns:a16="http://schemas.microsoft.com/office/drawing/2014/main" id="{C0505292-A6F0-E873-E80E-752D87FF3B8D}"/>
                </a:ext>
              </a:extLst>
            </p:cNvPr>
            <p:cNvGrpSpPr/>
            <p:nvPr/>
          </p:nvGrpSpPr>
          <p:grpSpPr>
            <a:xfrm>
              <a:off x="8541696" y="3509743"/>
              <a:ext cx="460693" cy="328730"/>
              <a:chOff x="9934979" y="5169636"/>
              <a:chExt cx="460693" cy="328730"/>
            </a:xfrm>
          </p:grpSpPr>
          <p:sp>
            <p:nvSpPr>
              <p:cNvPr id="19" name="Freeform 20">
                <a:extLst>
                  <a:ext uri="{FF2B5EF4-FFF2-40B4-BE49-F238E27FC236}">
                    <a16:creationId xmlns:a16="http://schemas.microsoft.com/office/drawing/2014/main" id="{DB99A4A6-77E9-26E3-FC9F-D724859522EB}"/>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Freeform 21">
                <a:extLst>
                  <a:ext uri="{FF2B5EF4-FFF2-40B4-BE49-F238E27FC236}">
                    <a16:creationId xmlns:a16="http://schemas.microsoft.com/office/drawing/2014/main" id="{DA7277AB-1976-EF73-6636-9CA259E17CF2}"/>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Freeform 22">
                <a:extLst>
                  <a:ext uri="{FF2B5EF4-FFF2-40B4-BE49-F238E27FC236}">
                    <a16:creationId xmlns:a16="http://schemas.microsoft.com/office/drawing/2014/main" id="{CE051242-DA5A-6669-C86A-ABD5C9F0D2AC}"/>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8"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660979CC-ABE3-CCAD-CDDE-B9ED77E41E1D}"/>
                </a:ext>
              </a:extLst>
            </p:cNvPr>
            <p:cNvSpPr/>
            <p:nvPr/>
          </p:nvSpPr>
          <p:spPr>
            <a:xfrm>
              <a:off x="8694740" y="3553187"/>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nvGrpSpPr>
          <p:cNvPr id="44" name="组合 43">
            <a:extLst>
              <a:ext uri="{FF2B5EF4-FFF2-40B4-BE49-F238E27FC236}">
                <a16:creationId xmlns:a16="http://schemas.microsoft.com/office/drawing/2014/main" id="{C9A22582-F8B4-41A3-633E-2E8050206762}"/>
              </a:ext>
            </a:extLst>
          </p:cNvPr>
          <p:cNvGrpSpPr/>
          <p:nvPr/>
        </p:nvGrpSpPr>
        <p:grpSpPr>
          <a:xfrm>
            <a:off x="4836493" y="3857859"/>
            <a:ext cx="763386" cy="995706"/>
            <a:chOff x="8390884" y="2982570"/>
            <a:chExt cx="763386" cy="995706"/>
          </a:xfrm>
        </p:grpSpPr>
        <p:grpSp>
          <p:nvGrpSpPr>
            <p:cNvPr id="45" name="组合 44">
              <a:extLst>
                <a:ext uri="{FF2B5EF4-FFF2-40B4-BE49-F238E27FC236}">
                  <a16:creationId xmlns:a16="http://schemas.microsoft.com/office/drawing/2014/main" id="{7D0EF1CB-1276-A465-7959-A49F605CAE41}"/>
                </a:ext>
              </a:extLst>
            </p:cNvPr>
            <p:cNvGrpSpPr/>
            <p:nvPr/>
          </p:nvGrpSpPr>
          <p:grpSpPr>
            <a:xfrm>
              <a:off x="8394232" y="3458014"/>
              <a:ext cx="760038" cy="484012"/>
              <a:chOff x="8647430" y="2989740"/>
              <a:chExt cx="2181226" cy="1389062"/>
            </a:xfrm>
          </p:grpSpPr>
          <p:sp>
            <p:nvSpPr>
              <p:cNvPr id="55" name="Freeform 11">
                <a:extLst>
                  <a:ext uri="{FF2B5EF4-FFF2-40B4-BE49-F238E27FC236}">
                    <a16:creationId xmlns:a16="http://schemas.microsoft.com/office/drawing/2014/main" id="{16D851D7-4C48-E4FA-BC5B-6134A52DE6A6}"/>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56" name="Freeform 12">
                <a:extLst>
                  <a:ext uri="{FF2B5EF4-FFF2-40B4-BE49-F238E27FC236}">
                    <a16:creationId xmlns:a16="http://schemas.microsoft.com/office/drawing/2014/main" id="{C8DA99C6-584E-FEE6-2749-55293AD60F69}"/>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7" name="Freeform 13">
                <a:extLst>
                  <a:ext uri="{FF2B5EF4-FFF2-40B4-BE49-F238E27FC236}">
                    <a16:creationId xmlns:a16="http://schemas.microsoft.com/office/drawing/2014/main" id="{CBC6C53E-08C6-5EC6-A734-C6B8A8050299}"/>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46" name="组合 45">
              <a:extLst>
                <a:ext uri="{FF2B5EF4-FFF2-40B4-BE49-F238E27FC236}">
                  <a16:creationId xmlns:a16="http://schemas.microsoft.com/office/drawing/2014/main" id="{C403754F-1691-280C-59AE-E42871193A50}"/>
                </a:ext>
              </a:extLst>
            </p:cNvPr>
            <p:cNvGrpSpPr/>
            <p:nvPr/>
          </p:nvGrpSpPr>
          <p:grpSpPr>
            <a:xfrm>
              <a:off x="8390884" y="2982570"/>
              <a:ext cx="762316" cy="995706"/>
              <a:chOff x="6270625" y="1539875"/>
              <a:chExt cx="876301" cy="1144588"/>
            </a:xfrm>
          </p:grpSpPr>
          <p:sp>
            <p:nvSpPr>
              <p:cNvPr id="52" name="Freeform 10">
                <a:extLst>
                  <a:ext uri="{FF2B5EF4-FFF2-40B4-BE49-F238E27FC236}">
                    <a16:creationId xmlns:a16="http://schemas.microsoft.com/office/drawing/2014/main" id="{26B8FCEA-B6D2-B82B-940D-92B71238D486}"/>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3" name="Freeform 11">
                <a:extLst>
                  <a:ext uri="{FF2B5EF4-FFF2-40B4-BE49-F238E27FC236}">
                    <a16:creationId xmlns:a16="http://schemas.microsoft.com/office/drawing/2014/main" id="{164413C0-47B5-485D-C871-F3785F61E459}"/>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4" name="Freeform 12">
                <a:extLst>
                  <a:ext uri="{FF2B5EF4-FFF2-40B4-BE49-F238E27FC236}">
                    <a16:creationId xmlns:a16="http://schemas.microsoft.com/office/drawing/2014/main" id="{1C256DF6-E1B8-D947-A15D-4C1AB611B21E}"/>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47" name="组合 46">
              <a:extLst>
                <a:ext uri="{FF2B5EF4-FFF2-40B4-BE49-F238E27FC236}">
                  <a16:creationId xmlns:a16="http://schemas.microsoft.com/office/drawing/2014/main" id="{1BB9F9E7-7603-42A2-1DB0-168A1B2E47D9}"/>
                </a:ext>
              </a:extLst>
            </p:cNvPr>
            <p:cNvGrpSpPr/>
            <p:nvPr/>
          </p:nvGrpSpPr>
          <p:grpSpPr>
            <a:xfrm>
              <a:off x="8541696" y="3509743"/>
              <a:ext cx="460693" cy="328730"/>
              <a:chOff x="9934979" y="5169636"/>
              <a:chExt cx="460693" cy="328730"/>
            </a:xfrm>
          </p:grpSpPr>
          <p:sp>
            <p:nvSpPr>
              <p:cNvPr id="49" name="Freeform 20">
                <a:extLst>
                  <a:ext uri="{FF2B5EF4-FFF2-40B4-BE49-F238E27FC236}">
                    <a16:creationId xmlns:a16="http://schemas.microsoft.com/office/drawing/2014/main" id="{622C4A43-9AA8-8723-EB6B-9E6B027C5D48}"/>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21">
                <a:extLst>
                  <a:ext uri="{FF2B5EF4-FFF2-40B4-BE49-F238E27FC236}">
                    <a16:creationId xmlns:a16="http://schemas.microsoft.com/office/drawing/2014/main" id="{E063F4F6-7CE4-F8E4-805D-FD57EDA70C2D}"/>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22">
                <a:extLst>
                  <a:ext uri="{FF2B5EF4-FFF2-40B4-BE49-F238E27FC236}">
                    <a16:creationId xmlns:a16="http://schemas.microsoft.com/office/drawing/2014/main" id="{D059BED3-0AA7-2EE1-B633-869C41315690}"/>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48"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BF9C536A-A4C8-EAA5-5C5C-8D83EAB79745}"/>
                </a:ext>
              </a:extLst>
            </p:cNvPr>
            <p:cNvSpPr/>
            <p:nvPr/>
          </p:nvSpPr>
          <p:spPr>
            <a:xfrm>
              <a:off x="8694740" y="3553187"/>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nvGrpSpPr>
          <p:cNvPr id="58" name="组合 57">
            <a:extLst>
              <a:ext uri="{FF2B5EF4-FFF2-40B4-BE49-F238E27FC236}">
                <a16:creationId xmlns:a16="http://schemas.microsoft.com/office/drawing/2014/main" id="{A6864E0E-7AC6-B673-F2B2-5B171F5B4A01}"/>
              </a:ext>
            </a:extLst>
          </p:cNvPr>
          <p:cNvGrpSpPr/>
          <p:nvPr/>
        </p:nvGrpSpPr>
        <p:grpSpPr>
          <a:xfrm>
            <a:off x="4339583" y="1379055"/>
            <a:ext cx="763386" cy="995706"/>
            <a:chOff x="8390884" y="2982570"/>
            <a:chExt cx="763386" cy="995706"/>
          </a:xfrm>
        </p:grpSpPr>
        <p:grpSp>
          <p:nvGrpSpPr>
            <p:cNvPr id="59" name="组合 58">
              <a:extLst>
                <a:ext uri="{FF2B5EF4-FFF2-40B4-BE49-F238E27FC236}">
                  <a16:creationId xmlns:a16="http://schemas.microsoft.com/office/drawing/2014/main" id="{E2791B65-D71B-E6BA-9189-C3EE91F42A2F}"/>
                </a:ext>
              </a:extLst>
            </p:cNvPr>
            <p:cNvGrpSpPr/>
            <p:nvPr/>
          </p:nvGrpSpPr>
          <p:grpSpPr>
            <a:xfrm>
              <a:off x="8394232" y="3458014"/>
              <a:ext cx="760038" cy="484012"/>
              <a:chOff x="8647430" y="2989740"/>
              <a:chExt cx="2181226" cy="1389062"/>
            </a:xfrm>
          </p:grpSpPr>
          <p:sp>
            <p:nvSpPr>
              <p:cNvPr id="69" name="Freeform 11">
                <a:extLst>
                  <a:ext uri="{FF2B5EF4-FFF2-40B4-BE49-F238E27FC236}">
                    <a16:creationId xmlns:a16="http://schemas.microsoft.com/office/drawing/2014/main" id="{8C1B8BDC-0921-EFF9-13D9-6E8C950A0BBE}"/>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70" name="Freeform 12">
                <a:extLst>
                  <a:ext uri="{FF2B5EF4-FFF2-40B4-BE49-F238E27FC236}">
                    <a16:creationId xmlns:a16="http://schemas.microsoft.com/office/drawing/2014/main" id="{79CFD6B1-713D-E5F5-2033-907AC8BAB019}"/>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 name="Freeform 13">
                <a:extLst>
                  <a:ext uri="{FF2B5EF4-FFF2-40B4-BE49-F238E27FC236}">
                    <a16:creationId xmlns:a16="http://schemas.microsoft.com/office/drawing/2014/main" id="{EF07D22D-4230-3F3E-E95A-ED8DD72D6F5E}"/>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60" name="组合 59">
              <a:extLst>
                <a:ext uri="{FF2B5EF4-FFF2-40B4-BE49-F238E27FC236}">
                  <a16:creationId xmlns:a16="http://schemas.microsoft.com/office/drawing/2014/main" id="{EE7F2879-F719-6C3C-C488-9FBF9CF3802B}"/>
                </a:ext>
              </a:extLst>
            </p:cNvPr>
            <p:cNvGrpSpPr/>
            <p:nvPr/>
          </p:nvGrpSpPr>
          <p:grpSpPr>
            <a:xfrm>
              <a:off x="8390884" y="2982570"/>
              <a:ext cx="762316" cy="995706"/>
              <a:chOff x="6270625" y="1539875"/>
              <a:chExt cx="876301" cy="1144588"/>
            </a:xfrm>
          </p:grpSpPr>
          <p:sp>
            <p:nvSpPr>
              <p:cNvPr id="66" name="Freeform 10">
                <a:extLst>
                  <a:ext uri="{FF2B5EF4-FFF2-40B4-BE49-F238E27FC236}">
                    <a16:creationId xmlns:a16="http://schemas.microsoft.com/office/drawing/2014/main" id="{45E3C7AE-268B-3D7E-2DB4-5F8F745FD07A}"/>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7" name="Freeform 11">
                <a:extLst>
                  <a:ext uri="{FF2B5EF4-FFF2-40B4-BE49-F238E27FC236}">
                    <a16:creationId xmlns:a16="http://schemas.microsoft.com/office/drawing/2014/main" id="{025FE24A-3AB3-B2C5-0F84-8B65BE2D81B2}"/>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8" name="Freeform 12">
                <a:extLst>
                  <a:ext uri="{FF2B5EF4-FFF2-40B4-BE49-F238E27FC236}">
                    <a16:creationId xmlns:a16="http://schemas.microsoft.com/office/drawing/2014/main" id="{F9FC66ED-139E-FE7B-639C-112F6E4788F3}"/>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61" name="组合 60">
              <a:extLst>
                <a:ext uri="{FF2B5EF4-FFF2-40B4-BE49-F238E27FC236}">
                  <a16:creationId xmlns:a16="http://schemas.microsoft.com/office/drawing/2014/main" id="{01B2BC1F-CD7D-2779-5CA1-ECB1F31E1E43}"/>
                </a:ext>
              </a:extLst>
            </p:cNvPr>
            <p:cNvGrpSpPr/>
            <p:nvPr/>
          </p:nvGrpSpPr>
          <p:grpSpPr>
            <a:xfrm>
              <a:off x="8541696" y="3509743"/>
              <a:ext cx="460693" cy="328730"/>
              <a:chOff x="9934979" y="5169636"/>
              <a:chExt cx="460693" cy="328730"/>
            </a:xfrm>
          </p:grpSpPr>
          <p:sp>
            <p:nvSpPr>
              <p:cNvPr id="63" name="Freeform 20">
                <a:extLst>
                  <a:ext uri="{FF2B5EF4-FFF2-40B4-BE49-F238E27FC236}">
                    <a16:creationId xmlns:a16="http://schemas.microsoft.com/office/drawing/2014/main" id="{7BD53671-63BB-ACDA-7248-8FFFC3DB0501}"/>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21">
                <a:extLst>
                  <a:ext uri="{FF2B5EF4-FFF2-40B4-BE49-F238E27FC236}">
                    <a16:creationId xmlns:a16="http://schemas.microsoft.com/office/drawing/2014/main" id="{64E8D51F-E207-8CD3-410E-916D4620A05D}"/>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22">
                <a:extLst>
                  <a:ext uri="{FF2B5EF4-FFF2-40B4-BE49-F238E27FC236}">
                    <a16:creationId xmlns:a16="http://schemas.microsoft.com/office/drawing/2014/main" id="{C4910EE3-096B-D8E5-7FDF-E2A7D72DC25E}"/>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62"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B2DABA0-CCAB-56A4-9179-875A4EC0D9A5}"/>
                </a:ext>
              </a:extLst>
            </p:cNvPr>
            <p:cNvSpPr/>
            <p:nvPr/>
          </p:nvSpPr>
          <p:spPr>
            <a:xfrm>
              <a:off x="8694740" y="3553187"/>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nvGrpSpPr>
          <p:cNvPr id="72" name="组合 71">
            <a:extLst>
              <a:ext uri="{FF2B5EF4-FFF2-40B4-BE49-F238E27FC236}">
                <a16:creationId xmlns:a16="http://schemas.microsoft.com/office/drawing/2014/main" id="{2634EA8D-61FA-F969-66AC-6983EC1E9B57}"/>
              </a:ext>
            </a:extLst>
          </p:cNvPr>
          <p:cNvGrpSpPr/>
          <p:nvPr/>
        </p:nvGrpSpPr>
        <p:grpSpPr>
          <a:xfrm>
            <a:off x="5046489" y="1789880"/>
            <a:ext cx="763386" cy="995706"/>
            <a:chOff x="8390884" y="2982570"/>
            <a:chExt cx="763386" cy="995706"/>
          </a:xfrm>
        </p:grpSpPr>
        <p:grpSp>
          <p:nvGrpSpPr>
            <p:cNvPr id="73" name="组合 72">
              <a:extLst>
                <a:ext uri="{FF2B5EF4-FFF2-40B4-BE49-F238E27FC236}">
                  <a16:creationId xmlns:a16="http://schemas.microsoft.com/office/drawing/2014/main" id="{F694AA3E-9D3E-C4C9-7A61-F23835D38A56}"/>
                </a:ext>
              </a:extLst>
            </p:cNvPr>
            <p:cNvGrpSpPr/>
            <p:nvPr/>
          </p:nvGrpSpPr>
          <p:grpSpPr>
            <a:xfrm>
              <a:off x="8394232" y="3458014"/>
              <a:ext cx="760038" cy="484012"/>
              <a:chOff x="8647430" y="2989740"/>
              <a:chExt cx="2181226" cy="1389062"/>
            </a:xfrm>
          </p:grpSpPr>
          <p:sp>
            <p:nvSpPr>
              <p:cNvPr id="83" name="Freeform 11">
                <a:extLst>
                  <a:ext uri="{FF2B5EF4-FFF2-40B4-BE49-F238E27FC236}">
                    <a16:creationId xmlns:a16="http://schemas.microsoft.com/office/drawing/2014/main" id="{E1495E48-0639-6816-630F-A057D7AE1CC2}"/>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84" name="Freeform 12">
                <a:extLst>
                  <a:ext uri="{FF2B5EF4-FFF2-40B4-BE49-F238E27FC236}">
                    <a16:creationId xmlns:a16="http://schemas.microsoft.com/office/drawing/2014/main" id="{05ADD1EF-18B0-5F00-B62C-3990AD08F005}"/>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5" name="Freeform 13">
                <a:extLst>
                  <a:ext uri="{FF2B5EF4-FFF2-40B4-BE49-F238E27FC236}">
                    <a16:creationId xmlns:a16="http://schemas.microsoft.com/office/drawing/2014/main" id="{61867042-01A4-04E3-75DB-D5AFAC0C884C}"/>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4" name="组合 73">
              <a:extLst>
                <a:ext uri="{FF2B5EF4-FFF2-40B4-BE49-F238E27FC236}">
                  <a16:creationId xmlns:a16="http://schemas.microsoft.com/office/drawing/2014/main" id="{BD075334-6CAD-CF05-8DD1-5267E14DE738}"/>
                </a:ext>
              </a:extLst>
            </p:cNvPr>
            <p:cNvGrpSpPr/>
            <p:nvPr/>
          </p:nvGrpSpPr>
          <p:grpSpPr>
            <a:xfrm>
              <a:off x="8390884" y="2982570"/>
              <a:ext cx="762316" cy="995706"/>
              <a:chOff x="6270625" y="1539875"/>
              <a:chExt cx="876301" cy="1144588"/>
            </a:xfrm>
          </p:grpSpPr>
          <p:sp>
            <p:nvSpPr>
              <p:cNvPr id="80" name="Freeform 10">
                <a:extLst>
                  <a:ext uri="{FF2B5EF4-FFF2-40B4-BE49-F238E27FC236}">
                    <a16:creationId xmlns:a16="http://schemas.microsoft.com/office/drawing/2014/main" id="{B3D44DB8-D4C1-529A-BDA8-0EB24BD0675C}"/>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11">
                <a:extLst>
                  <a:ext uri="{FF2B5EF4-FFF2-40B4-BE49-F238E27FC236}">
                    <a16:creationId xmlns:a16="http://schemas.microsoft.com/office/drawing/2014/main" id="{FED10923-C593-85E1-AB15-DC32F8C76EAD}"/>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12">
                <a:extLst>
                  <a:ext uri="{FF2B5EF4-FFF2-40B4-BE49-F238E27FC236}">
                    <a16:creationId xmlns:a16="http://schemas.microsoft.com/office/drawing/2014/main" id="{4993444E-D427-A422-DF88-E430833200E9}"/>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75" name="组合 74">
              <a:extLst>
                <a:ext uri="{FF2B5EF4-FFF2-40B4-BE49-F238E27FC236}">
                  <a16:creationId xmlns:a16="http://schemas.microsoft.com/office/drawing/2014/main" id="{197EB95C-A499-75C4-B2E3-374C24674615}"/>
                </a:ext>
              </a:extLst>
            </p:cNvPr>
            <p:cNvGrpSpPr/>
            <p:nvPr/>
          </p:nvGrpSpPr>
          <p:grpSpPr>
            <a:xfrm>
              <a:off x="8541696" y="3509743"/>
              <a:ext cx="460693" cy="328730"/>
              <a:chOff x="9934979" y="5169636"/>
              <a:chExt cx="460693" cy="328730"/>
            </a:xfrm>
          </p:grpSpPr>
          <p:sp>
            <p:nvSpPr>
              <p:cNvPr id="77" name="Freeform 20">
                <a:extLst>
                  <a:ext uri="{FF2B5EF4-FFF2-40B4-BE49-F238E27FC236}">
                    <a16:creationId xmlns:a16="http://schemas.microsoft.com/office/drawing/2014/main" id="{F7E50710-49C2-3B07-8F03-C576B3BC770F}"/>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Freeform 21">
                <a:extLst>
                  <a:ext uri="{FF2B5EF4-FFF2-40B4-BE49-F238E27FC236}">
                    <a16:creationId xmlns:a16="http://schemas.microsoft.com/office/drawing/2014/main" id="{BD941C42-B38B-5C5E-0F24-A175FF8AA95A}"/>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9" name="Freeform 22">
                <a:extLst>
                  <a:ext uri="{FF2B5EF4-FFF2-40B4-BE49-F238E27FC236}">
                    <a16:creationId xmlns:a16="http://schemas.microsoft.com/office/drawing/2014/main" id="{F2046E45-4C23-724C-7960-15126BF480FF}"/>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76"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E6032AD4-E661-8116-84EA-2388851E876E}"/>
                </a:ext>
              </a:extLst>
            </p:cNvPr>
            <p:cNvSpPr/>
            <p:nvPr/>
          </p:nvSpPr>
          <p:spPr>
            <a:xfrm>
              <a:off x="8694740" y="3553187"/>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nvGrpSpPr>
          <p:cNvPr id="86" name="组合 85">
            <a:extLst>
              <a:ext uri="{FF2B5EF4-FFF2-40B4-BE49-F238E27FC236}">
                <a16:creationId xmlns:a16="http://schemas.microsoft.com/office/drawing/2014/main" id="{268CBA2E-6B42-D6E3-2771-D74EC0C2144B}"/>
              </a:ext>
            </a:extLst>
          </p:cNvPr>
          <p:cNvGrpSpPr/>
          <p:nvPr/>
        </p:nvGrpSpPr>
        <p:grpSpPr>
          <a:xfrm>
            <a:off x="6835428" y="2836735"/>
            <a:ext cx="763386" cy="995706"/>
            <a:chOff x="8390884" y="2982570"/>
            <a:chExt cx="763386" cy="995706"/>
          </a:xfrm>
        </p:grpSpPr>
        <p:grpSp>
          <p:nvGrpSpPr>
            <p:cNvPr id="87" name="组合 86">
              <a:extLst>
                <a:ext uri="{FF2B5EF4-FFF2-40B4-BE49-F238E27FC236}">
                  <a16:creationId xmlns:a16="http://schemas.microsoft.com/office/drawing/2014/main" id="{635C0312-8688-B9C8-4B2A-AA4B053AB212}"/>
                </a:ext>
              </a:extLst>
            </p:cNvPr>
            <p:cNvGrpSpPr/>
            <p:nvPr/>
          </p:nvGrpSpPr>
          <p:grpSpPr>
            <a:xfrm>
              <a:off x="8394232" y="3458014"/>
              <a:ext cx="760038" cy="484012"/>
              <a:chOff x="8647430" y="2989740"/>
              <a:chExt cx="2181226" cy="1389062"/>
            </a:xfrm>
          </p:grpSpPr>
          <p:sp>
            <p:nvSpPr>
              <p:cNvPr id="97" name="Freeform 11">
                <a:extLst>
                  <a:ext uri="{FF2B5EF4-FFF2-40B4-BE49-F238E27FC236}">
                    <a16:creationId xmlns:a16="http://schemas.microsoft.com/office/drawing/2014/main" id="{A73A0378-F23E-75E8-0FFF-BCC615355BBE}"/>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98" name="Freeform 12">
                <a:extLst>
                  <a:ext uri="{FF2B5EF4-FFF2-40B4-BE49-F238E27FC236}">
                    <a16:creationId xmlns:a16="http://schemas.microsoft.com/office/drawing/2014/main" id="{91702E1A-FDB5-D827-31BC-DE8EC248CD36}"/>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9" name="Freeform 13">
                <a:extLst>
                  <a:ext uri="{FF2B5EF4-FFF2-40B4-BE49-F238E27FC236}">
                    <a16:creationId xmlns:a16="http://schemas.microsoft.com/office/drawing/2014/main" id="{8DBDB88C-A0EC-9B2E-801D-D0A1446BBF67}"/>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88" name="组合 87">
              <a:extLst>
                <a:ext uri="{FF2B5EF4-FFF2-40B4-BE49-F238E27FC236}">
                  <a16:creationId xmlns:a16="http://schemas.microsoft.com/office/drawing/2014/main" id="{75481684-D32C-7D49-E06D-57664963C995}"/>
                </a:ext>
              </a:extLst>
            </p:cNvPr>
            <p:cNvGrpSpPr/>
            <p:nvPr/>
          </p:nvGrpSpPr>
          <p:grpSpPr>
            <a:xfrm>
              <a:off x="8390884" y="2982570"/>
              <a:ext cx="762316" cy="995706"/>
              <a:chOff x="6270625" y="1539875"/>
              <a:chExt cx="876301" cy="1144588"/>
            </a:xfrm>
          </p:grpSpPr>
          <p:sp>
            <p:nvSpPr>
              <p:cNvPr id="94" name="Freeform 10">
                <a:extLst>
                  <a:ext uri="{FF2B5EF4-FFF2-40B4-BE49-F238E27FC236}">
                    <a16:creationId xmlns:a16="http://schemas.microsoft.com/office/drawing/2014/main" id="{1970C17D-A1DA-F3E6-6975-AF72F373F6A4}"/>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5" name="Freeform 11">
                <a:extLst>
                  <a:ext uri="{FF2B5EF4-FFF2-40B4-BE49-F238E27FC236}">
                    <a16:creationId xmlns:a16="http://schemas.microsoft.com/office/drawing/2014/main" id="{E6C87528-6B48-77C2-A917-41C8097DF795}"/>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12">
                <a:extLst>
                  <a:ext uri="{FF2B5EF4-FFF2-40B4-BE49-F238E27FC236}">
                    <a16:creationId xmlns:a16="http://schemas.microsoft.com/office/drawing/2014/main" id="{08434126-F6FD-87A9-56BF-A4A5F8E76526}"/>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89" name="组合 88">
              <a:extLst>
                <a:ext uri="{FF2B5EF4-FFF2-40B4-BE49-F238E27FC236}">
                  <a16:creationId xmlns:a16="http://schemas.microsoft.com/office/drawing/2014/main" id="{D4933FA3-0F03-5D72-1F17-4652A4A85443}"/>
                </a:ext>
              </a:extLst>
            </p:cNvPr>
            <p:cNvGrpSpPr/>
            <p:nvPr/>
          </p:nvGrpSpPr>
          <p:grpSpPr>
            <a:xfrm>
              <a:off x="8541696" y="3509743"/>
              <a:ext cx="460693" cy="328730"/>
              <a:chOff x="9934979" y="5169636"/>
              <a:chExt cx="460693" cy="328730"/>
            </a:xfrm>
          </p:grpSpPr>
          <p:sp>
            <p:nvSpPr>
              <p:cNvPr id="91" name="Freeform 20">
                <a:extLst>
                  <a:ext uri="{FF2B5EF4-FFF2-40B4-BE49-F238E27FC236}">
                    <a16:creationId xmlns:a16="http://schemas.microsoft.com/office/drawing/2014/main" id="{31EF962C-62A7-E796-FA3B-3B10F1DFCF69}"/>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Freeform 21">
                <a:extLst>
                  <a:ext uri="{FF2B5EF4-FFF2-40B4-BE49-F238E27FC236}">
                    <a16:creationId xmlns:a16="http://schemas.microsoft.com/office/drawing/2014/main" id="{60F4D554-2B23-F1BD-0801-F67856829EAB}"/>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Freeform 22">
                <a:extLst>
                  <a:ext uri="{FF2B5EF4-FFF2-40B4-BE49-F238E27FC236}">
                    <a16:creationId xmlns:a16="http://schemas.microsoft.com/office/drawing/2014/main" id="{64FB7BF5-0BFD-D72E-EC39-C9BC64852F19}"/>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90"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45DAC544-C6D2-BE8B-7CF0-C05D0472E23A}"/>
                </a:ext>
              </a:extLst>
            </p:cNvPr>
            <p:cNvSpPr/>
            <p:nvPr/>
          </p:nvSpPr>
          <p:spPr>
            <a:xfrm>
              <a:off x="8694740" y="3553187"/>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sp>
        <p:nvSpPr>
          <p:cNvPr id="100" name="文本框 99">
            <a:extLst>
              <a:ext uri="{FF2B5EF4-FFF2-40B4-BE49-F238E27FC236}">
                <a16:creationId xmlns:a16="http://schemas.microsoft.com/office/drawing/2014/main" id="{57933A20-AE51-9E47-E5C8-FD8C1D37332B}"/>
              </a:ext>
            </a:extLst>
          </p:cNvPr>
          <p:cNvSpPr txBox="1"/>
          <p:nvPr/>
        </p:nvSpPr>
        <p:spPr>
          <a:xfrm>
            <a:off x="1923822" y="2675154"/>
            <a:ext cx="1005403" cy="338554"/>
          </a:xfrm>
          <a:prstGeom prst="rect">
            <a:avLst/>
          </a:prstGeom>
          <a:noFill/>
          <a:scene3d>
            <a:camera prst="isometricRightUp"/>
            <a:lightRig rig="threePt" dir="t"/>
          </a:scene3d>
        </p:spPr>
        <p:txBody>
          <a:bodyPr wrap="none" rtlCol="0">
            <a:spAutoFit/>
          </a:bodyPr>
          <a:lstStyle/>
          <a:p>
            <a:r>
              <a:rPr lang="zh-CN" altLang="en-US" sz="1600" dirty="0">
                <a:solidFill>
                  <a:srgbClr val="3749CC"/>
                </a:solidFill>
                <a:latin typeface="HarmonyOS Sans SC Black" panose="00000A00000000000000" pitchFamily="2" charset="-122"/>
                <a:ea typeface="HarmonyOS Sans SC Black" panose="00000A00000000000000" pitchFamily="2" charset="-122"/>
              </a:rPr>
              <a:t>品牌营销</a:t>
            </a:r>
          </a:p>
        </p:txBody>
      </p:sp>
      <p:sp>
        <p:nvSpPr>
          <p:cNvPr id="101" name="文本框 100">
            <a:extLst>
              <a:ext uri="{FF2B5EF4-FFF2-40B4-BE49-F238E27FC236}">
                <a16:creationId xmlns:a16="http://schemas.microsoft.com/office/drawing/2014/main" id="{0325E860-4C4E-D191-CAF1-EC64129CFDA5}"/>
              </a:ext>
            </a:extLst>
          </p:cNvPr>
          <p:cNvSpPr txBox="1"/>
          <p:nvPr/>
        </p:nvSpPr>
        <p:spPr>
          <a:xfrm>
            <a:off x="1928651" y="2860214"/>
            <a:ext cx="1252266" cy="276999"/>
          </a:xfrm>
          <a:prstGeom prst="rect">
            <a:avLst/>
          </a:prstGeom>
          <a:noFill/>
          <a:scene3d>
            <a:camera prst="isometricRightUp"/>
            <a:lightRig rig="threePt" dir="t"/>
          </a:scene3d>
        </p:spPr>
        <p:txBody>
          <a:bodyPr wrap="none" rtlCol="0">
            <a:spAutoFit/>
          </a:bodyPr>
          <a:lstStyle/>
          <a:p>
            <a:r>
              <a:rPr lang="en-US" altLang="zh-CN" sz="1200" cap="all" dirty="0">
                <a:solidFill>
                  <a:srgbClr val="3749CC"/>
                </a:solidFill>
                <a:latin typeface="HarmonyOS Sans SC Black" panose="00000A00000000000000" pitchFamily="2" charset="-122"/>
                <a:ea typeface="HarmonyOS Sans SC Black" panose="00000A00000000000000" pitchFamily="2" charset="-122"/>
              </a:rPr>
              <a:t>Your brand</a:t>
            </a:r>
            <a:endParaRPr lang="zh-CN" altLang="en-US" sz="1200" cap="all" dirty="0">
              <a:solidFill>
                <a:srgbClr val="3749CC"/>
              </a:solidFill>
              <a:latin typeface="HarmonyOS Sans SC Black" panose="00000A00000000000000" pitchFamily="2" charset="-122"/>
              <a:ea typeface="HarmonyOS Sans SC Black" panose="00000A00000000000000" pitchFamily="2" charset="-122"/>
            </a:endParaRPr>
          </a:p>
        </p:txBody>
      </p:sp>
      <p:cxnSp>
        <p:nvCxnSpPr>
          <p:cNvPr id="103" name="直接箭头连接符 102">
            <a:extLst>
              <a:ext uri="{FF2B5EF4-FFF2-40B4-BE49-F238E27FC236}">
                <a16:creationId xmlns:a16="http://schemas.microsoft.com/office/drawing/2014/main" id="{DAAFB271-38FC-CDED-07AA-01FA29BA9884}"/>
              </a:ext>
            </a:extLst>
          </p:cNvPr>
          <p:cNvCxnSpPr>
            <a:cxnSpLocks/>
          </p:cNvCxnSpPr>
          <p:nvPr/>
        </p:nvCxnSpPr>
        <p:spPr>
          <a:xfrm flipV="1">
            <a:off x="2508241" y="3706928"/>
            <a:ext cx="0" cy="1891916"/>
          </a:xfrm>
          <a:prstGeom prst="straightConnector1">
            <a:avLst/>
          </a:prstGeom>
          <a:ln w="12700">
            <a:solidFill>
              <a:srgbClr val="3749CC"/>
            </a:solidFill>
            <a:headEnd w="lg" len="lg"/>
            <a:tailEnd type="triangle" w="lg" len="lg"/>
          </a:ln>
          <a:scene3d>
            <a:camera prst="isometricBottomDown"/>
            <a:lightRig rig="threePt" dir="t"/>
          </a:scene3d>
        </p:spPr>
        <p:style>
          <a:lnRef idx="1">
            <a:schemeClr val="accent1"/>
          </a:lnRef>
          <a:fillRef idx="0">
            <a:schemeClr val="accent1"/>
          </a:fillRef>
          <a:effectRef idx="0">
            <a:schemeClr val="accent1"/>
          </a:effectRef>
          <a:fontRef idx="minor">
            <a:schemeClr val="tx1"/>
          </a:fontRef>
        </p:style>
      </p:cxnSp>
      <p:sp>
        <p:nvSpPr>
          <p:cNvPr id="105" name="文本框 104">
            <a:extLst>
              <a:ext uri="{FF2B5EF4-FFF2-40B4-BE49-F238E27FC236}">
                <a16:creationId xmlns:a16="http://schemas.microsoft.com/office/drawing/2014/main" id="{07E342C8-4809-7053-EDE2-64C970BF7079}"/>
              </a:ext>
            </a:extLst>
          </p:cNvPr>
          <p:cNvSpPr txBox="1"/>
          <p:nvPr/>
        </p:nvSpPr>
        <p:spPr>
          <a:xfrm>
            <a:off x="1923822" y="4441969"/>
            <a:ext cx="800219" cy="276999"/>
          </a:xfrm>
          <a:prstGeom prst="rect">
            <a:avLst/>
          </a:prstGeom>
          <a:noFill/>
          <a:scene3d>
            <a:camera prst="isometricRightUp"/>
            <a:lightRig rig="threePt" dir="t"/>
          </a:scene3d>
        </p:spPr>
        <p:txBody>
          <a:bodyPr wrap="none" rtlCol="0">
            <a:spAutoFit/>
          </a:bodyPr>
          <a:lstStyle/>
          <a:p>
            <a:r>
              <a:rPr lang="zh-CN" altLang="en-US" sz="1200" dirty="0">
                <a:solidFill>
                  <a:srgbClr val="3749CC"/>
                </a:solidFill>
                <a:latin typeface="HarmonyOS Sans SC Medium" panose="00000600000000000000" pitchFamily="2" charset="-122"/>
                <a:ea typeface="HarmonyOS Sans SC Medium" panose="00000600000000000000" pitchFamily="2" charset="-122"/>
              </a:rPr>
              <a:t>品牌营销</a:t>
            </a:r>
          </a:p>
        </p:txBody>
      </p:sp>
      <p:sp>
        <p:nvSpPr>
          <p:cNvPr id="106" name="文本框 105">
            <a:extLst>
              <a:ext uri="{FF2B5EF4-FFF2-40B4-BE49-F238E27FC236}">
                <a16:creationId xmlns:a16="http://schemas.microsoft.com/office/drawing/2014/main" id="{B4B89A0A-56B9-04ED-B260-A636C530602B}"/>
              </a:ext>
            </a:extLst>
          </p:cNvPr>
          <p:cNvSpPr txBox="1"/>
          <p:nvPr/>
        </p:nvSpPr>
        <p:spPr>
          <a:xfrm>
            <a:off x="581633" y="5334835"/>
            <a:ext cx="800219" cy="276999"/>
          </a:xfrm>
          <a:prstGeom prst="rect">
            <a:avLst/>
          </a:prstGeom>
          <a:noFill/>
          <a:scene3d>
            <a:camera prst="isometricLeftDown"/>
            <a:lightRig rig="threePt" dir="t"/>
          </a:scene3d>
        </p:spPr>
        <p:txBody>
          <a:bodyPr wrap="none" rtlCol="0">
            <a:spAutoFit/>
          </a:bodyPr>
          <a:lstStyle/>
          <a:p>
            <a:r>
              <a:rPr lang="zh-CN" altLang="en-US" sz="1200" dirty="0">
                <a:solidFill>
                  <a:srgbClr val="3749CC"/>
                </a:solidFill>
                <a:latin typeface="HarmonyOS Sans SC Medium" panose="00000600000000000000" pitchFamily="2" charset="-122"/>
                <a:ea typeface="HarmonyOS Sans SC Medium" panose="00000600000000000000" pitchFamily="2" charset="-122"/>
              </a:rPr>
              <a:t>品牌营销</a:t>
            </a:r>
          </a:p>
        </p:txBody>
      </p:sp>
      <p:sp>
        <p:nvSpPr>
          <p:cNvPr id="107" name="图形 1006"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39E535ED-7B0D-E9EB-6ABB-E3AB6768347A}"/>
              </a:ext>
            </a:extLst>
          </p:cNvPr>
          <p:cNvSpPr/>
          <p:nvPr/>
        </p:nvSpPr>
        <p:spPr>
          <a:xfrm>
            <a:off x="902786" y="4987514"/>
            <a:ext cx="576250" cy="384168"/>
          </a:xfrm>
          <a:custGeom>
            <a:avLst/>
            <a:gdLst>
              <a:gd name="connsiteX0" fmla="*/ 184309 w 228600"/>
              <a:gd name="connsiteY0" fmla="*/ 57531 h 152400"/>
              <a:gd name="connsiteX1" fmla="*/ 114300 w 228600"/>
              <a:gd name="connsiteY1" fmla="*/ 0 h 152400"/>
              <a:gd name="connsiteX2" fmla="*/ 50959 w 228600"/>
              <a:gd name="connsiteY2" fmla="*/ 38481 h 152400"/>
              <a:gd name="connsiteX3" fmla="*/ 0 w 228600"/>
              <a:gd name="connsiteY3" fmla="*/ 95250 h 152400"/>
              <a:gd name="connsiteX4" fmla="*/ 57150 w 228600"/>
              <a:gd name="connsiteY4" fmla="*/ 152400 h 152400"/>
              <a:gd name="connsiteX5" fmla="*/ 180975 w 228600"/>
              <a:gd name="connsiteY5" fmla="*/ 152400 h 152400"/>
              <a:gd name="connsiteX6" fmla="*/ 228600 w 228600"/>
              <a:gd name="connsiteY6" fmla="*/ 104775 h 152400"/>
              <a:gd name="connsiteX7" fmla="*/ 184309 w 228600"/>
              <a:gd name="connsiteY7" fmla="*/ 57531 h 152400"/>
              <a:gd name="connsiteX8" fmla="*/ 133350 w 228600"/>
              <a:gd name="connsiteY8" fmla="*/ 85725 h 152400"/>
              <a:gd name="connsiteX9" fmla="*/ 133350 w 228600"/>
              <a:gd name="connsiteY9" fmla="*/ 123825 h 152400"/>
              <a:gd name="connsiteX10" fmla="*/ 95250 w 228600"/>
              <a:gd name="connsiteY10" fmla="*/ 123825 h 152400"/>
              <a:gd name="connsiteX11" fmla="*/ 95250 w 228600"/>
              <a:gd name="connsiteY11" fmla="*/ 85725 h 152400"/>
              <a:gd name="connsiteX12" fmla="*/ 66675 w 228600"/>
              <a:gd name="connsiteY12" fmla="*/ 85725 h 152400"/>
              <a:gd name="connsiteX13" fmla="*/ 114300 w 228600"/>
              <a:gd name="connsiteY13" fmla="*/ 38100 h 152400"/>
              <a:gd name="connsiteX14" fmla="*/ 161925 w 228600"/>
              <a:gd name="connsiteY14" fmla="*/ 85725 h 152400"/>
              <a:gd name="connsiteX15" fmla="*/ 133350 w 228600"/>
              <a:gd name="connsiteY15" fmla="*/ 857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8600" h="152400">
                <a:moveTo>
                  <a:pt x="184309" y="57531"/>
                </a:moveTo>
                <a:cubicBezTo>
                  <a:pt x="177832" y="24670"/>
                  <a:pt x="148971" y="0"/>
                  <a:pt x="114300" y="0"/>
                </a:cubicBezTo>
                <a:cubicBezTo>
                  <a:pt x="86773" y="0"/>
                  <a:pt x="62865" y="15621"/>
                  <a:pt x="50959" y="38481"/>
                </a:cubicBezTo>
                <a:cubicBezTo>
                  <a:pt x="22289" y="41529"/>
                  <a:pt x="0" y="65818"/>
                  <a:pt x="0" y="95250"/>
                </a:cubicBezTo>
                <a:cubicBezTo>
                  <a:pt x="0" y="126778"/>
                  <a:pt x="25622" y="152400"/>
                  <a:pt x="57150" y="152400"/>
                </a:cubicBezTo>
                <a:lnTo>
                  <a:pt x="180975" y="152400"/>
                </a:lnTo>
                <a:cubicBezTo>
                  <a:pt x="207264" y="152400"/>
                  <a:pt x="228600" y="131064"/>
                  <a:pt x="228600" y="104775"/>
                </a:cubicBezTo>
                <a:cubicBezTo>
                  <a:pt x="228600" y="79629"/>
                  <a:pt x="209074" y="59245"/>
                  <a:pt x="184309" y="57531"/>
                </a:cubicBezTo>
                <a:close/>
                <a:moveTo>
                  <a:pt x="133350" y="85725"/>
                </a:moveTo>
                <a:lnTo>
                  <a:pt x="133350" y="123825"/>
                </a:lnTo>
                <a:lnTo>
                  <a:pt x="95250" y="123825"/>
                </a:lnTo>
                <a:lnTo>
                  <a:pt x="95250" y="85725"/>
                </a:lnTo>
                <a:lnTo>
                  <a:pt x="66675" y="85725"/>
                </a:lnTo>
                <a:lnTo>
                  <a:pt x="114300" y="38100"/>
                </a:lnTo>
                <a:lnTo>
                  <a:pt x="161925" y="85725"/>
                </a:lnTo>
                <a:lnTo>
                  <a:pt x="133350" y="85725"/>
                </a:lnTo>
                <a:close/>
              </a:path>
            </a:pathLst>
          </a:custGeom>
          <a:solidFill>
            <a:srgbClr val="3749CC"/>
          </a:solidFill>
          <a:ln w="9525" cap="flat">
            <a:noFill/>
            <a:prstDash val="solid"/>
            <a:miter/>
          </a:ln>
          <a:effectLst>
            <a:outerShdw blurRad="292100" dist="63500" dir="5400000" algn="t" rotWithShape="0">
              <a:srgbClr val="3749CC">
                <a:alpha val="40000"/>
              </a:srgbClr>
            </a:outerShdw>
          </a:effectLst>
          <a:scene3d>
            <a:camera prst="isometricLeftDown"/>
            <a:lightRig rig="threePt" dir="t"/>
          </a:scene3d>
          <a:sp3d extrusionH="38100" prstMaterial="flat">
            <a:extrusionClr>
              <a:srgbClr val="E7EBFF"/>
            </a:extrusionClr>
          </a:sp3d>
        </p:spPr>
        <p:txBody>
          <a:bodyPr rtlCol="0" anchor="ctr"/>
          <a:lstStyle/>
          <a:p>
            <a:endParaRPr lang="zh-CN" altLang="en-US"/>
          </a:p>
        </p:txBody>
      </p:sp>
      <p:sp>
        <p:nvSpPr>
          <p:cNvPr id="109" name="文本框 108">
            <a:extLst>
              <a:ext uri="{FF2B5EF4-FFF2-40B4-BE49-F238E27FC236}">
                <a16:creationId xmlns:a16="http://schemas.microsoft.com/office/drawing/2014/main" id="{3CE8EFD5-59BD-69B5-333D-97FB467EC7E1}"/>
              </a:ext>
            </a:extLst>
          </p:cNvPr>
          <p:cNvSpPr txBox="1"/>
          <p:nvPr/>
        </p:nvSpPr>
        <p:spPr>
          <a:xfrm>
            <a:off x="3461477" y="2807215"/>
            <a:ext cx="697627" cy="246221"/>
          </a:xfrm>
          <a:prstGeom prst="rect">
            <a:avLst/>
          </a:prstGeom>
          <a:noFill/>
          <a:scene3d>
            <a:camera prst="isometricLeft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品牌营销</a:t>
            </a:r>
          </a:p>
        </p:txBody>
      </p:sp>
      <p:sp>
        <p:nvSpPr>
          <p:cNvPr id="110" name="文本框 109">
            <a:extLst>
              <a:ext uri="{FF2B5EF4-FFF2-40B4-BE49-F238E27FC236}">
                <a16:creationId xmlns:a16="http://schemas.microsoft.com/office/drawing/2014/main" id="{1435B8E2-0629-1D5C-62A1-1A040B5C9C9E}"/>
              </a:ext>
            </a:extLst>
          </p:cNvPr>
          <p:cNvSpPr txBox="1"/>
          <p:nvPr/>
        </p:nvSpPr>
        <p:spPr>
          <a:xfrm>
            <a:off x="4638491" y="1260349"/>
            <a:ext cx="697627" cy="246221"/>
          </a:xfrm>
          <a:prstGeom prst="rect">
            <a:avLst/>
          </a:prstGeom>
          <a:noFill/>
          <a:scene3d>
            <a:camera prst="isometricLeft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品牌营销</a:t>
            </a:r>
          </a:p>
        </p:txBody>
      </p:sp>
      <p:sp>
        <p:nvSpPr>
          <p:cNvPr id="111" name="文本框 110">
            <a:extLst>
              <a:ext uri="{FF2B5EF4-FFF2-40B4-BE49-F238E27FC236}">
                <a16:creationId xmlns:a16="http://schemas.microsoft.com/office/drawing/2014/main" id="{08766BEB-DFCB-485B-88DE-F347F962B1AF}"/>
              </a:ext>
            </a:extLst>
          </p:cNvPr>
          <p:cNvSpPr txBox="1"/>
          <p:nvPr/>
        </p:nvSpPr>
        <p:spPr>
          <a:xfrm>
            <a:off x="5309180" y="1677644"/>
            <a:ext cx="697627" cy="246221"/>
          </a:xfrm>
          <a:prstGeom prst="rect">
            <a:avLst/>
          </a:prstGeom>
          <a:noFill/>
          <a:scene3d>
            <a:camera prst="isometricLeft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品牌营销</a:t>
            </a:r>
          </a:p>
        </p:txBody>
      </p:sp>
      <p:sp>
        <p:nvSpPr>
          <p:cNvPr id="112" name="文本框 111">
            <a:extLst>
              <a:ext uri="{FF2B5EF4-FFF2-40B4-BE49-F238E27FC236}">
                <a16:creationId xmlns:a16="http://schemas.microsoft.com/office/drawing/2014/main" id="{887D5BF3-7648-08CC-B76A-4E613B7F6381}"/>
              </a:ext>
            </a:extLst>
          </p:cNvPr>
          <p:cNvSpPr txBox="1"/>
          <p:nvPr/>
        </p:nvSpPr>
        <p:spPr>
          <a:xfrm>
            <a:off x="7101904" y="2730736"/>
            <a:ext cx="697627" cy="246221"/>
          </a:xfrm>
          <a:prstGeom prst="rect">
            <a:avLst/>
          </a:prstGeom>
          <a:noFill/>
          <a:scene3d>
            <a:camera prst="isometricLeft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品牌营销</a:t>
            </a:r>
          </a:p>
        </p:txBody>
      </p:sp>
      <p:sp>
        <p:nvSpPr>
          <p:cNvPr id="113" name="文本框 112">
            <a:extLst>
              <a:ext uri="{FF2B5EF4-FFF2-40B4-BE49-F238E27FC236}">
                <a16:creationId xmlns:a16="http://schemas.microsoft.com/office/drawing/2014/main" id="{4504D732-BCC4-D604-8C7E-C9D9146E5817}"/>
              </a:ext>
            </a:extLst>
          </p:cNvPr>
          <p:cNvSpPr txBox="1"/>
          <p:nvPr/>
        </p:nvSpPr>
        <p:spPr>
          <a:xfrm>
            <a:off x="4301216" y="3279903"/>
            <a:ext cx="697627" cy="246221"/>
          </a:xfrm>
          <a:prstGeom prst="rect">
            <a:avLst/>
          </a:prstGeom>
          <a:noFill/>
          <a:scene3d>
            <a:camera prst="isometricLeft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品牌营销</a:t>
            </a:r>
          </a:p>
        </p:txBody>
      </p:sp>
      <p:sp>
        <p:nvSpPr>
          <p:cNvPr id="114" name="文本框 113">
            <a:extLst>
              <a:ext uri="{FF2B5EF4-FFF2-40B4-BE49-F238E27FC236}">
                <a16:creationId xmlns:a16="http://schemas.microsoft.com/office/drawing/2014/main" id="{6D9F7F0E-2D33-9C0E-91EE-989E3F9C49B7}"/>
              </a:ext>
            </a:extLst>
          </p:cNvPr>
          <p:cNvSpPr txBox="1"/>
          <p:nvPr/>
        </p:nvSpPr>
        <p:spPr>
          <a:xfrm>
            <a:off x="5101899" y="3722889"/>
            <a:ext cx="697627" cy="246221"/>
          </a:xfrm>
          <a:prstGeom prst="rect">
            <a:avLst/>
          </a:prstGeom>
          <a:noFill/>
          <a:scene3d>
            <a:camera prst="isometricLeft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品牌营销</a:t>
            </a:r>
          </a:p>
        </p:txBody>
      </p:sp>
      <p:grpSp>
        <p:nvGrpSpPr>
          <p:cNvPr id="125" name="组合 124">
            <a:extLst>
              <a:ext uri="{FF2B5EF4-FFF2-40B4-BE49-F238E27FC236}">
                <a16:creationId xmlns:a16="http://schemas.microsoft.com/office/drawing/2014/main" id="{4C8707ED-B279-3013-EF9A-53CC210F8385}"/>
              </a:ext>
            </a:extLst>
          </p:cNvPr>
          <p:cNvGrpSpPr/>
          <p:nvPr/>
        </p:nvGrpSpPr>
        <p:grpSpPr>
          <a:xfrm>
            <a:off x="4034740" y="3396256"/>
            <a:ext cx="763386" cy="995706"/>
            <a:chOff x="8390884" y="2982570"/>
            <a:chExt cx="763386" cy="995706"/>
          </a:xfrm>
        </p:grpSpPr>
        <p:grpSp>
          <p:nvGrpSpPr>
            <p:cNvPr id="126" name="组合 125">
              <a:extLst>
                <a:ext uri="{FF2B5EF4-FFF2-40B4-BE49-F238E27FC236}">
                  <a16:creationId xmlns:a16="http://schemas.microsoft.com/office/drawing/2014/main" id="{1C4C368D-192A-7512-D808-761523AC0F05}"/>
                </a:ext>
              </a:extLst>
            </p:cNvPr>
            <p:cNvGrpSpPr/>
            <p:nvPr/>
          </p:nvGrpSpPr>
          <p:grpSpPr>
            <a:xfrm>
              <a:off x="8394232" y="3458014"/>
              <a:ext cx="760038" cy="484012"/>
              <a:chOff x="8647430" y="2989740"/>
              <a:chExt cx="2181226" cy="1389062"/>
            </a:xfrm>
          </p:grpSpPr>
          <p:sp>
            <p:nvSpPr>
              <p:cNvPr id="136" name="Freeform 11">
                <a:extLst>
                  <a:ext uri="{FF2B5EF4-FFF2-40B4-BE49-F238E27FC236}">
                    <a16:creationId xmlns:a16="http://schemas.microsoft.com/office/drawing/2014/main" id="{3DF818F5-8719-0208-207F-FBC1FEDFCA30}"/>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37" name="Freeform 12">
                <a:extLst>
                  <a:ext uri="{FF2B5EF4-FFF2-40B4-BE49-F238E27FC236}">
                    <a16:creationId xmlns:a16="http://schemas.microsoft.com/office/drawing/2014/main" id="{FF9FB0A9-BFD9-6D3A-51AF-01159FE03EF7}"/>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8" name="Freeform 13">
                <a:extLst>
                  <a:ext uri="{FF2B5EF4-FFF2-40B4-BE49-F238E27FC236}">
                    <a16:creationId xmlns:a16="http://schemas.microsoft.com/office/drawing/2014/main" id="{8FDC200C-DEC2-6866-136A-8BBA74B51C98}"/>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27" name="组合 126">
              <a:extLst>
                <a:ext uri="{FF2B5EF4-FFF2-40B4-BE49-F238E27FC236}">
                  <a16:creationId xmlns:a16="http://schemas.microsoft.com/office/drawing/2014/main" id="{3FB02C8D-FFE0-0C5D-25D5-EBF30FC61A38}"/>
                </a:ext>
              </a:extLst>
            </p:cNvPr>
            <p:cNvGrpSpPr/>
            <p:nvPr/>
          </p:nvGrpSpPr>
          <p:grpSpPr>
            <a:xfrm>
              <a:off x="8390884" y="2982570"/>
              <a:ext cx="762316" cy="995706"/>
              <a:chOff x="6270625" y="1539875"/>
              <a:chExt cx="876301" cy="1144588"/>
            </a:xfrm>
          </p:grpSpPr>
          <p:sp>
            <p:nvSpPr>
              <p:cNvPr id="133" name="Freeform 10">
                <a:extLst>
                  <a:ext uri="{FF2B5EF4-FFF2-40B4-BE49-F238E27FC236}">
                    <a16:creationId xmlns:a16="http://schemas.microsoft.com/office/drawing/2014/main" id="{1ACBB1A0-2420-9A70-50B1-6D1098A81768}"/>
                  </a:ext>
                </a:extLst>
              </p:cNvPr>
              <p:cNvSpPr>
                <a:spLocks/>
              </p:cNvSpPr>
              <p:nvPr/>
            </p:nvSpPr>
            <p:spPr bwMode="auto">
              <a:xfrm>
                <a:off x="6704013" y="1790700"/>
                <a:ext cx="442913" cy="893763"/>
              </a:xfrm>
              <a:custGeom>
                <a:avLst/>
                <a:gdLst>
                  <a:gd name="T0" fmla="*/ 279 w 279"/>
                  <a:gd name="T1" fmla="*/ 0 h 563"/>
                  <a:gd name="T2" fmla="*/ 278 w 279"/>
                  <a:gd name="T3" fmla="*/ 402 h 563"/>
                  <a:gd name="T4" fmla="*/ 0 w 279"/>
                  <a:gd name="T5" fmla="*/ 563 h 563"/>
                  <a:gd name="T6" fmla="*/ 2 w 279"/>
                  <a:gd name="T7" fmla="*/ 161 h 563"/>
                  <a:gd name="T8" fmla="*/ 279 w 279"/>
                  <a:gd name="T9" fmla="*/ 0 h 563"/>
                </a:gdLst>
                <a:ahLst/>
                <a:cxnLst>
                  <a:cxn ang="0">
                    <a:pos x="T0" y="T1"/>
                  </a:cxn>
                  <a:cxn ang="0">
                    <a:pos x="T2" y="T3"/>
                  </a:cxn>
                  <a:cxn ang="0">
                    <a:pos x="T4" y="T5"/>
                  </a:cxn>
                  <a:cxn ang="0">
                    <a:pos x="T6" y="T7"/>
                  </a:cxn>
                  <a:cxn ang="0">
                    <a:pos x="T8" y="T9"/>
                  </a:cxn>
                </a:cxnLst>
                <a:rect l="0" t="0" r="r" b="b"/>
                <a:pathLst>
                  <a:path w="279" h="563">
                    <a:moveTo>
                      <a:pt x="279" y="0"/>
                    </a:moveTo>
                    <a:lnTo>
                      <a:pt x="278" y="402"/>
                    </a:lnTo>
                    <a:lnTo>
                      <a:pt x="0" y="563"/>
                    </a:lnTo>
                    <a:lnTo>
                      <a:pt x="2" y="161"/>
                    </a:lnTo>
                    <a:lnTo>
                      <a:pt x="279" y="0"/>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4" name="Freeform 11">
                <a:extLst>
                  <a:ext uri="{FF2B5EF4-FFF2-40B4-BE49-F238E27FC236}">
                    <a16:creationId xmlns:a16="http://schemas.microsoft.com/office/drawing/2014/main" id="{167998C9-ED9E-C0BB-92DC-76665BD554D9}"/>
                  </a:ext>
                </a:extLst>
              </p:cNvPr>
              <p:cNvSpPr>
                <a:spLocks/>
              </p:cNvSpPr>
              <p:nvPr/>
            </p:nvSpPr>
            <p:spPr bwMode="auto">
              <a:xfrm>
                <a:off x="6270625" y="1795463"/>
                <a:ext cx="436563" cy="889000"/>
              </a:xfrm>
              <a:custGeom>
                <a:avLst/>
                <a:gdLst>
                  <a:gd name="T0" fmla="*/ 275 w 275"/>
                  <a:gd name="T1" fmla="*/ 158 h 560"/>
                  <a:gd name="T2" fmla="*/ 273 w 275"/>
                  <a:gd name="T3" fmla="*/ 560 h 560"/>
                  <a:gd name="T4" fmla="*/ 0 w 275"/>
                  <a:gd name="T5" fmla="*/ 402 h 560"/>
                  <a:gd name="T6" fmla="*/ 1 w 275"/>
                  <a:gd name="T7" fmla="*/ 0 h 560"/>
                  <a:gd name="T8" fmla="*/ 275 w 275"/>
                  <a:gd name="T9" fmla="*/ 158 h 560"/>
                </a:gdLst>
                <a:ahLst/>
                <a:cxnLst>
                  <a:cxn ang="0">
                    <a:pos x="T0" y="T1"/>
                  </a:cxn>
                  <a:cxn ang="0">
                    <a:pos x="T2" y="T3"/>
                  </a:cxn>
                  <a:cxn ang="0">
                    <a:pos x="T4" y="T5"/>
                  </a:cxn>
                  <a:cxn ang="0">
                    <a:pos x="T6" y="T7"/>
                  </a:cxn>
                  <a:cxn ang="0">
                    <a:pos x="T8" y="T9"/>
                  </a:cxn>
                </a:cxnLst>
                <a:rect l="0" t="0" r="r" b="b"/>
                <a:pathLst>
                  <a:path w="275" h="560">
                    <a:moveTo>
                      <a:pt x="275" y="158"/>
                    </a:moveTo>
                    <a:lnTo>
                      <a:pt x="273" y="560"/>
                    </a:lnTo>
                    <a:lnTo>
                      <a:pt x="0" y="402"/>
                    </a:lnTo>
                    <a:lnTo>
                      <a:pt x="1" y="0"/>
                    </a:lnTo>
                    <a:lnTo>
                      <a:pt x="275"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5" name="Freeform 12">
                <a:extLst>
                  <a:ext uri="{FF2B5EF4-FFF2-40B4-BE49-F238E27FC236}">
                    <a16:creationId xmlns:a16="http://schemas.microsoft.com/office/drawing/2014/main" id="{9FA49BEE-A514-C559-08C7-208C57680FF2}"/>
                  </a:ext>
                </a:extLst>
              </p:cNvPr>
              <p:cNvSpPr>
                <a:spLocks/>
              </p:cNvSpPr>
              <p:nvPr/>
            </p:nvSpPr>
            <p:spPr bwMode="auto">
              <a:xfrm>
                <a:off x="6272213" y="1539875"/>
                <a:ext cx="874713" cy="506413"/>
              </a:xfrm>
              <a:custGeom>
                <a:avLst/>
                <a:gdLst>
                  <a:gd name="T0" fmla="*/ 551 w 551"/>
                  <a:gd name="T1" fmla="*/ 158 h 319"/>
                  <a:gd name="T2" fmla="*/ 274 w 551"/>
                  <a:gd name="T3" fmla="*/ 319 h 319"/>
                  <a:gd name="T4" fmla="*/ 0 w 551"/>
                  <a:gd name="T5" fmla="*/ 161 h 319"/>
                  <a:gd name="T6" fmla="*/ 278 w 551"/>
                  <a:gd name="T7" fmla="*/ 0 h 319"/>
                  <a:gd name="T8" fmla="*/ 551 w 551"/>
                  <a:gd name="T9" fmla="*/ 158 h 319"/>
                </a:gdLst>
                <a:ahLst/>
                <a:cxnLst>
                  <a:cxn ang="0">
                    <a:pos x="T0" y="T1"/>
                  </a:cxn>
                  <a:cxn ang="0">
                    <a:pos x="T2" y="T3"/>
                  </a:cxn>
                  <a:cxn ang="0">
                    <a:pos x="T4" y="T5"/>
                  </a:cxn>
                  <a:cxn ang="0">
                    <a:pos x="T6" y="T7"/>
                  </a:cxn>
                  <a:cxn ang="0">
                    <a:pos x="T8" y="T9"/>
                  </a:cxn>
                </a:cxnLst>
                <a:rect l="0" t="0" r="r" b="b"/>
                <a:pathLst>
                  <a:path w="551" h="319">
                    <a:moveTo>
                      <a:pt x="551" y="158"/>
                    </a:moveTo>
                    <a:lnTo>
                      <a:pt x="274" y="319"/>
                    </a:lnTo>
                    <a:lnTo>
                      <a:pt x="0" y="161"/>
                    </a:lnTo>
                    <a:lnTo>
                      <a:pt x="278" y="0"/>
                    </a:lnTo>
                    <a:lnTo>
                      <a:pt x="551" y="158"/>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28" name="组合 127">
              <a:extLst>
                <a:ext uri="{FF2B5EF4-FFF2-40B4-BE49-F238E27FC236}">
                  <a16:creationId xmlns:a16="http://schemas.microsoft.com/office/drawing/2014/main" id="{114A1319-952F-3809-6B79-C617EB264FAA}"/>
                </a:ext>
              </a:extLst>
            </p:cNvPr>
            <p:cNvGrpSpPr/>
            <p:nvPr/>
          </p:nvGrpSpPr>
          <p:grpSpPr>
            <a:xfrm>
              <a:off x="8541696" y="3509743"/>
              <a:ext cx="460693" cy="328730"/>
              <a:chOff x="9934979" y="5169636"/>
              <a:chExt cx="460693" cy="328730"/>
            </a:xfrm>
          </p:grpSpPr>
          <p:sp>
            <p:nvSpPr>
              <p:cNvPr id="130" name="Freeform 20">
                <a:extLst>
                  <a:ext uri="{FF2B5EF4-FFF2-40B4-BE49-F238E27FC236}">
                    <a16:creationId xmlns:a16="http://schemas.microsoft.com/office/drawing/2014/main" id="{B6C6330D-D6DB-B905-F93A-BA035D06D230}"/>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1" name="Freeform 21">
                <a:extLst>
                  <a:ext uri="{FF2B5EF4-FFF2-40B4-BE49-F238E27FC236}">
                    <a16:creationId xmlns:a16="http://schemas.microsoft.com/office/drawing/2014/main" id="{A5D00D9C-B957-FCD3-5C49-A30584CBC7AE}"/>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2" name="Freeform 22">
                <a:extLst>
                  <a:ext uri="{FF2B5EF4-FFF2-40B4-BE49-F238E27FC236}">
                    <a16:creationId xmlns:a16="http://schemas.microsoft.com/office/drawing/2014/main" id="{C360C874-A269-58DB-7332-ED6AAFDFE237}"/>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29"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14D755CF-76F0-29A8-8922-901591600C2A}"/>
                </a:ext>
              </a:extLst>
            </p:cNvPr>
            <p:cNvSpPr/>
            <p:nvPr/>
          </p:nvSpPr>
          <p:spPr>
            <a:xfrm>
              <a:off x="8694740" y="3553187"/>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nvGrpSpPr>
          <p:cNvPr id="139" name="组合 138">
            <a:extLst>
              <a:ext uri="{FF2B5EF4-FFF2-40B4-BE49-F238E27FC236}">
                <a16:creationId xmlns:a16="http://schemas.microsoft.com/office/drawing/2014/main" id="{0AFEBEAC-C4B8-6604-9D3E-D08F497C718E}"/>
              </a:ext>
            </a:extLst>
          </p:cNvPr>
          <p:cNvGrpSpPr/>
          <p:nvPr/>
        </p:nvGrpSpPr>
        <p:grpSpPr>
          <a:xfrm>
            <a:off x="8111657" y="1385585"/>
            <a:ext cx="3489741" cy="1174065"/>
            <a:chOff x="474580" y="1511573"/>
            <a:chExt cx="3489741" cy="1174065"/>
          </a:xfrm>
        </p:grpSpPr>
        <p:sp>
          <p:nvSpPr>
            <p:cNvPr id="140" name="文本框 139">
              <a:extLst>
                <a:ext uri="{FF2B5EF4-FFF2-40B4-BE49-F238E27FC236}">
                  <a16:creationId xmlns:a16="http://schemas.microsoft.com/office/drawing/2014/main" id="{63BF45AB-A4C1-E499-191C-0542780D4476}"/>
                </a:ext>
              </a:extLst>
            </p:cNvPr>
            <p:cNvSpPr txBox="1"/>
            <p:nvPr/>
          </p:nvSpPr>
          <p:spPr>
            <a:xfrm>
              <a:off x="474580" y="1696972"/>
              <a:ext cx="3023585" cy="584775"/>
            </a:xfrm>
            <a:prstGeom prst="rect">
              <a:avLst/>
            </a:prstGeom>
            <a:noFill/>
          </p:spPr>
          <p:txBody>
            <a:bodyPr wrap="none" rtlCol="0">
              <a:spAutoFit/>
            </a:bodyPr>
            <a:lstStyle/>
            <a:p>
              <a:r>
                <a:rPr lang="en-US" altLang="zh-CN"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rPr>
                <a:t>YOUR BRAND</a:t>
              </a:r>
              <a:endParaRPr lang="zh-CN" altLang="en-US"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endParaRPr>
            </a:p>
          </p:txBody>
        </p:sp>
        <p:sp>
          <p:nvSpPr>
            <p:cNvPr id="141" name="文本框 140">
              <a:extLst>
                <a:ext uri="{FF2B5EF4-FFF2-40B4-BE49-F238E27FC236}">
                  <a16:creationId xmlns:a16="http://schemas.microsoft.com/office/drawing/2014/main" id="{024B1AEF-5A2C-46AB-EDC1-CF63527ADBF4}"/>
                </a:ext>
              </a:extLst>
            </p:cNvPr>
            <p:cNvSpPr txBox="1"/>
            <p:nvPr/>
          </p:nvSpPr>
          <p:spPr>
            <a:xfrm>
              <a:off x="474580" y="1511573"/>
              <a:ext cx="1197764" cy="307777"/>
            </a:xfrm>
            <a:prstGeom prst="rect">
              <a:avLst/>
            </a:prstGeom>
            <a:noFill/>
          </p:spPr>
          <p:txBody>
            <a:bodyPr wrap="none" rtlCol="0">
              <a:spAutoFit/>
            </a:bodyPr>
            <a:lstStyle/>
            <a:p>
              <a:r>
                <a:rPr lang="en-US" altLang="zh-CN" sz="1400" dirty="0">
                  <a:solidFill>
                    <a:srgbClr val="02F276"/>
                  </a:solidFill>
                  <a:latin typeface="HarmonyOS Sans SC Black" panose="00000A00000000000000" pitchFamily="2" charset="-122"/>
                  <a:ea typeface="HarmonyOS Sans SC Black" panose="00000A00000000000000" pitchFamily="2" charset="-122"/>
                </a:rPr>
                <a:t>TEXT TITLE</a:t>
              </a:r>
              <a:endParaRPr lang="zh-CN" altLang="en-US" sz="1400" dirty="0">
                <a:solidFill>
                  <a:srgbClr val="02F276"/>
                </a:solidFill>
                <a:latin typeface="HarmonyOS Sans SC Black" panose="00000A00000000000000" pitchFamily="2" charset="-122"/>
                <a:ea typeface="HarmonyOS Sans SC Black" panose="00000A00000000000000" pitchFamily="2" charset="-122"/>
              </a:endParaRPr>
            </a:p>
          </p:txBody>
        </p:sp>
        <p:sp>
          <p:nvSpPr>
            <p:cNvPr id="142" name="文本框 141">
              <a:extLst>
                <a:ext uri="{FF2B5EF4-FFF2-40B4-BE49-F238E27FC236}">
                  <a16:creationId xmlns:a16="http://schemas.microsoft.com/office/drawing/2014/main" id="{1301014D-EA25-4E0C-A25E-C497686C7B09}"/>
                </a:ext>
              </a:extLst>
            </p:cNvPr>
            <p:cNvSpPr txBox="1"/>
            <p:nvPr/>
          </p:nvSpPr>
          <p:spPr>
            <a:xfrm>
              <a:off x="474580" y="2223973"/>
              <a:ext cx="3489741" cy="461665"/>
            </a:xfrm>
            <a:prstGeom prst="rect">
              <a:avLst/>
            </a:prstGeom>
            <a:noFill/>
          </p:spPr>
          <p:txBody>
            <a:bodyPr wrap="square" rtlCol="0">
              <a:spAutoFit/>
            </a:bodyPr>
            <a:lstStyle/>
            <a:p>
              <a:r>
                <a:rPr lang="zh-CN" altLang="en-US" sz="24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rPr>
                <a:t>图标文字均可</a:t>
              </a:r>
              <a:r>
                <a:rPr lang="zh-CN" altLang="en-US" sz="2400" dirty="0">
                  <a:solidFill>
                    <a:srgbClr val="02F276"/>
                  </a:solidFill>
                  <a:latin typeface="HarmonyOS Sans SC Black" panose="00000A00000000000000" pitchFamily="2" charset="-122"/>
                  <a:ea typeface="HarmonyOS Sans SC Black" panose="00000A00000000000000" pitchFamily="2" charset="-122"/>
                </a:rPr>
                <a:t>替换修改</a:t>
              </a:r>
            </a:p>
          </p:txBody>
        </p:sp>
      </p:grpSp>
      <p:sp>
        <p:nvSpPr>
          <p:cNvPr id="144" name="文本框 143">
            <a:extLst>
              <a:ext uri="{FF2B5EF4-FFF2-40B4-BE49-F238E27FC236}">
                <a16:creationId xmlns:a16="http://schemas.microsoft.com/office/drawing/2014/main" id="{98C45C62-4F5A-3EA1-BF21-0145D66A4187}"/>
              </a:ext>
            </a:extLst>
          </p:cNvPr>
          <p:cNvSpPr txBox="1"/>
          <p:nvPr/>
        </p:nvSpPr>
        <p:spPr>
          <a:xfrm>
            <a:off x="8140715" y="2758455"/>
            <a:ext cx="3258704" cy="550087"/>
          </a:xfrm>
          <a:prstGeom prst="rect">
            <a:avLst/>
          </a:prstGeom>
          <a:noFill/>
        </p:spPr>
        <p:txBody>
          <a:bodyPr wrap="square" rtlCol="0">
            <a:spAutoFit/>
          </a:bodyPr>
          <a:lstStyle/>
          <a:p>
            <a:pPr>
              <a:lnSpc>
                <a:spcPct val="150000"/>
              </a:lnSpc>
            </a:pPr>
            <a:r>
              <a:rPr lang="zh-CN" altLang="en-US" sz="1050" dirty="0">
                <a:solidFill>
                  <a:schemeClr val="bg1">
                    <a:lumMod val="50000"/>
                  </a:schemeClr>
                </a:solidFill>
                <a:latin typeface="HarmonyOS Sans SC Light" panose="00000400000000000000" pitchFamily="2" charset="-122"/>
                <a:ea typeface="HarmonyOS Sans SC Light" panose="00000400000000000000" pitchFamily="2" charset="-122"/>
              </a:rPr>
              <a:t>企业形象是企业自身在消费者心日中的地位和价值的体现，也是企业在市场竞争中取胜的有力武器。</a:t>
            </a:r>
          </a:p>
        </p:txBody>
      </p:sp>
    </p:spTree>
    <p:extLst>
      <p:ext uri="{BB962C8B-B14F-4D97-AF65-F5344CB8AC3E}">
        <p14:creationId xmlns:p14="http://schemas.microsoft.com/office/powerpoint/2010/main" val="1360388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A2B6CA9-BEA9-2CBC-58FD-34DF557EB640}"/>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0417F28B-6125-8AD4-2611-60C863C90EA0}"/>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31C06166-12AA-302C-3341-89F1F24845B4}"/>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170A4A5B-2C13-DAD3-9F2E-6F89FF82C310}"/>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3DACC775-A746-1051-0993-F2D77FE333D7}"/>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F680B02-15B2-839C-F2EC-A4AE2D721327}"/>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8" name="文本框 7">
              <a:extLst>
                <a:ext uri="{FF2B5EF4-FFF2-40B4-BE49-F238E27FC236}">
                  <a16:creationId xmlns:a16="http://schemas.microsoft.com/office/drawing/2014/main" id="{50EB364C-5985-0BBC-48D3-04C9F73B7489}"/>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12" name="文本框 11">
              <a:extLst>
                <a:ext uri="{FF2B5EF4-FFF2-40B4-BE49-F238E27FC236}">
                  <a16:creationId xmlns:a16="http://schemas.microsoft.com/office/drawing/2014/main" id="{01A30360-1C2E-09B9-F3CF-56C1626B124B}"/>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13"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DBE8F10E-68FF-394F-3E9E-8F06CC1ED9E0}"/>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14" name="文本框 13">
              <a:extLst>
                <a:ext uri="{FF2B5EF4-FFF2-40B4-BE49-F238E27FC236}">
                  <a16:creationId xmlns:a16="http://schemas.microsoft.com/office/drawing/2014/main" id="{366ADDC3-CBDE-50F3-9522-F0AF28B28455}"/>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15" name="文本框 14">
              <a:extLst>
                <a:ext uri="{FF2B5EF4-FFF2-40B4-BE49-F238E27FC236}">
                  <a16:creationId xmlns:a16="http://schemas.microsoft.com/office/drawing/2014/main" id="{A8AFB04B-9E3D-9476-4185-959EAD8F72CE}"/>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cxnSp>
        <p:nvCxnSpPr>
          <p:cNvPr id="362" name="直接箭头连接符 361">
            <a:extLst>
              <a:ext uri="{FF2B5EF4-FFF2-40B4-BE49-F238E27FC236}">
                <a16:creationId xmlns:a16="http://schemas.microsoft.com/office/drawing/2014/main" id="{30F682E1-8B0A-B11F-1584-D7DBB38BBBAB}"/>
              </a:ext>
            </a:extLst>
          </p:cNvPr>
          <p:cNvCxnSpPr>
            <a:cxnSpLocks/>
          </p:cNvCxnSpPr>
          <p:nvPr/>
        </p:nvCxnSpPr>
        <p:spPr>
          <a:xfrm>
            <a:off x="6347771" y="3568601"/>
            <a:ext cx="233625" cy="0"/>
          </a:xfrm>
          <a:prstGeom prst="straightConnector1">
            <a:avLst/>
          </a:prstGeom>
          <a:ln>
            <a:solidFill>
              <a:srgbClr val="7584E5"/>
            </a:solidFill>
            <a:tailEnd type="triangle"/>
          </a:ln>
        </p:spPr>
        <p:style>
          <a:lnRef idx="1">
            <a:schemeClr val="accent1"/>
          </a:lnRef>
          <a:fillRef idx="0">
            <a:schemeClr val="accent1"/>
          </a:fillRef>
          <a:effectRef idx="0">
            <a:schemeClr val="accent1"/>
          </a:effectRef>
          <a:fontRef idx="minor">
            <a:schemeClr val="tx1"/>
          </a:fontRef>
        </p:style>
      </p:cxnSp>
      <p:cxnSp>
        <p:nvCxnSpPr>
          <p:cNvPr id="363" name="直接箭头连接符 362">
            <a:extLst>
              <a:ext uri="{FF2B5EF4-FFF2-40B4-BE49-F238E27FC236}">
                <a16:creationId xmlns:a16="http://schemas.microsoft.com/office/drawing/2014/main" id="{567704F9-7395-7E4A-0DED-F2397DF30C38}"/>
              </a:ext>
            </a:extLst>
          </p:cNvPr>
          <p:cNvCxnSpPr>
            <a:cxnSpLocks/>
          </p:cNvCxnSpPr>
          <p:nvPr/>
        </p:nvCxnSpPr>
        <p:spPr>
          <a:xfrm>
            <a:off x="9108847" y="3568601"/>
            <a:ext cx="233625" cy="0"/>
          </a:xfrm>
          <a:prstGeom prst="straightConnector1">
            <a:avLst/>
          </a:prstGeom>
          <a:ln>
            <a:solidFill>
              <a:srgbClr val="7584E5"/>
            </a:solidFill>
            <a:tailEnd type="triangle"/>
          </a:ln>
        </p:spPr>
        <p:style>
          <a:lnRef idx="1">
            <a:schemeClr val="accent1"/>
          </a:lnRef>
          <a:fillRef idx="0">
            <a:schemeClr val="accent1"/>
          </a:fillRef>
          <a:effectRef idx="0">
            <a:schemeClr val="accent1"/>
          </a:effectRef>
          <a:fontRef idx="minor">
            <a:schemeClr val="tx1"/>
          </a:fontRef>
        </p:style>
      </p:cxnSp>
      <p:cxnSp>
        <p:nvCxnSpPr>
          <p:cNvPr id="348" name="直接箭头连接符 347">
            <a:extLst>
              <a:ext uri="{FF2B5EF4-FFF2-40B4-BE49-F238E27FC236}">
                <a16:creationId xmlns:a16="http://schemas.microsoft.com/office/drawing/2014/main" id="{74FCDAE4-E49A-00D4-6333-F4E8D9DBC2EB}"/>
              </a:ext>
            </a:extLst>
          </p:cNvPr>
          <p:cNvCxnSpPr>
            <a:cxnSpLocks/>
          </p:cNvCxnSpPr>
          <p:nvPr/>
        </p:nvCxnSpPr>
        <p:spPr>
          <a:xfrm>
            <a:off x="2955241" y="2216285"/>
            <a:ext cx="804883" cy="0"/>
          </a:xfrm>
          <a:prstGeom prst="straightConnector1">
            <a:avLst/>
          </a:prstGeom>
          <a:ln>
            <a:solidFill>
              <a:srgbClr val="7584E5"/>
            </a:solidFill>
            <a:tailEnd type="triangle"/>
          </a:ln>
        </p:spPr>
        <p:style>
          <a:lnRef idx="1">
            <a:schemeClr val="accent1"/>
          </a:lnRef>
          <a:fillRef idx="0">
            <a:schemeClr val="accent1"/>
          </a:fillRef>
          <a:effectRef idx="0">
            <a:schemeClr val="accent1"/>
          </a:effectRef>
          <a:fontRef idx="minor">
            <a:schemeClr val="tx1"/>
          </a:fontRef>
        </p:style>
      </p:cxnSp>
      <p:cxnSp>
        <p:nvCxnSpPr>
          <p:cNvPr id="349" name="直接箭头连接符 348">
            <a:extLst>
              <a:ext uri="{FF2B5EF4-FFF2-40B4-BE49-F238E27FC236}">
                <a16:creationId xmlns:a16="http://schemas.microsoft.com/office/drawing/2014/main" id="{C92BE0E4-DB6E-D3E1-3502-E7BD7BEFFB1E}"/>
              </a:ext>
            </a:extLst>
          </p:cNvPr>
          <p:cNvCxnSpPr>
            <a:cxnSpLocks/>
          </p:cNvCxnSpPr>
          <p:nvPr/>
        </p:nvCxnSpPr>
        <p:spPr>
          <a:xfrm>
            <a:off x="2955241" y="3589548"/>
            <a:ext cx="804883" cy="0"/>
          </a:xfrm>
          <a:prstGeom prst="straightConnector1">
            <a:avLst/>
          </a:prstGeom>
          <a:ln>
            <a:solidFill>
              <a:srgbClr val="7584E5"/>
            </a:solidFill>
            <a:tailEnd type="triangle"/>
          </a:ln>
        </p:spPr>
        <p:style>
          <a:lnRef idx="1">
            <a:schemeClr val="accent1"/>
          </a:lnRef>
          <a:fillRef idx="0">
            <a:schemeClr val="accent1"/>
          </a:fillRef>
          <a:effectRef idx="0">
            <a:schemeClr val="accent1"/>
          </a:effectRef>
          <a:fontRef idx="minor">
            <a:schemeClr val="tx1"/>
          </a:fontRef>
        </p:style>
      </p:cxnSp>
      <p:cxnSp>
        <p:nvCxnSpPr>
          <p:cNvPr id="350" name="直接箭头连接符 349">
            <a:extLst>
              <a:ext uri="{FF2B5EF4-FFF2-40B4-BE49-F238E27FC236}">
                <a16:creationId xmlns:a16="http://schemas.microsoft.com/office/drawing/2014/main" id="{6E401686-3E20-521C-F16B-BFC4186C1A2B}"/>
              </a:ext>
            </a:extLst>
          </p:cNvPr>
          <p:cNvCxnSpPr>
            <a:cxnSpLocks/>
          </p:cNvCxnSpPr>
          <p:nvPr/>
        </p:nvCxnSpPr>
        <p:spPr>
          <a:xfrm>
            <a:off x="2955241" y="4962811"/>
            <a:ext cx="804883" cy="0"/>
          </a:xfrm>
          <a:prstGeom prst="straightConnector1">
            <a:avLst/>
          </a:prstGeom>
          <a:ln>
            <a:solidFill>
              <a:srgbClr val="7584E5"/>
            </a:solidFill>
            <a:tailEnd type="triangle"/>
          </a:ln>
        </p:spPr>
        <p:style>
          <a:lnRef idx="1">
            <a:schemeClr val="accent1"/>
          </a:lnRef>
          <a:fillRef idx="0">
            <a:schemeClr val="accent1"/>
          </a:fillRef>
          <a:effectRef idx="0">
            <a:schemeClr val="accent1"/>
          </a:effectRef>
          <a:fontRef idx="minor">
            <a:schemeClr val="tx1"/>
          </a:fontRef>
        </p:style>
      </p:cxnSp>
      <p:sp>
        <p:nvSpPr>
          <p:cNvPr id="152" name="矩形: 圆顶角 151">
            <a:extLst>
              <a:ext uri="{FF2B5EF4-FFF2-40B4-BE49-F238E27FC236}">
                <a16:creationId xmlns:a16="http://schemas.microsoft.com/office/drawing/2014/main" id="{1ACEC8E3-5159-37D1-DF63-0A84A3A06A6C}"/>
              </a:ext>
            </a:extLst>
          </p:cNvPr>
          <p:cNvSpPr/>
          <p:nvPr/>
        </p:nvSpPr>
        <p:spPr>
          <a:xfrm>
            <a:off x="6665419" y="1322187"/>
            <a:ext cx="980679" cy="299316"/>
          </a:xfrm>
          <a:prstGeom prst="round2SameRect">
            <a:avLst>
              <a:gd name="adj1" fmla="val 30247"/>
              <a:gd name="adj2" fmla="val 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矩形: 圆角 136">
            <a:extLst>
              <a:ext uri="{FF2B5EF4-FFF2-40B4-BE49-F238E27FC236}">
                <a16:creationId xmlns:a16="http://schemas.microsoft.com/office/drawing/2014/main" id="{D6C17534-F8AB-56F8-436C-239E09A941AC}"/>
              </a:ext>
            </a:extLst>
          </p:cNvPr>
          <p:cNvSpPr/>
          <p:nvPr/>
        </p:nvSpPr>
        <p:spPr>
          <a:xfrm>
            <a:off x="6581396" y="1566617"/>
            <a:ext cx="2562604" cy="4367509"/>
          </a:xfrm>
          <a:prstGeom prst="roundRect">
            <a:avLst>
              <a:gd name="adj" fmla="val 4522"/>
            </a:avLst>
          </a:prstGeom>
          <a:solidFill>
            <a:schemeClr val="bg1"/>
          </a:solidFill>
          <a:ln w="6350">
            <a:solidFill>
              <a:srgbClr val="3749C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圆顶角 50">
            <a:extLst>
              <a:ext uri="{FF2B5EF4-FFF2-40B4-BE49-F238E27FC236}">
                <a16:creationId xmlns:a16="http://schemas.microsoft.com/office/drawing/2014/main" id="{A86E359C-38F2-F312-5B6F-567380C50CE6}"/>
              </a:ext>
            </a:extLst>
          </p:cNvPr>
          <p:cNvSpPr/>
          <p:nvPr/>
        </p:nvSpPr>
        <p:spPr>
          <a:xfrm>
            <a:off x="1483360" y="1341691"/>
            <a:ext cx="980679" cy="299316"/>
          </a:xfrm>
          <a:prstGeom prst="round2SameRect">
            <a:avLst>
              <a:gd name="adj1" fmla="val 30247"/>
              <a:gd name="adj2" fmla="val 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id="{E7FA3033-DC24-6F9C-BCBB-924978020B53}"/>
              </a:ext>
            </a:extLst>
          </p:cNvPr>
          <p:cNvSpPr/>
          <p:nvPr/>
        </p:nvSpPr>
        <p:spPr>
          <a:xfrm>
            <a:off x="1322261" y="1552383"/>
            <a:ext cx="1634803" cy="4367509"/>
          </a:xfrm>
          <a:prstGeom prst="roundRect">
            <a:avLst>
              <a:gd name="adj" fmla="val 8222"/>
            </a:avLst>
          </a:prstGeom>
          <a:solidFill>
            <a:schemeClr val="bg1"/>
          </a:solidFill>
          <a:ln w="6350">
            <a:solidFill>
              <a:srgbClr val="3749C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5" name="组合 114">
            <a:extLst>
              <a:ext uri="{FF2B5EF4-FFF2-40B4-BE49-F238E27FC236}">
                <a16:creationId xmlns:a16="http://schemas.microsoft.com/office/drawing/2014/main" id="{572F30D3-A9BD-BFBE-8BF7-6CF5523EC7B4}"/>
              </a:ext>
            </a:extLst>
          </p:cNvPr>
          <p:cNvGrpSpPr/>
          <p:nvPr/>
        </p:nvGrpSpPr>
        <p:grpSpPr>
          <a:xfrm>
            <a:off x="3760124" y="1338706"/>
            <a:ext cx="1211503" cy="4581186"/>
            <a:chOff x="3760124" y="1338706"/>
            <a:chExt cx="1211503" cy="4581186"/>
          </a:xfrm>
        </p:grpSpPr>
        <p:sp>
          <p:nvSpPr>
            <p:cNvPr id="53" name="矩形: 圆顶角 52">
              <a:extLst>
                <a:ext uri="{FF2B5EF4-FFF2-40B4-BE49-F238E27FC236}">
                  <a16:creationId xmlns:a16="http://schemas.microsoft.com/office/drawing/2014/main" id="{862D60A4-3A4E-C53F-08C8-93F6C41352DD}"/>
                </a:ext>
              </a:extLst>
            </p:cNvPr>
            <p:cNvSpPr/>
            <p:nvPr/>
          </p:nvSpPr>
          <p:spPr>
            <a:xfrm>
              <a:off x="3889742" y="1338706"/>
              <a:ext cx="980679" cy="299316"/>
            </a:xfrm>
            <a:prstGeom prst="round2SameRect">
              <a:avLst>
                <a:gd name="adj1" fmla="val 30247"/>
                <a:gd name="adj2" fmla="val 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B8BC1AB6-6157-C90B-1965-F3989022E8D9}"/>
                </a:ext>
              </a:extLst>
            </p:cNvPr>
            <p:cNvSpPr/>
            <p:nvPr/>
          </p:nvSpPr>
          <p:spPr>
            <a:xfrm>
              <a:off x="3760124" y="1552383"/>
              <a:ext cx="1211503" cy="4367509"/>
            </a:xfrm>
            <a:prstGeom prst="roundRect">
              <a:avLst>
                <a:gd name="adj" fmla="val 8222"/>
              </a:avLst>
            </a:prstGeom>
            <a:solidFill>
              <a:schemeClr val="bg1"/>
            </a:solidFill>
            <a:ln w="6350">
              <a:solidFill>
                <a:srgbClr val="3749C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89">
              <a:extLst>
                <a:ext uri="{FF2B5EF4-FFF2-40B4-BE49-F238E27FC236}">
                  <a16:creationId xmlns:a16="http://schemas.microsoft.com/office/drawing/2014/main" id="{F410A4CD-F58A-666D-93C6-54345E0BA004}"/>
                </a:ext>
              </a:extLst>
            </p:cNvPr>
            <p:cNvGrpSpPr/>
            <p:nvPr/>
          </p:nvGrpSpPr>
          <p:grpSpPr>
            <a:xfrm>
              <a:off x="4056965" y="1822391"/>
              <a:ext cx="595035" cy="690426"/>
              <a:chOff x="4071727" y="1973517"/>
              <a:chExt cx="595035" cy="690426"/>
            </a:xfrm>
          </p:grpSpPr>
          <p:grpSp>
            <p:nvGrpSpPr>
              <p:cNvPr id="60" name="组合 59">
                <a:extLst>
                  <a:ext uri="{FF2B5EF4-FFF2-40B4-BE49-F238E27FC236}">
                    <a16:creationId xmlns:a16="http://schemas.microsoft.com/office/drawing/2014/main" id="{C1C63073-28C2-3332-9DA3-38664DE85B30}"/>
                  </a:ext>
                </a:extLst>
              </p:cNvPr>
              <p:cNvGrpSpPr/>
              <p:nvPr/>
            </p:nvGrpSpPr>
            <p:grpSpPr>
              <a:xfrm>
                <a:off x="4108166" y="1973517"/>
                <a:ext cx="522157" cy="440854"/>
                <a:chOff x="4108166" y="1973517"/>
                <a:chExt cx="522157" cy="440854"/>
              </a:xfrm>
            </p:grpSpPr>
            <p:sp>
              <p:nvSpPr>
                <p:cNvPr id="9" name="Freeform 18">
                  <a:extLst>
                    <a:ext uri="{FF2B5EF4-FFF2-40B4-BE49-F238E27FC236}">
                      <a16:creationId xmlns:a16="http://schemas.microsoft.com/office/drawing/2014/main" id="{DB5D45E6-8DE2-989D-F741-00031EDD06B6}"/>
                    </a:ext>
                  </a:extLst>
                </p:cNvPr>
                <p:cNvSpPr>
                  <a:spLocks/>
                </p:cNvSpPr>
                <p:nvPr/>
              </p:nvSpPr>
              <p:spPr bwMode="auto">
                <a:xfrm>
                  <a:off x="4369749" y="2124508"/>
                  <a:ext cx="260573" cy="289863"/>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10" name="Freeform 19">
                  <a:extLst>
                    <a:ext uri="{FF2B5EF4-FFF2-40B4-BE49-F238E27FC236}">
                      <a16:creationId xmlns:a16="http://schemas.microsoft.com/office/drawing/2014/main" id="{458C637D-77EF-2F78-076C-86B7881411F0}"/>
                    </a:ext>
                  </a:extLst>
                </p:cNvPr>
                <p:cNvSpPr>
                  <a:spLocks/>
                </p:cNvSpPr>
                <p:nvPr/>
              </p:nvSpPr>
              <p:spPr bwMode="auto">
                <a:xfrm>
                  <a:off x="4108166" y="2124508"/>
                  <a:ext cx="261583" cy="289863"/>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Freeform 20">
                  <a:extLst>
                    <a:ext uri="{FF2B5EF4-FFF2-40B4-BE49-F238E27FC236}">
                      <a16:creationId xmlns:a16="http://schemas.microsoft.com/office/drawing/2014/main" id="{08FD6741-70B3-6B96-9107-B5FA44F1E6F9}"/>
                    </a:ext>
                  </a:extLst>
                </p:cNvPr>
                <p:cNvSpPr>
                  <a:spLocks/>
                </p:cNvSpPr>
                <p:nvPr/>
              </p:nvSpPr>
              <p:spPr bwMode="auto">
                <a:xfrm>
                  <a:off x="4109681" y="1973517"/>
                  <a:ext cx="520642" cy="303497"/>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55" name="文本框 26">
                <a:extLst>
                  <a:ext uri="{FF2B5EF4-FFF2-40B4-BE49-F238E27FC236}">
                    <a16:creationId xmlns:a16="http://schemas.microsoft.com/office/drawing/2014/main" id="{E2A65320-6CF2-5B9C-414C-7D9206EE018E}"/>
                  </a:ext>
                </a:extLst>
              </p:cNvPr>
              <p:cNvSpPr txBox="1"/>
              <p:nvPr/>
            </p:nvSpPr>
            <p:spPr>
              <a:xfrm>
                <a:off x="4071727" y="2448499"/>
                <a:ext cx="595035"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nvGrpSpPr>
            <p:cNvPr id="97" name="组合 96">
              <a:extLst>
                <a:ext uri="{FF2B5EF4-FFF2-40B4-BE49-F238E27FC236}">
                  <a16:creationId xmlns:a16="http://schemas.microsoft.com/office/drawing/2014/main" id="{37B4105D-9920-7C8B-8449-4EE79AD42647}"/>
                </a:ext>
              </a:extLst>
            </p:cNvPr>
            <p:cNvGrpSpPr/>
            <p:nvPr/>
          </p:nvGrpSpPr>
          <p:grpSpPr>
            <a:xfrm>
              <a:off x="4056965" y="3355571"/>
              <a:ext cx="595035" cy="690426"/>
              <a:chOff x="4071727" y="1973517"/>
              <a:chExt cx="595035" cy="690426"/>
            </a:xfrm>
          </p:grpSpPr>
          <p:grpSp>
            <p:nvGrpSpPr>
              <p:cNvPr id="98" name="组合 97">
                <a:extLst>
                  <a:ext uri="{FF2B5EF4-FFF2-40B4-BE49-F238E27FC236}">
                    <a16:creationId xmlns:a16="http://schemas.microsoft.com/office/drawing/2014/main" id="{9491FC85-5AF9-5B3B-6859-2D5F80291CDE}"/>
                  </a:ext>
                </a:extLst>
              </p:cNvPr>
              <p:cNvGrpSpPr/>
              <p:nvPr/>
            </p:nvGrpSpPr>
            <p:grpSpPr>
              <a:xfrm>
                <a:off x="4108166" y="1973517"/>
                <a:ext cx="522157" cy="440854"/>
                <a:chOff x="4108166" y="1973517"/>
                <a:chExt cx="522157" cy="440854"/>
              </a:xfrm>
            </p:grpSpPr>
            <p:sp>
              <p:nvSpPr>
                <p:cNvPr id="100" name="Freeform 18">
                  <a:extLst>
                    <a:ext uri="{FF2B5EF4-FFF2-40B4-BE49-F238E27FC236}">
                      <a16:creationId xmlns:a16="http://schemas.microsoft.com/office/drawing/2014/main" id="{E2FE4696-1EF7-BAFD-7C19-086C4522E587}"/>
                    </a:ext>
                  </a:extLst>
                </p:cNvPr>
                <p:cNvSpPr>
                  <a:spLocks/>
                </p:cNvSpPr>
                <p:nvPr/>
              </p:nvSpPr>
              <p:spPr bwMode="auto">
                <a:xfrm>
                  <a:off x="4369749" y="2124508"/>
                  <a:ext cx="260573" cy="289863"/>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101" name="Freeform 19">
                  <a:extLst>
                    <a:ext uri="{FF2B5EF4-FFF2-40B4-BE49-F238E27FC236}">
                      <a16:creationId xmlns:a16="http://schemas.microsoft.com/office/drawing/2014/main" id="{20CE475F-BE6E-7F61-1ABA-969A66A4242D}"/>
                    </a:ext>
                  </a:extLst>
                </p:cNvPr>
                <p:cNvSpPr>
                  <a:spLocks/>
                </p:cNvSpPr>
                <p:nvPr/>
              </p:nvSpPr>
              <p:spPr bwMode="auto">
                <a:xfrm>
                  <a:off x="4108166" y="2124508"/>
                  <a:ext cx="261583" cy="289863"/>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 name="Freeform 20">
                  <a:extLst>
                    <a:ext uri="{FF2B5EF4-FFF2-40B4-BE49-F238E27FC236}">
                      <a16:creationId xmlns:a16="http://schemas.microsoft.com/office/drawing/2014/main" id="{EFB5139A-D679-AFDA-BC5B-7DF075AD9DA0}"/>
                    </a:ext>
                  </a:extLst>
                </p:cNvPr>
                <p:cNvSpPr>
                  <a:spLocks/>
                </p:cNvSpPr>
                <p:nvPr/>
              </p:nvSpPr>
              <p:spPr bwMode="auto">
                <a:xfrm>
                  <a:off x="4109681" y="1973517"/>
                  <a:ext cx="520642" cy="303497"/>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99" name="文本框 26">
                <a:extLst>
                  <a:ext uri="{FF2B5EF4-FFF2-40B4-BE49-F238E27FC236}">
                    <a16:creationId xmlns:a16="http://schemas.microsoft.com/office/drawing/2014/main" id="{E30F53CD-525D-3995-861C-AFD088DD207B}"/>
                  </a:ext>
                </a:extLst>
              </p:cNvPr>
              <p:cNvSpPr txBox="1"/>
              <p:nvPr/>
            </p:nvSpPr>
            <p:spPr>
              <a:xfrm>
                <a:off x="4071727" y="2448499"/>
                <a:ext cx="595035"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nvGrpSpPr>
            <p:cNvPr id="109" name="组合 108">
              <a:extLst>
                <a:ext uri="{FF2B5EF4-FFF2-40B4-BE49-F238E27FC236}">
                  <a16:creationId xmlns:a16="http://schemas.microsoft.com/office/drawing/2014/main" id="{0EFB553E-B026-8983-02DB-E21638E739B6}"/>
                </a:ext>
              </a:extLst>
            </p:cNvPr>
            <p:cNvGrpSpPr/>
            <p:nvPr/>
          </p:nvGrpSpPr>
          <p:grpSpPr>
            <a:xfrm>
              <a:off x="4056965" y="4888751"/>
              <a:ext cx="595035" cy="690426"/>
              <a:chOff x="4071727" y="1973517"/>
              <a:chExt cx="595035" cy="690426"/>
            </a:xfrm>
          </p:grpSpPr>
          <p:grpSp>
            <p:nvGrpSpPr>
              <p:cNvPr id="110" name="组合 109">
                <a:extLst>
                  <a:ext uri="{FF2B5EF4-FFF2-40B4-BE49-F238E27FC236}">
                    <a16:creationId xmlns:a16="http://schemas.microsoft.com/office/drawing/2014/main" id="{FDF2C1C1-3CC4-A20F-494E-A8CF7409AA0C}"/>
                  </a:ext>
                </a:extLst>
              </p:cNvPr>
              <p:cNvGrpSpPr/>
              <p:nvPr/>
            </p:nvGrpSpPr>
            <p:grpSpPr>
              <a:xfrm>
                <a:off x="4108166" y="1973517"/>
                <a:ext cx="522157" cy="440854"/>
                <a:chOff x="4108166" y="1973517"/>
                <a:chExt cx="522157" cy="440854"/>
              </a:xfrm>
            </p:grpSpPr>
            <p:sp>
              <p:nvSpPr>
                <p:cNvPr id="112" name="Freeform 18">
                  <a:extLst>
                    <a:ext uri="{FF2B5EF4-FFF2-40B4-BE49-F238E27FC236}">
                      <a16:creationId xmlns:a16="http://schemas.microsoft.com/office/drawing/2014/main" id="{2C3B22F8-A357-48CB-8AEB-800DD6585CFE}"/>
                    </a:ext>
                  </a:extLst>
                </p:cNvPr>
                <p:cNvSpPr>
                  <a:spLocks/>
                </p:cNvSpPr>
                <p:nvPr/>
              </p:nvSpPr>
              <p:spPr bwMode="auto">
                <a:xfrm>
                  <a:off x="4369749" y="2124508"/>
                  <a:ext cx="260573" cy="289863"/>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113" name="Freeform 19">
                  <a:extLst>
                    <a:ext uri="{FF2B5EF4-FFF2-40B4-BE49-F238E27FC236}">
                      <a16:creationId xmlns:a16="http://schemas.microsoft.com/office/drawing/2014/main" id="{D55E4F12-00E8-6804-9888-C753025AB95F}"/>
                    </a:ext>
                  </a:extLst>
                </p:cNvPr>
                <p:cNvSpPr>
                  <a:spLocks/>
                </p:cNvSpPr>
                <p:nvPr/>
              </p:nvSpPr>
              <p:spPr bwMode="auto">
                <a:xfrm>
                  <a:off x="4108166" y="2124508"/>
                  <a:ext cx="261583" cy="289863"/>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20">
                  <a:extLst>
                    <a:ext uri="{FF2B5EF4-FFF2-40B4-BE49-F238E27FC236}">
                      <a16:creationId xmlns:a16="http://schemas.microsoft.com/office/drawing/2014/main" id="{0D30BEE1-24A5-9C17-9B6B-66496FA381E3}"/>
                    </a:ext>
                  </a:extLst>
                </p:cNvPr>
                <p:cNvSpPr>
                  <a:spLocks/>
                </p:cNvSpPr>
                <p:nvPr/>
              </p:nvSpPr>
              <p:spPr bwMode="auto">
                <a:xfrm>
                  <a:off x="4109681" y="1973517"/>
                  <a:ext cx="520642" cy="303497"/>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111" name="文本框 26">
                <a:extLst>
                  <a:ext uri="{FF2B5EF4-FFF2-40B4-BE49-F238E27FC236}">
                    <a16:creationId xmlns:a16="http://schemas.microsoft.com/office/drawing/2014/main" id="{48406772-0D58-DEE2-317E-110317B15124}"/>
                  </a:ext>
                </a:extLst>
              </p:cNvPr>
              <p:cNvSpPr txBox="1"/>
              <p:nvPr/>
            </p:nvSpPr>
            <p:spPr>
              <a:xfrm>
                <a:off x="4071727" y="2448499"/>
                <a:ext cx="595035"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sp>
        <p:nvSpPr>
          <p:cNvPr id="117" name="矩形: 圆顶角 116">
            <a:extLst>
              <a:ext uri="{FF2B5EF4-FFF2-40B4-BE49-F238E27FC236}">
                <a16:creationId xmlns:a16="http://schemas.microsoft.com/office/drawing/2014/main" id="{88012C1F-67E8-6FAA-420F-0FDAEF40877D}"/>
              </a:ext>
            </a:extLst>
          </p:cNvPr>
          <p:cNvSpPr/>
          <p:nvPr/>
        </p:nvSpPr>
        <p:spPr>
          <a:xfrm>
            <a:off x="5303876" y="1341949"/>
            <a:ext cx="980679" cy="299316"/>
          </a:xfrm>
          <a:prstGeom prst="round2SameRect">
            <a:avLst>
              <a:gd name="adj1" fmla="val 30247"/>
              <a:gd name="adj2" fmla="val 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矩形: 圆角 117">
            <a:extLst>
              <a:ext uri="{FF2B5EF4-FFF2-40B4-BE49-F238E27FC236}">
                <a16:creationId xmlns:a16="http://schemas.microsoft.com/office/drawing/2014/main" id="{A9A899FA-EAFB-31A4-5DDB-4CFCBDE1B9FB}"/>
              </a:ext>
            </a:extLst>
          </p:cNvPr>
          <p:cNvSpPr/>
          <p:nvPr/>
        </p:nvSpPr>
        <p:spPr>
          <a:xfrm>
            <a:off x="5205252" y="1555626"/>
            <a:ext cx="1211503" cy="4367509"/>
          </a:xfrm>
          <a:prstGeom prst="roundRect">
            <a:avLst>
              <a:gd name="adj" fmla="val 8222"/>
            </a:avLst>
          </a:prstGeom>
          <a:solidFill>
            <a:schemeClr val="bg1"/>
          </a:solidFill>
          <a:ln w="6350">
            <a:solidFill>
              <a:srgbClr val="3749C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7" name="组合 126">
            <a:extLst>
              <a:ext uri="{FF2B5EF4-FFF2-40B4-BE49-F238E27FC236}">
                <a16:creationId xmlns:a16="http://schemas.microsoft.com/office/drawing/2014/main" id="{2090DCEA-3982-4E8A-E9CA-811964619660}"/>
              </a:ext>
            </a:extLst>
          </p:cNvPr>
          <p:cNvGrpSpPr/>
          <p:nvPr/>
        </p:nvGrpSpPr>
        <p:grpSpPr>
          <a:xfrm>
            <a:off x="5538532" y="2632347"/>
            <a:ext cx="522157" cy="440854"/>
            <a:chOff x="4108166" y="1973517"/>
            <a:chExt cx="522157" cy="440854"/>
          </a:xfrm>
        </p:grpSpPr>
        <p:sp>
          <p:nvSpPr>
            <p:cNvPr id="129" name="Freeform 18">
              <a:extLst>
                <a:ext uri="{FF2B5EF4-FFF2-40B4-BE49-F238E27FC236}">
                  <a16:creationId xmlns:a16="http://schemas.microsoft.com/office/drawing/2014/main" id="{5A57F9EF-5784-C817-4FEB-D5F354DE1B16}"/>
                </a:ext>
              </a:extLst>
            </p:cNvPr>
            <p:cNvSpPr>
              <a:spLocks/>
            </p:cNvSpPr>
            <p:nvPr/>
          </p:nvSpPr>
          <p:spPr bwMode="auto">
            <a:xfrm>
              <a:off x="4369749" y="2124508"/>
              <a:ext cx="260573" cy="289863"/>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130" name="Freeform 19">
              <a:extLst>
                <a:ext uri="{FF2B5EF4-FFF2-40B4-BE49-F238E27FC236}">
                  <a16:creationId xmlns:a16="http://schemas.microsoft.com/office/drawing/2014/main" id="{DFABC23C-BCF5-ECC9-F695-8B77DBEC8E80}"/>
                </a:ext>
              </a:extLst>
            </p:cNvPr>
            <p:cNvSpPr>
              <a:spLocks/>
            </p:cNvSpPr>
            <p:nvPr/>
          </p:nvSpPr>
          <p:spPr bwMode="auto">
            <a:xfrm>
              <a:off x="4108166" y="2124508"/>
              <a:ext cx="261583" cy="289863"/>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1" name="Freeform 20">
              <a:extLst>
                <a:ext uri="{FF2B5EF4-FFF2-40B4-BE49-F238E27FC236}">
                  <a16:creationId xmlns:a16="http://schemas.microsoft.com/office/drawing/2014/main" id="{65472C3B-0AD1-DF47-A94E-9AD1B914C79C}"/>
                </a:ext>
              </a:extLst>
            </p:cNvPr>
            <p:cNvSpPr>
              <a:spLocks/>
            </p:cNvSpPr>
            <p:nvPr/>
          </p:nvSpPr>
          <p:spPr bwMode="auto">
            <a:xfrm>
              <a:off x="4109681" y="1973517"/>
              <a:ext cx="520642" cy="303497"/>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128" name="文本框 26">
            <a:extLst>
              <a:ext uri="{FF2B5EF4-FFF2-40B4-BE49-F238E27FC236}">
                <a16:creationId xmlns:a16="http://schemas.microsoft.com/office/drawing/2014/main" id="{BEA29572-EC12-9A4D-C7FF-8353ACAA3104}"/>
              </a:ext>
            </a:extLst>
          </p:cNvPr>
          <p:cNvSpPr txBox="1"/>
          <p:nvPr/>
        </p:nvSpPr>
        <p:spPr>
          <a:xfrm>
            <a:off x="5502093" y="3107329"/>
            <a:ext cx="595035"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nvGrpSpPr>
          <p:cNvPr id="121" name="组合 120">
            <a:extLst>
              <a:ext uri="{FF2B5EF4-FFF2-40B4-BE49-F238E27FC236}">
                <a16:creationId xmlns:a16="http://schemas.microsoft.com/office/drawing/2014/main" id="{ECC4AE61-BDFD-834C-5882-EE4C50D97A40}"/>
              </a:ext>
            </a:extLst>
          </p:cNvPr>
          <p:cNvGrpSpPr/>
          <p:nvPr/>
        </p:nvGrpSpPr>
        <p:grpSpPr>
          <a:xfrm>
            <a:off x="5502093" y="4165527"/>
            <a:ext cx="595035" cy="690426"/>
            <a:chOff x="4071727" y="1973517"/>
            <a:chExt cx="595035" cy="690426"/>
          </a:xfrm>
        </p:grpSpPr>
        <p:grpSp>
          <p:nvGrpSpPr>
            <p:cNvPr id="122" name="组合 121">
              <a:extLst>
                <a:ext uri="{FF2B5EF4-FFF2-40B4-BE49-F238E27FC236}">
                  <a16:creationId xmlns:a16="http://schemas.microsoft.com/office/drawing/2014/main" id="{7C61E4B9-AEA2-361F-28BE-9EC600E08194}"/>
                </a:ext>
              </a:extLst>
            </p:cNvPr>
            <p:cNvGrpSpPr/>
            <p:nvPr/>
          </p:nvGrpSpPr>
          <p:grpSpPr>
            <a:xfrm>
              <a:off x="4108166" y="1973517"/>
              <a:ext cx="522157" cy="440854"/>
              <a:chOff x="4108166" y="1973517"/>
              <a:chExt cx="522157" cy="440854"/>
            </a:xfrm>
          </p:grpSpPr>
          <p:sp>
            <p:nvSpPr>
              <p:cNvPr id="124" name="Freeform 18">
                <a:extLst>
                  <a:ext uri="{FF2B5EF4-FFF2-40B4-BE49-F238E27FC236}">
                    <a16:creationId xmlns:a16="http://schemas.microsoft.com/office/drawing/2014/main" id="{E2F221F8-62FC-6AF6-204D-61A491CFD25D}"/>
                  </a:ext>
                </a:extLst>
              </p:cNvPr>
              <p:cNvSpPr>
                <a:spLocks/>
              </p:cNvSpPr>
              <p:nvPr/>
            </p:nvSpPr>
            <p:spPr bwMode="auto">
              <a:xfrm>
                <a:off x="4369749" y="2124508"/>
                <a:ext cx="260573" cy="289863"/>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125" name="Freeform 19">
                <a:extLst>
                  <a:ext uri="{FF2B5EF4-FFF2-40B4-BE49-F238E27FC236}">
                    <a16:creationId xmlns:a16="http://schemas.microsoft.com/office/drawing/2014/main" id="{D177DBD9-4BE5-24AE-CEF1-E5F7D21FCCC9}"/>
                  </a:ext>
                </a:extLst>
              </p:cNvPr>
              <p:cNvSpPr>
                <a:spLocks/>
              </p:cNvSpPr>
              <p:nvPr/>
            </p:nvSpPr>
            <p:spPr bwMode="auto">
              <a:xfrm>
                <a:off x="4108166" y="2124508"/>
                <a:ext cx="261583" cy="289863"/>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6" name="Freeform 20">
                <a:extLst>
                  <a:ext uri="{FF2B5EF4-FFF2-40B4-BE49-F238E27FC236}">
                    <a16:creationId xmlns:a16="http://schemas.microsoft.com/office/drawing/2014/main" id="{A0F41A19-A23F-88C0-4BE1-C21676DABD92}"/>
                  </a:ext>
                </a:extLst>
              </p:cNvPr>
              <p:cNvSpPr>
                <a:spLocks/>
              </p:cNvSpPr>
              <p:nvPr/>
            </p:nvSpPr>
            <p:spPr bwMode="auto">
              <a:xfrm>
                <a:off x="4109681" y="1973517"/>
                <a:ext cx="520642" cy="303497"/>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123" name="文本框 26">
              <a:extLst>
                <a:ext uri="{FF2B5EF4-FFF2-40B4-BE49-F238E27FC236}">
                  <a16:creationId xmlns:a16="http://schemas.microsoft.com/office/drawing/2014/main" id="{7926E8BD-36F6-FF11-E35E-EA2B2FEF7682}"/>
                </a:ext>
              </a:extLst>
            </p:cNvPr>
            <p:cNvSpPr txBox="1"/>
            <p:nvPr/>
          </p:nvSpPr>
          <p:spPr>
            <a:xfrm>
              <a:off x="4071727" y="2448499"/>
              <a:ext cx="595035"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sp>
        <p:nvSpPr>
          <p:cNvPr id="138" name="矩形: 圆顶角 137">
            <a:extLst>
              <a:ext uri="{FF2B5EF4-FFF2-40B4-BE49-F238E27FC236}">
                <a16:creationId xmlns:a16="http://schemas.microsoft.com/office/drawing/2014/main" id="{24453BC0-4090-4025-7062-8EB4F1896156}"/>
              </a:ext>
            </a:extLst>
          </p:cNvPr>
          <p:cNvSpPr/>
          <p:nvPr/>
        </p:nvSpPr>
        <p:spPr>
          <a:xfrm>
            <a:off x="9457884" y="1322187"/>
            <a:ext cx="980679" cy="299316"/>
          </a:xfrm>
          <a:prstGeom prst="round2SameRect">
            <a:avLst>
              <a:gd name="adj1" fmla="val 30247"/>
              <a:gd name="adj2" fmla="val 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矩形: 圆角 138">
            <a:extLst>
              <a:ext uri="{FF2B5EF4-FFF2-40B4-BE49-F238E27FC236}">
                <a16:creationId xmlns:a16="http://schemas.microsoft.com/office/drawing/2014/main" id="{D9F0B167-F2B9-DA3C-5DCE-26E3B39247AE}"/>
              </a:ext>
            </a:extLst>
          </p:cNvPr>
          <p:cNvSpPr/>
          <p:nvPr/>
        </p:nvSpPr>
        <p:spPr>
          <a:xfrm>
            <a:off x="9342472" y="1535864"/>
            <a:ext cx="1211503" cy="4367509"/>
          </a:xfrm>
          <a:prstGeom prst="roundRect">
            <a:avLst>
              <a:gd name="adj" fmla="val 8222"/>
            </a:avLst>
          </a:prstGeom>
          <a:solidFill>
            <a:schemeClr val="bg1"/>
          </a:solidFill>
          <a:ln w="6350">
            <a:solidFill>
              <a:srgbClr val="3749C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6" name="组合 175">
            <a:extLst>
              <a:ext uri="{FF2B5EF4-FFF2-40B4-BE49-F238E27FC236}">
                <a16:creationId xmlns:a16="http://schemas.microsoft.com/office/drawing/2014/main" id="{8F900DDF-1A01-9BB0-1682-7C6A04C64F86}"/>
              </a:ext>
            </a:extLst>
          </p:cNvPr>
          <p:cNvGrpSpPr/>
          <p:nvPr/>
        </p:nvGrpSpPr>
        <p:grpSpPr>
          <a:xfrm>
            <a:off x="7565580" y="1765230"/>
            <a:ext cx="581009" cy="473328"/>
            <a:chOff x="7002587" y="3434832"/>
            <a:chExt cx="1025525" cy="835459"/>
          </a:xfrm>
        </p:grpSpPr>
        <p:sp>
          <p:nvSpPr>
            <p:cNvPr id="169" name="Freeform 14">
              <a:extLst>
                <a:ext uri="{FF2B5EF4-FFF2-40B4-BE49-F238E27FC236}">
                  <a16:creationId xmlns:a16="http://schemas.microsoft.com/office/drawing/2014/main" id="{416A09EA-F240-4F3C-5136-E75BFC45F7FF}"/>
                </a:ext>
              </a:extLst>
            </p:cNvPr>
            <p:cNvSpPr>
              <a:spLocks/>
            </p:cNvSpPr>
            <p:nvPr/>
          </p:nvSpPr>
          <p:spPr bwMode="auto">
            <a:xfrm>
              <a:off x="7516937" y="3754353"/>
              <a:ext cx="511175" cy="515938"/>
            </a:xfrm>
            <a:custGeom>
              <a:avLst/>
              <a:gdLst>
                <a:gd name="T0" fmla="*/ 322 w 322"/>
                <a:gd name="T1" fmla="*/ 0 h 325"/>
                <a:gd name="T2" fmla="*/ 322 w 322"/>
                <a:gd name="T3" fmla="*/ 138 h 325"/>
                <a:gd name="T4" fmla="*/ 0 w 322"/>
                <a:gd name="T5" fmla="*/ 325 h 325"/>
                <a:gd name="T6" fmla="*/ 1 w 322"/>
                <a:gd name="T7" fmla="*/ 188 h 325"/>
                <a:gd name="T8" fmla="*/ 322 w 322"/>
                <a:gd name="T9" fmla="*/ 0 h 325"/>
              </a:gdLst>
              <a:ahLst/>
              <a:cxnLst>
                <a:cxn ang="0">
                  <a:pos x="T0" y="T1"/>
                </a:cxn>
                <a:cxn ang="0">
                  <a:pos x="T2" y="T3"/>
                </a:cxn>
                <a:cxn ang="0">
                  <a:pos x="T4" y="T5"/>
                </a:cxn>
                <a:cxn ang="0">
                  <a:pos x="T6" y="T7"/>
                </a:cxn>
                <a:cxn ang="0">
                  <a:pos x="T8" y="T9"/>
                </a:cxn>
              </a:cxnLst>
              <a:rect l="0" t="0" r="r" b="b"/>
              <a:pathLst>
                <a:path w="322" h="325">
                  <a:moveTo>
                    <a:pt x="322" y="0"/>
                  </a:moveTo>
                  <a:lnTo>
                    <a:pt x="322" y="138"/>
                  </a:lnTo>
                  <a:lnTo>
                    <a:pt x="0" y="325"/>
                  </a:lnTo>
                  <a:lnTo>
                    <a:pt x="1" y="188"/>
                  </a:lnTo>
                  <a:lnTo>
                    <a:pt x="322"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0" name="Freeform 15">
              <a:extLst>
                <a:ext uri="{FF2B5EF4-FFF2-40B4-BE49-F238E27FC236}">
                  <a16:creationId xmlns:a16="http://schemas.microsoft.com/office/drawing/2014/main" id="{54CF3B87-3CE6-203C-BF30-ED7CC67438D9}"/>
                </a:ext>
              </a:extLst>
            </p:cNvPr>
            <p:cNvSpPr>
              <a:spLocks/>
            </p:cNvSpPr>
            <p:nvPr/>
          </p:nvSpPr>
          <p:spPr bwMode="auto">
            <a:xfrm>
              <a:off x="7002587" y="3754353"/>
              <a:ext cx="515938" cy="515938"/>
            </a:xfrm>
            <a:custGeom>
              <a:avLst/>
              <a:gdLst>
                <a:gd name="T0" fmla="*/ 325 w 325"/>
                <a:gd name="T1" fmla="*/ 188 h 325"/>
                <a:gd name="T2" fmla="*/ 324 w 325"/>
                <a:gd name="T3" fmla="*/ 325 h 325"/>
                <a:gd name="T4" fmla="*/ 0 w 325"/>
                <a:gd name="T5" fmla="*/ 138 h 325"/>
                <a:gd name="T6" fmla="*/ 0 w 325"/>
                <a:gd name="T7" fmla="*/ 0 h 325"/>
                <a:gd name="T8" fmla="*/ 325 w 325"/>
                <a:gd name="T9" fmla="*/ 188 h 325"/>
              </a:gdLst>
              <a:ahLst/>
              <a:cxnLst>
                <a:cxn ang="0">
                  <a:pos x="T0" y="T1"/>
                </a:cxn>
                <a:cxn ang="0">
                  <a:pos x="T2" y="T3"/>
                </a:cxn>
                <a:cxn ang="0">
                  <a:pos x="T4" y="T5"/>
                </a:cxn>
                <a:cxn ang="0">
                  <a:pos x="T6" y="T7"/>
                </a:cxn>
                <a:cxn ang="0">
                  <a:pos x="T8" y="T9"/>
                </a:cxn>
              </a:cxnLst>
              <a:rect l="0" t="0" r="r" b="b"/>
              <a:pathLst>
                <a:path w="325" h="325">
                  <a:moveTo>
                    <a:pt x="325" y="188"/>
                  </a:moveTo>
                  <a:lnTo>
                    <a:pt x="324" y="325"/>
                  </a:lnTo>
                  <a:lnTo>
                    <a:pt x="0" y="138"/>
                  </a:lnTo>
                  <a:lnTo>
                    <a:pt x="0" y="0"/>
                  </a:lnTo>
                  <a:lnTo>
                    <a:pt x="325" y="188"/>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1" name="Freeform 16">
              <a:extLst>
                <a:ext uri="{FF2B5EF4-FFF2-40B4-BE49-F238E27FC236}">
                  <a16:creationId xmlns:a16="http://schemas.microsoft.com/office/drawing/2014/main" id="{4BB0D1AD-A557-893C-A0D0-1D69F15EB000}"/>
                </a:ext>
              </a:extLst>
            </p:cNvPr>
            <p:cNvSpPr>
              <a:spLocks/>
            </p:cNvSpPr>
            <p:nvPr/>
          </p:nvSpPr>
          <p:spPr bwMode="auto">
            <a:xfrm>
              <a:off x="7002587" y="3457491"/>
              <a:ext cx="1025525" cy="595313"/>
            </a:xfrm>
            <a:custGeom>
              <a:avLst/>
              <a:gdLst>
                <a:gd name="T0" fmla="*/ 646 w 646"/>
                <a:gd name="T1" fmla="*/ 187 h 375"/>
                <a:gd name="T2" fmla="*/ 325 w 646"/>
                <a:gd name="T3" fmla="*/ 375 h 375"/>
                <a:gd name="T4" fmla="*/ 0 w 646"/>
                <a:gd name="T5" fmla="*/ 187 h 375"/>
                <a:gd name="T6" fmla="*/ 323 w 646"/>
                <a:gd name="T7" fmla="*/ 0 h 375"/>
                <a:gd name="T8" fmla="*/ 646 w 646"/>
                <a:gd name="T9" fmla="*/ 187 h 375"/>
              </a:gdLst>
              <a:ahLst/>
              <a:cxnLst>
                <a:cxn ang="0">
                  <a:pos x="T0" y="T1"/>
                </a:cxn>
                <a:cxn ang="0">
                  <a:pos x="T2" y="T3"/>
                </a:cxn>
                <a:cxn ang="0">
                  <a:pos x="T4" y="T5"/>
                </a:cxn>
                <a:cxn ang="0">
                  <a:pos x="T6" y="T7"/>
                </a:cxn>
                <a:cxn ang="0">
                  <a:pos x="T8" y="T9"/>
                </a:cxn>
              </a:cxnLst>
              <a:rect l="0" t="0" r="r" b="b"/>
              <a:pathLst>
                <a:path w="646" h="375">
                  <a:moveTo>
                    <a:pt x="646" y="187"/>
                  </a:moveTo>
                  <a:lnTo>
                    <a:pt x="325" y="375"/>
                  </a:lnTo>
                  <a:lnTo>
                    <a:pt x="0" y="187"/>
                  </a:lnTo>
                  <a:lnTo>
                    <a:pt x="323" y="0"/>
                  </a:lnTo>
                  <a:lnTo>
                    <a:pt x="646" y="187"/>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175" name="组合 174">
              <a:extLst>
                <a:ext uri="{FF2B5EF4-FFF2-40B4-BE49-F238E27FC236}">
                  <a16:creationId xmlns:a16="http://schemas.microsoft.com/office/drawing/2014/main" id="{09B2D197-48AD-4120-CFB0-490CD53ED85F}"/>
                </a:ext>
              </a:extLst>
            </p:cNvPr>
            <p:cNvGrpSpPr/>
            <p:nvPr/>
          </p:nvGrpSpPr>
          <p:grpSpPr>
            <a:xfrm>
              <a:off x="7002587" y="3434832"/>
              <a:ext cx="1025525" cy="622300"/>
              <a:chOff x="7002587" y="2911249"/>
              <a:chExt cx="1025525" cy="622300"/>
            </a:xfrm>
          </p:grpSpPr>
          <p:sp>
            <p:nvSpPr>
              <p:cNvPr id="174" name="Freeform 19">
                <a:extLst>
                  <a:ext uri="{FF2B5EF4-FFF2-40B4-BE49-F238E27FC236}">
                    <a16:creationId xmlns:a16="http://schemas.microsoft.com/office/drawing/2014/main" id="{8E9E55B5-9598-CEDF-64F3-A330A9A8EEA8}"/>
                  </a:ext>
                </a:extLst>
              </p:cNvPr>
              <p:cNvSpPr>
                <a:spLocks/>
              </p:cNvSpPr>
              <p:nvPr/>
            </p:nvSpPr>
            <p:spPr bwMode="auto">
              <a:xfrm>
                <a:off x="7002587" y="2911249"/>
                <a:ext cx="1025525" cy="595313"/>
              </a:xfrm>
              <a:custGeom>
                <a:avLst/>
                <a:gdLst>
                  <a:gd name="T0" fmla="*/ 646 w 646"/>
                  <a:gd name="T1" fmla="*/ 188 h 375"/>
                  <a:gd name="T2" fmla="*/ 324 w 646"/>
                  <a:gd name="T3" fmla="*/ 375 h 375"/>
                  <a:gd name="T4" fmla="*/ 0 w 646"/>
                  <a:gd name="T5" fmla="*/ 188 h 375"/>
                  <a:gd name="T6" fmla="*/ 322 w 646"/>
                  <a:gd name="T7" fmla="*/ 0 h 375"/>
                  <a:gd name="T8" fmla="*/ 646 w 646"/>
                  <a:gd name="T9" fmla="*/ 188 h 375"/>
                </a:gdLst>
                <a:ahLst/>
                <a:cxnLst>
                  <a:cxn ang="0">
                    <a:pos x="T0" y="T1"/>
                  </a:cxn>
                  <a:cxn ang="0">
                    <a:pos x="T2" y="T3"/>
                  </a:cxn>
                  <a:cxn ang="0">
                    <a:pos x="T4" y="T5"/>
                  </a:cxn>
                  <a:cxn ang="0">
                    <a:pos x="T6" y="T7"/>
                  </a:cxn>
                  <a:cxn ang="0">
                    <a:pos x="T8" y="T9"/>
                  </a:cxn>
                </a:cxnLst>
                <a:rect l="0" t="0" r="r" b="b"/>
                <a:pathLst>
                  <a:path w="646" h="375">
                    <a:moveTo>
                      <a:pt x="646" y="188"/>
                    </a:moveTo>
                    <a:lnTo>
                      <a:pt x="324" y="375"/>
                    </a:lnTo>
                    <a:lnTo>
                      <a:pt x="0" y="188"/>
                    </a:lnTo>
                    <a:lnTo>
                      <a:pt x="322" y="0"/>
                    </a:lnTo>
                    <a:lnTo>
                      <a:pt x="646" y="188"/>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2" name="Freeform 17">
                <a:extLst>
                  <a:ext uri="{FF2B5EF4-FFF2-40B4-BE49-F238E27FC236}">
                    <a16:creationId xmlns:a16="http://schemas.microsoft.com/office/drawing/2014/main" id="{18F2AD92-4A9B-2A47-9B4D-C15F37420E7F}"/>
                  </a:ext>
                </a:extLst>
              </p:cNvPr>
              <p:cNvSpPr>
                <a:spLocks/>
              </p:cNvSpPr>
              <p:nvPr/>
            </p:nvSpPr>
            <p:spPr bwMode="auto">
              <a:xfrm>
                <a:off x="7516937" y="3209699"/>
                <a:ext cx="511175" cy="323850"/>
              </a:xfrm>
              <a:custGeom>
                <a:avLst/>
                <a:gdLst>
                  <a:gd name="T0" fmla="*/ 322 w 322"/>
                  <a:gd name="T1" fmla="*/ 0 h 204"/>
                  <a:gd name="T2" fmla="*/ 322 w 322"/>
                  <a:gd name="T3" fmla="*/ 17 h 204"/>
                  <a:gd name="T4" fmla="*/ 0 w 322"/>
                  <a:gd name="T5" fmla="*/ 204 h 204"/>
                  <a:gd name="T6" fmla="*/ 0 w 322"/>
                  <a:gd name="T7" fmla="*/ 187 h 204"/>
                  <a:gd name="T8" fmla="*/ 322 w 322"/>
                  <a:gd name="T9" fmla="*/ 0 h 204"/>
                </a:gdLst>
                <a:ahLst/>
                <a:cxnLst>
                  <a:cxn ang="0">
                    <a:pos x="T0" y="T1"/>
                  </a:cxn>
                  <a:cxn ang="0">
                    <a:pos x="T2" y="T3"/>
                  </a:cxn>
                  <a:cxn ang="0">
                    <a:pos x="T4" y="T5"/>
                  </a:cxn>
                  <a:cxn ang="0">
                    <a:pos x="T6" y="T7"/>
                  </a:cxn>
                  <a:cxn ang="0">
                    <a:pos x="T8" y="T9"/>
                  </a:cxn>
                </a:cxnLst>
                <a:rect l="0" t="0" r="r" b="b"/>
                <a:pathLst>
                  <a:path w="322" h="204">
                    <a:moveTo>
                      <a:pt x="322" y="0"/>
                    </a:moveTo>
                    <a:lnTo>
                      <a:pt x="322" y="17"/>
                    </a:lnTo>
                    <a:lnTo>
                      <a:pt x="0" y="204"/>
                    </a:lnTo>
                    <a:lnTo>
                      <a:pt x="0" y="187"/>
                    </a:lnTo>
                    <a:lnTo>
                      <a:pt x="322" y="0"/>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173" name="Freeform 18">
                <a:extLst>
                  <a:ext uri="{FF2B5EF4-FFF2-40B4-BE49-F238E27FC236}">
                    <a16:creationId xmlns:a16="http://schemas.microsoft.com/office/drawing/2014/main" id="{21C2BDF7-9D3B-7A6C-256C-F0A354E052D3}"/>
                  </a:ext>
                </a:extLst>
              </p:cNvPr>
              <p:cNvSpPr>
                <a:spLocks/>
              </p:cNvSpPr>
              <p:nvPr/>
            </p:nvSpPr>
            <p:spPr bwMode="auto">
              <a:xfrm>
                <a:off x="7002587" y="3209699"/>
                <a:ext cx="514350" cy="323850"/>
              </a:xfrm>
              <a:custGeom>
                <a:avLst/>
                <a:gdLst>
                  <a:gd name="T0" fmla="*/ 324 w 324"/>
                  <a:gd name="T1" fmla="*/ 187 h 204"/>
                  <a:gd name="T2" fmla="*/ 324 w 324"/>
                  <a:gd name="T3" fmla="*/ 204 h 204"/>
                  <a:gd name="T4" fmla="*/ 0 w 324"/>
                  <a:gd name="T5" fmla="*/ 17 h 204"/>
                  <a:gd name="T6" fmla="*/ 0 w 324"/>
                  <a:gd name="T7" fmla="*/ 0 h 204"/>
                  <a:gd name="T8" fmla="*/ 324 w 324"/>
                  <a:gd name="T9" fmla="*/ 187 h 204"/>
                </a:gdLst>
                <a:ahLst/>
                <a:cxnLst>
                  <a:cxn ang="0">
                    <a:pos x="T0" y="T1"/>
                  </a:cxn>
                  <a:cxn ang="0">
                    <a:pos x="T2" y="T3"/>
                  </a:cxn>
                  <a:cxn ang="0">
                    <a:pos x="T4" y="T5"/>
                  </a:cxn>
                  <a:cxn ang="0">
                    <a:pos x="T6" y="T7"/>
                  </a:cxn>
                  <a:cxn ang="0">
                    <a:pos x="T8" y="T9"/>
                  </a:cxn>
                </a:cxnLst>
                <a:rect l="0" t="0" r="r" b="b"/>
                <a:pathLst>
                  <a:path w="324" h="204">
                    <a:moveTo>
                      <a:pt x="324" y="187"/>
                    </a:moveTo>
                    <a:lnTo>
                      <a:pt x="324" y="204"/>
                    </a:lnTo>
                    <a:lnTo>
                      <a:pt x="0" y="17"/>
                    </a:lnTo>
                    <a:lnTo>
                      <a:pt x="0" y="0"/>
                    </a:lnTo>
                    <a:lnTo>
                      <a:pt x="324" y="187"/>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sp>
        <p:nvSpPr>
          <p:cNvPr id="202" name="矩形: 圆角 201">
            <a:extLst>
              <a:ext uri="{FF2B5EF4-FFF2-40B4-BE49-F238E27FC236}">
                <a16:creationId xmlns:a16="http://schemas.microsoft.com/office/drawing/2014/main" id="{96330FCD-97CF-B2CE-2F5D-F61BEB2CA37A}"/>
              </a:ext>
            </a:extLst>
          </p:cNvPr>
          <p:cNvSpPr/>
          <p:nvPr/>
        </p:nvSpPr>
        <p:spPr>
          <a:xfrm>
            <a:off x="6828539" y="2725235"/>
            <a:ext cx="2105152" cy="883391"/>
          </a:xfrm>
          <a:prstGeom prst="roundRect">
            <a:avLst>
              <a:gd name="adj" fmla="val 8303"/>
            </a:avLst>
          </a:prstGeom>
          <a:solidFill>
            <a:srgbClr val="E7EBFF">
              <a:alpha val="50000"/>
            </a:srgbClr>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grpSp>
        <p:nvGrpSpPr>
          <p:cNvPr id="186" name="组合 185">
            <a:extLst>
              <a:ext uri="{FF2B5EF4-FFF2-40B4-BE49-F238E27FC236}">
                <a16:creationId xmlns:a16="http://schemas.microsoft.com/office/drawing/2014/main" id="{90630DD2-329C-E975-EA9F-E76866CB9417}"/>
              </a:ext>
            </a:extLst>
          </p:cNvPr>
          <p:cNvGrpSpPr/>
          <p:nvPr/>
        </p:nvGrpSpPr>
        <p:grpSpPr>
          <a:xfrm>
            <a:off x="7275076" y="3021888"/>
            <a:ext cx="581009" cy="473328"/>
            <a:chOff x="7002587" y="3434832"/>
            <a:chExt cx="1025525" cy="835459"/>
          </a:xfrm>
        </p:grpSpPr>
        <p:sp>
          <p:nvSpPr>
            <p:cNvPr id="187" name="Freeform 14">
              <a:extLst>
                <a:ext uri="{FF2B5EF4-FFF2-40B4-BE49-F238E27FC236}">
                  <a16:creationId xmlns:a16="http://schemas.microsoft.com/office/drawing/2014/main" id="{B340B3AB-8957-B49D-28AD-CEBC5C9A0C31}"/>
                </a:ext>
              </a:extLst>
            </p:cNvPr>
            <p:cNvSpPr>
              <a:spLocks/>
            </p:cNvSpPr>
            <p:nvPr/>
          </p:nvSpPr>
          <p:spPr bwMode="auto">
            <a:xfrm>
              <a:off x="7516937" y="3754353"/>
              <a:ext cx="511175" cy="515938"/>
            </a:xfrm>
            <a:custGeom>
              <a:avLst/>
              <a:gdLst>
                <a:gd name="T0" fmla="*/ 322 w 322"/>
                <a:gd name="T1" fmla="*/ 0 h 325"/>
                <a:gd name="T2" fmla="*/ 322 w 322"/>
                <a:gd name="T3" fmla="*/ 138 h 325"/>
                <a:gd name="T4" fmla="*/ 0 w 322"/>
                <a:gd name="T5" fmla="*/ 325 h 325"/>
                <a:gd name="T6" fmla="*/ 1 w 322"/>
                <a:gd name="T7" fmla="*/ 188 h 325"/>
                <a:gd name="T8" fmla="*/ 322 w 322"/>
                <a:gd name="T9" fmla="*/ 0 h 325"/>
              </a:gdLst>
              <a:ahLst/>
              <a:cxnLst>
                <a:cxn ang="0">
                  <a:pos x="T0" y="T1"/>
                </a:cxn>
                <a:cxn ang="0">
                  <a:pos x="T2" y="T3"/>
                </a:cxn>
                <a:cxn ang="0">
                  <a:pos x="T4" y="T5"/>
                </a:cxn>
                <a:cxn ang="0">
                  <a:pos x="T6" y="T7"/>
                </a:cxn>
                <a:cxn ang="0">
                  <a:pos x="T8" y="T9"/>
                </a:cxn>
              </a:cxnLst>
              <a:rect l="0" t="0" r="r" b="b"/>
              <a:pathLst>
                <a:path w="322" h="325">
                  <a:moveTo>
                    <a:pt x="322" y="0"/>
                  </a:moveTo>
                  <a:lnTo>
                    <a:pt x="322" y="138"/>
                  </a:lnTo>
                  <a:lnTo>
                    <a:pt x="0" y="325"/>
                  </a:lnTo>
                  <a:lnTo>
                    <a:pt x="1" y="188"/>
                  </a:lnTo>
                  <a:lnTo>
                    <a:pt x="322"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8" name="Freeform 15">
              <a:extLst>
                <a:ext uri="{FF2B5EF4-FFF2-40B4-BE49-F238E27FC236}">
                  <a16:creationId xmlns:a16="http://schemas.microsoft.com/office/drawing/2014/main" id="{64F7DA7C-4224-7CA1-4590-D7F444B93565}"/>
                </a:ext>
              </a:extLst>
            </p:cNvPr>
            <p:cNvSpPr>
              <a:spLocks/>
            </p:cNvSpPr>
            <p:nvPr/>
          </p:nvSpPr>
          <p:spPr bwMode="auto">
            <a:xfrm>
              <a:off x="7002587" y="3754353"/>
              <a:ext cx="515938" cy="515938"/>
            </a:xfrm>
            <a:custGeom>
              <a:avLst/>
              <a:gdLst>
                <a:gd name="T0" fmla="*/ 325 w 325"/>
                <a:gd name="T1" fmla="*/ 188 h 325"/>
                <a:gd name="T2" fmla="*/ 324 w 325"/>
                <a:gd name="T3" fmla="*/ 325 h 325"/>
                <a:gd name="T4" fmla="*/ 0 w 325"/>
                <a:gd name="T5" fmla="*/ 138 h 325"/>
                <a:gd name="T6" fmla="*/ 0 w 325"/>
                <a:gd name="T7" fmla="*/ 0 h 325"/>
                <a:gd name="T8" fmla="*/ 325 w 325"/>
                <a:gd name="T9" fmla="*/ 188 h 325"/>
              </a:gdLst>
              <a:ahLst/>
              <a:cxnLst>
                <a:cxn ang="0">
                  <a:pos x="T0" y="T1"/>
                </a:cxn>
                <a:cxn ang="0">
                  <a:pos x="T2" y="T3"/>
                </a:cxn>
                <a:cxn ang="0">
                  <a:pos x="T4" y="T5"/>
                </a:cxn>
                <a:cxn ang="0">
                  <a:pos x="T6" y="T7"/>
                </a:cxn>
                <a:cxn ang="0">
                  <a:pos x="T8" y="T9"/>
                </a:cxn>
              </a:cxnLst>
              <a:rect l="0" t="0" r="r" b="b"/>
              <a:pathLst>
                <a:path w="325" h="325">
                  <a:moveTo>
                    <a:pt x="325" y="188"/>
                  </a:moveTo>
                  <a:lnTo>
                    <a:pt x="324" y="325"/>
                  </a:lnTo>
                  <a:lnTo>
                    <a:pt x="0" y="138"/>
                  </a:lnTo>
                  <a:lnTo>
                    <a:pt x="0" y="0"/>
                  </a:lnTo>
                  <a:lnTo>
                    <a:pt x="325" y="188"/>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9" name="Freeform 16">
              <a:extLst>
                <a:ext uri="{FF2B5EF4-FFF2-40B4-BE49-F238E27FC236}">
                  <a16:creationId xmlns:a16="http://schemas.microsoft.com/office/drawing/2014/main" id="{D1543265-6EA5-FDAC-F24C-EC99638BE9BF}"/>
                </a:ext>
              </a:extLst>
            </p:cNvPr>
            <p:cNvSpPr>
              <a:spLocks/>
            </p:cNvSpPr>
            <p:nvPr/>
          </p:nvSpPr>
          <p:spPr bwMode="auto">
            <a:xfrm>
              <a:off x="7002587" y="3457491"/>
              <a:ext cx="1025525" cy="595313"/>
            </a:xfrm>
            <a:custGeom>
              <a:avLst/>
              <a:gdLst>
                <a:gd name="T0" fmla="*/ 646 w 646"/>
                <a:gd name="T1" fmla="*/ 187 h 375"/>
                <a:gd name="T2" fmla="*/ 325 w 646"/>
                <a:gd name="T3" fmla="*/ 375 h 375"/>
                <a:gd name="T4" fmla="*/ 0 w 646"/>
                <a:gd name="T5" fmla="*/ 187 h 375"/>
                <a:gd name="T6" fmla="*/ 323 w 646"/>
                <a:gd name="T7" fmla="*/ 0 h 375"/>
                <a:gd name="T8" fmla="*/ 646 w 646"/>
                <a:gd name="T9" fmla="*/ 187 h 375"/>
              </a:gdLst>
              <a:ahLst/>
              <a:cxnLst>
                <a:cxn ang="0">
                  <a:pos x="T0" y="T1"/>
                </a:cxn>
                <a:cxn ang="0">
                  <a:pos x="T2" y="T3"/>
                </a:cxn>
                <a:cxn ang="0">
                  <a:pos x="T4" y="T5"/>
                </a:cxn>
                <a:cxn ang="0">
                  <a:pos x="T6" y="T7"/>
                </a:cxn>
                <a:cxn ang="0">
                  <a:pos x="T8" y="T9"/>
                </a:cxn>
              </a:cxnLst>
              <a:rect l="0" t="0" r="r" b="b"/>
              <a:pathLst>
                <a:path w="646" h="375">
                  <a:moveTo>
                    <a:pt x="646" y="187"/>
                  </a:moveTo>
                  <a:lnTo>
                    <a:pt x="325" y="375"/>
                  </a:lnTo>
                  <a:lnTo>
                    <a:pt x="0" y="187"/>
                  </a:lnTo>
                  <a:lnTo>
                    <a:pt x="323" y="0"/>
                  </a:lnTo>
                  <a:lnTo>
                    <a:pt x="646" y="187"/>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190" name="组合 189">
              <a:extLst>
                <a:ext uri="{FF2B5EF4-FFF2-40B4-BE49-F238E27FC236}">
                  <a16:creationId xmlns:a16="http://schemas.microsoft.com/office/drawing/2014/main" id="{B143A27E-1FF2-F6DE-215F-43958E352EB4}"/>
                </a:ext>
              </a:extLst>
            </p:cNvPr>
            <p:cNvGrpSpPr/>
            <p:nvPr/>
          </p:nvGrpSpPr>
          <p:grpSpPr>
            <a:xfrm>
              <a:off x="7002587" y="3434832"/>
              <a:ext cx="1025525" cy="622300"/>
              <a:chOff x="7002587" y="2911249"/>
              <a:chExt cx="1025525" cy="622300"/>
            </a:xfrm>
          </p:grpSpPr>
          <p:sp>
            <p:nvSpPr>
              <p:cNvPr id="191" name="Freeform 19">
                <a:extLst>
                  <a:ext uri="{FF2B5EF4-FFF2-40B4-BE49-F238E27FC236}">
                    <a16:creationId xmlns:a16="http://schemas.microsoft.com/office/drawing/2014/main" id="{CAF205D0-17BC-D9A7-E251-508B3E3A64D4}"/>
                  </a:ext>
                </a:extLst>
              </p:cNvPr>
              <p:cNvSpPr>
                <a:spLocks/>
              </p:cNvSpPr>
              <p:nvPr/>
            </p:nvSpPr>
            <p:spPr bwMode="auto">
              <a:xfrm>
                <a:off x="7002587" y="2911249"/>
                <a:ext cx="1025525" cy="595313"/>
              </a:xfrm>
              <a:custGeom>
                <a:avLst/>
                <a:gdLst>
                  <a:gd name="T0" fmla="*/ 646 w 646"/>
                  <a:gd name="T1" fmla="*/ 188 h 375"/>
                  <a:gd name="T2" fmla="*/ 324 w 646"/>
                  <a:gd name="T3" fmla="*/ 375 h 375"/>
                  <a:gd name="T4" fmla="*/ 0 w 646"/>
                  <a:gd name="T5" fmla="*/ 188 h 375"/>
                  <a:gd name="T6" fmla="*/ 322 w 646"/>
                  <a:gd name="T7" fmla="*/ 0 h 375"/>
                  <a:gd name="T8" fmla="*/ 646 w 646"/>
                  <a:gd name="T9" fmla="*/ 188 h 375"/>
                </a:gdLst>
                <a:ahLst/>
                <a:cxnLst>
                  <a:cxn ang="0">
                    <a:pos x="T0" y="T1"/>
                  </a:cxn>
                  <a:cxn ang="0">
                    <a:pos x="T2" y="T3"/>
                  </a:cxn>
                  <a:cxn ang="0">
                    <a:pos x="T4" y="T5"/>
                  </a:cxn>
                  <a:cxn ang="0">
                    <a:pos x="T6" y="T7"/>
                  </a:cxn>
                  <a:cxn ang="0">
                    <a:pos x="T8" y="T9"/>
                  </a:cxn>
                </a:cxnLst>
                <a:rect l="0" t="0" r="r" b="b"/>
                <a:pathLst>
                  <a:path w="646" h="375">
                    <a:moveTo>
                      <a:pt x="646" y="188"/>
                    </a:moveTo>
                    <a:lnTo>
                      <a:pt x="324" y="375"/>
                    </a:lnTo>
                    <a:lnTo>
                      <a:pt x="0" y="188"/>
                    </a:lnTo>
                    <a:lnTo>
                      <a:pt x="322" y="0"/>
                    </a:lnTo>
                    <a:lnTo>
                      <a:pt x="646" y="188"/>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92" name="Freeform 17">
                <a:extLst>
                  <a:ext uri="{FF2B5EF4-FFF2-40B4-BE49-F238E27FC236}">
                    <a16:creationId xmlns:a16="http://schemas.microsoft.com/office/drawing/2014/main" id="{F7C36D2E-56BC-3B71-92A5-7A0A4E23ADE5}"/>
                  </a:ext>
                </a:extLst>
              </p:cNvPr>
              <p:cNvSpPr>
                <a:spLocks/>
              </p:cNvSpPr>
              <p:nvPr/>
            </p:nvSpPr>
            <p:spPr bwMode="auto">
              <a:xfrm>
                <a:off x="7516937" y="3209699"/>
                <a:ext cx="511175" cy="323850"/>
              </a:xfrm>
              <a:custGeom>
                <a:avLst/>
                <a:gdLst>
                  <a:gd name="T0" fmla="*/ 322 w 322"/>
                  <a:gd name="T1" fmla="*/ 0 h 204"/>
                  <a:gd name="T2" fmla="*/ 322 w 322"/>
                  <a:gd name="T3" fmla="*/ 17 h 204"/>
                  <a:gd name="T4" fmla="*/ 0 w 322"/>
                  <a:gd name="T5" fmla="*/ 204 h 204"/>
                  <a:gd name="T6" fmla="*/ 0 w 322"/>
                  <a:gd name="T7" fmla="*/ 187 h 204"/>
                  <a:gd name="T8" fmla="*/ 322 w 322"/>
                  <a:gd name="T9" fmla="*/ 0 h 204"/>
                </a:gdLst>
                <a:ahLst/>
                <a:cxnLst>
                  <a:cxn ang="0">
                    <a:pos x="T0" y="T1"/>
                  </a:cxn>
                  <a:cxn ang="0">
                    <a:pos x="T2" y="T3"/>
                  </a:cxn>
                  <a:cxn ang="0">
                    <a:pos x="T4" y="T5"/>
                  </a:cxn>
                  <a:cxn ang="0">
                    <a:pos x="T6" y="T7"/>
                  </a:cxn>
                  <a:cxn ang="0">
                    <a:pos x="T8" y="T9"/>
                  </a:cxn>
                </a:cxnLst>
                <a:rect l="0" t="0" r="r" b="b"/>
                <a:pathLst>
                  <a:path w="322" h="204">
                    <a:moveTo>
                      <a:pt x="322" y="0"/>
                    </a:moveTo>
                    <a:lnTo>
                      <a:pt x="322" y="17"/>
                    </a:lnTo>
                    <a:lnTo>
                      <a:pt x="0" y="204"/>
                    </a:lnTo>
                    <a:lnTo>
                      <a:pt x="0" y="187"/>
                    </a:lnTo>
                    <a:lnTo>
                      <a:pt x="322" y="0"/>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193" name="Freeform 18">
                <a:extLst>
                  <a:ext uri="{FF2B5EF4-FFF2-40B4-BE49-F238E27FC236}">
                    <a16:creationId xmlns:a16="http://schemas.microsoft.com/office/drawing/2014/main" id="{D61A498F-458B-6778-5A4D-73891F3A0BC6}"/>
                  </a:ext>
                </a:extLst>
              </p:cNvPr>
              <p:cNvSpPr>
                <a:spLocks/>
              </p:cNvSpPr>
              <p:nvPr/>
            </p:nvSpPr>
            <p:spPr bwMode="auto">
              <a:xfrm>
                <a:off x="7002587" y="3209699"/>
                <a:ext cx="514350" cy="323850"/>
              </a:xfrm>
              <a:custGeom>
                <a:avLst/>
                <a:gdLst>
                  <a:gd name="T0" fmla="*/ 324 w 324"/>
                  <a:gd name="T1" fmla="*/ 187 h 204"/>
                  <a:gd name="T2" fmla="*/ 324 w 324"/>
                  <a:gd name="T3" fmla="*/ 204 h 204"/>
                  <a:gd name="T4" fmla="*/ 0 w 324"/>
                  <a:gd name="T5" fmla="*/ 17 h 204"/>
                  <a:gd name="T6" fmla="*/ 0 w 324"/>
                  <a:gd name="T7" fmla="*/ 0 h 204"/>
                  <a:gd name="T8" fmla="*/ 324 w 324"/>
                  <a:gd name="T9" fmla="*/ 187 h 204"/>
                </a:gdLst>
                <a:ahLst/>
                <a:cxnLst>
                  <a:cxn ang="0">
                    <a:pos x="T0" y="T1"/>
                  </a:cxn>
                  <a:cxn ang="0">
                    <a:pos x="T2" y="T3"/>
                  </a:cxn>
                  <a:cxn ang="0">
                    <a:pos x="T4" y="T5"/>
                  </a:cxn>
                  <a:cxn ang="0">
                    <a:pos x="T6" y="T7"/>
                  </a:cxn>
                  <a:cxn ang="0">
                    <a:pos x="T8" y="T9"/>
                  </a:cxn>
                </a:cxnLst>
                <a:rect l="0" t="0" r="r" b="b"/>
                <a:pathLst>
                  <a:path w="324" h="204">
                    <a:moveTo>
                      <a:pt x="324" y="187"/>
                    </a:moveTo>
                    <a:lnTo>
                      <a:pt x="324" y="204"/>
                    </a:lnTo>
                    <a:lnTo>
                      <a:pt x="0" y="17"/>
                    </a:lnTo>
                    <a:lnTo>
                      <a:pt x="0" y="0"/>
                    </a:lnTo>
                    <a:lnTo>
                      <a:pt x="324" y="187"/>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94" name="组合 193">
            <a:extLst>
              <a:ext uri="{FF2B5EF4-FFF2-40B4-BE49-F238E27FC236}">
                <a16:creationId xmlns:a16="http://schemas.microsoft.com/office/drawing/2014/main" id="{522B8604-B7B4-C42A-7817-7FA99EAE0E9E}"/>
              </a:ext>
            </a:extLst>
          </p:cNvPr>
          <p:cNvGrpSpPr/>
          <p:nvPr/>
        </p:nvGrpSpPr>
        <p:grpSpPr>
          <a:xfrm>
            <a:off x="7969796" y="3015942"/>
            <a:ext cx="581009" cy="473328"/>
            <a:chOff x="7002587" y="3434832"/>
            <a:chExt cx="1025525" cy="835459"/>
          </a:xfrm>
        </p:grpSpPr>
        <p:sp>
          <p:nvSpPr>
            <p:cNvPr id="195" name="Freeform 14">
              <a:extLst>
                <a:ext uri="{FF2B5EF4-FFF2-40B4-BE49-F238E27FC236}">
                  <a16:creationId xmlns:a16="http://schemas.microsoft.com/office/drawing/2014/main" id="{822566C5-C7AD-EAB4-C0D2-F1391B4F7F52}"/>
                </a:ext>
              </a:extLst>
            </p:cNvPr>
            <p:cNvSpPr>
              <a:spLocks/>
            </p:cNvSpPr>
            <p:nvPr/>
          </p:nvSpPr>
          <p:spPr bwMode="auto">
            <a:xfrm>
              <a:off x="7516937" y="3754353"/>
              <a:ext cx="511175" cy="515938"/>
            </a:xfrm>
            <a:custGeom>
              <a:avLst/>
              <a:gdLst>
                <a:gd name="T0" fmla="*/ 322 w 322"/>
                <a:gd name="T1" fmla="*/ 0 h 325"/>
                <a:gd name="T2" fmla="*/ 322 w 322"/>
                <a:gd name="T3" fmla="*/ 138 h 325"/>
                <a:gd name="T4" fmla="*/ 0 w 322"/>
                <a:gd name="T5" fmla="*/ 325 h 325"/>
                <a:gd name="T6" fmla="*/ 1 w 322"/>
                <a:gd name="T7" fmla="*/ 188 h 325"/>
                <a:gd name="T8" fmla="*/ 322 w 322"/>
                <a:gd name="T9" fmla="*/ 0 h 325"/>
              </a:gdLst>
              <a:ahLst/>
              <a:cxnLst>
                <a:cxn ang="0">
                  <a:pos x="T0" y="T1"/>
                </a:cxn>
                <a:cxn ang="0">
                  <a:pos x="T2" y="T3"/>
                </a:cxn>
                <a:cxn ang="0">
                  <a:pos x="T4" y="T5"/>
                </a:cxn>
                <a:cxn ang="0">
                  <a:pos x="T6" y="T7"/>
                </a:cxn>
                <a:cxn ang="0">
                  <a:pos x="T8" y="T9"/>
                </a:cxn>
              </a:cxnLst>
              <a:rect l="0" t="0" r="r" b="b"/>
              <a:pathLst>
                <a:path w="322" h="325">
                  <a:moveTo>
                    <a:pt x="322" y="0"/>
                  </a:moveTo>
                  <a:lnTo>
                    <a:pt x="322" y="138"/>
                  </a:lnTo>
                  <a:lnTo>
                    <a:pt x="0" y="325"/>
                  </a:lnTo>
                  <a:lnTo>
                    <a:pt x="1" y="188"/>
                  </a:lnTo>
                  <a:lnTo>
                    <a:pt x="322"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6" name="Freeform 15">
              <a:extLst>
                <a:ext uri="{FF2B5EF4-FFF2-40B4-BE49-F238E27FC236}">
                  <a16:creationId xmlns:a16="http://schemas.microsoft.com/office/drawing/2014/main" id="{D011658D-73A7-89EA-52C3-3C3405C3752C}"/>
                </a:ext>
              </a:extLst>
            </p:cNvPr>
            <p:cNvSpPr>
              <a:spLocks/>
            </p:cNvSpPr>
            <p:nvPr/>
          </p:nvSpPr>
          <p:spPr bwMode="auto">
            <a:xfrm>
              <a:off x="7002587" y="3754353"/>
              <a:ext cx="515938" cy="515938"/>
            </a:xfrm>
            <a:custGeom>
              <a:avLst/>
              <a:gdLst>
                <a:gd name="T0" fmla="*/ 325 w 325"/>
                <a:gd name="T1" fmla="*/ 188 h 325"/>
                <a:gd name="T2" fmla="*/ 324 w 325"/>
                <a:gd name="T3" fmla="*/ 325 h 325"/>
                <a:gd name="T4" fmla="*/ 0 w 325"/>
                <a:gd name="T5" fmla="*/ 138 h 325"/>
                <a:gd name="T6" fmla="*/ 0 w 325"/>
                <a:gd name="T7" fmla="*/ 0 h 325"/>
                <a:gd name="T8" fmla="*/ 325 w 325"/>
                <a:gd name="T9" fmla="*/ 188 h 325"/>
              </a:gdLst>
              <a:ahLst/>
              <a:cxnLst>
                <a:cxn ang="0">
                  <a:pos x="T0" y="T1"/>
                </a:cxn>
                <a:cxn ang="0">
                  <a:pos x="T2" y="T3"/>
                </a:cxn>
                <a:cxn ang="0">
                  <a:pos x="T4" y="T5"/>
                </a:cxn>
                <a:cxn ang="0">
                  <a:pos x="T6" y="T7"/>
                </a:cxn>
                <a:cxn ang="0">
                  <a:pos x="T8" y="T9"/>
                </a:cxn>
              </a:cxnLst>
              <a:rect l="0" t="0" r="r" b="b"/>
              <a:pathLst>
                <a:path w="325" h="325">
                  <a:moveTo>
                    <a:pt x="325" y="188"/>
                  </a:moveTo>
                  <a:lnTo>
                    <a:pt x="324" y="325"/>
                  </a:lnTo>
                  <a:lnTo>
                    <a:pt x="0" y="138"/>
                  </a:lnTo>
                  <a:lnTo>
                    <a:pt x="0" y="0"/>
                  </a:lnTo>
                  <a:lnTo>
                    <a:pt x="325" y="188"/>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7" name="Freeform 16">
              <a:extLst>
                <a:ext uri="{FF2B5EF4-FFF2-40B4-BE49-F238E27FC236}">
                  <a16:creationId xmlns:a16="http://schemas.microsoft.com/office/drawing/2014/main" id="{F4CB33D0-7961-1B69-DB67-9A7307157662}"/>
                </a:ext>
              </a:extLst>
            </p:cNvPr>
            <p:cNvSpPr>
              <a:spLocks/>
            </p:cNvSpPr>
            <p:nvPr/>
          </p:nvSpPr>
          <p:spPr bwMode="auto">
            <a:xfrm>
              <a:off x="7002587" y="3457491"/>
              <a:ext cx="1025525" cy="595313"/>
            </a:xfrm>
            <a:custGeom>
              <a:avLst/>
              <a:gdLst>
                <a:gd name="T0" fmla="*/ 646 w 646"/>
                <a:gd name="T1" fmla="*/ 187 h 375"/>
                <a:gd name="T2" fmla="*/ 325 w 646"/>
                <a:gd name="T3" fmla="*/ 375 h 375"/>
                <a:gd name="T4" fmla="*/ 0 w 646"/>
                <a:gd name="T5" fmla="*/ 187 h 375"/>
                <a:gd name="T6" fmla="*/ 323 w 646"/>
                <a:gd name="T7" fmla="*/ 0 h 375"/>
                <a:gd name="T8" fmla="*/ 646 w 646"/>
                <a:gd name="T9" fmla="*/ 187 h 375"/>
              </a:gdLst>
              <a:ahLst/>
              <a:cxnLst>
                <a:cxn ang="0">
                  <a:pos x="T0" y="T1"/>
                </a:cxn>
                <a:cxn ang="0">
                  <a:pos x="T2" y="T3"/>
                </a:cxn>
                <a:cxn ang="0">
                  <a:pos x="T4" y="T5"/>
                </a:cxn>
                <a:cxn ang="0">
                  <a:pos x="T6" y="T7"/>
                </a:cxn>
                <a:cxn ang="0">
                  <a:pos x="T8" y="T9"/>
                </a:cxn>
              </a:cxnLst>
              <a:rect l="0" t="0" r="r" b="b"/>
              <a:pathLst>
                <a:path w="646" h="375">
                  <a:moveTo>
                    <a:pt x="646" y="187"/>
                  </a:moveTo>
                  <a:lnTo>
                    <a:pt x="325" y="375"/>
                  </a:lnTo>
                  <a:lnTo>
                    <a:pt x="0" y="187"/>
                  </a:lnTo>
                  <a:lnTo>
                    <a:pt x="323" y="0"/>
                  </a:lnTo>
                  <a:lnTo>
                    <a:pt x="646" y="187"/>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198" name="组合 197">
              <a:extLst>
                <a:ext uri="{FF2B5EF4-FFF2-40B4-BE49-F238E27FC236}">
                  <a16:creationId xmlns:a16="http://schemas.microsoft.com/office/drawing/2014/main" id="{41BC8F81-9250-F177-890A-751D1D86975B}"/>
                </a:ext>
              </a:extLst>
            </p:cNvPr>
            <p:cNvGrpSpPr/>
            <p:nvPr/>
          </p:nvGrpSpPr>
          <p:grpSpPr>
            <a:xfrm>
              <a:off x="7002587" y="3434832"/>
              <a:ext cx="1025525" cy="622300"/>
              <a:chOff x="7002587" y="2911249"/>
              <a:chExt cx="1025525" cy="622300"/>
            </a:xfrm>
          </p:grpSpPr>
          <p:sp>
            <p:nvSpPr>
              <p:cNvPr id="199" name="Freeform 19">
                <a:extLst>
                  <a:ext uri="{FF2B5EF4-FFF2-40B4-BE49-F238E27FC236}">
                    <a16:creationId xmlns:a16="http://schemas.microsoft.com/office/drawing/2014/main" id="{BFE8E8C2-C371-0289-D237-08CFF571C580}"/>
                  </a:ext>
                </a:extLst>
              </p:cNvPr>
              <p:cNvSpPr>
                <a:spLocks/>
              </p:cNvSpPr>
              <p:nvPr/>
            </p:nvSpPr>
            <p:spPr bwMode="auto">
              <a:xfrm>
                <a:off x="7002587" y="2911249"/>
                <a:ext cx="1025525" cy="595313"/>
              </a:xfrm>
              <a:custGeom>
                <a:avLst/>
                <a:gdLst>
                  <a:gd name="T0" fmla="*/ 646 w 646"/>
                  <a:gd name="T1" fmla="*/ 188 h 375"/>
                  <a:gd name="T2" fmla="*/ 324 w 646"/>
                  <a:gd name="T3" fmla="*/ 375 h 375"/>
                  <a:gd name="T4" fmla="*/ 0 w 646"/>
                  <a:gd name="T5" fmla="*/ 188 h 375"/>
                  <a:gd name="T6" fmla="*/ 322 w 646"/>
                  <a:gd name="T7" fmla="*/ 0 h 375"/>
                  <a:gd name="T8" fmla="*/ 646 w 646"/>
                  <a:gd name="T9" fmla="*/ 188 h 375"/>
                </a:gdLst>
                <a:ahLst/>
                <a:cxnLst>
                  <a:cxn ang="0">
                    <a:pos x="T0" y="T1"/>
                  </a:cxn>
                  <a:cxn ang="0">
                    <a:pos x="T2" y="T3"/>
                  </a:cxn>
                  <a:cxn ang="0">
                    <a:pos x="T4" y="T5"/>
                  </a:cxn>
                  <a:cxn ang="0">
                    <a:pos x="T6" y="T7"/>
                  </a:cxn>
                  <a:cxn ang="0">
                    <a:pos x="T8" y="T9"/>
                  </a:cxn>
                </a:cxnLst>
                <a:rect l="0" t="0" r="r" b="b"/>
                <a:pathLst>
                  <a:path w="646" h="375">
                    <a:moveTo>
                      <a:pt x="646" y="188"/>
                    </a:moveTo>
                    <a:lnTo>
                      <a:pt x="324" y="375"/>
                    </a:lnTo>
                    <a:lnTo>
                      <a:pt x="0" y="188"/>
                    </a:lnTo>
                    <a:lnTo>
                      <a:pt x="322" y="0"/>
                    </a:lnTo>
                    <a:lnTo>
                      <a:pt x="646" y="188"/>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0" name="Freeform 17">
                <a:extLst>
                  <a:ext uri="{FF2B5EF4-FFF2-40B4-BE49-F238E27FC236}">
                    <a16:creationId xmlns:a16="http://schemas.microsoft.com/office/drawing/2014/main" id="{F8600F2F-7848-C76B-8D47-475F799E8663}"/>
                  </a:ext>
                </a:extLst>
              </p:cNvPr>
              <p:cNvSpPr>
                <a:spLocks/>
              </p:cNvSpPr>
              <p:nvPr/>
            </p:nvSpPr>
            <p:spPr bwMode="auto">
              <a:xfrm>
                <a:off x="7516937" y="3209699"/>
                <a:ext cx="511175" cy="323850"/>
              </a:xfrm>
              <a:custGeom>
                <a:avLst/>
                <a:gdLst>
                  <a:gd name="T0" fmla="*/ 322 w 322"/>
                  <a:gd name="T1" fmla="*/ 0 h 204"/>
                  <a:gd name="T2" fmla="*/ 322 w 322"/>
                  <a:gd name="T3" fmla="*/ 17 h 204"/>
                  <a:gd name="T4" fmla="*/ 0 w 322"/>
                  <a:gd name="T5" fmla="*/ 204 h 204"/>
                  <a:gd name="T6" fmla="*/ 0 w 322"/>
                  <a:gd name="T7" fmla="*/ 187 h 204"/>
                  <a:gd name="T8" fmla="*/ 322 w 322"/>
                  <a:gd name="T9" fmla="*/ 0 h 204"/>
                </a:gdLst>
                <a:ahLst/>
                <a:cxnLst>
                  <a:cxn ang="0">
                    <a:pos x="T0" y="T1"/>
                  </a:cxn>
                  <a:cxn ang="0">
                    <a:pos x="T2" y="T3"/>
                  </a:cxn>
                  <a:cxn ang="0">
                    <a:pos x="T4" y="T5"/>
                  </a:cxn>
                  <a:cxn ang="0">
                    <a:pos x="T6" y="T7"/>
                  </a:cxn>
                  <a:cxn ang="0">
                    <a:pos x="T8" y="T9"/>
                  </a:cxn>
                </a:cxnLst>
                <a:rect l="0" t="0" r="r" b="b"/>
                <a:pathLst>
                  <a:path w="322" h="204">
                    <a:moveTo>
                      <a:pt x="322" y="0"/>
                    </a:moveTo>
                    <a:lnTo>
                      <a:pt x="322" y="17"/>
                    </a:lnTo>
                    <a:lnTo>
                      <a:pt x="0" y="204"/>
                    </a:lnTo>
                    <a:lnTo>
                      <a:pt x="0" y="187"/>
                    </a:lnTo>
                    <a:lnTo>
                      <a:pt x="322" y="0"/>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201" name="Freeform 18">
                <a:extLst>
                  <a:ext uri="{FF2B5EF4-FFF2-40B4-BE49-F238E27FC236}">
                    <a16:creationId xmlns:a16="http://schemas.microsoft.com/office/drawing/2014/main" id="{11F85FB5-7679-2403-3E92-8A099E2F30FE}"/>
                  </a:ext>
                </a:extLst>
              </p:cNvPr>
              <p:cNvSpPr>
                <a:spLocks/>
              </p:cNvSpPr>
              <p:nvPr/>
            </p:nvSpPr>
            <p:spPr bwMode="auto">
              <a:xfrm>
                <a:off x="7002587" y="3209699"/>
                <a:ext cx="514350" cy="323850"/>
              </a:xfrm>
              <a:custGeom>
                <a:avLst/>
                <a:gdLst>
                  <a:gd name="T0" fmla="*/ 324 w 324"/>
                  <a:gd name="T1" fmla="*/ 187 h 204"/>
                  <a:gd name="T2" fmla="*/ 324 w 324"/>
                  <a:gd name="T3" fmla="*/ 204 h 204"/>
                  <a:gd name="T4" fmla="*/ 0 w 324"/>
                  <a:gd name="T5" fmla="*/ 17 h 204"/>
                  <a:gd name="T6" fmla="*/ 0 w 324"/>
                  <a:gd name="T7" fmla="*/ 0 h 204"/>
                  <a:gd name="T8" fmla="*/ 324 w 324"/>
                  <a:gd name="T9" fmla="*/ 187 h 204"/>
                </a:gdLst>
                <a:ahLst/>
                <a:cxnLst>
                  <a:cxn ang="0">
                    <a:pos x="T0" y="T1"/>
                  </a:cxn>
                  <a:cxn ang="0">
                    <a:pos x="T2" y="T3"/>
                  </a:cxn>
                  <a:cxn ang="0">
                    <a:pos x="T4" y="T5"/>
                  </a:cxn>
                  <a:cxn ang="0">
                    <a:pos x="T6" y="T7"/>
                  </a:cxn>
                  <a:cxn ang="0">
                    <a:pos x="T8" y="T9"/>
                  </a:cxn>
                </a:cxnLst>
                <a:rect l="0" t="0" r="r" b="b"/>
                <a:pathLst>
                  <a:path w="324" h="204">
                    <a:moveTo>
                      <a:pt x="324" y="187"/>
                    </a:moveTo>
                    <a:lnTo>
                      <a:pt x="324" y="204"/>
                    </a:lnTo>
                    <a:lnTo>
                      <a:pt x="0" y="17"/>
                    </a:lnTo>
                    <a:lnTo>
                      <a:pt x="0" y="0"/>
                    </a:lnTo>
                    <a:lnTo>
                      <a:pt x="324" y="187"/>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78" name="组合 177">
            <a:extLst>
              <a:ext uri="{FF2B5EF4-FFF2-40B4-BE49-F238E27FC236}">
                <a16:creationId xmlns:a16="http://schemas.microsoft.com/office/drawing/2014/main" id="{91B44B0E-FE99-0F5D-C4C5-D3E15A4AE4CF}"/>
              </a:ext>
            </a:extLst>
          </p:cNvPr>
          <p:cNvGrpSpPr/>
          <p:nvPr/>
        </p:nvGrpSpPr>
        <p:grpSpPr>
          <a:xfrm>
            <a:off x="6828539" y="2480736"/>
            <a:ext cx="581009" cy="473328"/>
            <a:chOff x="7002587" y="3434832"/>
            <a:chExt cx="1025525" cy="835459"/>
          </a:xfrm>
        </p:grpSpPr>
        <p:sp>
          <p:nvSpPr>
            <p:cNvPr id="179" name="Freeform 14">
              <a:extLst>
                <a:ext uri="{FF2B5EF4-FFF2-40B4-BE49-F238E27FC236}">
                  <a16:creationId xmlns:a16="http://schemas.microsoft.com/office/drawing/2014/main" id="{25BD1DE3-A245-F031-211B-76CF10D32B14}"/>
                </a:ext>
              </a:extLst>
            </p:cNvPr>
            <p:cNvSpPr>
              <a:spLocks/>
            </p:cNvSpPr>
            <p:nvPr/>
          </p:nvSpPr>
          <p:spPr bwMode="auto">
            <a:xfrm>
              <a:off x="7516937" y="3754353"/>
              <a:ext cx="511175" cy="515938"/>
            </a:xfrm>
            <a:custGeom>
              <a:avLst/>
              <a:gdLst>
                <a:gd name="T0" fmla="*/ 322 w 322"/>
                <a:gd name="T1" fmla="*/ 0 h 325"/>
                <a:gd name="T2" fmla="*/ 322 w 322"/>
                <a:gd name="T3" fmla="*/ 138 h 325"/>
                <a:gd name="T4" fmla="*/ 0 w 322"/>
                <a:gd name="T5" fmla="*/ 325 h 325"/>
                <a:gd name="T6" fmla="*/ 1 w 322"/>
                <a:gd name="T7" fmla="*/ 188 h 325"/>
                <a:gd name="T8" fmla="*/ 322 w 322"/>
                <a:gd name="T9" fmla="*/ 0 h 325"/>
              </a:gdLst>
              <a:ahLst/>
              <a:cxnLst>
                <a:cxn ang="0">
                  <a:pos x="T0" y="T1"/>
                </a:cxn>
                <a:cxn ang="0">
                  <a:pos x="T2" y="T3"/>
                </a:cxn>
                <a:cxn ang="0">
                  <a:pos x="T4" y="T5"/>
                </a:cxn>
                <a:cxn ang="0">
                  <a:pos x="T6" y="T7"/>
                </a:cxn>
                <a:cxn ang="0">
                  <a:pos x="T8" y="T9"/>
                </a:cxn>
              </a:cxnLst>
              <a:rect l="0" t="0" r="r" b="b"/>
              <a:pathLst>
                <a:path w="322" h="325">
                  <a:moveTo>
                    <a:pt x="322" y="0"/>
                  </a:moveTo>
                  <a:lnTo>
                    <a:pt x="322" y="138"/>
                  </a:lnTo>
                  <a:lnTo>
                    <a:pt x="0" y="325"/>
                  </a:lnTo>
                  <a:lnTo>
                    <a:pt x="1" y="188"/>
                  </a:lnTo>
                  <a:lnTo>
                    <a:pt x="322"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0" name="Freeform 15">
              <a:extLst>
                <a:ext uri="{FF2B5EF4-FFF2-40B4-BE49-F238E27FC236}">
                  <a16:creationId xmlns:a16="http://schemas.microsoft.com/office/drawing/2014/main" id="{C9FF5DDB-D0D0-08D0-AFF5-0A12FD7E34BA}"/>
                </a:ext>
              </a:extLst>
            </p:cNvPr>
            <p:cNvSpPr>
              <a:spLocks/>
            </p:cNvSpPr>
            <p:nvPr/>
          </p:nvSpPr>
          <p:spPr bwMode="auto">
            <a:xfrm>
              <a:off x="7002587" y="3754353"/>
              <a:ext cx="515938" cy="515938"/>
            </a:xfrm>
            <a:custGeom>
              <a:avLst/>
              <a:gdLst>
                <a:gd name="T0" fmla="*/ 325 w 325"/>
                <a:gd name="T1" fmla="*/ 188 h 325"/>
                <a:gd name="T2" fmla="*/ 324 w 325"/>
                <a:gd name="T3" fmla="*/ 325 h 325"/>
                <a:gd name="T4" fmla="*/ 0 w 325"/>
                <a:gd name="T5" fmla="*/ 138 h 325"/>
                <a:gd name="T6" fmla="*/ 0 w 325"/>
                <a:gd name="T7" fmla="*/ 0 h 325"/>
                <a:gd name="T8" fmla="*/ 325 w 325"/>
                <a:gd name="T9" fmla="*/ 188 h 325"/>
              </a:gdLst>
              <a:ahLst/>
              <a:cxnLst>
                <a:cxn ang="0">
                  <a:pos x="T0" y="T1"/>
                </a:cxn>
                <a:cxn ang="0">
                  <a:pos x="T2" y="T3"/>
                </a:cxn>
                <a:cxn ang="0">
                  <a:pos x="T4" y="T5"/>
                </a:cxn>
                <a:cxn ang="0">
                  <a:pos x="T6" y="T7"/>
                </a:cxn>
                <a:cxn ang="0">
                  <a:pos x="T8" y="T9"/>
                </a:cxn>
              </a:cxnLst>
              <a:rect l="0" t="0" r="r" b="b"/>
              <a:pathLst>
                <a:path w="325" h="325">
                  <a:moveTo>
                    <a:pt x="325" y="188"/>
                  </a:moveTo>
                  <a:lnTo>
                    <a:pt x="324" y="325"/>
                  </a:lnTo>
                  <a:lnTo>
                    <a:pt x="0" y="138"/>
                  </a:lnTo>
                  <a:lnTo>
                    <a:pt x="0" y="0"/>
                  </a:lnTo>
                  <a:lnTo>
                    <a:pt x="325" y="188"/>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1" name="Freeform 16">
              <a:extLst>
                <a:ext uri="{FF2B5EF4-FFF2-40B4-BE49-F238E27FC236}">
                  <a16:creationId xmlns:a16="http://schemas.microsoft.com/office/drawing/2014/main" id="{9EF4F574-E6F5-2ABA-185C-9F4F27C58118}"/>
                </a:ext>
              </a:extLst>
            </p:cNvPr>
            <p:cNvSpPr>
              <a:spLocks/>
            </p:cNvSpPr>
            <p:nvPr/>
          </p:nvSpPr>
          <p:spPr bwMode="auto">
            <a:xfrm>
              <a:off x="7002587" y="3457491"/>
              <a:ext cx="1025525" cy="595313"/>
            </a:xfrm>
            <a:custGeom>
              <a:avLst/>
              <a:gdLst>
                <a:gd name="T0" fmla="*/ 646 w 646"/>
                <a:gd name="T1" fmla="*/ 187 h 375"/>
                <a:gd name="T2" fmla="*/ 325 w 646"/>
                <a:gd name="T3" fmla="*/ 375 h 375"/>
                <a:gd name="T4" fmla="*/ 0 w 646"/>
                <a:gd name="T5" fmla="*/ 187 h 375"/>
                <a:gd name="T6" fmla="*/ 323 w 646"/>
                <a:gd name="T7" fmla="*/ 0 h 375"/>
                <a:gd name="T8" fmla="*/ 646 w 646"/>
                <a:gd name="T9" fmla="*/ 187 h 375"/>
              </a:gdLst>
              <a:ahLst/>
              <a:cxnLst>
                <a:cxn ang="0">
                  <a:pos x="T0" y="T1"/>
                </a:cxn>
                <a:cxn ang="0">
                  <a:pos x="T2" y="T3"/>
                </a:cxn>
                <a:cxn ang="0">
                  <a:pos x="T4" y="T5"/>
                </a:cxn>
                <a:cxn ang="0">
                  <a:pos x="T6" y="T7"/>
                </a:cxn>
                <a:cxn ang="0">
                  <a:pos x="T8" y="T9"/>
                </a:cxn>
              </a:cxnLst>
              <a:rect l="0" t="0" r="r" b="b"/>
              <a:pathLst>
                <a:path w="646" h="375">
                  <a:moveTo>
                    <a:pt x="646" y="187"/>
                  </a:moveTo>
                  <a:lnTo>
                    <a:pt x="325" y="375"/>
                  </a:lnTo>
                  <a:lnTo>
                    <a:pt x="0" y="187"/>
                  </a:lnTo>
                  <a:lnTo>
                    <a:pt x="323" y="0"/>
                  </a:lnTo>
                  <a:lnTo>
                    <a:pt x="646" y="187"/>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182" name="组合 181">
              <a:extLst>
                <a:ext uri="{FF2B5EF4-FFF2-40B4-BE49-F238E27FC236}">
                  <a16:creationId xmlns:a16="http://schemas.microsoft.com/office/drawing/2014/main" id="{07CDE9B9-12E9-EC32-8AE5-3028F366E4F2}"/>
                </a:ext>
              </a:extLst>
            </p:cNvPr>
            <p:cNvGrpSpPr/>
            <p:nvPr/>
          </p:nvGrpSpPr>
          <p:grpSpPr>
            <a:xfrm>
              <a:off x="7002587" y="3434832"/>
              <a:ext cx="1025525" cy="622300"/>
              <a:chOff x="7002587" y="2911249"/>
              <a:chExt cx="1025525" cy="622300"/>
            </a:xfrm>
          </p:grpSpPr>
          <p:sp>
            <p:nvSpPr>
              <p:cNvPr id="183" name="Freeform 19">
                <a:extLst>
                  <a:ext uri="{FF2B5EF4-FFF2-40B4-BE49-F238E27FC236}">
                    <a16:creationId xmlns:a16="http://schemas.microsoft.com/office/drawing/2014/main" id="{ED2D8670-C82D-0B81-5248-C89E135AA8C7}"/>
                  </a:ext>
                </a:extLst>
              </p:cNvPr>
              <p:cNvSpPr>
                <a:spLocks/>
              </p:cNvSpPr>
              <p:nvPr/>
            </p:nvSpPr>
            <p:spPr bwMode="auto">
              <a:xfrm>
                <a:off x="7002587" y="2911249"/>
                <a:ext cx="1025525" cy="595313"/>
              </a:xfrm>
              <a:custGeom>
                <a:avLst/>
                <a:gdLst>
                  <a:gd name="T0" fmla="*/ 646 w 646"/>
                  <a:gd name="T1" fmla="*/ 188 h 375"/>
                  <a:gd name="T2" fmla="*/ 324 w 646"/>
                  <a:gd name="T3" fmla="*/ 375 h 375"/>
                  <a:gd name="T4" fmla="*/ 0 w 646"/>
                  <a:gd name="T5" fmla="*/ 188 h 375"/>
                  <a:gd name="T6" fmla="*/ 322 w 646"/>
                  <a:gd name="T7" fmla="*/ 0 h 375"/>
                  <a:gd name="T8" fmla="*/ 646 w 646"/>
                  <a:gd name="T9" fmla="*/ 188 h 375"/>
                </a:gdLst>
                <a:ahLst/>
                <a:cxnLst>
                  <a:cxn ang="0">
                    <a:pos x="T0" y="T1"/>
                  </a:cxn>
                  <a:cxn ang="0">
                    <a:pos x="T2" y="T3"/>
                  </a:cxn>
                  <a:cxn ang="0">
                    <a:pos x="T4" y="T5"/>
                  </a:cxn>
                  <a:cxn ang="0">
                    <a:pos x="T6" y="T7"/>
                  </a:cxn>
                  <a:cxn ang="0">
                    <a:pos x="T8" y="T9"/>
                  </a:cxn>
                </a:cxnLst>
                <a:rect l="0" t="0" r="r" b="b"/>
                <a:pathLst>
                  <a:path w="646" h="375">
                    <a:moveTo>
                      <a:pt x="646" y="188"/>
                    </a:moveTo>
                    <a:lnTo>
                      <a:pt x="324" y="375"/>
                    </a:lnTo>
                    <a:lnTo>
                      <a:pt x="0" y="188"/>
                    </a:lnTo>
                    <a:lnTo>
                      <a:pt x="322" y="0"/>
                    </a:lnTo>
                    <a:lnTo>
                      <a:pt x="646" y="188"/>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84" name="Freeform 17">
                <a:extLst>
                  <a:ext uri="{FF2B5EF4-FFF2-40B4-BE49-F238E27FC236}">
                    <a16:creationId xmlns:a16="http://schemas.microsoft.com/office/drawing/2014/main" id="{4B878D20-5787-1427-5CAD-D880F94E6ECE}"/>
                  </a:ext>
                </a:extLst>
              </p:cNvPr>
              <p:cNvSpPr>
                <a:spLocks/>
              </p:cNvSpPr>
              <p:nvPr/>
            </p:nvSpPr>
            <p:spPr bwMode="auto">
              <a:xfrm>
                <a:off x="7516937" y="3209699"/>
                <a:ext cx="511175" cy="323850"/>
              </a:xfrm>
              <a:custGeom>
                <a:avLst/>
                <a:gdLst>
                  <a:gd name="T0" fmla="*/ 322 w 322"/>
                  <a:gd name="T1" fmla="*/ 0 h 204"/>
                  <a:gd name="T2" fmla="*/ 322 w 322"/>
                  <a:gd name="T3" fmla="*/ 17 h 204"/>
                  <a:gd name="T4" fmla="*/ 0 w 322"/>
                  <a:gd name="T5" fmla="*/ 204 h 204"/>
                  <a:gd name="T6" fmla="*/ 0 w 322"/>
                  <a:gd name="T7" fmla="*/ 187 h 204"/>
                  <a:gd name="T8" fmla="*/ 322 w 322"/>
                  <a:gd name="T9" fmla="*/ 0 h 204"/>
                </a:gdLst>
                <a:ahLst/>
                <a:cxnLst>
                  <a:cxn ang="0">
                    <a:pos x="T0" y="T1"/>
                  </a:cxn>
                  <a:cxn ang="0">
                    <a:pos x="T2" y="T3"/>
                  </a:cxn>
                  <a:cxn ang="0">
                    <a:pos x="T4" y="T5"/>
                  </a:cxn>
                  <a:cxn ang="0">
                    <a:pos x="T6" y="T7"/>
                  </a:cxn>
                  <a:cxn ang="0">
                    <a:pos x="T8" y="T9"/>
                  </a:cxn>
                </a:cxnLst>
                <a:rect l="0" t="0" r="r" b="b"/>
                <a:pathLst>
                  <a:path w="322" h="204">
                    <a:moveTo>
                      <a:pt x="322" y="0"/>
                    </a:moveTo>
                    <a:lnTo>
                      <a:pt x="322" y="17"/>
                    </a:lnTo>
                    <a:lnTo>
                      <a:pt x="0" y="204"/>
                    </a:lnTo>
                    <a:lnTo>
                      <a:pt x="0" y="187"/>
                    </a:lnTo>
                    <a:lnTo>
                      <a:pt x="322" y="0"/>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185" name="Freeform 18">
                <a:extLst>
                  <a:ext uri="{FF2B5EF4-FFF2-40B4-BE49-F238E27FC236}">
                    <a16:creationId xmlns:a16="http://schemas.microsoft.com/office/drawing/2014/main" id="{A3F0BEA7-CB11-45B7-9ED1-DE7A1D4B6231}"/>
                  </a:ext>
                </a:extLst>
              </p:cNvPr>
              <p:cNvSpPr>
                <a:spLocks/>
              </p:cNvSpPr>
              <p:nvPr/>
            </p:nvSpPr>
            <p:spPr bwMode="auto">
              <a:xfrm>
                <a:off x="7002587" y="3209699"/>
                <a:ext cx="514350" cy="323850"/>
              </a:xfrm>
              <a:custGeom>
                <a:avLst/>
                <a:gdLst>
                  <a:gd name="T0" fmla="*/ 324 w 324"/>
                  <a:gd name="T1" fmla="*/ 187 h 204"/>
                  <a:gd name="T2" fmla="*/ 324 w 324"/>
                  <a:gd name="T3" fmla="*/ 204 h 204"/>
                  <a:gd name="T4" fmla="*/ 0 w 324"/>
                  <a:gd name="T5" fmla="*/ 17 h 204"/>
                  <a:gd name="T6" fmla="*/ 0 w 324"/>
                  <a:gd name="T7" fmla="*/ 0 h 204"/>
                  <a:gd name="T8" fmla="*/ 324 w 324"/>
                  <a:gd name="T9" fmla="*/ 187 h 204"/>
                </a:gdLst>
                <a:ahLst/>
                <a:cxnLst>
                  <a:cxn ang="0">
                    <a:pos x="T0" y="T1"/>
                  </a:cxn>
                  <a:cxn ang="0">
                    <a:pos x="T2" y="T3"/>
                  </a:cxn>
                  <a:cxn ang="0">
                    <a:pos x="T4" y="T5"/>
                  </a:cxn>
                  <a:cxn ang="0">
                    <a:pos x="T6" y="T7"/>
                  </a:cxn>
                  <a:cxn ang="0">
                    <a:pos x="T8" y="T9"/>
                  </a:cxn>
                </a:cxnLst>
                <a:rect l="0" t="0" r="r" b="b"/>
                <a:pathLst>
                  <a:path w="324" h="204">
                    <a:moveTo>
                      <a:pt x="324" y="187"/>
                    </a:moveTo>
                    <a:lnTo>
                      <a:pt x="324" y="204"/>
                    </a:lnTo>
                    <a:lnTo>
                      <a:pt x="0" y="17"/>
                    </a:lnTo>
                    <a:lnTo>
                      <a:pt x="0" y="0"/>
                    </a:lnTo>
                    <a:lnTo>
                      <a:pt x="324" y="187"/>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06" name="组合 205">
            <a:extLst>
              <a:ext uri="{FF2B5EF4-FFF2-40B4-BE49-F238E27FC236}">
                <a16:creationId xmlns:a16="http://schemas.microsoft.com/office/drawing/2014/main" id="{E8A837EA-ABC2-E26F-EF88-E5B6767FFA81}"/>
              </a:ext>
            </a:extLst>
          </p:cNvPr>
          <p:cNvGrpSpPr/>
          <p:nvPr/>
        </p:nvGrpSpPr>
        <p:grpSpPr>
          <a:xfrm>
            <a:off x="7473111" y="2576678"/>
            <a:ext cx="1239619" cy="247149"/>
            <a:chOff x="7465263" y="2681619"/>
            <a:chExt cx="1239619" cy="247149"/>
          </a:xfrm>
        </p:grpSpPr>
        <p:sp>
          <p:nvSpPr>
            <p:cNvPr id="205" name="菱形 204">
              <a:extLst>
                <a:ext uri="{FF2B5EF4-FFF2-40B4-BE49-F238E27FC236}">
                  <a16:creationId xmlns:a16="http://schemas.microsoft.com/office/drawing/2014/main" id="{15956A02-A7B7-477F-2985-6D86C5AE27EB}"/>
                </a:ext>
              </a:extLst>
            </p:cNvPr>
            <p:cNvSpPr/>
            <p:nvPr/>
          </p:nvSpPr>
          <p:spPr>
            <a:xfrm>
              <a:off x="7465263" y="2751620"/>
              <a:ext cx="147111" cy="107146"/>
            </a:xfrm>
            <a:prstGeom prst="diamond">
              <a:avLst/>
            </a:prstGeom>
            <a:solidFill>
              <a:srgbClr val="F2AC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4" name="矩形: 圆角 203">
              <a:extLst>
                <a:ext uri="{FF2B5EF4-FFF2-40B4-BE49-F238E27FC236}">
                  <a16:creationId xmlns:a16="http://schemas.microsoft.com/office/drawing/2014/main" id="{D2DE5CC4-FC1C-BE30-1562-C4B0D8EA4C39}"/>
                </a:ext>
              </a:extLst>
            </p:cNvPr>
            <p:cNvSpPr/>
            <p:nvPr/>
          </p:nvSpPr>
          <p:spPr>
            <a:xfrm>
              <a:off x="7534327" y="2681619"/>
              <a:ext cx="1170555" cy="247149"/>
            </a:xfrm>
            <a:prstGeom prst="roundRect">
              <a:avLst/>
            </a:prstGeom>
            <a:solidFill>
              <a:srgbClr val="F2AC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7" name="文本框 206">
            <a:extLst>
              <a:ext uri="{FF2B5EF4-FFF2-40B4-BE49-F238E27FC236}">
                <a16:creationId xmlns:a16="http://schemas.microsoft.com/office/drawing/2014/main" id="{F52DCA44-0374-51B7-681B-6E5ECC68C063}"/>
              </a:ext>
            </a:extLst>
          </p:cNvPr>
          <p:cNvSpPr txBox="1"/>
          <p:nvPr/>
        </p:nvSpPr>
        <p:spPr>
          <a:xfrm>
            <a:off x="7770338" y="2567887"/>
            <a:ext cx="697627" cy="246221"/>
          </a:xfrm>
          <a:prstGeom prst="rect">
            <a:avLst/>
          </a:prstGeom>
          <a:noFill/>
        </p:spPr>
        <p:txBody>
          <a:bodyPr wrap="none" rtlCol="0">
            <a:spAutoFit/>
          </a:bodyPr>
          <a:lstStyle/>
          <a:p>
            <a:r>
              <a:rPr lang="zh-CN" altLang="en-US" sz="1000" dirty="0">
                <a:solidFill>
                  <a:schemeClr val="bg1"/>
                </a:solidFill>
                <a:latin typeface="HarmonyOS Sans SC Medium" panose="00000600000000000000" pitchFamily="2" charset="-122"/>
                <a:ea typeface="HarmonyOS Sans SC Medium" panose="00000600000000000000" pitchFamily="2" charset="-122"/>
              </a:rPr>
              <a:t>标注文字</a:t>
            </a:r>
          </a:p>
        </p:txBody>
      </p:sp>
      <p:sp>
        <p:nvSpPr>
          <p:cNvPr id="208" name="图形 359"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EDF97E3F-2006-4438-1943-ACCE4A19A2EF}"/>
              </a:ext>
            </a:extLst>
          </p:cNvPr>
          <p:cNvSpPr/>
          <p:nvPr/>
        </p:nvSpPr>
        <p:spPr>
          <a:xfrm>
            <a:off x="7482336" y="2989416"/>
            <a:ext cx="163426" cy="204282"/>
          </a:xfrm>
          <a:custGeom>
            <a:avLst/>
            <a:gdLst>
              <a:gd name="connsiteX0" fmla="*/ 95250 w 152400"/>
              <a:gd name="connsiteY0" fmla="*/ 0 h 190500"/>
              <a:gd name="connsiteX1" fmla="*/ 19050 w 152400"/>
              <a:gd name="connsiteY1" fmla="*/ 0 h 190500"/>
              <a:gd name="connsiteX2" fmla="*/ 95 w 152400"/>
              <a:gd name="connsiteY2" fmla="*/ 19050 h 190500"/>
              <a:gd name="connsiteX3" fmla="*/ 0 w 152400"/>
              <a:gd name="connsiteY3" fmla="*/ 171450 h 190500"/>
              <a:gd name="connsiteX4" fmla="*/ 18955 w 152400"/>
              <a:gd name="connsiteY4" fmla="*/ 190500 h 190500"/>
              <a:gd name="connsiteX5" fmla="*/ 133350 w 152400"/>
              <a:gd name="connsiteY5" fmla="*/ 190500 h 190500"/>
              <a:gd name="connsiteX6" fmla="*/ 152400 w 152400"/>
              <a:gd name="connsiteY6" fmla="*/ 171450 h 190500"/>
              <a:gd name="connsiteX7" fmla="*/ 152400 w 152400"/>
              <a:gd name="connsiteY7" fmla="*/ 57150 h 190500"/>
              <a:gd name="connsiteX8" fmla="*/ 95250 w 152400"/>
              <a:gd name="connsiteY8" fmla="*/ 0 h 190500"/>
              <a:gd name="connsiteX9" fmla="*/ 114300 w 152400"/>
              <a:gd name="connsiteY9" fmla="*/ 133350 h 190500"/>
              <a:gd name="connsiteX10" fmla="*/ 85725 w 152400"/>
              <a:gd name="connsiteY10" fmla="*/ 133350 h 190500"/>
              <a:gd name="connsiteX11" fmla="*/ 85725 w 152400"/>
              <a:gd name="connsiteY11" fmla="*/ 161925 h 190500"/>
              <a:gd name="connsiteX12" fmla="*/ 66675 w 152400"/>
              <a:gd name="connsiteY12" fmla="*/ 161925 h 190500"/>
              <a:gd name="connsiteX13" fmla="*/ 66675 w 152400"/>
              <a:gd name="connsiteY13" fmla="*/ 133350 h 190500"/>
              <a:gd name="connsiteX14" fmla="*/ 38100 w 152400"/>
              <a:gd name="connsiteY14" fmla="*/ 133350 h 190500"/>
              <a:gd name="connsiteX15" fmla="*/ 38100 w 152400"/>
              <a:gd name="connsiteY15" fmla="*/ 114300 h 190500"/>
              <a:gd name="connsiteX16" fmla="*/ 66675 w 152400"/>
              <a:gd name="connsiteY16" fmla="*/ 114300 h 190500"/>
              <a:gd name="connsiteX17" fmla="*/ 66675 w 152400"/>
              <a:gd name="connsiteY17" fmla="*/ 85725 h 190500"/>
              <a:gd name="connsiteX18" fmla="*/ 85725 w 152400"/>
              <a:gd name="connsiteY18" fmla="*/ 85725 h 190500"/>
              <a:gd name="connsiteX19" fmla="*/ 85725 w 152400"/>
              <a:gd name="connsiteY19" fmla="*/ 114300 h 190500"/>
              <a:gd name="connsiteX20" fmla="*/ 114300 w 152400"/>
              <a:gd name="connsiteY20" fmla="*/ 114300 h 190500"/>
              <a:gd name="connsiteX21" fmla="*/ 114300 w 152400"/>
              <a:gd name="connsiteY21" fmla="*/ 133350 h 190500"/>
              <a:gd name="connsiteX22" fmla="*/ 85725 w 152400"/>
              <a:gd name="connsiteY22" fmla="*/ 66675 h 190500"/>
              <a:gd name="connsiteX23" fmla="*/ 85725 w 152400"/>
              <a:gd name="connsiteY23" fmla="*/ 14288 h 190500"/>
              <a:gd name="connsiteX24" fmla="*/ 138113 w 152400"/>
              <a:gd name="connsiteY24" fmla="*/ 66675 h 190500"/>
              <a:gd name="connsiteX25" fmla="*/ 85725 w 152400"/>
              <a:gd name="connsiteY25" fmla="*/ 666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400" h="190500">
                <a:moveTo>
                  <a:pt x="95250" y="0"/>
                </a:moveTo>
                <a:lnTo>
                  <a:pt x="19050" y="0"/>
                </a:lnTo>
                <a:cubicBezTo>
                  <a:pt x="8573" y="0"/>
                  <a:pt x="95" y="8573"/>
                  <a:pt x="95" y="19050"/>
                </a:cubicBezTo>
                <a:lnTo>
                  <a:pt x="0" y="171450"/>
                </a:lnTo>
                <a:cubicBezTo>
                  <a:pt x="0" y="181928"/>
                  <a:pt x="8477" y="190500"/>
                  <a:pt x="18955" y="190500"/>
                </a:cubicBezTo>
                <a:lnTo>
                  <a:pt x="133350" y="190500"/>
                </a:lnTo>
                <a:cubicBezTo>
                  <a:pt x="143828" y="190500"/>
                  <a:pt x="152400" y="181928"/>
                  <a:pt x="152400" y="171450"/>
                </a:cubicBezTo>
                <a:lnTo>
                  <a:pt x="152400" y="57150"/>
                </a:lnTo>
                <a:lnTo>
                  <a:pt x="95250" y="0"/>
                </a:lnTo>
                <a:close/>
                <a:moveTo>
                  <a:pt x="114300" y="133350"/>
                </a:moveTo>
                <a:lnTo>
                  <a:pt x="85725" y="133350"/>
                </a:lnTo>
                <a:lnTo>
                  <a:pt x="85725" y="161925"/>
                </a:lnTo>
                <a:lnTo>
                  <a:pt x="66675" y="161925"/>
                </a:lnTo>
                <a:lnTo>
                  <a:pt x="66675" y="133350"/>
                </a:lnTo>
                <a:lnTo>
                  <a:pt x="38100" y="133350"/>
                </a:lnTo>
                <a:lnTo>
                  <a:pt x="38100" y="114300"/>
                </a:lnTo>
                <a:lnTo>
                  <a:pt x="66675" y="114300"/>
                </a:lnTo>
                <a:lnTo>
                  <a:pt x="66675" y="85725"/>
                </a:lnTo>
                <a:lnTo>
                  <a:pt x="85725" y="85725"/>
                </a:lnTo>
                <a:lnTo>
                  <a:pt x="85725" y="114300"/>
                </a:lnTo>
                <a:lnTo>
                  <a:pt x="114300" y="114300"/>
                </a:lnTo>
                <a:lnTo>
                  <a:pt x="114300" y="133350"/>
                </a:lnTo>
                <a:close/>
                <a:moveTo>
                  <a:pt x="85725" y="66675"/>
                </a:moveTo>
                <a:lnTo>
                  <a:pt x="85725" y="14288"/>
                </a:lnTo>
                <a:lnTo>
                  <a:pt x="138113" y="66675"/>
                </a:lnTo>
                <a:lnTo>
                  <a:pt x="85725" y="66675"/>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09" name="图形 36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5C09EE6D-D771-4A3A-B175-6D99EA2B5C42}"/>
              </a:ext>
            </a:extLst>
          </p:cNvPr>
          <p:cNvSpPr/>
          <p:nvPr/>
        </p:nvSpPr>
        <p:spPr>
          <a:xfrm>
            <a:off x="7009100" y="2467899"/>
            <a:ext cx="204282" cy="204282"/>
          </a:xfrm>
          <a:custGeom>
            <a:avLst/>
            <a:gdLst>
              <a:gd name="connsiteX0" fmla="*/ 184880 w 190500"/>
              <a:gd name="connsiteY0" fmla="*/ 91250 h 190500"/>
              <a:gd name="connsiteX1" fmla="*/ 99155 w 190500"/>
              <a:gd name="connsiteY1" fmla="*/ 5525 h 190500"/>
              <a:gd name="connsiteX2" fmla="*/ 85725 w 190500"/>
              <a:gd name="connsiteY2" fmla="*/ 0 h 190500"/>
              <a:gd name="connsiteX3" fmla="*/ 19050 w 190500"/>
              <a:gd name="connsiteY3" fmla="*/ 0 h 190500"/>
              <a:gd name="connsiteX4" fmla="*/ 0 w 190500"/>
              <a:gd name="connsiteY4" fmla="*/ 19050 h 190500"/>
              <a:gd name="connsiteX5" fmla="*/ 0 w 190500"/>
              <a:gd name="connsiteY5" fmla="*/ 85725 h 190500"/>
              <a:gd name="connsiteX6" fmla="*/ 5620 w 190500"/>
              <a:gd name="connsiteY6" fmla="*/ 99251 h 190500"/>
              <a:gd name="connsiteX7" fmla="*/ 91345 w 190500"/>
              <a:gd name="connsiteY7" fmla="*/ 184976 h 190500"/>
              <a:gd name="connsiteX8" fmla="*/ 104775 w 190500"/>
              <a:gd name="connsiteY8" fmla="*/ 190500 h 190500"/>
              <a:gd name="connsiteX9" fmla="*/ 118205 w 190500"/>
              <a:gd name="connsiteY9" fmla="*/ 184880 h 190500"/>
              <a:gd name="connsiteX10" fmla="*/ 184880 w 190500"/>
              <a:gd name="connsiteY10" fmla="*/ 118205 h 190500"/>
              <a:gd name="connsiteX11" fmla="*/ 190500 w 190500"/>
              <a:gd name="connsiteY11" fmla="*/ 104775 h 190500"/>
              <a:gd name="connsiteX12" fmla="*/ 184880 w 190500"/>
              <a:gd name="connsiteY12" fmla="*/ 91250 h 190500"/>
              <a:gd name="connsiteX13" fmla="*/ 33338 w 190500"/>
              <a:gd name="connsiteY13" fmla="*/ 47625 h 190500"/>
              <a:gd name="connsiteX14" fmla="*/ 19050 w 190500"/>
              <a:gd name="connsiteY14" fmla="*/ 33338 h 190500"/>
              <a:gd name="connsiteX15" fmla="*/ 33338 w 190500"/>
              <a:gd name="connsiteY15" fmla="*/ 19050 h 190500"/>
              <a:gd name="connsiteX16" fmla="*/ 47625 w 190500"/>
              <a:gd name="connsiteY16" fmla="*/ 33338 h 190500"/>
              <a:gd name="connsiteX17" fmla="*/ 33338 w 190500"/>
              <a:gd name="connsiteY17" fmla="*/ 47625 h 190500"/>
              <a:gd name="connsiteX18" fmla="*/ 145447 w 190500"/>
              <a:gd name="connsiteY18" fmla="*/ 126397 h 190500"/>
              <a:gd name="connsiteX19" fmla="*/ 104775 w 190500"/>
              <a:gd name="connsiteY19" fmla="*/ 167069 h 190500"/>
              <a:gd name="connsiteX20" fmla="*/ 64103 w 190500"/>
              <a:gd name="connsiteY20" fmla="*/ 126397 h 190500"/>
              <a:gd name="connsiteX21" fmla="*/ 57150 w 190500"/>
              <a:gd name="connsiteY21" fmla="*/ 109538 h 190500"/>
              <a:gd name="connsiteX22" fmla="*/ 80963 w 190500"/>
              <a:gd name="connsiteY22" fmla="*/ 85725 h 190500"/>
              <a:gd name="connsiteX23" fmla="*/ 97822 w 190500"/>
              <a:gd name="connsiteY23" fmla="*/ 92774 h 190500"/>
              <a:gd name="connsiteX24" fmla="*/ 104775 w 190500"/>
              <a:gd name="connsiteY24" fmla="*/ 99632 h 190500"/>
              <a:gd name="connsiteX25" fmla="*/ 111728 w 190500"/>
              <a:gd name="connsiteY25" fmla="*/ 92678 h 190500"/>
              <a:gd name="connsiteX26" fmla="*/ 128588 w 190500"/>
              <a:gd name="connsiteY26" fmla="*/ 85725 h 190500"/>
              <a:gd name="connsiteX27" fmla="*/ 152400 w 190500"/>
              <a:gd name="connsiteY27" fmla="*/ 109538 h 190500"/>
              <a:gd name="connsiteX28" fmla="*/ 145447 w 190500"/>
              <a:gd name="connsiteY28" fmla="*/ 126397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0500" h="190500">
                <a:moveTo>
                  <a:pt x="184880" y="91250"/>
                </a:moveTo>
                <a:lnTo>
                  <a:pt x="99155" y="5525"/>
                </a:lnTo>
                <a:cubicBezTo>
                  <a:pt x="95726" y="2096"/>
                  <a:pt x="90964" y="0"/>
                  <a:pt x="85725" y="0"/>
                </a:cubicBezTo>
                <a:lnTo>
                  <a:pt x="19050" y="0"/>
                </a:lnTo>
                <a:cubicBezTo>
                  <a:pt x="8573" y="0"/>
                  <a:pt x="0" y="8573"/>
                  <a:pt x="0" y="19050"/>
                </a:cubicBezTo>
                <a:lnTo>
                  <a:pt x="0" y="85725"/>
                </a:lnTo>
                <a:cubicBezTo>
                  <a:pt x="0" y="90964"/>
                  <a:pt x="2096" y="95726"/>
                  <a:pt x="5620" y="99251"/>
                </a:cubicBezTo>
                <a:lnTo>
                  <a:pt x="91345" y="184976"/>
                </a:lnTo>
                <a:cubicBezTo>
                  <a:pt x="94774" y="188405"/>
                  <a:pt x="99536" y="190500"/>
                  <a:pt x="104775" y="190500"/>
                </a:cubicBezTo>
                <a:cubicBezTo>
                  <a:pt x="110014" y="190500"/>
                  <a:pt x="114776" y="188405"/>
                  <a:pt x="118205" y="184880"/>
                </a:cubicBezTo>
                <a:lnTo>
                  <a:pt x="184880" y="118205"/>
                </a:lnTo>
                <a:cubicBezTo>
                  <a:pt x="188405" y="114776"/>
                  <a:pt x="190500" y="110014"/>
                  <a:pt x="190500" y="104775"/>
                </a:cubicBezTo>
                <a:cubicBezTo>
                  <a:pt x="190500" y="99536"/>
                  <a:pt x="188309" y="94678"/>
                  <a:pt x="184880" y="91250"/>
                </a:cubicBezTo>
                <a:close/>
                <a:moveTo>
                  <a:pt x="33338" y="47625"/>
                </a:moveTo>
                <a:cubicBezTo>
                  <a:pt x="25432" y="47625"/>
                  <a:pt x="19050" y="41243"/>
                  <a:pt x="19050" y="33338"/>
                </a:cubicBezTo>
                <a:cubicBezTo>
                  <a:pt x="19050" y="25432"/>
                  <a:pt x="25432" y="19050"/>
                  <a:pt x="33338" y="19050"/>
                </a:cubicBezTo>
                <a:cubicBezTo>
                  <a:pt x="41243" y="19050"/>
                  <a:pt x="47625" y="25432"/>
                  <a:pt x="47625" y="33338"/>
                </a:cubicBezTo>
                <a:cubicBezTo>
                  <a:pt x="47625" y="41243"/>
                  <a:pt x="41243" y="47625"/>
                  <a:pt x="33338" y="47625"/>
                </a:cubicBezTo>
                <a:close/>
                <a:moveTo>
                  <a:pt x="145447" y="126397"/>
                </a:moveTo>
                <a:lnTo>
                  <a:pt x="104775" y="167069"/>
                </a:lnTo>
                <a:lnTo>
                  <a:pt x="64103" y="126397"/>
                </a:lnTo>
                <a:cubicBezTo>
                  <a:pt x="59817" y="122015"/>
                  <a:pt x="57150" y="116110"/>
                  <a:pt x="57150" y="109538"/>
                </a:cubicBezTo>
                <a:cubicBezTo>
                  <a:pt x="57150" y="96393"/>
                  <a:pt x="67818" y="85725"/>
                  <a:pt x="80963" y="85725"/>
                </a:cubicBezTo>
                <a:cubicBezTo>
                  <a:pt x="87535" y="85725"/>
                  <a:pt x="93536" y="88392"/>
                  <a:pt x="97822" y="92774"/>
                </a:cubicBezTo>
                <a:lnTo>
                  <a:pt x="104775" y="99632"/>
                </a:lnTo>
                <a:lnTo>
                  <a:pt x="111728" y="92678"/>
                </a:lnTo>
                <a:cubicBezTo>
                  <a:pt x="116015" y="88392"/>
                  <a:pt x="122015" y="85725"/>
                  <a:pt x="128588" y="85725"/>
                </a:cubicBezTo>
                <a:cubicBezTo>
                  <a:pt x="141732" y="85725"/>
                  <a:pt x="152400" y="96393"/>
                  <a:pt x="152400" y="109538"/>
                </a:cubicBezTo>
                <a:cubicBezTo>
                  <a:pt x="152400" y="116110"/>
                  <a:pt x="149733" y="122111"/>
                  <a:pt x="145447" y="126397"/>
                </a:cubicBez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10" name="图形 327"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BD21F745-8A73-6545-D890-AC0907DB1434}"/>
              </a:ext>
            </a:extLst>
          </p:cNvPr>
          <p:cNvSpPr/>
          <p:nvPr/>
        </p:nvSpPr>
        <p:spPr>
          <a:xfrm>
            <a:off x="8131498" y="2983247"/>
            <a:ext cx="183855" cy="183855"/>
          </a:xfrm>
          <a:custGeom>
            <a:avLst/>
            <a:gdLst>
              <a:gd name="connsiteX0" fmla="*/ 161925 w 171450"/>
              <a:gd name="connsiteY0" fmla="*/ 119063 h 171450"/>
              <a:gd name="connsiteX1" fmla="*/ 127921 w 171450"/>
              <a:gd name="connsiteY1" fmla="*/ 113633 h 171450"/>
              <a:gd name="connsiteX2" fmla="*/ 118205 w 171450"/>
              <a:gd name="connsiteY2" fmla="*/ 115919 h 171450"/>
              <a:gd name="connsiteX3" fmla="*/ 97250 w 171450"/>
              <a:gd name="connsiteY3" fmla="*/ 136874 h 171450"/>
              <a:gd name="connsiteX4" fmla="*/ 34481 w 171450"/>
              <a:gd name="connsiteY4" fmla="*/ 74200 h 171450"/>
              <a:gd name="connsiteX5" fmla="*/ 55436 w 171450"/>
              <a:gd name="connsiteY5" fmla="*/ 53150 h 171450"/>
              <a:gd name="connsiteX6" fmla="*/ 57817 w 171450"/>
              <a:gd name="connsiteY6" fmla="*/ 43529 h 171450"/>
              <a:gd name="connsiteX7" fmla="*/ 52388 w 171450"/>
              <a:gd name="connsiteY7" fmla="*/ 9525 h 171450"/>
              <a:gd name="connsiteX8" fmla="*/ 42863 w 171450"/>
              <a:gd name="connsiteY8" fmla="*/ 0 h 171450"/>
              <a:gd name="connsiteX9" fmla="*/ 9525 w 171450"/>
              <a:gd name="connsiteY9" fmla="*/ 0 h 171450"/>
              <a:gd name="connsiteX10" fmla="*/ 0 w 171450"/>
              <a:gd name="connsiteY10" fmla="*/ 9525 h 171450"/>
              <a:gd name="connsiteX11" fmla="*/ 161925 w 171450"/>
              <a:gd name="connsiteY11" fmla="*/ 171450 h 171450"/>
              <a:gd name="connsiteX12" fmla="*/ 171450 w 171450"/>
              <a:gd name="connsiteY12" fmla="*/ 161925 h 171450"/>
              <a:gd name="connsiteX13" fmla="*/ 171450 w 171450"/>
              <a:gd name="connsiteY13" fmla="*/ 128588 h 171450"/>
              <a:gd name="connsiteX14" fmla="*/ 161925 w 171450"/>
              <a:gd name="connsiteY14" fmla="*/ 119063 h 171450"/>
              <a:gd name="connsiteX15" fmla="*/ 85725 w 171450"/>
              <a:gd name="connsiteY15" fmla="*/ 0 h 171450"/>
              <a:gd name="connsiteX16" fmla="*/ 85725 w 171450"/>
              <a:gd name="connsiteY16" fmla="*/ 95250 h 171450"/>
              <a:gd name="connsiteX17" fmla="*/ 114300 w 171450"/>
              <a:gd name="connsiteY17" fmla="*/ 66675 h 171450"/>
              <a:gd name="connsiteX18" fmla="*/ 171450 w 171450"/>
              <a:gd name="connsiteY18" fmla="*/ 66675 h 171450"/>
              <a:gd name="connsiteX19" fmla="*/ 171450 w 171450"/>
              <a:gd name="connsiteY19" fmla="*/ 0 h 171450"/>
              <a:gd name="connsiteX20" fmla="*/ 85725 w 171450"/>
              <a:gd name="connsiteY20"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1450" h="171450">
                <a:moveTo>
                  <a:pt x="161925" y="119063"/>
                </a:moveTo>
                <a:cubicBezTo>
                  <a:pt x="150019" y="119063"/>
                  <a:pt x="138589" y="117158"/>
                  <a:pt x="127921" y="113633"/>
                </a:cubicBezTo>
                <a:cubicBezTo>
                  <a:pt x="124587" y="112586"/>
                  <a:pt x="120872" y="113348"/>
                  <a:pt x="118205" y="115919"/>
                </a:cubicBezTo>
                <a:lnTo>
                  <a:pt x="97250" y="136874"/>
                </a:lnTo>
                <a:cubicBezTo>
                  <a:pt x="70295" y="123158"/>
                  <a:pt x="48197" y="101156"/>
                  <a:pt x="34481" y="74200"/>
                </a:cubicBezTo>
                <a:lnTo>
                  <a:pt x="55436" y="53150"/>
                </a:lnTo>
                <a:cubicBezTo>
                  <a:pt x="58103" y="50578"/>
                  <a:pt x="58865" y="46863"/>
                  <a:pt x="57817" y="43529"/>
                </a:cubicBezTo>
                <a:cubicBezTo>
                  <a:pt x="54293" y="32861"/>
                  <a:pt x="52388" y="21431"/>
                  <a:pt x="52388" y="9525"/>
                </a:cubicBezTo>
                <a:cubicBezTo>
                  <a:pt x="52388" y="4286"/>
                  <a:pt x="48101" y="0"/>
                  <a:pt x="42863" y="0"/>
                </a:cubicBezTo>
                <a:lnTo>
                  <a:pt x="9525" y="0"/>
                </a:lnTo>
                <a:cubicBezTo>
                  <a:pt x="4286" y="0"/>
                  <a:pt x="0" y="4286"/>
                  <a:pt x="0" y="9525"/>
                </a:cubicBezTo>
                <a:cubicBezTo>
                  <a:pt x="0" y="98965"/>
                  <a:pt x="72485" y="171450"/>
                  <a:pt x="161925" y="171450"/>
                </a:cubicBezTo>
                <a:cubicBezTo>
                  <a:pt x="167164" y="171450"/>
                  <a:pt x="171450" y="167164"/>
                  <a:pt x="171450" y="161925"/>
                </a:cubicBezTo>
                <a:lnTo>
                  <a:pt x="171450" y="128588"/>
                </a:lnTo>
                <a:cubicBezTo>
                  <a:pt x="171450" y="123349"/>
                  <a:pt x="167164" y="119063"/>
                  <a:pt x="161925" y="119063"/>
                </a:cubicBezTo>
                <a:close/>
                <a:moveTo>
                  <a:pt x="85725" y="0"/>
                </a:moveTo>
                <a:lnTo>
                  <a:pt x="85725" y="95250"/>
                </a:lnTo>
                <a:lnTo>
                  <a:pt x="114300" y="66675"/>
                </a:lnTo>
                <a:lnTo>
                  <a:pt x="171450" y="66675"/>
                </a:lnTo>
                <a:lnTo>
                  <a:pt x="171450" y="0"/>
                </a:lnTo>
                <a:lnTo>
                  <a:pt x="85725" y="0"/>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11" name="图形 43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BA9F8A13-CF2A-C3C6-C05F-CC848C2AD013}"/>
              </a:ext>
            </a:extLst>
          </p:cNvPr>
          <p:cNvSpPr/>
          <p:nvPr/>
        </p:nvSpPr>
        <p:spPr>
          <a:xfrm>
            <a:off x="7776568" y="1701540"/>
            <a:ext cx="163426" cy="204282"/>
          </a:xfrm>
          <a:custGeom>
            <a:avLst/>
            <a:gdLst>
              <a:gd name="connsiteX0" fmla="*/ 152400 w 152400"/>
              <a:gd name="connsiteY0" fmla="*/ 167545 h 190500"/>
              <a:gd name="connsiteX1" fmla="*/ 152400 w 152400"/>
              <a:gd name="connsiteY1" fmla="*/ 57150 h 190500"/>
              <a:gd name="connsiteX2" fmla="*/ 95250 w 152400"/>
              <a:gd name="connsiteY2" fmla="*/ 0 h 190500"/>
              <a:gd name="connsiteX3" fmla="*/ 19050 w 152400"/>
              <a:gd name="connsiteY3" fmla="*/ 0 h 190500"/>
              <a:gd name="connsiteX4" fmla="*/ 95 w 152400"/>
              <a:gd name="connsiteY4" fmla="*/ 19050 h 190500"/>
              <a:gd name="connsiteX5" fmla="*/ 0 w 152400"/>
              <a:gd name="connsiteY5" fmla="*/ 171450 h 190500"/>
              <a:gd name="connsiteX6" fmla="*/ 18955 w 152400"/>
              <a:gd name="connsiteY6" fmla="*/ 190500 h 190500"/>
              <a:gd name="connsiteX7" fmla="*/ 133350 w 152400"/>
              <a:gd name="connsiteY7" fmla="*/ 190500 h 190500"/>
              <a:gd name="connsiteX8" fmla="*/ 144685 w 152400"/>
              <a:gd name="connsiteY8" fmla="*/ 186690 h 190500"/>
              <a:gd name="connsiteX9" fmla="*/ 102489 w 152400"/>
              <a:gd name="connsiteY9" fmla="*/ 144494 h 190500"/>
              <a:gd name="connsiteX10" fmla="*/ 76200 w 152400"/>
              <a:gd name="connsiteY10" fmla="*/ 152400 h 190500"/>
              <a:gd name="connsiteX11" fmla="*/ 28575 w 152400"/>
              <a:gd name="connsiteY11" fmla="*/ 104775 h 190500"/>
              <a:gd name="connsiteX12" fmla="*/ 76200 w 152400"/>
              <a:gd name="connsiteY12" fmla="*/ 57150 h 190500"/>
              <a:gd name="connsiteX13" fmla="*/ 123825 w 152400"/>
              <a:gd name="connsiteY13" fmla="*/ 104775 h 190500"/>
              <a:gd name="connsiteX14" fmla="*/ 115919 w 152400"/>
              <a:gd name="connsiteY14" fmla="*/ 130969 h 190500"/>
              <a:gd name="connsiteX15" fmla="*/ 152400 w 152400"/>
              <a:gd name="connsiteY15" fmla="*/ 167545 h 190500"/>
              <a:gd name="connsiteX16" fmla="*/ 47625 w 152400"/>
              <a:gd name="connsiteY16" fmla="*/ 104775 h 190500"/>
              <a:gd name="connsiteX17" fmla="*/ 76200 w 152400"/>
              <a:gd name="connsiteY17" fmla="*/ 133350 h 190500"/>
              <a:gd name="connsiteX18" fmla="*/ 104775 w 152400"/>
              <a:gd name="connsiteY18" fmla="*/ 104775 h 190500"/>
              <a:gd name="connsiteX19" fmla="*/ 76200 w 152400"/>
              <a:gd name="connsiteY19" fmla="*/ 76200 h 190500"/>
              <a:gd name="connsiteX20" fmla="*/ 47625 w 152400"/>
              <a:gd name="connsiteY20"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2400" h="190500">
                <a:moveTo>
                  <a:pt x="152400" y="167545"/>
                </a:moveTo>
                <a:lnTo>
                  <a:pt x="152400" y="57150"/>
                </a:lnTo>
                <a:lnTo>
                  <a:pt x="95250" y="0"/>
                </a:lnTo>
                <a:lnTo>
                  <a:pt x="19050" y="0"/>
                </a:lnTo>
                <a:cubicBezTo>
                  <a:pt x="8573" y="0"/>
                  <a:pt x="95" y="8573"/>
                  <a:pt x="95" y="19050"/>
                </a:cubicBezTo>
                <a:lnTo>
                  <a:pt x="0" y="171450"/>
                </a:lnTo>
                <a:cubicBezTo>
                  <a:pt x="0" y="181928"/>
                  <a:pt x="8477" y="190500"/>
                  <a:pt x="18955" y="190500"/>
                </a:cubicBezTo>
                <a:lnTo>
                  <a:pt x="133350" y="190500"/>
                </a:lnTo>
                <a:cubicBezTo>
                  <a:pt x="137636" y="190500"/>
                  <a:pt x="141446" y="189071"/>
                  <a:pt x="144685" y="186690"/>
                </a:cubicBezTo>
                <a:lnTo>
                  <a:pt x="102489" y="144494"/>
                </a:lnTo>
                <a:cubicBezTo>
                  <a:pt x="94869" y="149447"/>
                  <a:pt x="85916" y="152400"/>
                  <a:pt x="76200" y="152400"/>
                </a:cubicBezTo>
                <a:cubicBezTo>
                  <a:pt x="49911" y="152400"/>
                  <a:pt x="28575" y="131064"/>
                  <a:pt x="28575" y="104775"/>
                </a:cubicBezTo>
                <a:cubicBezTo>
                  <a:pt x="28575" y="78486"/>
                  <a:pt x="49911" y="57150"/>
                  <a:pt x="76200" y="57150"/>
                </a:cubicBezTo>
                <a:cubicBezTo>
                  <a:pt x="102489" y="57150"/>
                  <a:pt x="123825" y="78486"/>
                  <a:pt x="123825" y="104775"/>
                </a:cubicBezTo>
                <a:cubicBezTo>
                  <a:pt x="123825" y="114491"/>
                  <a:pt x="120872" y="123444"/>
                  <a:pt x="115919" y="130969"/>
                </a:cubicBezTo>
                <a:lnTo>
                  <a:pt x="152400" y="167545"/>
                </a:lnTo>
                <a:close/>
                <a:moveTo>
                  <a:pt x="47625" y="104775"/>
                </a:moveTo>
                <a:cubicBezTo>
                  <a:pt x="47625" y="120587"/>
                  <a:pt x="60389" y="133350"/>
                  <a:pt x="76200" y="133350"/>
                </a:cubicBezTo>
                <a:cubicBezTo>
                  <a:pt x="92012" y="133350"/>
                  <a:pt x="104775" y="120587"/>
                  <a:pt x="104775" y="104775"/>
                </a:cubicBezTo>
                <a:cubicBezTo>
                  <a:pt x="104775" y="88964"/>
                  <a:pt x="92012" y="76200"/>
                  <a:pt x="76200" y="76200"/>
                </a:cubicBezTo>
                <a:cubicBezTo>
                  <a:pt x="60389" y="76200"/>
                  <a:pt x="47625" y="88964"/>
                  <a:pt x="47625" y="104775"/>
                </a:cubicBez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13" name="Freeform 45">
            <a:extLst>
              <a:ext uri="{FF2B5EF4-FFF2-40B4-BE49-F238E27FC236}">
                <a16:creationId xmlns:a16="http://schemas.microsoft.com/office/drawing/2014/main" id="{2999429B-A1EF-90CD-FB08-A892EE31A2B9}"/>
              </a:ext>
            </a:extLst>
          </p:cNvPr>
          <p:cNvSpPr>
            <a:spLocks noEditPoints="1"/>
          </p:cNvSpPr>
          <p:nvPr/>
        </p:nvSpPr>
        <p:spPr bwMode="auto">
          <a:xfrm>
            <a:off x="5699758" y="2587448"/>
            <a:ext cx="188913" cy="188913"/>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HarmonyOS Sans SC Medium" panose="00000600000000000000" pitchFamily="2" charset="-122"/>
              <a:ea typeface="HarmonyOS Sans SC Medium" panose="00000600000000000000" pitchFamily="2" charset="-122"/>
            </a:endParaRPr>
          </a:p>
        </p:txBody>
      </p:sp>
      <p:sp>
        <p:nvSpPr>
          <p:cNvPr id="216" name="矩形: 圆角 215">
            <a:extLst>
              <a:ext uri="{FF2B5EF4-FFF2-40B4-BE49-F238E27FC236}">
                <a16:creationId xmlns:a16="http://schemas.microsoft.com/office/drawing/2014/main" id="{CBDEB014-2BDD-F1F6-89A0-FA14025B0E09}"/>
              </a:ext>
            </a:extLst>
          </p:cNvPr>
          <p:cNvSpPr/>
          <p:nvPr/>
        </p:nvSpPr>
        <p:spPr>
          <a:xfrm>
            <a:off x="6803508" y="4072983"/>
            <a:ext cx="2105152" cy="883391"/>
          </a:xfrm>
          <a:prstGeom prst="roundRect">
            <a:avLst>
              <a:gd name="adj" fmla="val 8303"/>
            </a:avLst>
          </a:prstGeom>
          <a:solidFill>
            <a:srgbClr val="E7EBFF">
              <a:alpha val="50000"/>
            </a:srgbClr>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grpSp>
        <p:nvGrpSpPr>
          <p:cNvPr id="217" name="组合 216">
            <a:extLst>
              <a:ext uri="{FF2B5EF4-FFF2-40B4-BE49-F238E27FC236}">
                <a16:creationId xmlns:a16="http://schemas.microsoft.com/office/drawing/2014/main" id="{126788B8-83E3-C0F1-6FCF-8C10E2B6B08D}"/>
              </a:ext>
            </a:extLst>
          </p:cNvPr>
          <p:cNvGrpSpPr/>
          <p:nvPr/>
        </p:nvGrpSpPr>
        <p:grpSpPr>
          <a:xfrm>
            <a:off x="7250045" y="4369636"/>
            <a:ext cx="581009" cy="473328"/>
            <a:chOff x="7002587" y="3434832"/>
            <a:chExt cx="1025525" cy="835459"/>
          </a:xfrm>
        </p:grpSpPr>
        <p:sp>
          <p:nvSpPr>
            <p:cNvPr id="241" name="Freeform 14">
              <a:extLst>
                <a:ext uri="{FF2B5EF4-FFF2-40B4-BE49-F238E27FC236}">
                  <a16:creationId xmlns:a16="http://schemas.microsoft.com/office/drawing/2014/main" id="{A2C0170B-3DED-450D-A06E-6C2CADC1D94E}"/>
                </a:ext>
              </a:extLst>
            </p:cNvPr>
            <p:cNvSpPr>
              <a:spLocks/>
            </p:cNvSpPr>
            <p:nvPr/>
          </p:nvSpPr>
          <p:spPr bwMode="auto">
            <a:xfrm>
              <a:off x="7516937" y="3754353"/>
              <a:ext cx="511175" cy="515938"/>
            </a:xfrm>
            <a:custGeom>
              <a:avLst/>
              <a:gdLst>
                <a:gd name="T0" fmla="*/ 322 w 322"/>
                <a:gd name="T1" fmla="*/ 0 h 325"/>
                <a:gd name="T2" fmla="*/ 322 w 322"/>
                <a:gd name="T3" fmla="*/ 138 h 325"/>
                <a:gd name="T4" fmla="*/ 0 w 322"/>
                <a:gd name="T5" fmla="*/ 325 h 325"/>
                <a:gd name="T6" fmla="*/ 1 w 322"/>
                <a:gd name="T7" fmla="*/ 188 h 325"/>
                <a:gd name="T8" fmla="*/ 322 w 322"/>
                <a:gd name="T9" fmla="*/ 0 h 325"/>
              </a:gdLst>
              <a:ahLst/>
              <a:cxnLst>
                <a:cxn ang="0">
                  <a:pos x="T0" y="T1"/>
                </a:cxn>
                <a:cxn ang="0">
                  <a:pos x="T2" y="T3"/>
                </a:cxn>
                <a:cxn ang="0">
                  <a:pos x="T4" y="T5"/>
                </a:cxn>
                <a:cxn ang="0">
                  <a:pos x="T6" y="T7"/>
                </a:cxn>
                <a:cxn ang="0">
                  <a:pos x="T8" y="T9"/>
                </a:cxn>
              </a:cxnLst>
              <a:rect l="0" t="0" r="r" b="b"/>
              <a:pathLst>
                <a:path w="322" h="325">
                  <a:moveTo>
                    <a:pt x="322" y="0"/>
                  </a:moveTo>
                  <a:lnTo>
                    <a:pt x="322" y="138"/>
                  </a:lnTo>
                  <a:lnTo>
                    <a:pt x="0" y="325"/>
                  </a:lnTo>
                  <a:lnTo>
                    <a:pt x="1" y="188"/>
                  </a:lnTo>
                  <a:lnTo>
                    <a:pt x="322"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2" name="Freeform 15">
              <a:extLst>
                <a:ext uri="{FF2B5EF4-FFF2-40B4-BE49-F238E27FC236}">
                  <a16:creationId xmlns:a16="http://schemas.microsoft.com/office/drawing/2014/main" id="{8394F048-564B-E666-B165-F14D039AAA02}"/>
                </a:ext>
              </a:extLst>
            </p:cNvPr>
            <p:cNvSpPr>
              <a:spLocks/>
            </p:cNvSpPr>
            <p:nvPr/>
          </p:nvSpPr>
          <p:spPr bwMode="auto">
            <a:xfrm>
              <a:off x="7002587" y="3754353"/>
              <a:ext cx="515938" cy="515938"/>
            </a:xfrm>
            <a:custGeom>
              <a:avLst/>
              <a:gdLst>
                <a:gd name="T0" fmla="*/ 325 w 325"/>
                <a:gd name="T1" fmla="*/ 188 h 325"/>
                <a:gd name="T2" fmla="*/ 324 w 325"/>
                <a:gd name="T3" fmla="*/ 325 h 325"/>
                <a:gd name="T4" fmla="*/ 0 w 325"/>
                <a:gd name="T5" fmla="*/ 138 h 325"/>
                <a:gd name="T6" fmla="*/ 0 w 325"/>
                <a:gd name="T7" fmla="*/ 0 h 325"/>
                <a:gd name="T8" fmla="*/ 325 w 325"/>
                <a:gd name="T9" fmla="*/ 188 h 325"/>
              </a:gdLst>
              <a:ahLst/>
              <a:cxnLst>
                <a:cxn ang="0">
                  <a:pos x="T0" y="T1"/>
                </a:cxn>
                <a:cxn ang="0">
                  <a:pos x="T2" y="T3"/>
                </a:cxn>
                <a:cxn ang="0">
                  <a:pos x="T4" y="T5"/>
                </a:cxn>
                <a:cxn ang="0">
                  <a:pos x="T6" y="T7"/>
                </a:cxn>
                <a:cxn ang="0">
                  <a:pos x="T8" y="T9"/>
                </a:cxn>
              </a:cxnLst>
              <a:rect l="0" t="0" r="r" b="b"/>
              <a:pathLst>
                <a:path w="325" h="325">
                  <a:moveTo>
                    <a:pt x="325" y="188"/>
                  </a:moveTo>
                  <a:lnTo>
                    <a:pt x="324" y="325"/>
                  </a:lnTo>
                  <a:lnTo>
                    <a:pt x="0" y="138"/>
                  </a:lnTo>
                  <a:lnTo>
                    <a:pt x="0" y="0"/>
                  </a:lnTo>
                  <a:lnTo>
                    <a:pt x="325" y="188"/>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3" name="Freeform 16">
              <a:extLst>
                <a:ext uri="{FF2B5EF4-FFF2-40B4-BE49-F238E27FC236}">
                  <a16:creationId xmlns:a16="http://schemas.microsoft.com/office/drawing/2014/main" id="{55956B18-486B-F50D-8AB3-83B5F86227A6}"/>
                </a:ext>
              </a:extLst>
            </p:cNvPr>
            <p:cNvSpPr>
              <a:spLocks/>
            </p:cNvSpPr>
            <p:nvPr/>
          </p:nvSpPr>
          <p:spPr bwMode="auto">
            <a:xfrm>
              <a:off x="7002587" y="3457491"/>
              <a:ext cx="1025525" cy="595313"/>
            </a:xfrm>
            <a:custGeom>
              <a:avLst/>
              <a:gdLst>
                <a:gd name="T0" fmla="*/ 646 w 646"/>
                <a:gd name="T1" fmla="*/ 187 h 375"/>
                <a:gd name="T2" fmla="*/ 325 w 646"/>
                <a:gd name="T3" fmla="*/ 375 h 375"/>
                <a:gd name="T4" fmla="*/ 0 w 646"/>
                <a:gd name="T5" fmla="*/ 187 h 375"/>
                <a:gd name="T6" fmla="*/ 323 w 646"/>
                <a:gd name="T7" fmla="*/ 0 h 375"/>
                <a:gd name="T8" fmla="*/ 646 w 646"/>
                <a:gd name="T9" fmla="*/ 187 h 375"/>
              </a:gdLst>
              <a:ahLst/>
              <a:cxnLst>
                <a:cxn ang="0">
                  <a:pos x="T0" y="T1"/>
                </a:cxn>
                <a:cxn ang="0">
                  <a:pos x="T2" y="T3"/>
                </a:cxn>
                <a:cxn ang="0">
                  <a:pos x="T4" y="T5"/>
                </a:cxn>
                <a:cxn ang="0">
                  <a:pos x="T6" y="T7"/>
                </a:cxn>
                <a:cxn ang="0">
                  <a:pos x="T8" y="T9"/>
                </a:cxn>
              </a:cxnLst>
              <a:rect l="0" t="0" r="r" b="b"/>
              <a:pathLst>
                <a:path w="646" h="375">
                  <a:moveTo>
                    <a:pt x="646" y="187"/>
                  </a:moveTo>
                  <a:lnTo>
                    <a:pt x="325" y="375"/>
                  </a:lnTo>
                  <a:lnTo>
                    <a:pt x="0" y="187"/>
                  </a:lnTo>
                  <a:lnTo>
                    <a:pt x="323" y="0"/>
                  </a:lnTo>
                  <a:lnTo>
                    <a:pt x="646" y="187"/>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244" name="组合 243">
              <a:extLst>
                <a:ext uri="{FF2B5EF4-FFF2-40B4-BE49-F238E27FC236}">
                  <a16:creationId xmlns:a16="http://schemas.microsoft.com/office/drawing/2014/main" id="{4F36D320-A9B0-315E-E395-AFD0A3BB0990}"/>
                </a:ext>
              </a:extLst>
            </p:cNvPr>
            <p:cNvGrpSpPr/>
            <p:nvPr/>
          </p:nvGrpSpPr>
          <p:grpSpPr>
            <a:xfrm>
              <a:off x="7002587" y="3434832"/>
              <a:ext cx="1025525" cy="622300"/>
              <a:chOff x="7002587" y="2911249"/>
              <a:chExt cx="1025525" cy="622300"/>
            </a:xfrm>
          </p:grpSpPr>
          <p:sp>
            <p:nvSpPr>
              <p:cNvPr id="245" name="Freeform 19">
                <a:extLst>
                  <a:ext uri="{FF2B5EF4-FFF2-40B4-BE49-F238E27FC236}">
                    <a16:creationId xmlns:a16="http://schemas.microsoft.com/office/drawing/2014/main" id="{248E6A6B-3861-AA9C-E4F6-F68BB57B9AF8}"/>
                  </a:ext>
                </a:extLst>
              </p:cNvPr>
              <p:cNvSpPr>
                <a:spLocks/>
              </p:cNvSpPr>
              <p:nvPr/>
            </p:nvSpPr>
            <p:spPr bwMode="auto">
              <a:xfrm>
                <a:off x="7002587" y="2911249"/>
                <a:ext cx="1025525" cy="595313"/>
              </a:xfrm>
              <a:custGeom>
                <a:avLst/>
                <a:gdLst>
                  <a:gd name="T0" fmla="*/ 646 w 646"/>
                  <a:gd name="T1" fmla="*/ 188 h 375"/>
                  <a:gd name="T2" fmla="*/ 324 w 646"/>
                  <a:gd name="T3" fmla="*/ 375 h 375"/>
                  <a:gd name="T4" fmla="*/ 0 w 646"/>
                  <a:gd name="T5" fmla="*/ 188 h 375"/>
                  <a:gd name="T6" fmla="*/ 322 w 646"/>
                  <a:gd name="T7" fmla="*/ 0 h 375"/>
                  <a:gd name="T8" fmla="*/ 646 w 646"/>
                  <a:gd name="T9" fmla="*/ 188 h 375"/>
                </a:gdLst>
                <a:ahLst/>
                <a:cxnLst>
                  <a:cxn ang="0">
                    <a:pos x="T0" y="T1"/>
                  </a:cxn>
                  <a:cxn ang="0">
                    <a:pos x="T2" y="T3"/>
                  </a:cxn>
                  <a:cxn ang="0">
                    <a:pos x="T4" y="T5"/>
                  </a:cxn>
                  <a:cxn ang="0">
                    <a:pos x="T6" y="T7"/>
                  </a:cxn>
                  <a:cxn ang="0">
                    <a:pos x="T8" y="T9"/>
                  </a:cxn>
                </a:cxnLst>
                <a:rect l="0" t="0" r="r" b="b"/>
                <a:pathLst>
                  <a:path w="646" h="375">
                    <a:moveTo>
                      <a:pt x="646" y="188"/>
                    </a:moveTo>
                    <a:lnTo>
                      <a:pt x="324" y="375"/>
                    </a:lnTo>
                    <a:lnTo>
                      <a:pt x="0" y="188"/>
                    </a:lnTo>
                    <a:lnTo>
                      <a:pt x="322" y="0"/>
                    </a:lnTo>
                    <a:lnTo>
                      <a:pt x="646" y="188"/>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46" name="Freeform 17">
                <a:extLst>
                  <a:ext uri="{FF2B5EF4-FFF2-40B4-BE49-F238E27FC236}">
                    <a16:creationId xmlns:a16="http://schemas.microsoft.com/office/drawing/2014/main" id="{875BD497-9178-0497-9757-BCEC6E1258E7}"/>
                  </a:ext>
                </a:extLst>
              </p:cNvPr>
              <p:cNvSpPr>
                <a:spLocks/>
              </p:cNvSpPr>
              <p:nvPr/>
            </p:nvSpPr>
            <p:spPr bwMode="auto">
              <a:xfrm>
                <a:off x="7516937" y="3209699"/>
                <a:ext cx="511175" cy="323850"/>
              </a:xfrm>
              <a:custGeom>
                <a:avLst/>
                <a:gdLst>
                  <a:gd name="T0" fmla="*/ 322 w 322"/>
                  <a:gd name="T1" fmla="*/ 0 h 204"/>
                  <a:gd name="T2" fmla="*/ 322 w 322"/>
                  <a:gd name="T3" fmla="*/ 17 h 204"/>
                  <a:gd name="T4" fmla="*/ 0 w 322"/>
                  <a:gd name="T5" fmla="*/ 204 h 204"/>
                  <a:gd name="T6" fmla="*/ 0 w 322"/>
                  <a:gd name="T7" fmla="*/ 187 h 204"/>
                  <a:gd name="T8" fmla="*/ 322 w 322"/>
                  <a:gd name="T9" fmla="*/ 0 h 204"/>
                </a:gdLst>
                <a:ahLst/>
                <a:cxnLst>
                  <a:cxn ang="0">
                    <a:pos x="T0" y="T1"/>
                  </a:cxn>
                  <a:cxn ang="0">
                    <a:pos x="T2" y="T3"/>
                  </a:cxn>
                  <a:cxn ang="0">
                    <a:pos x="T4" y="T5"/>
                  </a:cxn>
                  <a:cxn ang="0">
                    <a:pos x="T6" y="T7"/>
                  </a:cxn>
                  <a:cxn ang="0">
                    <a:pos x="T8" y="T9"/>
                  </a:cxn>
                </a:cxnLst>
                <a:rect l="0" t="0" r="r" b="b"/>
                <a:pathLst>
                  <a:path w="322" h="204">
                    <a:moveTo>
                      <a:pt x="322" y="0"/>
                    </a:moveTo>
                    <a:lnTo>
                      <a:pt x="322" y="17"/>
                    </a:lnTo>
                    <a:lnTo>
                      <a:pt x="0" y="204"/>
                    </a:lnTo>
                    <a:lnTo>
                      <a:pt x="0" y="187"/>
                    </a:lnTo>
                    <a:lnTo>
                      <a:pt x="322" y="0"/>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247" name="Freeform 18">
                <a:extLst>
                  <a:ext uri="{FF2B5EF4-FFF2-40B4-BE49-F238E27FC236}">
                    <a16:creationId xmlns:a16="http://schemas.microsoft.com/office/drawing/2014/main" id="{4E7B745C-3C19-340C-374C-07D0E91A1FAC}"/>
                  </a:ext>
                </a:extLst>
              </p:cNvPr>
              <p:cNvSpPr>
                <a:spLocks/>
              </p:cNvSpPr>
              <p:nvPr/>
            </p:nvSpPr>
            <p:spPr bwMode="auto">
              <a:xfrm>
                <a:off x="7002587" y="3209699"/>
                <a:ext cx="514350" cy="323850"/>
              </a:xfrm>
              <a:custGeom>
                <a:avLst/>
                <a:gdLst>
                  <a:gd name="T0" fmla="*/ 324 w 324"/>
                  <a:gd name="T1" fmla="*/ 187 h 204"/>
                  <a:gd name="T2" fmla="*/ 324 w 324"/>
                  <a:gd name="T3" fmla="*/ 204 h 204"/>
                  <a:gd name="T4" fmla="*/ 0 w 324"/>
                  <a:gd name="T5" fmla="*/ 17 h 204"/>
                  <a:gd name="T6" fmla="*/ 0 w 324"/>
                  <a:gd name="T7" fmla="*/ 0 h 204"/>
                  <a:gd name="T8" fmla="*/ 324 w 324"/>
                  <a:gd name="T9" fmla="*/ 187 h 204"/>
                </a:gdLst>
                <a:ahLst/>
                <a:cxnLst>
                  <a:cxn ang="0">
                    <a:pos x="T0" y="T1"/>
                  </a:cxn>
                  <a:cxn ang="0">
                    <a:pos x="T2" y="T3"/>
                  </a:cxn>
                  <a:cxn ang="0">
                    <a:pos x="T4" y="T5"/>
                  </a:cxn>
                  <a:cxn ang="0">
                    <a:pos x="T6" y="T7"/>
                  </a:cxn>
                  <a:cxn ang="0">
                    <a:pos x="T8" y="T9"/>
                  </a:cxn>
                </a:cxnLst>
                <a:rect l="0" t="0" r="r" b="b"/>
                <a:pathLst>
                  <a:path w="324" h="204">
                    <a:moveTo>
                      <a:pt x="324" y="187"/>
                    </a:moveTo>
                    <a:lnTo>
                      <a:pt x="324" y="204"/>
                    </a:lnTo>
                    <a:lnTo>
                      <a:pt x="0" y="17"/>
                    </a:lnTo>
                    <a:lnTo>
                      <a:pt x="0" y="0"/>
                    </a:lnTo>
                    <a:lnTo>
                      <a:pt x="324" y="187"/>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18" name="组合 217">
            <a:extLst>
              <a:ext uri="{FF2B5EF4-FFF2-40B4-BE49-F238E27FC236}">
                <a16:creationId xmlns:a16="http://schemas.microsoft.com/office/drawing/2014/main" id="{B5D10844-72F3-6D46-1A0A-51A9B30E263A}"/>
              </a:ext>
            </a:extLst>
          </p:cNvPr>
          <p:cNvGrpSpPr/>
          <p:nvPr/>
        </p:nvGrpSpPr>
        <p:grpSpPr>
          <a:xfrm>
            <a:off x="7944765" y="4363690"/>
            <a:ext cx="581009" cy="473328"/>
            <a:chOff x="7002587" y="3434832"/>
            <a:chExt cx="1025525" cy="835459"/>
          </a:xfrm>
        </p:grpSpPr>
        <p:sp>
          <p:nvSpPr>
            <p:cNvPr id="234" name="Freeform 14">
              <a:extLst>
                <a:ext uri="{FF2B5EF4-FFF2-40B4-BE49-F238E27FC236}">
                  <a16:creationId xmlns:a16="http://schemas.microsoft.com/office/drawing/2014/main" id="{613EF7CF-BB2F-0EC2-5408-B000AE51EC0C}"/>
                </a:ext>
              </a:extLst>
            </p:cNvPr>
            <p:cNvSpPr>
              <a:spLocks/>
            </p:cNvSpPr>
            <p:nvPr/>
          </p:nvSpPr>
          <p:spPr bwMode="auto">
            <a:xfrm>
              <a:off x="7516937" y="3754353"/>
              <a:ext cx="511175" cy="515938"/>
            </a:xfrm>
            <a:custGeom>
              <a:avLst/>
              <a:gdLst>
                <a:gd name="T0" fmla="*/ 322 w 322"/>
                <a:gd name="T1" fmla="*/ 0 h 325"/>
                <a:gd name="T2" fmla="*/ 322 w 322"/>
                <a:gd name="T3" fmla="*/ 138 h 325"/>
                <a:gd name="T4" fmla="*/ 0 w 322"/>
                <a:gd name="T5" fmla="*/ 325 h 325"/>
                <a:gd name="T6" fmla="*/ 1 w 322"/>
                <a:gd name="T7" fmla="*/ 188 h 325"/>
                <a:gd name="T8" fmla="*/ 322 w 322"/>
                <a:gd name="T9" fmla="*/ 0 h 325"/>
              </a:gdLst>
              <a:ahLst/>
              <a:cxnLst>
                <a:cxn ang="0">
                  <a:pos x="T0" y="T1"/>
                </a:cxn>
                <a:cxn ang="0">
                  <a:pos x="T2" y="T3"/>
                </a:cxn>
                <a:cxn ang="0">
                  <a:pos x="T4" y="T5"/>
                </a:cxn>
                <a:cxn ang="0">
                  <a:pos x="T6" y="T7"/>
                </a:cxn>
                <a:cxn ang="0">
                  <a:pos x="T8" y="T9"/>
                </a:cxn>
              </a:cxnLst>
              <a:rect l="0" t="0" r="r" b="b"/>
              <a:pathLst>
                <a:path w="322" h="325">
                  <a:moveTo>
                    <a:pt x="322" y="0"/>
                  </a:moveTo>
                  <a:lnTo>
                    <a:pt x="322" y="138"/>
                  </a:lnTo>
                  <a:lnTo>
                    <a:pt x="0" y="325"/>
                  </a:lnTo>
                  <a:lnTo>
                    <a:pt x="1" y="188"/>
                  </a:lnTo>
                  <a:lnTo>
                    <a:pt x="322"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5" name="Freeform 15">
              <a:extLst>
                <a:ext uri="{FF2B5EF4-FFF2-40B4-BE49-F238E27FC236}">
                  <a16:creationId xmlns:a16="http://schemas.microsoft.com/office/drawing/2014/main" id="{5FB08762-3ECB-ABE9-9266-A5270E429C5D}"/>
                </a:ext>
              </a:extLst>
            </p:cNvPr>
            <p:cNvSpPr>
              <a:spLocks/>
            </p:cNvSpPr>
            <p:nvPr/>
          </p:nvSpPr>
          <p:spPr bwMode="auto">
            <a:xfrm>
              <a:off x="7002587" y="3754353"/>
              <a:ext cx="515938" cy="515938"/>
            </a:xfrm>
            <a:custGeom>
              <a:avLst/>
              <a:gdLst>
                <a:gd name="T0" fmla="*/ 325 w 325"/>
                <a:gd name="T1" fmla="*/ 188 h 325"/>
                <a:gd name="T2" fmla="*/ 324 w 325"/>
                <a:gd name="T3" fmla="*/ 325 h 325"/>
                <a:gd name="T4" fmla="*/ 0 w 325"/>
                <a:gd name="T5" fmla="*/ 138 h 325"/>
                <a:gd name="T6" fmla="*/ 0 w 325"/>
                <a:gd name="T7" fmla="*/ 0 h 325"/>
                <a:gd name="T8" fmla="*/ 325 w 325"/>
                <a:gd name="T9" fmla="*/ 188 h 325"/>
              </a:gdLst>
              <a:ahLst/>
              <a:cxnLst>
                <a:cxn ang="0">
                  <a:pos x="T0" y="T1"/>
                </a:cxn>
                <a:cxn ang="0">
                  <a:pos x="T2" y="T3"/>
                </a:cxn>
                <a:cxn ang="0">
                  <a:pos x="T4" y="T5"/>
                </a:cxn>
                <a:cxn ang="0">
                  <a:pos x="T6" y="T7"/>
                </a:cxn>
                <a:cxn ang="0">
                  <a:pos x="T8" y="T9"/>
                </a:cxn>
              </a:cxnLst>
              <a:rect l="0" t="0" r="r" b="b"/>
              <a:pathLst>
                <a:path w="325" h="325">
                  <a:moveTo>
                    <a:pt x="325" y="188"/>
                  </a:moveTo>
                  <a:lnTo>
                    <a:pt x="324" y="325"/>
                  </a:lnTo>
                  <a:lnTo>
                    <a:pt x="0" y="138"/>
                  </a:lnTo>
                  <a:lnTo>
                    <a:pt x="0" y="0"/>
                  </a:lnTo>
                  <a:lnTo>
                    <a:pt x="325" y="188"/>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6" name="Freeform 16">
              <a:extLst>
                <a:ext uri="{FF2B5EF4-FFF2-40B4-BE49-F238E27FC236}">
                  <a16:creationId xmlns:a16="http://schemas.microsoft.com/office/drawing/2014/main" id="{C0E4919D-5AB1-06F8-9243-FA92C75A463F}"/>
                </a:ext>
              </a:extLst>
            </p:cNvPr>
            <p:cNvSpPr>
              <a:spLocks/>
            </p:cNvSpPr>
            <p:nvPr/>
          </p:nvSpPr>
          <p:spPr bwMode="auto">
            <a:xfrm>
              <a:off x="7002587" y="3457491"/>
              <a:ext cx="1025525" cy="595313"/>
            </a:xfrm>
            <a:custGeom>
              <a:avLst/>
              <a:gdLst>
                <a:gd name="T0" fmla="*/ 646 w 646"/>
                <a:gd name="T1" fmla="*/ 187 h 375"/>
                <a:gd name="T2" fmla="*/ 325 w 646"/>
                <a:gd name="T3" fmla="*/ 375 h 375"/>
                <a:gd name="T4" fmla="*/ 0 w 646"/>
                <a:gd name="T5" fmla="*/ 187 h 375"/>
                <a:gd name="T6" fmla="*/ 323 w 646"/>
                <a:gd name="T7" fmla="*/ 0 h 375"/>
                <a:gd name="T8" fmla="*/ 646 w 646"/>
                <a:gd name="T9" fmla="*/ 187 h 375"/>
              </a:gdLst>
              <a:ahLst/>
              <a:cxnLst>
                <a:cxn ang="0">
                  <a:pos x="T0" y="T1"/>
                </a:cxn>
                <a:cxn ang="0">
                  <a:pos x="T2" y="T3"/>
                </a:cxn>
                <a:cxn ang="0">
                  <a:pos x="T4" y="T5"/>
                </a:cxn>
                <a:cxn ang="0">
                  <a:pos x="T6" y="T7"/>
                </a:cxn>
                <a:cxn ang="0">
                  <a:pos x="T8" y="T9"/>
                </a:cxn>
              </a:cxnLst>
              <a:rect l="0" t="0" r="r" b="b"/>
              <a:pathLst>
                <a:path w="646" h="375">
                  <a:moveTo>
                    <a:pt x="646" y="187"/>
                  </a:moveTo>
                  <a:lnTo>
                    <a:pt x="325" y="375"/>
                  </a:lnTo>
                  <a:lnTo>
                    <a:pt x="0" y="187"/>
                  </a:lnTo>
                  <a:lnTo>
                    <a:pt x="323" y="0"/>
                  </a:lnTo>
                  <a:lnTo>
                    <a:pt x="646" y="187"/>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237" name="组合 236">
              <a:extLst>
                <a:ext uri="{FF2B5EF4-FFF2-40B4-BE49-F238E27FC236}">
                  <a16:creationId xmlns:a16="http://schemas.microsoft.com/office/drawing/2014/main" id="{BB94DCEB-B871-97E4-CDFB-3F0DF1518C57}"/>
                </a:ext>
              </a:extLst>
            </p:cNvPr>
            <p:cNvGrpSpPr/>
            <p:nvPr/>
          </p:nvGrpSpPr>
          <p:grpSpPr>
            <a:xfrm>
              <a:off x="7002587" y="3434832"/>
              <a:ext cx="1025525" cy="622300"/>
              <a:chOff x="7002587" y="2911249"/>
              <a:chExt cx="1025525" cy="622300"/>
            </a:xfrm>
          </p:grpSpPr>
          <p:sp>
            <p:nvSpPr>
              <p:cNvPr id="238" name="Freeform 19">
                <a:extLst>
                  <a:ext uri="{FF2B5EF4-FFF2-40B4-BE49-F238E27FC236}">
                    <a16:creationId xmlns:a16="http://schemas.microsoft.com/office/drawing/2014/main" id="{18F8A1BD-E1AB-431A-D33D-45DEC974FFAA}"/>
                  </a:ext>
                </a:extLst>
              </p:cNvPr>
              <p:cNvSpPr>
                <a:spLocks/>
              </p:cNvSpPr>
              <p:nvPr/>
            </p:nvSpPr>
            <p:spPr bwMode="auto">
              <a:xfrm>
                <a:off x="7002587" y="2911249"/>
                <a:ext cx="1025525" cy="595313"/>
              </a:xfrm>
              <a:custGeom>
                <a:avLst/>
                <a:gdLst>
                  <a:gd name="T0" fmla="*/ 646 w 646"/>
                  <a:gd name="T1" fmla="*/ 188 h 375"/>
                  <a:gd name="T2" fmla="*/ 324 w 646"/>
                  <a:gd name="T3" fmla="*/ 375 h 375"/>
                  <a:gd name="T4" fmla="*/ 0 w 646"/>
                  <a:gd name="T5" fmla="*/ 188 h 375"/>
                  <a:gd name="T6" fmla="*/ 322 w 646"/>
                  <a:gd name="T7" fmla="*/ 0 h 375"/>
                  <a:gd name="T8" fmla="*/ 646 w 646"/>
                  <a:gd name="T9" fmla="*/ 188 h 375"/>
                </a:gdLst>
                <a:ahLst/>
                <a:cxnLst>
                  <a:cxn ang="0">
                    <a:pos x="T0" y="T1"/>
                  </a:cxn>
                  <a:cxn ang="0">
                    <a:pos x="T2" y="T3"/>
                  </a:cxn>
                  <a:cxn ang="0">
                    <a:pos x="T4" y="T5"/>
                  </a:cxn>
                  <a:cxn ang="0">
                    <a:pos x="T6" y="T7"/>
                  </a:cxn>
                  <a:cxn ang="0">
                    <a:pos x="T8" y="T9"/>
                  </a:cxn>
                </a:cxnLst>
                <a:rect l="0" t="0" r="r" b="b"/>
                <a:pathLst>
                  <a:path w="646" h="375">
                    <a:moveTo>
                      <a:pt x="646" y="188"/>
                    </a:moveTo>
                    <a:lnTo>
                      <a:pt x="324" y="375"/>
                    </a:lnTo>
                    <a:lnTo>
                      <a:pt x="0" y="188"/>
                    </a:lnTo>
                    <a:lnTo>
                      <a:pt x="322" y="0"/>
                    </a:lnTo>
                    <a:lnTo>
                      <a:pt x="646" y="188"/>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39" name="Freeform 17">
                <a:extLst>
                  <a:ext uri="{FF2B5EF4-FFF2-40B4-BE49-F238E27FC236}">
                    <a16:creationId xmlns:a16="http://schemas.microsoft.com/office/drawing/2014/main" id="{1A0D2962-E304-BCF2-DAB8-E6B1F19CE991}"/>
                  </a:ext>
                </a:extLst>
              </p:cNvPr>
              <p:cNvSpPr>
                <a:spLocks/>
              </p:cNvSpPr>
              <p:nvPr/>
            </p:nvSpPr>
            <p:spPr bwMode="auto">
              <a:xfrm>
                <a:off x="7516937" y="3209699"/>
                <a:ext cx="511175" cy="323850"/>
              </a:xfrm>
              <a:custGeom>
                <a:avLst/>
                <a:gdLst>
                  <a:gd name="T0" fmla="*/ 322 w 322"/>
                  <a:gd name="T1" fmla="*/ 0 h 204"/>
                  <a:gd name="T2" fmla="*/ 322 w 322"/>
                  <a:gd name="T3" fmla="*/ 17 h 204"/>
                  <a:gd name="T4" fmla="*/ 0 w 322"/>
                  <a:gd name="T5" fmla="*/ 204 h 204"/>
                  <a:gd name="T6" fmla="*/ 0 w 322"/>
                  <a:gd name="T7" fmla="*/ 187 h 204"/>
                  <a:gd name="T8" fmla="*/ 322 w 322"/>
                  <a:gd name="T9" fmla="*/ 0 h 204"/>
                </a:gdLst>
                <a:ahLst/>
                <a:cxnLst>
                  <a:cxn ang="0">
                    <a:pos x="T0" y="T1"/>
                  </a:cxn>
                  <a:cxn ang="0">
                    <a:pos x="T2" y="T3"/>
                  </a:cxn>
                  <a:cxn ang="0">
                    <a:pos x="T4" y="T5"/>
                  </a:cxn>
                  <a:cxn ang="0">
                    <a:pos x="T6" y="T7"/>
                  </a:cxn>
                  <a:cxn ang="0">
                    <a:pos x="T8" y="T9"/>
                  </a:cxn>
                </a:cxnLst>
                <a:rect l="0" t="0" r="r" b="b"/>
                <a:pathLst>
                  <a:path w="322" h="204">
                    <a:moveTo>
                      <a:pt x="322" y="0"/>
                    </a:moveTo>
                    <a:lnTo>
                      <a:pt x="322" y="17"/>
                    </a:lnTo>
                    <a:lnTo>
                      <a:pt x="0" y="204"/>
                    </a:lnTo>
                    <a:lnTo>
                      <a:pt x="0" y="187"/>
                    </a:lnTo>
                    <a:lnTo>
                      <a:pt x="322" y="0"/>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240" name="Freeform 18">
                <a:extLst>
                  <a:ext uri="{FF2B5EF4-FFF2-40B4-BE49-F238E27FC236}">
                    <a16:creationId xmlns:a16="http://schemas.microsoft.com/office/drawing/2014/main" id="{9CFFF5FF-464F-5B95-4063-000747D94D00}"/>
                  </a:ext>
                </a:extLst>
              </p:cNvPr>
              <p:cNvSpPr>
                <a:spLocks/>
              </p:cNvSpPr>
              <p:nvPr/>
            </p:nvSpPr>
            <p:spPr bwMode="auto">
              <a:xfrm>
                <a:off x="7002587" y="3209699"/>
                <a:ext cx="514350" cy="323850"/>
              </a:xfrm>
              <a:custGeom>
                <a:avLst/>
                <a:gdLst>
                  <a:gd name="T0" fmla="*/ 324 w 324"/>
                  <a:gd name="T1" fmla="*/ 187 h 204"/>
                  <a:gd name="T2" fmla="*/ 324 w 324"/>
                  <a:gd name="T3" fmla="*/ 204 h 204"/>
                  <a:gd name="T4" fmla="*/ 0 w 324"/>
                  <a:gd name="T5" fmla="*/ 17 h 204"/>
                  <a:gd name="T6" fmla="*/ 0 w 324"/>
                  <a:gd name="T7" fmla="*/ 0 h 204"/>
                  <a:gd name="T8" fmla="*/ 324 w 324"/>
                  <a:gd name="T9" fmla="*/ 187 h 204"/>
                </a:gdLst>
                <a:ahLst/>
                <a:cxnLst>
                  <a:cxn ang="0">
                    <a:pos x="T0" y="T1"/>
                  </a:cxn>
                  <a:cxn ang="0">
                    <a:pos x="T2" y="T3"/>
                  </a:cxn>
                  <a:cxn ang="0">
                    <a:pos x="T4" y="T5"/>
                  </a:cxn>
                  <a:cxn ang="0">
                    <a:pos x="T6" y="T7"/>
                  </a:cxn>
                  <a:cxn ang="0">
                    <a:pos x="T8" y="T9"/>
                  </a:cxn>
                </a:cxnLst>
                <a:rect l="0" t="0" r="r" b="b"/>
                <a:pathLst>
                  <a:path w="324" h="204">
                    <a:moveTo>
                      <a:pt x="324" y="187"/>
                    </a:moveTo>
                    <a:lnTo>
                      <a:pt x="324" y="204"/>
                    </a:lnTo>
                    <a:lnTo>
                      <a:pt x="0" y="17"/>
                    </a:lnTo>
                    <a:lnTo>
                      <a:pt x="0" y="0"/>
                    </a:lnTo>
                    <a:lnTo>
                      <a:pt x="324" y="187"/>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19" name="组合 218">
            <a:extLst>
              <a:ext uri="{FF2B5EF4-FFF2-40B4-BE49-F238E27FC236}">
                <a16:creationId xmlns:a16="http://schemas.microsoft.com/office/drawing/2014/main" id="{2C72D3B8-335E-64CB-C5D6-288C7FF05446}"/>
              </a:ext>
            </a:extLst>
          </p:cNvPr>
          <p:cNvGrpSpPr/>
          <p:nvPr/>
        </p:nvGrpSpPr>
        <p:grpSpPr>
          <a:xfrm>
            <a:off x="6803508" y="3828484"/>
            <a:ext cx="581009" cy="473328"/>
            <a:chOff x="7002587" y="3434832"/>
            <a:chExt cx="1025525" cy="835459"/>
          </a:xfrm>
        </p:grpSpPr>
        <p:sp>
          <p:nvSpPr>
            <p:cNvPr id="227" name="Freeform 14">
              <a:extLst>
                <a:ext uri="{FF2B5EF4-FFF2-40B4-BE49-F238E27FC236}">
                  <a16:creationId xmlns:a16="http://schemas.microsoft.com/office/drawing/2014/main" id="{5F6A98C9-0E19-7903-9499-CD503253A9DB}"/>
                </a:ext>
              </a:extLst>
            </p:cNvPr>
            <p:cNvSpPr>
              <a:spLocks/>
            </p:cNvSpPr>
            <p:nvPr/>
          </p:nvSpPr>
          <p:spPr bwMode="auto">
            <a:xfrm>
              <a:off x="7516937" y="3754353"/>
              <a:ext cx="511175" cy="515938"/>
            </a:xfrm>
            <a:custGeom>
              <a:avLst/>
              <a:gdLst>
                <a:gd name="T0" fmla="*/ 322 w 322"/>
                <a:gd name="T1" fmla="*/ 0 h 325"/>
                <a:gd name="T2" fmla="*/ 322 w 322"/>
                <a:gd name="T3" fmla="*/ 138 h 325"/>
                <a:gd name="T4" fmla="*/ 0 w 322"/>
                <a:gd name="T5" fmla="*/ 325 h 325"/>
                <a:gd name="T6" fmla="*/ 1 w 322"/>
                <a:gd name="T7" fmla="*/ 188 h 325"/>
                <a:gd name="T8" fmla="*/ 322 w 322"/>
                <a:gd name="T9" fmla="*/ 0 h 325"/>
              </a:gdLst>
              <a:ahLst/>
              <a:cxnLst>
                <a:cxn ang="0">
                  <a:pos x="T0" y="T1"/>
                </a:cxn>
                <a:cxn ang="0">
                  <a:pos x="T2" y="T3"/>
                </a:cxn>
                <a:cxn ang="0">
                  <a:pos x="T4" y="T5"/>
                </a:cxn>
                <a:cxn ang="0">
                  <a:pos x="T6" y="T7"/>
                </a:cxn>
                <a:cxn ang="0">
                  <a:pos x="T8" y="T9"/>
                </a:cxn>
              </a:cxnLst>
              <a:rect l="0" t="0" r="r" b="b"/>
              <a:pathLst>
                <a:path w="322" h="325">
                  <a:moveTo>
                    <a:pt x="322" y="0"/>
                  </a:moveTo>
                  <a:lnTo>
                    <a:pt x="322" y="138"/>
                  </a:lnTo>
                  <a:lnTo>
                    <a:pt x="0" y="325"/>
                  </a:lnTo>
                  <a:lnTo>
                    <a:pt x="1" y="188"/>
                  </a:lnTo>
                  <a:lnTo>
                    <a:pt x="322"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8" name="Freeform 15">
              <a:extLst>
                <a:ext uri="{FF2B5EF4-FFF2-40B4-BE49-F238E27FC236}">
                  <a16:creationId xmlns:a16="http://schemas.microsoft.com/office/drawing/2014/main" id="{88C2AF64-20AB-1D7E-74FA-D4A5CDC260BC}"/>
                </a:ext>
              </a:extLst>
            </p:cNvPr>
            <p:cNvSpPr>
              <a:spLocks/>
            </p:cNvSpPr>
            <p:nvPr/>
          </p:nvSpPr>
          <p:spPr bwMode="auto">
            <a:xfrm>
              <a:off x="7002587" y="3754353"/>
              <a:ext cx="515938" cy="515938"/>
            </a:xfrm>
            <a:custGeom>
              <a:avLst/>
              <a:gdLst>
                <a:gd name="T0" fmla="*/ 325 w 325"/>
                <a:gd name="T1" fmla="*/ 188 h 325"/>
                <a:gd name="T2" fmla="*/ 324 w 325"/>
                <a:gd name="T3" fmla="*/ 325 h 325"/>
                <a:gd name="T4" fmla="*/ 0 w 325"/>
                <a:gd name="T5" fmla="*/ 138 h 325"/>
                <a:gd name="T6" fmla="*/ 0 w 325"/>
                <a:gd name="T7" fmla="*/ 0 h 325"/>
                <a:gd name="T8" fmla="*/ 325 w 325"/>
                <a:gd name="T9" fmla="*/ 188 h 325"/>
              </a:gdLst>
              <a:ahLst/>
              <a:cxnLst>
                <a:cxn ang="0">
                  <a:pos x="T0" y="T1"/>
                </a:cxn>
                <a:cxn ang="0">
                  <a:pos x="T2" y="T3"/>
                </a:cxn>
                <a:cxn ang="0">
                  <a:pos x="T4" y="T5"/>
                </a:cxn>
                <a:cxn ang="0">
                  <a:pos x="T6" y="T7"/>
                </a:cxn>
                <a:cxn ang="0">
                  <a:pos x="T8" y="T9"/>
                </a:cxn>
              </a:cxnLst>
              <a:rect l="0" t="0" r="r" b="b"/>
              <a:pathLst>
                <a:path w="325" h="325">
                  <a:moveTo>
                    <a:pt x="325" y="188"/>
                  </a:moveTo>
                  <a:lnTo>
                    <a:pt x="324" y="325"/>
                  </a:lnTo>
                  <a:lnTo>
                    <a:pt x="0" y="138"/>
                  </a:lnTo>
                  <a:lnTo>
                    <a:pt x="0" y="0"/>
                  </a:lnTo>
                  <a:lnTo>
                    <a:pt x="325" y="188"/>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9" name="Freeform 16">
              <a:extLst>
                <a:ext uri="{FF2B5EF4-FFF2-40B4-BE49-F238E27FC236}">
                  <a16:creationId xmlns:a16="http://schemas.microsoft.com/office/drawing/2014/main" id="{226932FD-B99C-CD80-83C2-C0F14A638D28}"/>
                </a:ext>
              </a:extLst>
            </p:cNvPr>
            <p:cNvSpPr>
              <a:spLocks/>
            </p:cNvSpPr>
            <p:nvPr/>
          </p:nvSpPr>
          <p:spPr bwMode="auto">
            <a:xfrm>
              <a:off x="7002587" y="3457491"/>
              <a:ext cx="1025525" cy="595313"/>
            </a:xfrm>
            <a:custGeom>
              <a:avLst/>
              <a:gdLst>
                <a:gd name="T0" fmla="*/ 646 w 646"/>
                <a:gd name="T1" fmla="*/ 187 h 375"/>
                <a:gd name="T2" fmla="*/ 325 w 646"/>
                <a:gd name="T3" fmla="*/ 375 h 375"/>
                <a:gd name="T4" fmla="*/ 0 w 646"/>
                <a:gd name="T5" fmla="*/ 187 h 375"/>
                <a:gd name="T6" fmla="*/ 323 w 646"/>
                <a:gd name="T7" fmla="*/ 0 h 375"/>
                <a:gd name="T8" fmla="*/ 646 w 646"/>
                <a:gd name="T9" fmla="*/ 187 h 375"/>
              </a:gdLst>
              <a:ahLst/>
              <a:cxnLst>
                <a:cxn ang="0">
                  <a:pos x="T0" y="T1"/>
                </a:cxn>
                <a:cxn ang="0">
                  <a:pos x="T2" y="T3"/>
                </a:cxn>
                <a:cxn ang="0">
                  <a:pos x="T4" y="T5"/>
                </a:cxn>
                <a:cxn ang="0">
                  <a:pos x="T6" y="T7"/>
                </a:cxn>
                <a:cxn ang="0">
                  <a:pos x="T8" y="T9"/>
                </a:cxn>
              </a:cxnLst>
              <a:rect l="0" t="0" r="r" b="b"/>
              <a:pathLst>
                <a:path w="646" h="375">
                  <a:moveTo>
                    <a:pt x="646" y="187"/>
                  </a:moveTo>
                  <a:lnTo>
                    <a:pt x="325" y="375"/>
                  </a:lnTo>
                  <a:lnTo>
                    <a:pt x="0" y="187"/>
                  </a:lnTo>
                  <a:lnTo>
                    <a:pt x="323" y="0"/>
                  </a:lnTo>
                  <a:lnTo>
                    <a:pt x="646" y="187"/>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230" name="组合 229">
              <a:extLst>
                <a:ext uri="{FF2B5EF4-FFF2-40B4-BE49-F238E27FC236}">
                  <a16:creationId xmlns:a16="http://schemas.microsoft.com/office/drawing/2014/main" id="{9851E4B5-07FE-8F98-539B-A44AF502ED1C}"/>
                </a:ext>
              </a:extLst>
            </p:cNvPr>
            <p:cNvGrpSpPr/>
            <p:nvPr/>
          </p:nvGrpSpPr>
          <p:grpSpPr>
            <a:xfrm>
              <a:off x="7002587" y="3434832"/>
              <a:ext cx="1025525" cy="622300"/>
              <a:chOff x="7002587" y="2911249"/>
              <a:chExt cx="1025525" cy="622300"/>
            </a:xfrm>
          </p:grpSpPr>
          <p:sp>
            <p:nvSpPr>
              <p:cNvPr id="231" name="Freeform 19">
                <a:extLst>
                  <a:ext uri="{FF2B5EF4-FFF2-40B4-BE49-F238E27FC236}">
                    <a16:creationId xmlns:a16="http://schemas.microsoft.com/office/drawing/2014/main" id="{174C0480-0B6B-D84B-E694-136B01B7F8EC}"/>
                  </a:ext>
                </a:extLst>
              </p:cNvPr>
              <p:cNvSpPr>
                <a:spLocks/>
              </p:cNvSpPr>
              <p:nvPr/>
            </p:nvSpPr>
            <p:spPr bwMode="auto">
              <a:xfrm>
                <a:off x="7002587" y="2911249"/>
                <a:ext cx="1025525" cy="595313"/>
              </a:xfrm>
              <a:custGeom>
                <a:avLst/>
                <a:gdLst>
                  <a:gd name="T0" fmla="*/ 646 w 646"/>
                  <a:gd name="T1" fmla="*/ 188 h 375"/>
                  <a:gd name="T2" fmla="*/ 324 w 646"/>
                  <a:gd name="T3" fmla="*/ 375 h 375"/>
                  <a:gd name="T4" fmla="*/ 0 w 646"/>
                  <a:gd name="T5" fmla="*/ 188 h 375"/>
                  <a:gd name="T6" fmla="*/ 322 w 646"/>
                  <a:gd name="T7" fmla="*/ 0 h 375"/>
                  <a:gd name="T8" fmla="*/ 646 w 646"/>
                  <a:gd name="T9" fmla="*/ 188 h 375"/>
                </a:gdLst>
                <a:ahLst/>
                <a:cxnLst>
                  <a:cxn ang="0">
                    <a:pos x="T0" y="T1"/>
                  </a:cxn>
                  <a:cxn ang="0">
                    <a:pos x="T2" y="T3"/>
                  </a:cxn>
                  <a:cxn ang="0">
                    <a:pos x="T4" y="T5"/>
                  </a:cxn>
                  <a:cxn ang="0">
                    <a:pos x="T6" y="T7"/>
                  </a:cxn>
                  <a:cxn ang="0">
                    <a:pos x="T8" y="T9"/>
                  </a:cxn>
                </a:cxnLst>
                <a:rect l="0" t="0" r="r" b="b"/>
                <a:pathLst>
                  <a:path w="646" h="375">
                    <a:moveTo>
                      <a:pt x="646" y="188"/>
                    </a:moveTo>
                    <a:lnTo>
                      <a:pt x="324" y="375"/>
                    </a:lnTo>
                    <a:lnTo>
                      <a:pt x="0" y="188"/>
                    </a:lnTo>
                    <a:lnTo>
                      <a:pt x="322" y="0"/>
                    </a:lnTo>
                    <a:lnTo>
                      <a:pt x="646" y="188"/>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32" name="Freeform 17">
                <a:extLst>
                  <a:ext uri="{FF2B5EF4-FFF2-40B4-BE49-F238E27FC236}">
                    <a16:creationId xmlns:a16="http://schemas.microsoft.com/office/drawing/2014/main" id="{3B71935C-5F5E-3CEE-D3A1-1C5C3645EE9E}"/>
                  </a:ext>
                </a:extLst>
              </p:cNvPr>
              <p:cNvSpPr>
                <a:spLocks/>
              </p:cNvSpPr>
              <p:nvPr/>
            </p:nvSpPr>
            <p:spPr bwMode="auto">
              <a:xfrm>
                <a:off x="7516937" y="3209699"/>
                <a:ext cx="511175" cy="323850"/>
              </a:xfrm>
              <a:custGeom>
                <a:avLst/>
                <a:gdLst>
                  <a:gd name="T0" fmla="*/ 322 w 322"/>
                  <a:gd name="T1" fmla="*/ 0 h 204"/>
                  <a:gd name="T2" fmla="*/ 322 w 322"/>
                  <a:gd name="T3" fmla="*/ 17 h 204"/>
                  <a:gd name="T4" fmla="*/ 0 w 322"/>
                  <a:gd name="T5" fmla="*/ 204 h 204"/>
                  <a:gd name="T6" fmla="*/ 0 w 322"/>
                  <a:gd name="T7" fmla="*/ 187 h 204"/>
                  <a:gd name="T8" fmla="*/ 322 w 322"/>
                  <a:gd name="T9" fmla="*/ 0 h 204"/>
                </a:gdLst>
                <a:ahLst/>
                <a:cxnLst>
                  <a:cxn ang="0">
                    <a:pos x="T0" y="T1"/>
                  </a:cxn>
                  <a:cxn ang="0">
                    <a:pos x="T2" y="T3"/>
                  </a:cxn>
                  <a:cxn ang="0">
                    <a:pos x="T4" y="T5"/>
                  </a:cxn>
                  <a:cxn ang="0">
                    <a:pos x="T6" y="T7"/>
                  </a:cxn>
                  <a:cxn ang="0">
                    <a:pos x="T8" y="T9"/>
                  </a:cxn>
                </a:cxnLst>
                <a:rect l="0" t="0" r="r" b="b"/>
                <a:pathLst>
                  <a:path w="322" h="204">
                    <a:moveTo>
                      <a:pt x="322" y="0"/>
                    </a:moveTo>
                    <a:lnTo>
                      <a:pt x="322" y="17"/>
                    </a:lnTo>
                    <a:lnTo>
                      <a:pt x="0" y="204"/>
                    </a:lnTo>
                    <a:lnTo>
                      <a:pt x="0" y="187"/>
                    </a:lnTo>
                    <a:lnTo>
                      <a:pt x="322" y="0"/>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233" name="Freeform 18">
                <a:extLst>
                  <a:ext uri="{FF2B5EF4-FFF2-40B4-BE49-F238E27FC236}">
                    <a16:creationId xmlns:a16="http://schemas.microsoft.com/office/drawing/2014/main" id="{13C5C632-4FF0-A692-D8E8-92FAA0814D83}"/>
                  </a:ext>
                </a:extLst>
              </p:cNvPr>
              <p:cNvSpPr>
                <a:spLocks/>
              </p:cNvSpPr>
              <p:nvPr/>
            </p:nvSpPr>
            <p:spPr bwMode="auto">
              <a:xfrm>
                <a:off x="7002587" y="3209699"/>
                <a:ext cx="514350" cy="323850"/>
              </a:xfrm>
              <a:custGeom>
                <a:avLst/>
                <a:gdLst>
                  <a:gd name="T0" fmla="*/ 324 w 324"/>
                  <a:gd name="T1" fmla="*/ 187 h 204"/>
                  <a:gd name="T2" fmla="*/ 324 w 324"/>
                  <a:gd name="T3" fmla="*/ 204 h 204"/>
                  <a:gd name="T4" fmla="*/ 0 w 324"/>
                  <a:gd name="T5" fmla="*/ 17 h 204"/>
                  <a:gd name="T6" fmla="*/ 0 w 324"/>
                  <a:gd name="T7" fmla="*/ 0 h 204"/>
                  <a:gd name="T8" fmla="*/ 324 w 324"/>
                  <a:gd name="T9" fmla="*/ 187 h 204"/>
                </a:gdLst>
                <a:ahLst/>
                <a:cxnLst>
                  <a:cxn ang="0">
                    <a:pos x="T0" y="T1"/>
                  </a:cxn>
                  <a:cxn ang="0">
                    <a:pos x="T2" y="T3"/>
                  </a:cxn>
                  <a:cxn ang="0">
                    <a:pos x="T4" y="T5"/>
                  </a:cxn>
                  <a:cxn ang="0">
                    <a:pos x="T6" y="T7"/>
                  </a:cxn>
                  <a:cxn ang="0">
                    <a:pos x="T8" y="T9"/>
                  </a:cxn>
                </a:cxnLst>
                <a:rect l="0" t="0" r="r" b="b"/>
                <a:pathLst>
                  <a:path w="324" h="204">
                    <a:moveTo>
                      <a:pt x="324" y="187"/>
                    </a:moveTo>
                    <a:lnTo>
                      <a:pt x="324" y="204"/>
                    </a:lnTo>
                    <a:lnTo>
                      <a:pt x="0" y="17"/>
                    </a:lnTo>
                    <a:lnTo>
                      <a:pt x="0" y="0"/>
                    </a:lnTo>
                    <a:lnTo>
                      <a:pt x="324" y="187"/>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20" name="组合 219">
            <a:extLst>
              <a:ext uri="{FF2B5EF4-FFF2-40B4-BE49-F238E27FC236}">
                <a16:creationId xmlns:a16="http://schemas.microsoft.com/office/drawing/2014/main" id="{2FFA40A4-C8D6-5B48-A4A0-A6C6BB559E25}"/>
              </a:ext>
            </a:extLst>
          </p:cNvPr>
          <p:cNvGrpSpPr/>
          <p:nvPr/>
        </p:nvGrpSpPr>
        <p:grpSpPr>
          <a:xfrm>
            <a:off x="7448080" y="3924426"/>
            <a:ext cx="1239619" cy="247149"/>
            <a:chOff x="7465263" y="2681619"/>
            <a:chExt cx="1239619" cy="247149"/>
          </a:xfrm>
        </p:grpSpPr>
        <p:sp>
          <p:nvSpPr>
            <p:cNvPr id="225" name="菱形 224">
              <a:extLst>
                <a:ext uri="{FF2B5EF4-FFF2-40B4-BE49-F238E27FC236}">
                  <a16:creationId xmlns:a16="http://schemas.microsoft.com/office/drawing/2014/main" id="{FFBBF6EA-48FE-EC67-6CA9-92F2926A2A14}"/>
                </a:ext>
              </a:extLst>
            </p:cNvPr>
            <p:cNvSpPr/>
            <p:nvPr/>
          </p:nvSpPr>
          <p:spPr>
            <a:xfrm>
              <a:off x="7465263" y="2751620"/>
              <a:ext cx="147111" cy="107146"/>
            </a:xfrm>
            <a:prstGeom prst="diamond">
              <a:avLst/>
            </a:prstGeom>
            <a:solidFill>
              <a:srgbClr val="F2AC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矩形: 圆角 225">
              <a:extLst>
                <a:ext uri="{FF2B5EF4-FFF2-40B4-BE49-F238E27FC236}">
                  <a16:creationId xmlns:a16="http://schemas.microsoft.com/office/drawing/2014/main" id="{D15C0278-FBBF-0DD9-778A-1C083A13A1F7}"/>
                </a:ext>
              </a:extLst>
            </p:cNvPr>
            <p:cNvSpPr/>
            <p:nvPr/>
          </p:nvSpPr>
          <p:spPr>
            <a:xfrm>
              <a:off x="7534327" y="2681619"/>
              <a:ext cx="1170555" cy="247149"/>
            </a:xfrm>
            <a:prstGeom prst="roundRect">
              <a:avLst/>
            </a:prstGeom>
            <a:solidFill>
              <a:srgbClr val="F2AC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1" name="文本框 220">
            <a:extLst>
              <a:ext uri="{FF2B5EF4-FFF2-40B4-BE49-F238E27FC236}">
                <a16:creationId xmlns:a16="http://schemas.microsoft.com/office/drawing/2014/main" id="{283C11AD-6137-C321-28BE-5A139C3CCE4F}"/>
              </a:ext>
            </a:extLst>
          </p:cNvPr>
          <p:cNvSpPr txBox="1"/>
          <p:nvPr/>
        </p:nvSpPr>
        <p:spPr>
          <a:xfrm>
            <a:off x="7745307" y="3915635"/>
            <a:ext cx="697627" cy="246221"/>
          </a:xfrm>
          <a:prstGeom prst="rect">
            <a:avLst/>
          </a:prstGeom>
          <a:noFill/>
        </p:spPr>
        <p:txBody>
          <a:bodyPr wrap="none" rtlCol="0">
            <a:spAutoFit/>
          </a:bodyPr>
          <a:lstStyle/>
          <a:p>
            <a:r>
              <a:rPr lang="zh-CN" altLang="en-US" sz="1000" dirty="0">
                <a:solidFill>
                  <a:schemeClr val="bg1"/>
                </a:solidFill>
                <a:latin typeface="HarmonyOS Sans SC Medium" panose="00000600000000000000" pitchFamily="2" charset="-122"/>
                <a:ea typeface="HarmonyOS Sans SC Medium" panose="00000600000000000000" pitchFamily="2" charset="-122"/>
              </a:rPr>
              <a:t>标注文字</a:t>
            </a:r>
          </a:p>
        </p:txBody>
      </p:sp>
      <p:sp>
        <p:nvSpPr>
          <p:cNvPr id="222" name="图形 359"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54184F9D-C198-34D5-4C6E-ACE95D044FF2}"/>
              </a:ext>
            </a:extLst>
          </p:cNvPr>
          <p:cNvSpPr/>
          <p:nvPr/>
        </p:nvSpPr>
        <p:spPr>
          <a:xfrm>
            <a:off x="7457305" y="4337164"/>
            <a:ext cx="163426" cy="204282"/>
          </a:xfrm>
          <a:custGeom>
            <a:avLst/>
            <a:gdLst>
              <a:gd name="connsiteX0" fmla="*/ 95250 w 152400"/>
              <a:gd name="connsiteY0" fmla="*/ 0 h 190500"/>
              <a:gd name="connsiteX1" fmla="*/ 19050 w 152400"/>
              <a:gd name="connsiteY1" fmla="*/ 0 h 190500"/>
              <a:gd name="connsiteX2" fmla="*/ 95 w 152400"/>
              <a:gd name="connsiteY2" fmla="*/ 19050 h 190500"/>
              <a:gd name="connsiteX3" fmla="*/ 0 w 152400"/>
              <a:gd name="connsiteY3" fmla="*/ 171450 h 190500"/>
              <a:gd name="connsiteX4" fmla="*/ 18955 w 152400"/>
              <a:gd name="connsiteY4" fmla="*/ 190500 h 190500"/>
              <a:gd name="connsiteX5" fmla="*/ 133350 w 152400"/>
              <a:gd name="connsiteY5" fmla="*/ 190500 h 190500"/>
              <a:gd name="connsiteX6" fmla="*/ 152400 w 152400"/>
              <a:gd name="connsiteY6" fmla="*/ 171450 h 190500"/>
              <a:gd name="connsiteX7" fmla="*/ 152400 w 152400"/>
              <a:gd name="connsiteY7" fmla="*/ 57150 h 190500"/>
              <a:gd name="connsiteX8" fmla="*/ 95250 w 152400"/>
              <a:gd name="connsiteY8" fmla="*/ 0 h 190500"/>
              <a:gd name="connsiteX9" fmla="*/ 114300 w 152400"/>
              <a:gd name="connsiteY9" fmla="*/ 133350 h 190500"/>
              <a:gd name="connsiteX10" fmla="*/ 85725 w 152400"/>
              <a:gd name="connsiteY10" fmla="*/ 133350 h 190500"/>
              <a:gd name="connsiteX11" fmla="*/ 85725 w 152400"/>
              <a:gd name="connsiteY11" fmla="*/ 161925 h 190500"/>
              <a:gd name="connsiteX12" fmla="*/ 66675 w 152400"/>
              <a:gd name="connsiteY12" fmla="*/ 161925 h 190500"/>
              <a:gd name="connsiteX13" fmla="*/ 66675 w 152400"/>
              <a:gd name="connsiteY13" fmla="*/ 133350 h 190500"/>
              <a:gd name="connsiteX14" fmla="*/ 38100 w 152400"/>
              <a:gd name="connsiteY14" fmla="*/ 133350 h 190500"/>
              <a:gd name="connsiteX15" fmla="*/ 38100 w 152400"/>
              <a:gd name="connsiteY15" fmla="*/ 114300 h 190500"/>
              <a:gd name="connsiteX16" fmla="*/ 66675 w 152400"/>
              <a:gd name="connsiteY16" fmla="*/ 114300 h 190500"/>
              <a:gd name="connsiteX17" fmla="*/ 66675 w 152400"/>
              <a:gd name="connsiteY17" fmla="*/ 85725 h 190500"/>
              <a:gd name="connsiteX18" fmla="*/ 85725 w 152400"/>
              <a:gd name="connsiteY18" fmla="*/ 85725 h 190500"/>
              <a:gd name="connsiteX19" fmla="*/ 85725 w 152400"/>
              <a:gd name="connsiteY19" fmla="*/ 114300 h 190500"/>
              <a:gd name="connsiteX20" fmla="*/ 114300 w 152400"/>
              <a:gd name="connsiteY20" fmla="*/ 114300 h 190500"/>
              <a:gd name="connsiteX21" fmla="*/ 114300 w 152400"/>
              <a:gd name="connsiteY21" fmla="*/ 133350 h 190500"/>
              <a:gd name="connsiteX22" fmla="*/ 85725 w 152400"/>
              <a:gd name="connsiteY22" fmla="*/ 66675 h 190500"/>
              <a:gd name="connsiteX23" fmla="*/ 85725 w 152400"/>
              <a:gd name="connsiteY23" fmla="*/ 14288 h 190500"/>
              <a:gd name="connsiteX24" fmla="*/ 138113 w 152400"/>
              <a:gd name="connsiteY24" fmla="*/ 66675 h 190500"/>
              <a:gd name="connsiteX25" fmla="*/ 85725 w 152400"/>
              <a:gd name="connsiteY25" fmla="*/ 666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400" h="190500">
                <a:moveTo>
                  <a:pt x="95250" y="0"/>
                </a:moveTo>
                <a:lnTo>
                  <a:pt x="19050" y="0"/>
                </a:lnTo>
                <a:cubicBezTo>
                  <a:pt x="8573" y="0"/>
                  <a:pt x="95" y="8573"/>
                  <a:pt x="95" y="19050"/>
                </a:cubicBezTo>
                <a:lnTo>
                  <a:pt x="0" y="171450"/>
                </a:lnTo>
                <a:cubicBezTo>
                  <a:pt x="0" y="181928"/>
                  <a:pt x="8477" y="190500"/>
                  <a:pt x="18955" y="190500"/>
                </a:cubicBezTo>
                <a:lnTo>
                  <a:pt x="133350" y="190500"/>
                </a:lnTo>
                <a:cubicBezTo>
                  <a:pt x="143828" y="190500"/>
                  <a:pt x="152400" y="181928"/>
                  <a:pt x="152400" y="171450"/>
                </a:cubicBezTo>
                <a:lnTo>
                  <a:pt x="152400" y="57150"/>
                </a:lnTo>
                <a:lnTo>
                  <a:pt x="95250" y="0"/>
                </a:lnTo>
                <a:close/>
                <a:moveTo>
                  <a:pt x="114300" y="133350"/>
                </a:moveTo>
                <a:lnTo>
                  <a:pt x="85725" y="133350"/>
                </a:lnTo>
                <a:lnTo>
                  <a:pt x="85725" y="161925"/>
                </a:lnTo>
                <a:lnTo>
                  <a:pt x="66675" y="161925"/>
                </a:lnTo>
                <a:lnTo>
                  <a:pt x="66675" y="133350"/>
                </a:lnTo>
                <a:lnTo>
                  <a:pt x="38100" y="133350"/>
                </a:lnTo>
                <a:lnTo>
                  <a:pt x="38100" y="114300"/>
                </a:lnTo>
                <a:lnTo>
                  <a:pt x="66675" y="114300"/>
                </a:lnTo>
                <a:lnTo>
                  <a:pt x="66675" y="85725"/>
                </a:lnTo>
                <a:lnTo>
                  <a:pt x="85725" y="85725"/>
                </a:lnTo>
                <a:lnTo>
                  <a:pt x="85725" y="114300"/>
                </a:lnTo>
                <a:lnTo>
                  <a:pt x="114300" y="114300"/>
                </a:lnTo>
                <a:lnTo>
                  <a:pt x="114300" y="133350"/>
                </a:lnTo>
                <a:close/>
                <a:moveTo>
                  <a:pt x="85725" y="66675"/>
                </a:moveTo>
                <a:lnTo>
                  <a:pt x="85725" y="14288"/>
                </a:lnTo>
                <a:lnTo>
                  <a:pt x="138113" y="66675"/>
                </a:lnTo>
                <a:lnTo>
                  <a:pt x="85725" y="66675"/>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23" name="图形 36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C509A29-CC27-935A-9650-152008F27BAC}"/>
              </a:ext>
            </a:extLst>
          </p:cNvPr>
          <p:cNvSpPr/>
          <p:nvPr/>
        </p:nvSpPr>
        <p:spPr>
          <a:xfrm>
            <a:off x="6984069" y="3815647"/>
            <a:ext cx="204282" cy="204282"/>
          </a:xfrm>
          <a:custGeom>
            <a:avLst/>
            <a:gdLst>
              <a:gd name="connsiteX0" fmla="*/ 184880 w 190500"/>
              <a:gd name="connsiteY0" fmla="*/ 91250 h 190500"/>
              <a:gd name="connsiteX1" fmla="*/ 99155 w 190500"/>
              <a:gd name="connsiteY1" fmla="*/ 5525 h 190500"/>
              <a:gd name="connsiteX2" fmla="*/ 85725 w 190500"/>
              <a:gd name="connsiteY2" fmla="*/ 0 h 190500"/>
              <a:gd name="connsiteX3" fmla="*/ 19050 w 190500"/>
              <a:gd name="connsiteY3" fmla="*/ 0 h 190500"/>
              <a:gd name="connsiteX4" fmla="*/ 0 w 190500"/>
              <a:gd name="connsiteY4" fmla="*/ 19050 h 190500"/>
              <a:gd name="connsiteX5" fmla="*/ 0 w 190500"/>
              <a:gd name="connsiteY5" fmla="*/ 85725 h 190500"/>
              <a:gd name="connsiteX6" fmla="*/ 5620 w 190500"/>
              <a:gd name="connsiteY6" fmla="*/ 99251 h 190500"/>
              <a:gd name="connsiteX7" fmla="*/ 91345 w 190500"/>
              <a:gd name="connsiteY7" fmla="*/ 184976 h 190500"/>
              <a:gd name="connsiteX8" fmla="*/ 104775 w 190500"/>
              <a:gd name="connsiteY8" fmla="*/ 190500 h 190500"/>
              <a:gd name="connsiteX9" fmla="*/ 118205 w 190500"/>
              <a:gd name="connsiteY9" fmla="*/ 184880 h 190500"/>
              <a:gd name="connsiteX10" fmla="*/ 184880 w 190500"/>
              <a:gd name="connsiteY10" fmla="*/ 118205 h 190500"/>
              <a:gd name="connsiteX11" fmla="*/ 190500 w 190500"/>
              <a:gd name="connsiteY11" fmla="*/ 104775 h 190500"/>
              <a:gd name="connsiteX12" fmla="*/ 184880 w 190500"/>
              <a:gd name="connsiteY12" fmla="*/ 91250 h 190500"/>
              <a:gd name="connsiteX13" fmla="*/ 33338 w 190500"/>
              <a:gd name="connsiteY13" fmla="*/ 47625 h 190500"/>
              <a:gd name="connsiteX14" fmla="*/ 19050 w 190500"/>
              <a:gd name="connsiteY14" fmla="*/ 33338 h 190500"/>
              <a:gd name="connsiteX15" fmla="*/ 33338 w 190500"/>
              <a:gd name="connsiteY15" fmla="*/ 19050 h 190500"/>
              <a:gd name="connsiteX16" fmla="*/ 47625 w 190500"/>
              <a:gd name="connsiteY16" fmla="*/ 33338 h 190500"/>
              <a:gd name="connsiteX17" fmla="*/ 33338 w 190500"/>
              <a:gd name="connsiteY17" fmla="*/ 47625 h 190500"/>
              <a:gd name="connsiteX18" fmla="*/ 145447 w 190500"/>
              <a:gd name="connsiteY18" fmla="*/ 126397 h 190500"/>
              <a:gd name="connsiteX19" fmla="*/ 104775 w 190500"/>
              <a:gd name="connsiteY19" fmla="*/ 167069 h 190500"/>
              <a:gd name="connsiteX20" fmla="*/ 64103 w 190500"/>
              <a:gd name="connsiteY20" fmla="*/ 126397 h 190500"/>
              <a:gd name="connsiteX21" fmla="*/ 57150 w 190500"/>
              <a:gd name="connsiteY21" fmla="*/ 109538 h 190500"/>
              <a:gd name="connsiteX22" fmla="*/ 80963 w 190500"/>
              <a:gd name="connsiteY22" fmla="*/ 85725 h 190500"/>
              <a:gd name="connsiteX23" fmla="*/ 97822 w 190500"/>
              <a:gd name="connsiteY23" fmla="*/ 92774 h 190500"/>
              <a:gd name="connsiteX24" fmla="*/ 104775 w 190500"/>
              <a:gd name="connsiteY24" fmla="*/ 99632 h 190500"/>
              <a:gd name="connsiteX25" fmla="*/ 111728 w 190500"/>
              <a:gd name="connsiteY25" fmla="*/ 92678 h 190500"/>
              <a:gd name="connsiteX26" fmla="*/ 128588 w 190500"/>
              <a:gd name="connsiteY26" fmla="*/ 85725 h 190500"/>
              <a:gd name="connsiteX27" fmla="*/ 152400 w 190500"/>
              <a:gd name="connsiteY27" fmla="*/ 109538 h 190500"/>
              <a:gd name="connsiteX28" fmla="*/ 145447 w 190500"/>
              <a:gd name="connsiteY28" fmla="*/ 126397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0500" h="190500">
                <a:moveTo>
                  <a:pt x="184880" y="91250"/>
                </a:moveTo>
                <a:lnTo>
                  <a:pt x="99155" y="5525"/>
                </a:lnTo>
                <a:cubicBezTo>
                  <a:pt x="95726" y="2096"/>
                  <a:pt x="90964" y="0"/>
                  <a:pt x="85725" y="0"/>
                </a:cubicBezTo>
                <a:lnTo>
                  <a:pt x="19050" y="0"/>
                </a:lnTo>
                <a:cubicBezTo>
                  <a:pt x="8573" y="0"/>
                  <a:pt x="0" y="8573"/>
                  <a:pt x="0" y="19050"/>
                </a:cubicBezTo>
                <a:lnTo>
                  <a:pt x="0" y="85725"/>
                </a:lnTo>
                <a:cubicBezTo>
                  <a:pt x="0" y="90964"/>
                  <a:pt x="2096" y="95726"/>
                  <a:pt x="5620" y="99251"/>
                </a:cubicBezTo>
                <a:lnTo>
                  <a:pt x="91345" y="184976"/>
                </a:lnTo>
                <a:cubicBezTo>
                  <a:pt x="94774" y="188405"/>
                  <a:pt x="99536" y="190500"/>
                  <a:pt x="104775" y="190500"/>
                </a:cubicBezTo>
                <a:cubicBezTo>
                  <a:pt x="110014" y="190500"/>
                  <a:pt x="114776" y="188405"/>
                  <a:pt x="118205" y="184880"/>
                </a:cubicBezTo>
                <a:lnTo>
                  <a:pt x="184880" y="118205"/>
                </a:lnTo>
                <a:cubicBezTo>
                  <a:pt x="188405" y="114776"/>
                  <a:pt x="190500" y="110014"/>
                  <a:pt x="190500" y="104775"/>
                </a:cubicBezTo>
                <a:cubicBezTo>
                  <a:pt x="190500" y="99536"/>
                  <a:pt x="188309" y="94678"/>
                  <a:pt x="184880" y="91250"/>
                </a:cubicBezTo>
                <a:close/>
                <a:moveTo>
                  <a:pt x="33338" y="47625"/>
                </a:moveTo>
                <a:cubicBezTo>
                  <a:pt x="25432" y="47625"/>
                  <a:pt x="19050" y="41243"/>
                  <a:pt x="19050" y="33338"/>
                </a:cubicBezTo>
                <a:cubicBezTo>
                  <a:pt x="19050" y="25432"/>
                  <a:pt x="25432" y="19050"/>
                  <a:pt x="33338" y="19050"/>
                </a:cubicBezTo>
                <a:cubicBezTo>
                  <a:pt x="41243" y="19050"/>
                  <a:pt x="47625" y="25432"/>
                  <a:pt x="47625" y="33338"/>
                </a:cubicBezTo>
                <a:cubicBezTo>
                  <a:pt x="47625" y="41243"/>
                  <a:pt x="41243" y="47625"/>
                  <a:pt x="33338" y="47625"/>
                </a:cubicBezTo>
                <a:close/>
                <a:moveTo>
                  <a:pt x="145447" y="126397"/>
                </a:moveTo>
                <a:lnTo>
                  <a:pt x="104775" y="167069"/>
                </a:lnTo>
                <a:lnTo>
                  <a:pt x="64103" y="126397"/>
                </a:lnTo>
                <a:cubicBezTo>
                  <a:pt x="59817" y="122015"/>
                  <a:pt x="57150" y="116110"/>
                  <a:pt x="57150" y="109538"/>
                </a:cubicBezTo>
                <a:cubicBezTo>
                  <a:pt x="57150" y="96393"/>
                  <a:pt x="67818" y="85725"/>
                  <a:pt x="80963" y="85725"/>
                </a:cubicBezTo>
                <a:cubicBezTo>
                  <a:pt x="87535" y="85725"/>
                  <a:pt x="93536" y="88392"/>
                  <a:pt x="97822" y="92774"/>
                </a:cubicBezTo>
                <a:lnTo>
                  <a:pt x="104775" y="99632"/>
                </a:lnTo>
                <a:lnTo>
                  <a:pt x="111728" y="92678"/>
                </a:lnTo>
                <a:cubicBezTo>
                  <a:pt x="116015" y="88392"/>
                  <a:pt x="122015" y="85725"/>
                  <a:pt x="128588" y="85725"/>
                </a:cubicBezTo>
                <a:cubicBezTo>
                  <a:pt x="141732" y="85725"/>
                  <a:pt x="152400" y="96393"/>
                  <a:pt x="152400" y="109538"/>
                </a:cubicBezTo>
                <a:cubicBezTo>
                  <a:pt x="152400" y="116110"/>
                  <a:pt x="149733" y="122111"/>
                  <a:pt x="145447" y="126397"/>
                </a:cubicBez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24" name="图形 327"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DE3A13DB-835D-2ECB-2635-681D5A373228}"/>
              </a:ext>
            </a:extLst>
          </p:cNvPr>
          <p:cNvSpPr/>
          <p:nvPr/>
        </p:nvSpPr>
        <p:spPr>
          <a:xfrm>
            <a:off x="8106467" y="4330995"/>
            <a:ext cx="183855" cy="183855"/>
          </a:xfrm>
          <a:custGeom>
            <a:avLst/>
            <a:gdLst>
              <a:gd name="connsiteX0" fmla="*/ 161925 w 171450"/>
              <a:gd name="connsiteY0" fmla="*/ 119063 h 171450"/>
              <a:gd name="connsiteX1" fmla="*/ 127921 w 171450"/>
              <a:gd name="connsiteY1" fmla="*/ 113633 h 171450"/>
              <a:gd name="connsiteX2" fmla="*/ 118205 w 171450"/>
              <a:gd name="connsiteY2" fmla="*/ 115919 h 171450"/>
              <a:gd name="connsiteX3" fmla="*/ 97250 w 171450"/>
              <a:gd name="connsiteY3" fmla="*/ 136874 h 171450"/>
              <a:gd name="connsiteX4" fmla="*/ 34481 w 171450"/>
              <a:gd name="connsiteY4" fmla="*/ 74200 h 171450"/>
              <a:gd name="connsiteX5" fmla="*/ 55436 w 171450"/>
              <a:gd name="connsiteY5" fmla="*/ 53150 h 171450"/>
              <a:gd name="connsiteX6" fmla="*/ 57817 w 171450"/>
              <a:gd name="connsiteY6" fmla="*/ 43529 h 171450"/>
              <a:gd name="connsiteX7" fmla="*/ 52388 w 171450"/>
              <a:gd name="connsiteY7" fmla="*/ 9525 h 171450"/>
              <a:gd name="connsiteX8" fmla="*/ 42863 w 171450"/>
              <a:gd name="connsiteY8" fmla="*/ 0 h 171450"/>
              <a:gd name="connsiteX9" fmla="*/ 9525 w 171450"/>
              <a:gd name="connsiteY9" fmla="*/ 0 h 171450"/>
              <a:gd name="connsiteX10" fmla="*/ 0 w 171450"/>
              <a:gd name="connsiteY10" fmla="*/ 9525 h 171450"/>
              <a:gd name="connsiteX11" fmla="*/ 161925 w 171450"/>
              <a:gd name="connsiteY11" fmla="*/ 171450 h 171450"/>
              <a:gd name="connsiteX12" fmla="*/ 171450 w 171450"/>
              <a:gd name="connsiteY12" fmla="*/ 161925 h 171450"/>
              <a:gd name="connsiteX13" fmla="*/ 171450 w 171450"/>
              <a:gd name="connsiteY13" fmla="*/ 128588 h 171450"/>
              <a:gd name="connsiteX14" fmla="*/ 161925 w 171450"/>
              <a:gd name="connsiteY14" fmla="*/ 119063 h 171450"/>
              <a:gd name="connsiteX15" fmla="*/ 85725 w 171450"/>
              <a:gd name="connsiteY15" fmla="*/ 0 h 171450"/>
              <a:gd name="connsiteX16" fmla="*/ 85725 w 171450"/>
              <a:gd name="connsiteY16" fmla="*/ 95250 h 171450"/>
              <a:gd name="connsiteX17" fmla="*/ 114300 w 171450"/>
              <a:gd name="connsiteY17" fmla="*/ 66675 h 171450"/>
              <a:gd name="connsiteX18" fmla="*/ 171450 w 171450"/>
              <a:gd name="connsiteY18" fmla="*/ 66675 h 171450"/>
              <a:gd name="connsiteX19" fmla="*/ 171450 w 171450"/>
              <a:gd name="connsiteY19" fmla="*/ 0 h 171450"/>
              <a:gd name="connsiteX20" fmla="*/ 85725 w 171450"/>
              <a:gd name="connsiteY20"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1450" h="171450">
                <a:moveTo>
                  <a:pt x="161925" y="119063"/>
                </a:moveTo>
                <a:cubicBezTo>
                  <a:pt x="150019" y="119063"/>
                  <a:pt x="138589" y="117158"/>
                  <a:pt x="127921" y="113633"/>
                </a:cubicBezTo>
                <a:cubicBezTo>
                  <a:pt x="124587" y="112586"/>
                  <a:pt x="120872" y="113348"/>
                  <a:pt x="118205" y="115919"/>
                </a:cubicBezTo>
                <a:lnTo>
                  <a:pt x="97250" y="136874"/>
                </a:lnTo>
                <a:cubicBezTo>
                  <a:pt x="70295" y="123158"/>
                  <a:pt x="48197" y="101156"/>
                  <a:pt x="34481" y="74200"/>
                </a:cubicBezTo>
                <a:lnTo>
                  <a:pt x="55436" y="53150"/>
                </a:lnTo>
                <a:cubicBezTo>
                  <a:pt x="58103" y="50578"/>
                  <a:pt x="58865" y="46863"/>
                  <a:pt x="57817" y="43529"/>
                </a:cubicBezTo>
                <a:cubicBezTo>
                  <a:pt x="54293" y="32861"/>
                  <a:pt x="52388" y="21431"/>
                  <a:pt x="52388" y="9525"/>
                </a:cubicBezTo>
                <a:cubicBezTo>
                  <a:pt x="52388" y="4286"/>
                  <a:pt x="48101" y="0"/>
                  <a:pt x="42863" y="0"/>
                </a:cubicBezTo>
                <a:lnTo>
                  <a:pt x="9525" y="0"/>
                </a:lnTo>
                <a:cubicBezTo>
                  <a:pt x="4286" y="0"/>
                  <a:pt x="0" y="4286"/>
                  <a:pt x="0" y="9525"/>
                </a:cubicBezTo>
                <a:cubicBezTo>
                  <a:pt x="0" y="98965"/>
                  <a:pt x="72485" y="171450"/>
                  <a:pt x="161925" y="171450"/>
                </a:cubicBezTo>
                <a:cubicBezTo>
                  <a:pt x="167164" y="171450"/>
                  <a:pt x="171450" y="167164"/>
                  <a:pt x="171450" y="161925"/>
                </a:cubicBezTo>
                <a:lnTo>
                  <a:pt x="171450" y="128588"/>
                </a:lnTo>
                <a:cubicBezTo>
                  <a:pt x="171450" y="123349"/>
                  <a:pt x="167164" y="119063"/>
                  <a:pt x="161925" y="119063"/>
                </a:cubicBezTo>
                <a:close/>
                <a:moveTo>
                  <a:pt x="85725" y="0"/>
                </a:moveTo>
                <a:lnTo>
                  <a:pt x="85725" y="95250"/>
                </a:lnTo>
                <a:lnTo>
                  <a:pt x="114300" y="66675"/>
                </a:lnTo>
                <a:lnTo>
                  <a:pt x="171450" y="66675"/>
                </a:lnTo>
                <a:lnTo>
                  <a:pt x="171450" y="0"/>
                </a:lnTo>
                <a:lnTo>
                  <a:pt x="85725" y="0"/>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48" name="文本框 26">
            <a:extLst>
              <a:ext uri="{FF2B5EF4-FFF2-40B4-BE49-F238E27FC236}">
                <a16:creationId xmlns:a16="http://schemas.microsoft.com/office/drawing/2014/main" id="{70DC2DB2-843B-E9DC-1088-156574928D2E}"/>
              </a:ext>
            </a:extLst>
          </p:cNvPr>
          <p:cNvSpPr txBox="1"/>
          <p:nvPr/>
        </p:nvSpPr>
        <p:spPr>
          <a:xfrm>
            <a:off x="7558566" y="2273822"/>
            <a:ext cx="595035"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nvGrpSpPr>
          <p:cNvPr id="249" name="组合 248">
            <a:extLst>
              <a:ext uri="{FF2B5EF4-FFF2-40B4-BE49-F238E27FC236}">
                <a16:creationId xmlns:a16="http://schemas.microsoft.com/office/drawing/2014/main" id="{5E8A0718-1070-28D1-29D6-8424A4DB9072}"/>
              </a:ext>
            </a:extLst>
          </p:cNvPr>
          <p:cNvGrpSpPr/>
          <p:nvPr/>
        </p:nvGrpSpPr>
        <p:grpSpPr>
          <a:xfrm>
            <a:off x="7558566" y="5132002"/>
            <a:ext cx="581009" cy="473328"/>
            <a:chOff x="7002587" y="3434832"/>
            <a:chExt cx="1025525" cy="835459"/>
          </a:xfrm>
        </p:grpSpPr>
        <p:sp>
          <p:nvSpPr>
            <p:cNvPr id="250" name="Freeform 14">
              <a:extLst>
                <a:ext uri="{FF2B5EF4-FFF2-40B4-BE49-F238E27FC236}">
                  <a16:creationId xmlns:a16="http://schemas.microsoft.com/office/drawing/2014/main" id="{E8E2EABB-4298-8D70-AEED-6ECFA259D9D6}"/>
                </a:ext>
              </a:extLst>
            </p:cNvPr>
            <p:cNvSpPr>
              <a:spLocks/>
            </p:cNvSpPr>
            <p:nvPr/>
          </p:nvSpPr>
          <p:spPr bwMode="auto">
            <a:xfrm>
              <a:off x="7516937" y="3754353"/>
              <a:ext cx="511175" cy="515938"/>
            </a:xfrm>
            <a:custGeom>
              <a:avLst/>
              <a:gdLst>
                <a:gd name="T0" fmla="*/ 322 w 322"/>
                <a:gd name="T1" fmla="*/ 0 h 325"/>
                <a:gd name="T2" fmla="*/ 322 w 322"/>
                <a:gd name="T3" fmla="*/ 138 h 325"/>
                <a:gd name="T4" fmla="*/ 0 w 322"/>
                <a:gd name="T5" fmla="*/ 325 h 325"/>
                <a:gd name="T6" fmla="*/ 1 w 322"/>
                <a:gd name="T7" fmla="*/ 188 h 325"/>
                <a:gd name="T8" fmla="*/ 322 w 322"/>
                <a:gd name="T9" fmla="*/ 0 h 325"/>
              </a:gdLst>
              <a:ahLst/>
              <a:cxnLst>
                <a:cxn ang="0">
                  <a:pos x="T0" y="T1"/>
                </a:cxn>
                <a:cxn ang="0">
                  <a:pos x="T2" y="T3"/>
                </a:cxn>
                <a:cxn ang="0">
                  <a:pos x="T4" y="T5"/>
                </a:cxn>
                <a:cxn ang="0">
                  <a:pos x="T6" y="T7"/>
                </a:cxn>
                <a:cxn ang="0">
                  <a:pos x="T8" y="T9"/>
                </a:cxn>
              </a:cxnLst>
              <a:rect l="0" t="0" r="r" b="b"/>
              <a:pathLst>
                <a:path w="322" h="325">
                  <a:moveTo>
                    <a:pt x="322" y="0"/>
                  </a:moveTo>
                  <a:lnTo>
                    <a:pt x="322" y="138"/>
                  </a:lnTo>
                  <a:lnTo>
                    <a:pt x="0" y="325"/>
                  </a:lnTo>
                  <a:lnTo>
                    <a:pt x="1" y="188"/>
                  </a:lnTo>
                  <a:lnTo>
                    <a:pt x="322"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1" name="Freeform 15">
              <a:extLst>
                <a:ext uri="{FF2B5EF4-FFF2-40B4-BE49-F238E27FC236}">
                  <a16:creationId xmlns:a16="http://schemas.microsoft.com/office/drawing/2014/main" id="{4D4325F7-BBDF-D42E-BD0B-C6430D95846D}"/>
                </a:ext>
              </a:extLst>
            </p:cNvPr>
            <p:cNvSpPr>
              <a:spLocks/>
            </p:cNvSpPr>
            <p:nvPr/>
          </p:nvSpPr>
          <p:spPr bwMode="auto">
            <a:xfrm>
              <a:off x="7002587" y="3754353"/>
              <a:ext cx="515938" cy="515938"/>
            </a:xfrm>
            <a:custGeom>
              <a:avLst/>
              <a:gdLst>
                <a:gd name="T0" fmla="*/ 325 w 325"/>
                <a:gd name="T1" fmla="*/ 188 h 325"/>
                <a:gd name="T2" fmla="*/ 324 w 325"/>
                <a:gd name="T3" fmla="*/ 325 h 325"/>
                <a:gd name="T4" fmla="*/ 0 w 325"/>
                <a:gd name="T5" fmla="*/ 138 h 325"/>
                <a:gd name="T6" fmla="*/ 0 w 325"/>
                <a:gd name="T7" fmla="*/ 0 h 325"/>
                <a:gd name="T8" fmla="*/ 325 w 325"/>
                <a:gd name="T9" fmla="*/ 188 h 325"/>
              </a:gdLst>
              <a:ahLst/>
              <a:cxnLst>
                <a:cxn ang="0">
                  <a:pos x="T0" y="T1"/>
                </a:cxn>
                <a:cxn ang="0">
                  <a:pos x="T2" y="T3"/>
                </a:cxn>
                <a:cxn ang="0">
                  <a:pos x="T4" y="T5"/>
                </a:cxn>
                <a:cxn ang="0">
                  <a:pos x="T6" y="T7"/>
                </a:cxn>
                <a:cxn ang="0">
                  <a:pos x="T8" y="T9"/>
                </a:cxn>
              </a:cxnLst>
              <a:rect l="0" t="0" r="r" b="b"/>
              <a:pathLst>
                <a:path w="325" h="325">
                  <a:moveTo>
                    <a:pt x="325" y="188"/>
                  </a:moveTo>
                  <a:lnTo>
                    <a:pt x="324" y="325"/>
                  </a:lnTo>
                  <a:lnTo>
                    <a:pt x="0" y="138"/>
                  </a:lnTo>
                  <a:lnTo>
                    <a:pt x="0" y="0"/>
                  </a:lnTo>
                  <a:lnTo>
                    <a:pt x="325" y="188"/>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2" name="Freeform 16">
              <a:extLst>
                <a:ext uri="{FF2B5EF4-FFF2-40B4-BE49-F238E27FC236}">
                  <a16:creationId xmlns:a16="http://schemas.microsoft.com/office/drawing/2014/main" id="{494C2441-DD95-CBBF-AFA5-0BF5575A88A4}"/>
                </a:ext>
              </a:extLst>
            </p:cNvPr>
            <p:cNvSpPr>
              <a:spLocks/>
            </p:cNvSpPr>
            <p:nvPr/>
          </p:nvSpPr>
          <p:spPr bwMode="auto">
            <a:xfrm>
              <a:off x="7002587" y="3457491"/>
              <a:ext cx="1025525" cy="595313"/>
            </a:xfrm>
            <a:custGeom>
              <a:avLst/>
              <a:gdLst>
                <a:gd name="T0" fmla="*/ 646 w 646"/>
                <a:gd name="T1" fmla="*/ 187 h 375"/>
                <a:gd name="T2" fmla="*/ 325 w 646"/>
                <a:gd name="T3" fmla="*/ 375 h 375"/>
                <a:gd name="T4" fmla="*/ 0 w 646"/>
                <a:gd name="T5" fmla="*/ 187 h 375"/>
                <a:gd name="T6" fmla="*/ 323 w 646"/>
                <a:gd name="T7" fmla="*/ 0 h 375"/>
                <a:gd name="T8" fmla="*/ 646 w 646"/>
                <a:gd name="T9" fmla="*/ 187 h 375"/>
              </a:gdLst>
              <a:ahLst/>
              <a:cxnLst>
                <a:cxn ang="0">
                  <a:pos x="T0" y="T1"/>
                </a:cxn>
                <a:cxn ang="0">
                  <a:pos x="T2" y="T3"/>
                </a:cxn>
                <a:cxn ang="0">
                  <a:pos x="T4" y="T5"/>
                </a:cxn>
                <a:cxn ang="0">
                  <a:pos x="T6" y="T7"/>
                </a:cxn>
                <a:cxn ang="0">
                  <a:pos x="T8" y="T9"/>
                </a:cxn>
              </a:cxnLst>
              <a:rect l="0" t="0" r="r" b="b"/>
              <a:pathLst>
                <a:path w="646" h="375">
                  <a:moveTo>
                    <a:pt x="646" y="187"/>
                  </a:moveTo>
                  <a:lnTo>
                    <a:pt x="325" y="375"/>
                  </a:lnTo>
                  <a:lnTo>
                    <a:pt x="0" y="187"/>
                  </a:lnTo>
                  <a:lnTo>
                    <a:pt x="323" y="0"/>
                  </a:lnTo>
                  <a:lnTo>
                    <a:pt x="646" y="187"/>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253" name="组合 252">
              <a:extLst>
                <a:ext uri="{FF2B5EF4-FFF2-40B4-BE49-F238E27FC236}">
                  <a16:creationId xmlns:a16="http://schemas.microsoft.com/office/drawing/2014/main" id="{4121AD57-AC50-FA06-D605-42825D451718}"/>
                </a:ext>
              </a:extLst>
            </p:cNvPr>
            <p:cNvGrpSpPr/>
            <p:nvPr/>
          </p:nvGrpSpPr>
          <p:grpSpPr>
            <a:xfrm>
              <a:off x="7002587" y="3434832"/>
              <a:ext cx="1025525" cy="622300"/>
              <a:chOff x="7002587" y="2911249"/>
              <a:chExt cx="1025525" cy="622300"/>
            </a:xfrm>
          </p:grpSpPr>
          <p:sp>
            <p:nvSpPr>
              <p:cNvPr id="254" name="Freeform 19">
                <a:extLst>
                  <a:ext uri="{FF2B5EF4-FFF2-40B4-BE49-F238E27FC236}">
                    <a16:creationId xmlns:a16="http://schemas.microsoft.com/office/drawing/2014/main" id="{29B6B70F-3212-574A-914B-6ED81DF05124}"/>
                  </a:ext>
                </a:extLst>
              </p:cNvPr>
              <p:cNvSpPr>
                <a:spLocks/>
              </p:cNvSpPr>
              <p:nvPr/>
            </p:nvSpPr>
            <p:spPr bwMode="auto">
              <a:xfrm>
                <a:off x="7002587" y="2911249"/>
                <a:ext cx="1025525" cy="595313"/>
              </a:xfrm>
              <a:custGeom>
                <a:avLst/>
                <a:gdLst>
                  <a:gd name="T0" fmla="*/ 646 w 646"/>
                  <a:gd name="T1" fmla="*/ 188 h 375"/>
                  <a:gd name="T2" fmla="*/ 324 w 646"/>
                  <a:gd name="T3" fmla="*/ 375 h 375"/>
                  <a:gd name="T4" fmla="*/ 0 w 646"/>
                  <a:gd name="T5" fmla="*/ 188 h 375"/>
                  <a:gd name="T6" fmla="*/ 322 w 646"/>
                  <a:gd name="T7" fmla="*/ 0 h 375"/>
                  <a:gd name="T8" fmla="*/ 646 w 646"/>
                  <a:gd name="T9" fmla="*/ 188 h 375"/>
                </a:gdLst>
                <a:ahLst/>
                <a:cxnLst>
                  <a:cxn ang="0">
                    <a:pos x="T0" y="T1"/>
                  </a:cxn>
                  <a:cxn ang="0">
                    <a:pos x="T2" y="T3"/>
                  </a:cxn>
                  <a:cxn ang="0">
                    <a:pos x="T4" y="T5"/>
                  </a:cxn>
                  <a:cxn ang="0">
                    <a:pos x="T6" y="T7"/>
                  </a:cxn>
                  <a:cxn ang="0">
                    <a:pos x="T8" y="T9"/>
                  </a:cxn>
                </a:cxnLst>
                <a:rect l="0" t="0" r="r" b="b"/>
                <a:pathLst>
                  <a:path w="646" h="375">
                    <a:moveTo>
                      <a:pt x="646" y="188"/>
                    </a:moveTo>
                    <a:lnTo>
                      <a:pt x="324" y="375"/>
                    </a:lnTo>
                    <a:lnTo>
                      <a:pt x="0" y="188"/>
                    </a:lnTo>
                    <a:lnTo>
                      <a:pt x="322" y="0"/>
                    </a:lnTo>
                    <a:lnTo>
                      <a:pt x="646" y="188"/>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55" name="Freeform 17">
                <a:extLst>
                  <a:ext uri="{FF2B5EF4-FFF2-40B4-BE49-F238E27FC236}">
                    <a16:creationId xmlns:a16="http://schemas.microsoft.com/office/drawing/2014/main" id="{EE997B61-5BC5-502F-4FB2-5D23814823EA}"/>
                  </a:ext>
                </a:extLst>
              </p:cNvPr>
              <p:cNvSpPr>
                <a:spLocks/>
              </p:cNvSpPr>
              <p:nvPr/>
            </p:nvSpPr>
            <p:spPr bwMode="auto">
              <a:xfrm>
                <a:off x="7516937" y="3209699"/>
                <a:ext cx="511175" cy="323850"/>
              </a:xfrm>
              <a:custGeom>
                <a:avLst/>
                <a:gdLst>
                  <a:gd name="T0" fmla="*/ 322 w 322"/>
                  <a:gd name="T1" fmla="*/ 0 h 204"/>
                  <a:gd name="T2" fmla="*/ 322 w 322"/>
                  <a:gd name="T3" fmla="*/ 17 h 204"/>
                  <a:gd name="T4" fmla="*/ 0 w 322"/>
                  <a:gd name="T5" fmla="*/ 204 h 204"/>
                  <a:gd name="T6" fmla="*/ 0 w 322"/>
                  <a:gd name="T7" fmla="*/ 187 h 204"/>
                  <a:gd name="T8" fmla="*/ 322 w 322"/>
                  <a:gd name="T9" fmla="*/ 0 h 204"/>
                </a:gdLst>
                <a:ahLst/>
                <a:cxnLst>
                  <a:cxn ang="0">
                    <a:pos x="T0" y="T1"/>
                  </a:cxn>
                  <a:cxn ang="0">
                    <a:pos x="T2" y="T3"/>
                  </a:cxn>
                  <a:cxn ang="0">
                    <a:pos x="T4" y="T5"/>
                  </a:cxn>
                  <a:cxn ang="0">
                    <a:pos x="T6" y="T7"/>
                  </a:cxn>
                  <a:cxn ang="0">
                    <a:pos x="T8" y="T9"/>
                  </a:cxn>
                </a:cxnLst>
                <a:rect l="0" t="0" r="r" b="b"/>
                <a:pathLst>
                  <a:path w="322" h="204">
                    <a:moveTo>
                      <a:pt x="322" y="0"/>
                    </a:moveTo>
                    <a:lnTo>
                      <a:pt x="322" y="17"/>
                    </a:lnTo>
                    <a:lnTo>
                      <a:pt x="0" y="204"/>
                    </a:lnTo>
                    <a:lnTo>
                      <a:pt x="0" y="187"/>
                    </a:lnTo>
                    <a:lnTo>
                      <a:pt x="322" y="0"/>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256" name="Freeform 18">
                <a:extLst>
                  <a:ext uri="{FF2B5EF4-FFF2-40B4-BE49-F238E27FC236}">
                    <a16:creationId xmlns:a16="http://schemas.microsoft.com/office/drawing/2014/main" id="{7EF24073-BD28-8F92-62B5-EDB3EA0EB47D}"/>
                  </a:ext>
                </a:extLst>
              </p:cNvPr>
              <p:cNvSpPr>
                <a:spLocks/>
              </p:cNvSpPr>
              <p:nvPr/>
            </p:nvSpPr>
            <p:spPr bwMode="auto">
              <a:xfrm>
                <a:off x="7002587" y="3209699"/>
                <a:ext cx="514350" cy="323850"/>
              </a:xfrm>
              <a:custGeom>
                <a:avLst/>
                <a:gdLst>
                  <a:gd name="T0" fmla="*/ 324 w 324"/>
                  <a:gd name="T1" fmla="*/ 187 h 204"/>
                  <a:gd name="T2" fmla="*/ 324 w 324"/>
                  <a:gd name="T3" fmla="*/ 204 h 204"/>
                  <a:gd name="T4" fmla="*/ 0 w 324"/>
                  <a:gd name="T5" fmla="*/ 17 h 204"/>
                  <a:gd name="T6" fmla="*/ 0 w 324"/>
                  <a:gd name="T7" fmla="*/ 0 h 204"/>
                  <a:gd name="T8" fmla="*/ 324 w 324"/>
                  <a:gd name="T9" fmla="*/ 187 h 204"/>
                </a:gdLst>
                <a:ahLst/>
                <a:cxnLst>
                  <a:cxn ang="0">
                    <a:pos x="T0" y="T1"/>
                  </a:cxn>
                  <a:cxn ang="0">
                    <a:pos x="T2" y="T3"/>
                  </a:cxn>
                  <a:cxn ang="0">
                    <a:pos x="T4" y="T5"/>
                  </a:cxn>
                  <a:cxn ang="0">
                    <a:pos x="T6" y="T7"/>
                  </a:cxn>
                  <a:cxn ang="0">
                    <a:pos x="T8" y="T9"/>
                  </a:cxn>
                </a:cxnLst>
                <a:rect l="0" t="0" r="r" b="b"/>
                <a:pathLst>
                  <a:path w="324" h="204">
                    <a:moveTo>
                      <a:pt x="324" y="187"/>
                    </a:moveTo>
                    <a:lnTo>
                      <a:pt x="324" y="204"/>
                    </a:lnTo>
                    <a:lnTo>
                      <a:pt x="0" y="17"/>
                    </a:lnTo>
                    <a:lnTo>
                      <a:pt x="0" y="0"/>
                    </a:lnTo>
                    <a:lnTo>
                      <a:pt x="324" y="187"/>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sp>
        <p:nvSpPr>
          <p:cNvPr id="257" name="图形 43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97E30258-4F88-2BFA-47B8-D6F3518A27D9}"/>
              </a:ext>
            </a:extLst>
          </p:cNvPr>
          <p:cNvSpPr/>
          <p:nvPr/>
        </p:nvSpPr>
        <p:spPr>
          <a:xfrm>
            <a:off x="7769554" y="5068312"/>
            <a:ext cx="163426" cy="204282"/>
          </a:xfrm>
          <a:custGeom>
            <a:avLst/>
            <a:gdLst>
              <a:gd name="connsiteX0" fmla="*/ 152400 w 152400"/>
              <a:gd name="connsiteY0" fmla="*/ 167545 h 190500"/>
              <a:gd name="connsiteX1" fmla="*/ 152400 w 152400"/>
              <a:gd name="connsiteY1" fmla="*/ 57150 h 190500"/>
              <a:gd name="connsiteX2" fmla="*/ 95250 w 152400"/>
              <a:gd name="connsiteY2" fmla="*/ 0 h 190500"/>
              <a:gd name="connsiteX3" fmla="*/ 19050 w 152400"/>
              <a:gd name="connsiteY3" fmla="*/ 0 h 190500"/>
              <a:gd name="connsiteX4" fmla="*/ 95 w 152400"/>
              <a:gd name="connsiteY4" fmla="*/ 19050 h 190500"/>
              <a:gd name="connsiteX5" fmla="*/ 0 w 152400"/>
              <a:gd name="connsiteY5" fmla="*/ 171450 h 190500"/>
              <a:gd name="connsiteX6" fmla="*/ 18955 w 152400"/>
              <a:gd name="connsiteY6" fmla="*/ 190500 h 190500"/>
              <a:gd name="connsiteX7" fmla="*/ 133350 w 152400"/>
              <a:gd name="connsiteY7" fmla="*/ 190500 h 190500"/>
              <a:gd name="connsiteX8" fmla="*/ 144685 w 152400"/>
              <a:gd name="connsiteY8" fmla="*/ 186690 h 190500"/>
              <a:gd name="connsiteX9" fmla="*/ 102489 w 152400"/>
              <a:gd name="connsiteY9" fmla="*/ 144494 h 190500"/>
              <a:gd name="connsiteX10" fmla="*/ 76200 w 152400"/>
              <a:gd name="connsiteY10" fmla="*/ 152400 h 190500"/>
              <a:gd name="connsiteX11" fmla="*/ 28575 w 152400"/>
              <a:gd name="connsiteY11" fmla="*/ 104775 h 190500"/>
              <a:gd name="connsiteX12" fmla="*/ 76200 w 152400"/>
              <a:gd name="connsiteY12" fmla="*/ 57150 h 190500"/>
              <a:gd name="connsiteX13" fmla="*/ 123825 w 152400"/>
              <a:gd name="connsiteY13" fmla="*/ 104775 h 190500"/>
              <a:gd name="connsiteX14" fmla="*/ 115919 w 152400"/>
              <a:gd name="connsiteY14" fmla="*/ 130969 h 190500"/>
              <a:gd name="connsiteX15" fmla="*/ 152400 w 152400"/>
              <a:gd name="connsiteY15" fmla="*/ 167545 h 190500"/>
              <a:gd name="connsiteX16" fmla="*/ 47625 w 152400"/>
              <a:gd name="connsiteY16" fmla="*/ 104775 h 190500"/>
              <a:gd name="connsiteX17" fmla="*/ 76200 w 152400"/>
              <a:gd name="connsiteY17" fmla="*/ 133350 h 190500"/>
              <a:gd name="connsiteX18" fmla="*/ 104775 w 152400"/>
              <a:gd name="connsiteY18" fmla="*/ 104775 h 190500"/>
              <a:gd name="connsiteX19" fmla="*/ 76200 w 152400"/>
              <a:gd name="connsiteY19" fmla="*/ 76200 h 190500"/>
              <a:gd name="connsiteX20" fmla="*/ 47625 w 152400"/>
              <a:gd name="connsiteY20"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2400" h="190500">
                <a:moveTo>
                  <a:pt x="152400" y="167545"/>
                </a:moveTo>
                <a:lnTo>
                  <a:pt x="152400" y="57150"/>
                </a:lnTo>
                <a:lnTo>
                  <a:pt x="95250" y="0"/>
                </a:lnTo>
                <a:lnTo>
                  <a:pt x="19050" y="0"/>
                </a:lnTo>
                <a:cubicBezTo>
                  <a:pt x="8573" y="0"/>
                  <a:pt x="95" y="8573"/>
                  <a:pt x="95" y="19050"/>
                </a:cubicBezTo>
                <a:lnTo>
                  <a:pt x="0" y="171450"/>
                </a:lnTo>
                <a:cubicBezTo>
                  <a:pt x="0" y="181928"/>
                  <a:pt x="8477" y="190500"/>
                  <a:pt x="18955" y="190500"/>
                </a:cubicBezTo>
                <a:lnTo>
                  <a:pt x="133350" y="190500"/>
                </a:lnTo>
                <a:cubicBezTo>
                  <a:pt x="137636" y="190500"/>
                  <a:pt x="141446" y="189071"/>
                  <a:pt x="144685" y="186690"/>
                </a:cubicBezTo>
                <a:lnTo>
                  <a:pt x="102489" y="144494"/>
                </a:lnTo>
                <a:cubicBezTo>
                  <a:pt x="94869" y="149447"/>
                  <a:pt x="85916" y="152400"/>
                  <a:pt x="76200" y="152400"/>
                </a:cubicBezTo>
                <a:cubicBezTo>
                  <a:pt x="49911" y="152400"/>
                  <a:pt x="28575" y="131064"/>
                  <a:pt x="28575" y="104775"/>
                </a:cubicBezTo>
                <a:cubicBezTo>
                  <a:pt x="28575" y="78486"/>
                  <a:pt x="49911" y="57150"/>
                  <a:pt x="76200" y="57150"/>
                </a:cubicBezTo>
                <a:cubicBezTo>
                  <a:pt x="102489" y="57150"/>
                  <a:pt x="123825" y="78486"/>
                  <a:pt x="123825" y="104775"/>
                </a:cubicBezTo>
                <a:cubicBezTo>
                  <a:pt x="123825" y="114491"/>
                  <a:pt x="120872" y="123444"/>
                  <a:pt x="115919" y="130969"/>
                </a:cubicBezTo>
                <a:lnTo>
                  <a:pt x="152400" y="167545"/>
                </a:lnTo>
                <a:close/>
                <a:moveTo>
                  <a:pt x="47625" y="104775"/>
                </a:moveTo>
                <a:cubicBezTo>
                  <a:pt x="47625" y="120587"/>
                  <a:pt x="60389" y="133350"/>
                  <a:pt x="76200" y="133350"/>
                </a:cubicBezTo>
                <a:cubicBezTo>
                  <a:pt x="92012" y="133350"/>
                  <a:pt x="104775" y="120587"/>
                  <a:pt x="104775" y="104775"/>
                </a:cubicBezTo>
                <a:cubicBezTo>
                  <a:pt x="104775" y="88964"/>
                  <a:pt x="92012" y="76200"/>
                  <a:pt x="76200" y="76200"/>
                </a:cubicBezTo>
                <a:cubicBezTo>
                  <a:pt x="60389" y="76200"/>
                  <a:pt x="47625" y="88964"/>
                  <a:pt x="47625" y="104775"/>
                </a:cubicBez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258" name="文本框 26">
            <a:extLst>
              <a:ext uri="{FF2B5EF4-FFF2-40B4-BE49-F238E27FC236}">
                <a16:creationId xmlns:a16="http://schemas.microsoft.com/office/drawing/2014/main" id="{7026CCA2-425E-068F-2943-A38863A47B97}"/>
              </a:ext>
            </a:extLst>
          </p:cNvPr>
          <p:cNvSpPr txBox="1"/>
          <p:nvPr/>
        </p:nvSpPr>
        <p:spPr>
          <a:xfrm>
            <a:off x="7551552" y="5640594"/>
            <a:ext cx="595035"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nvGrpSpPr>
          <p:cNvPr id="269" name="组合 268">
            <a:extLst>
              <a:ext uri="{FF2B5EF4-FFF2-40B4-BE49-F238E27FC236}">
                <a16:creationId xmlns:a16="http://schemas.microsoft.com/office/drawing/2014/main" id="{3FAFDC27-0309-D8F6-8470-04FB2AA1F2F4}"/>
              </a:ext>
            </a:extLst>
          </p:cNvPr>
          <p:cNvGrpSpPr/>
          <p:nvPr/>
        </p:nvGrpSpPr>
        <p:grpSpPr>
          <a:xfrm>
            <a:off x="9650706" y="1794649"/>
            <a:ext cx="595035" cy="724036"/>
            <a:chOff x="9614927" y="1794649"/>
            <a:chExt cx="595035" cy="724036"/>
          </a:xfrm>
        </p:grpSpPr>
        <p:grpSp>
          <p:nvGrpSpPr>
            <p:cNvPr id="259" name="组合 258">
              <a:extLst>
                <a:ext uri="{FF2B5EF4-FFF2-40B4-BE49-F238E27FC236}">
                  <a16:creationId xmlns:a16="http://schemas.microsoft.com/office/drawing/2014/main" id="{7DCA5C2A-B168-3A35-0D2A-DA41E80A51B1}"/>
                </a:ext>
              </a:extLst>
            </p:cNvPr>
            <p:cNvGrpSpPr/>
            <p:nvPr/>
          </p:nvGrpSpPr>
          <p:grpSpPr>
            <a:xfrm>
              <a:off x="9621941" y="1794649"/>
              <a:ext cx="581009" cy="473328"/>
              <a:chOff x="7002587" y="3434832"/>
              <a:chExt cx="1025525" cy="835459"/>
            </a:xfrm>
          </p:grpSpPr>
          <p:sp>
            <p:nvSpPr>
              <p:cNvPr id="260" name="Freeform 14">
                <a:extLst>
                  <a:ext uri="{FF2B5EF4-FFF2-40B4-BE49-F238E27FC236}">
                    <a16:creationId xmlns:a16="http://schemas.microsoft.com/office/drawing/2014/main" id="{70FAA73E-719C-B2DD-4707-A978C51D50E3}"/>
                  </a:ext>
                </a:extLst>
              </p:cNvPr>
              <p:cNvSpPr>
                <a:spLocks/>
              </p:cNvSpPr>
              <p:nvPr/>
            </p:nvSpPr>
            <p:spPr bwMode="auto">
              <a:xfrm>
                <a:off x="7516937" y="3754353"/>
                <a:ext cx="511175" cy="515938"/>
              </a:xfrm>
              <a:custGeom>
                <a:avLst/>
                <a:gdLst>
                  <a:gd name="T0" fmla="*/ 322 w 322"/>
                  <a:gd name="T1" fmla="*/ 0 h 325"/>
                  <a:gd name="T2" fmla="*/ 322 w 322"/>
                  <a:gd name="T3" fmla="*/ 138 h 325"/>
                  <a:gd name="T4" fmla="*/ 0 w 322"/>
                  <a:gd name="T5" fmla="*/ 325 h 325"/>
                  <a:gd name="T6" fmla="*/ 1 w 322"/>
                  <a:gd name="T7" fmla="*/ 188 h 325"/>
                  <a:gd name="T8" fmla="*/ 322 w 322"/>
                  <a:gd name="T9" fmla="*/ 0 h 325"/>
                </a:gdLst>
                <a:ahLst/>
                <a:cxnLst>
                  <a:cxn ang="0">
                    <a:pos x="T0" y="T1"/>
                  </a:cxn>
                  <a:cxn ang="0">
                    <a:pos x="T2" y="T3"/>
                  </a:cxn>
                  <a:cxn ang="0">
                    <a:pos x="T4" y="T5"/>
                  </a:cxn>
                  <a:cxn ang="0">
                    <a:pos x="T6" y="T7"/>
                  </a:cxn>
                  <a:cxn ang="0">
                    <a:pos x="T8" y="T9"/>
                  </a:cxn>
                </a:cxnLst>
                <a:rect l="0" t="0" r="r" b="b"/>
                <a:pathLst>
                  <a:path w="322" h="325">
                    <a:moveTo>
                      <a:pt x="322" y="0"/>
                    </a:moveTo>
                    <a:lnTo>
                      <a:pt x="322" y="138"/>
                    </a:lnTo>
                    <a:lnTo>
                      <a:pt x="0" y="325"/>
                    </a:lnTo>
                    <a:lnTo>
                      <a:pt x="1" y="188"/>
                    </a:lnTo>
                    <a:lnTo>
                      <a:pt x="322"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1" name="Freeform 15">
                <a:extLst>
                  <a:ext uri="{FF2B5EF4-FFF2-40B4-BE49-F238E27FC236}">
                    <a16:creationId xmlns:a16="http://schemas.microsoft.com/office/drawing/2014/main" id="{FB82AAF4-05F4-E611-EF0A-C783D34834BD}"/>
                  </a:ext>
                </a:extLst>
              </p:cNvPr>
              <p:cNvSpPr>
                <a:spLocks/>
              </p:cNvSpPr>
              <p:nvPr/>
            </p:nvSpPr>
            <p:spPr bwMode="auto">
              <a:xfrm>
                <a:off x="7002587" y="3754353"/>
                <a:ext cx="515938" cy="515938"/>
              </a:xfrm>
              <a:custGeom>
                <a:avLst/>
                <a:gdLst>
                  <a:gd name="T0" fmla="*/ 325 w 325"/>
                  <a:gd name="T1" fmla="*/ 188 h 325"/>
                  <a:gd name="T2" fmla="*/ 324 w 325"/>
                  <a:gd name="T3" fmla="*/ 325 h 325"/>
                  <a:gd name="T4" fmla="*/ 0 w 325"/>
                  <a:gd name="T5" fmla="*/ 138 h 325"/>
                  <a:gd name="T6" fmla="*/ 0 w 325"/>
                  <a:gd name="T7" fmla="*/ 0 h 325"/>
                  <a:gd name="T8" fmla="*/ 325 w 325"/>
                  <a:gd name="T9" fmla="*/ 188 h 325"/>
                </a:gdLst>
                <a:ahLst/>
                <a:cxnLst>
                  <a:cxn ang="0">
                    <a:pos x="T0" y="T1"/>
                  </a:cxn>
                  <a:cxn ang="0">
                    <a:pos x="T2" y="T3"/>
                  </a:cxn>
                  <a:cxn ang="0">
                    <a:pos x="T4" y="T5"/>
                  </a:cxn>
                  <a:cxn ang="0">
                    <a:pos x="T6" y="T7"/>
                  </a:cxn>
                  <a:cxn ang="0">
                    <a:pos x="T8" y="T9"/>
                  </a:cxn>
                </a:cxnLst>
                <a:rect l="0" t="0" r="r" b="b"/>
                <a:pathLst>
                  <a:path w="325" h="325">
                    <a:moveTo>
                      <a:pt x="325" y="188"/>
                    </a:moveTo>
                    <a:lnTo>
                      <a:pt x="324" y="325"/>
                    </a:lnTo>
                    <a:lnTo>
                      <a:pt x="0" y="138"/>
                    </a:lnTo>
                    <a:lnTo>
                      <a:pt x="0" y="0"/>
                    </a:lnTo>
                    <a:lnTo>
                      <a:pt x="325" y="188"/>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2" name="Freeform 16">
                <a:extLst>
                  <a:ext uri="{FF2B5EF4-FFF2-40B4-BE49-F238E27FC236}">
                    <a16:creationId xmlns:a16="http://schemas.microsoft.com/office/drawing/2014/main" id="{74395B0C-2CD7-2FC6-FB8E-5FE0B1682525}"/>
                  </a:ext>
                </a:extLst>
              </p:cNvPr>
              <p:cNvSpPr>
                <a:spLocks/>
              </p:cNvSpPr>
              <p:nvPr/>
            </p:nvSpPr>
            <p:spPr bwMode="auto">
              <a:xfrm>
                <a:off x="7002587" y="3457491"/>
                <a:ext cx="1025525" cy="595313"/>
              </a:xfrm>
              <a:custGeom>
                <a:avLst/>
                <a:gdLst>
                  <a:gd name="T0" fmla="*/ 646 w 646"/>
                  <a:gd name="T1" fmla="*/ 187 h 375"/>
                  <a:gd name="T2" fmla="*/ 325 w 646"/>
                  <a:gd name="T3" fmla="*/ 375 h 375"/>
                  <a:gd name="T4" fmla="*/ 0 w 646"/>
                  <a:gd name="T5" fmla="*/ 187 h 375"/>
                  <a:gd name="T6" fmla="*/ 323 w 646"/>
                  <a:gd name="T7" fmla="*/ 0 h 375"/>
                  <a:gd name="T8" fmla="*/ 646 w 646"/>
                  <a:gd name="T9" fmla="*/ 187 h 375"/>
                </a:gdLst>
                <a:ahLst/>
                <a:cxnLst>
                  <a:cxn ang="0">
                    <a:pos x="T0" y="T1"/>
                  </a:cxn>
                  <a:cxn ang="0">
                    <a:pos x="T2" y="T3"/>
                  </a:cxn>
                  <a:cxn ang="0">
                    <a:pos x="T4" y="T5"/>
                  </a:cxn>
                  <a:cxn ang="0">
                    <a:pos x="T6" y="T7"/>
                  </a:cxn>
                  <a:cxn ang="0">
                    <a:pos x="T8" y="T9"/>
                  </a:cxn>
                </a:cxnLst>
                <a:rect l="0" t="0" r="r" b="b"/>
                <a:pathLst>
                  <a:path w="646" h="375">
                    <a:moveTo>
                      <a:pt x="646" y="187"/>
                    </a:moveTo>
                    <a:lnTo>
                      <a:pt x="325" y="375"/>
                    </a:lnTo>
                    <a:lnTo>
                      <a:pt x="0" y="187"/>
                    </a:lnTo>
                    <a:lnTo>
                      <a:pt x="323" y="0"/>
                    </a:lnTo>
                    <a:lnTo>
                      <a:pt x="646" y="187"/>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263" name="组合 262">
                <a:extLst>
                  <a:ext uri="{FF2B5EF4-FFF2-40B4-BE49-F238E27FC236}">
                    <a16:creationId xmlns:a16="http://schemas.microsoft.com/office/drawing/2014/main" id="{35C979E6-EDEF-BED0-C7F6-14FF3E256055}"/>
                  </a:ext>
                </a:extLst>
              </p:cNvPr>
              <p:cNvGrpSpPr/>
              <p:nvPr/>
            </p:nvGrpSpPr>
            <p:grpSpPr>
              <a:xfrm>
                <a:off x="7002587" y="3434832"/>
                <a:ext cx="1025525" cy="622300"/>
                <a:chOff x="7002587" y="2911249"/>
                <a:chExt cx="1025525" cy="622300"/>
              </a:xfrm>
            </p:grpSpPr>
            <p:sp>
              <p:nvSpPr>
                <p:cNvPr id="264" name="Freeform 19">
                  <a:extLst>
                    <a:ext uri="{FF2B5EF4-FFF2-40B4-BE49-F238E27FC236}">
                      <a16:creationId xmlns:a16="http://schemas.microsoft.com/office/drawing/2014/main" id="{72F9E811-B354-9289-0970-786B794DB0F3}"/>
                    </a:ext>
                  </a:extLst>
                </p:cNvPr>
                <p:cNvSpPr>
                  <a:spLocks/>
                </p:cNvSpPr>
                <p:nvPr/>
              </p:nvSpPr>
              <p:spPr bwMode="auto">
                <a:xfrm>
                  <a:off x="7002587" y="2911249"/>
                  <a:ext cx="1025525" cy="595313"/>
                </a:xfrm>
                <a:custGeom>
                  <a:avLst/>
                  <a:gdLst>
                    <a:gd name="T0" fmla="*/ 646 w 646"/>
                    <a:gd name="T1" fmla="*/ 188 h 375"/>
                    <a:gd name="T2" fmla="*/ 324 w 646"/>
                    <a:gd name="T3" fmla="*/ 375 h 375"/>
                    <a:gd name="T4" fmla="*/ 0 w 646"/>
                    <a:gd name="T5" fmla="*/ 188 h 375"/>
                    <a:gd name="T6" fmla="*/ 322 w 646"/>
                    <a:gd name="T7" fmla="*/ 0 h 375"/>
                    <a:gd name="T8" fmla="*/ 646 w 646"/>
                    <a:gd name="T9" fmla="*/ 188 h 375"/>
                  </a:gdLst>
                  <a:ahLst/>
                  <a:cxnLst>
                    <a:cxn ang="0">
                      <a:pos x="T0" y="T1"/>
                    </a:cxn>
                    <a:cxn ang="0">
                      <a:pos x="T2" y="T3"/>
                    </a:cxn>
                    <a:cxn ang="0">
                      <a:pos x="T4" y="T5"/>
                    </a:cxn>
                    <a:cxn ang="0">
                      <a:pos x="T6" y="T7"/>
                    </a:cxn>
                    <a:cxn ang="0">
                      <a:pos x="T8" y="T9"/>
                    </a:cxn>
                  </a:cxnLst>
                  <a:rect l="0" t="0" r="r" b="b"/>
                  <a:pathLst>
                    <a:path w="646" h="375">
                      <a:moveTo>
                        <a:pt x="646" y="188"/>
                      </a:moveTo>
                      <a:lnTo>
                        <a:pt x="324" y="375"/>
                      </a:lnTo>
                      <a:lnTo>
                        <a:pt x="0" y="188"/>
                      </a:lnTo>
                      <a:lnTo>
                        <a:pt x="322" y="0"/>
                      </a:lnTo>
                      <a:lnTo>
                        <a:pt x="646" y="188"/>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65" name="Freeform 17">
                  <a:extLst>
                    <a:ext uri="{FF2B5EF4-FFF2-40B4-BE49-F238E27FC236}">
                      <a16:creationId xmlns:a16="http://schemas.microsoft.com/office/drawing/2014/main" id="{E770B728-027C-CD8C-256F-7FF14C721E86}"/>
                    </a:ext>
                  </a:extLst>
                </p:cNvPr>
                <p:cNvSpPr>
                  <a:spLocks/>
                </p:cNvSpPr>
                <p:nvPr/>
              </p:nvSpPr>
              <p:spPr bwMode="auto">
                <a:xfrm>
                  <a:off x="7516937" y="3209699"/>
                  <a:ext cx="511175" cy="323850"/>
                </a:xfrm>
                <a:custGeom>
                  <a:avLst/>
                  <a:gdLst>
                    <a:gd name="T0" fmla="*/ 322 w 322"/>
                    <a:gd name="T1" fmla="*/ 0 h 204"/>
                    <a:gd name="T2" fmla="*/ 322 w 322"/>
                    <a:gd name="T3" fmla="*/ 17 h 204"/>
                    <a:gd name="T4" fmla="*/ 0 w 322"/>
                    <a:gd name="T5" fmla="*/ 204 h 204"/>
                    <a:gd name="T6" fmla="*/ 0 w 322"/>
                    <a:gd name="T7" fmla="*/ 187 h 204"/>
                    <a:gd name="T8" fmla="*/ 322 w 322"/>
                    <a:gd name="T9" fmla="*/ 0 h 204"/>
                  </a:gdLst>
                  <a:ahLst/>
                  <a:cxnLst>
                    <a:cxn ang="0">
                      <a:pos x="T0" y="T1"/>
                    </a:cxn>
                    <a:cxn ang="0">
                      <a:pos x="T2" y="T3"/>
                    </a:cxn>
                    <a:cxn ang="0">
                      <a:pos x="T4" y="T5"/>
                    </a:cxn>
                    <a:cxn ang="0">
                      <a:pos x="T6" y="T7"/>
                    </a:cxn>
                    <a:cxn ang="0">
                      <a:pos x="T8" y="T9"/>
                    </a:cxn>
                  </a:cxnLst>
                  <a:rect l="0" t="0" r="r" b="b"/>
                  <a:pathLst>
                    <a:path w="322" h="204">
                      <a:moveTo>
                        <a:pt x="322" y="0"/>
                      </a:moveTo>
                      <a:lnTo>
                        <a:pt x="322" y="17"/>
                      </a:lnTo>
                      <a:lnTo>
                        <a:pt x="0" y="204"/>
                      </a:lnTo>
                      <a:lnTo>
                        <a:pt x="0" y="187"/>
                      </a:lnTo>
                      <a:lnTo>
                        <a:pt x="322" y="0"/>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266" name="Freeform 18">
                  <a:extLst>
                    <a:ext uri="{FF2B5EF4-FFF2-40B4-BE49-F238E27FC236}">
                      <a16:creationId xmlns:a16="http://schemas.microsoft.com/office/drawing/2014/main" id="{FF36EBE9-7A1A-1232-A046-3DB9E78257F4}"/>
                    </a:ext>
                  </a:extLst>
                </p:cNvPr>
                <p:cNvSpPr>
                  <a:spLocks/>
                </p:cNvSpPr>
                <p:nvPr/>
              </p:nvSpPr>
              <p:spPr bwMode="auto">
                <a:xfrm>
                  <a:off x="7002587" y="3209699"/>
                  <a:ext cx="514350" cy="323850"/>
                </a:xfrm>
                <a:custGeom>
                  <a:avLst/>
                  <a:gdLst>
                    <a:gd name="T0" fmla="*/ 324 w 324"/>
                    <a:gd name="T1" fmla="*/ 187 h 204"/>
                    <a:gd name="T2" fmla="*/ 324 w 324"/>
                    <a:gd name="T3" fmla="*/ 204 h 204"/>
                    <a:gd name="T4" fmla="*/ 0 w 324"/>
                    <a:gd name="T5" fmla="*/ 17 h 204"/>
                    <a:gd name="T6" fmla="*/ 0 w 324"/>
                    <a:gd name="T7" fmla="*/ 0 h 204"/>
                    <a:gd name="T8" fmla="*/ 324 w 324"/>
                    <a:gd name="T9" fmla="*/ 187 h 204"/>
                  </a:gdLst>
                  <a:ahLst/>
                  <a:cxnLst>
                    <a:cxn ang="0">
                      <a:pos x="T0" y="T1"/>
                    </a:cxn>
                    <a:cxn ang="0">
                      <a:pos x="T2" y="T3"/>
                    </a:cxn>
                    <a:cxn ang="0">
                      <a:pos x="T4" y="T5"/>
                    </a:cxn>
                    <a:cxn ang="0">
                      <a:pos x="T6" y="T7"/>
                    </a:cxn>
                    <a:cxn ang="0">
                      <a:pos x="T8" y="T9"/>
                    </a:cxn>
                  </a:cxnLst>
                  <a:rect l="0" t="0" r="r" b="b"/>
                  <a:pathLst>
                    <a:path w="324" h="204">
                      <a:moveTo>
                        <a:pt x="324" y="187"/>
                      </a:moveTo>
                      <a:lnTo>
                        <a:pt x="324" y="204"/>
                      </a:lnTo>
                      <a:lnTo>
                        <a:pt x="0" y="17"/>
                      </a:lnTo>
                      <a:lnTo>
                        <a:pt x="0" y="0"/>
                      </a:lnTo>
                      <a:lnTo>
                        <a:pt x="324" y="187"/>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sp>
          <p:nvSpPr>
            <p:cNvPr id="267" name="文本框 26">
              <a:extLst>
                <a:ext uri="{FF2B5EF4-FFF2-40B4-BE49-F238E27FC236}">
                  <a16:creationId xmlns:a16="http://schemas.microsoft.com/office/drawing/2014/main" id="{9640AF46-3E89-3192-C7A3-52CE45D7B661}"/>
                </a:ext>
              </a:extLst>
            </p:cNvPr>
            <p:cNvSpPr txBox="1"/>
            <p:nvPr/>
          </p:nvSpPr>
          <p:spPr>
            <a:xfrm>
              <a:off x="9614927" y="2303241"/>
              <a:ext cx="595035"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nvGrpSpPr>
          <p:cNvPr id="270" name="组合 269">
            <a:extLst>
              <a:ext uri="{FF2B5EF4-FFF2-40B4-BE49-F238E27FC236}">
                <a16:creationId xmlns:a16="http://schemas.microsoft.com/office/drawing/2014/main" id="{299ADA26-9FA8-0DAE-9E25-D38ACEC613C6}"/>
              </a:ext>
            </a:extLst>
          </p:cNvPr>
          <p:cNvGrpSpPr/>
          <p:nvPr/>
        </p:nvGrpSpPr>
        <p:grpSpPr>
          <a:xfrm>
            <a:off x="9650706" y="2874267"/>
            <a:ext cx="595035" cy="724036"/>
            <a:chOff x="9614927" y="1794649"/>
            <a:chExt cx="595035" cy="724036"/>
          </a:xfrm>
        </p:grpSpPr>
        <p:grpSp>
          <p:nvGrpSpPr>
            <p:cNvPr id="271" name="组合 270">
              <a:extLst>
                <a:ext uri="{FF2B5EF4-FFF2-40B4-BE49-F238E27FC236}">
                  <a16:creationId xmlns:a16="http://schemas.microsoft.com/office/drawing/2014/main" id="{91C8EB6B-4FDC-1CE3-599F-8D77AABA4598}"/>
                </a:ext>
              </a:extLst>
            </p:cNvPr>
            <p:cNvGrpSpPr/>
            <p:nvPr/>
          </p:nvGrpSpPr>
          <p:grpSpPr>
            <a:xfrm>
              <a:off x="9621941" y="1794649"/>
              <a:ext cx="581009" cy="473328"/>
              <a:chOff x="7002587" y="3434832"/>
              <a:chExt cx="1025525" cy="835459"/>
            </a:xfrm>
          </p:grpSpPr>
          <p:sp>
            <p:nvSpPr>
              <p:cNvPr id="273" name="Freeform 14">
                <a:extLst>
                  <a:ext uri="{FF2B5EF4-FFF2-40B4-BE49-F238E27FC236}">
                    <a16:creationId xmlns:a16="http://schemas.microsoft.com/office/drawing/2014/main" id="{AA6A5BB8-1698-A1A7-7022-6893F82CA896}"/>
                  </a:ext>
                </a:extLst>
              </p:cNvPr>
              <p:cNvSpPr>
                <a:spLocks/>
              </p:cNvSpPr>
              <p:nvPr/>
            </p:nvSpPr>
            <p:spPr bwMode="auto">
              <a:xfrm>
                <a:off x="7516937" y="3754353"/>
                <a:ext cx="511175" cy="515938"/>
              </a:xfrm>
              <a:custGeom>
                <a:avLst/>
                <a:gdLst>
                  <a:gd name="T0" fmla="*/ 322 w 322"/>
                  <a:gd name="T1" fmla="*/ 0 h 325"/>
                  <a:gd name="T2" fmla="*/ 322 w 322"/>
                  <a:gd name="T3" fmla="*/ 138 h 325"/>
                  <a:gd name="T4" fmla="*/ 0 w 322"/>
                  <a:gd name="T5" fmla="*/ 325 h 325"/>
                  <a:gd name="T6" fmla="*/ 1 w 322"/>
                  <a:gd name="T7" fmla="*/ 188 h 325"/>
                  <a:gd name="T8" fmla="*/ 322 w 322"/>
                  <a:gd name="T9" fmla="*/ 0 h 325"/>
                </a:gdLst>
                <a:ahLst/>
                <a:cxnLst>
                  <a:cxn ang="0">
                    <a:pos x="T0" y="T1"/>
                  </a:cxn>
                  <a:cxn ang="0">
                    <a:pos x="T2" y="T3"/>
                  </a:cxn>
                  <a:cxn ang="0">
                    <a:pos x="T4" y="T5"/>
                  </a:cxn>
                  <a:cxn ang="0">
                    <a:pos x="T6" y="T7"/>
                  </a:cxn>
                  <a:cxn ang="0">
                    <a:pos x="T8" y="T9"/>
                  </a:cxn>
                </a:cxnLst>
                <a:rect l="0" t="0" r="r" b="b"/>
                <a:pathLst>
                  <a:path w="322" h="325">
                    <a:moveTo>
                      <a:pt x="322" y="0"/>
                    </a:moveTo>
                    <a:lnTo>
                      <a:pt x="322" y="138"/>
                    </a:lnTo>
                    <a:lnTo>
                      <a:pt x="0" y="325"/>
                    </a:lnTo>
                    <a:lnTo>
                      <a:pt x="1" y="188"/>
                    </a:lnTo>
                    <a:lnTo>
                      <a:pt x="322"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4" name="Freeform 15">
                <a:extLst>
                  <a:ext uri="{FF2B5EF4-FFF2-40B4-BE49-F238E27FC236}">
                    <a16:creationId xmlns:a16="http://schemas.microsoft.com/office/drawing/2014/main" id="{5DFBE9D8-42DF-4942-248C-F62EBA6DA784}"/>
                  </a:ext>
                </a:extLst>
              </p:cNvPr>
              <p:cNvSpPr>
                <a:spLocks/>
              </p:cNvSpPr>
              <p:nvPr/>
            </p:nvSpPr>
            <p:spPr bwMode="auto">
              <a:xfrm>
                <a:off x="7002587" y="3754353"/>
                <a:ext cx="515938" cy="515938"/>
              </a:xfrm>
              <a:custGeom>
                <a:avLst/>
                <a:gdLst>
                  <a:gd name="T0" fmla="*/ 325 w 325"/>
                  <a:gd name="T1" fmla="*/ 188 h 325"/>
                  <a:gd name="T2" fmla="*/ 324 w 325"/>
                  <a:gd name="T3" fmla="*/ 325 h 325"/>
                  <a:gd name="T4" fmla="*/ 0 w 325"/>
                  <a:gd name="T5" fmla="*/ 138 h 325"/>
                  <a:gd name="T6" fmla="*/ 0 w 325"/>
                  <a:gd name="T7" fmla="*/ 0 h 325"/>
                  <a:gd name="T8" fmla="*/ 325 w 325"/>
                  <a:gd name="T9" fmla="*/ 188 h 325"/>
                </a:gdLst>
                <a:ahLst/>
                <a:cxnLst>
                  <a:cxn ang="0">
                    <a:pos x="T0" y="T1"/>
                  </a:cxn>
                  <a:cxn ang="0">
                    <a:pos x="T2" y="T3"/>
                  </a:cxn>
                  <a:cxn ang="0">
                    <a:pos x="T4" y="T5"/>
                  </a:cxn>
                  <a:cxn ang="0">
                    <a:pos x="T6" y="T7"/>
                  </a:cxn>
                  <a:cxn ang="0">
                    <a:pos x="T8" y="T9"/>
                  </a:cxn>
                </a:cxnLst>
                <a:rect l="0" t="0" r="r" b="b"/>
                <a:pathLst>
                  <a:path w="325" h="325">
                    <a:moveTo>
                      <a:pt x="325" y="188"/>
                    </a:moveTo>
                    <a:lnTo>
                      <a:pt x="324" y="325"/>
                    </a:lnTo>
                    <a:lnTo>
                      <a:pt x="0" y="138"/>
                    </a:lnTo>
                    <a:lnTo>
                      <a:pt x="0" y="0"/>
                    </a:lnTo>
                    <a:lnTo>
                      <a:pt x="325" y="188"/>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5" name="Freeform 16">
                <a:extLst>
                  <a:ext uri="{FF2B5EF4-FFF2-40B4-BE49-F238E27FC236}">
                    <a16:creationId xmlns:a16="http://schemas.microsoft.com/office/drawing/2014/main" id="{B2B7A0C3-B3B2-10F3-C116-CC5ECDE35246}"/>
                  </a:ext>
                </a:extLst>
              </p:cNvPr>
              <p:cNvSpPr>
                <a:spLocks/>
              </p:cNvSpPr>
              <p:nvPr/>
            </p:nvSpPr>
            <p:spPr bwMode="auto">
              <a:xfrm>
                <a:off x="7002587" y="3457491"/>
                <a:ext cx="1025525" cy="595313"/>
              </a:xfrm>
              <a:custGeom>
                <a:avLst/>
                <a:gdLst>
                  <a:gd name="T0" fmla="*/ 646 w 646"/>
                  <a:gd name="T1" fmla="*/ 187 h 375"/>
                  <a:gd name="T2" fmla="*/ 325 w 646"/>
                  <a:gd name="T3" fmla="*/ 375 h 375"/>
                  <a:gd name="T4" fmla="*/ 0 w 646"/>
                  <a:gd name="T5" fmla="*/ 187 h 375"/>
                  <a:gd name="T6" fmla="*/ 323 w 646"/>
                  <a:gd name="T7" fmla="*/ 0 h 375"/>
                  <a:gd name="T8" fmla="*/ 646 w 646"/>
                  <a:gd name="T9" fmla="*/ 187 h 375"/>
                </a:gdLst>
                <a:ahLst/>
                <a:cxnLst>
                  <a:cxn ang="0">
                    <a:pos x="T0" y="T1"/>
                  </a:cxn>
                  <a:cxn ang="0">
                    <a:pos x="T2" y="T3"/>
                  </a:cxn>
                  <a:cxn ang="0">
                    <a:pos x="T4" y="T5"/>
                  </a:cxn>
                  <a:cxn ang="0">
                    <a:pos x="T6" y="T7"/>
                  </a:cxn>
                  <a:cxn ang="0">
                    <a:pos x="T8" y="T9"/>
                  </a:cxn>
                </a:cxnLst>
                <a:rect l="0" t="0" r="r" b="b"/>
                <a:pathLst>
                  <a:path w="646" h="375">
                    <a:moveTo>
                      <a:pt x="646" y="187"/>
                    </a:moveTo>
                    <a:lnTo>
                      <a:pt x="325" y="375"/>
                    </a:lnTo>
                    <a:lnTo>
                      <a:pt x="0" y="187"/>
                    </a:lnTo>
                    <a:lnTo>
                      <a:pt x="323" y="0"/>
                    </a:lnTo>
                    <a:lnTo>
                      <a:pt x="646" y="187"/>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276" name="组合 275">
                <a:extLst>
                  <a:ext uri="{FF2B5EF4-FFF2-40B4-BE49-F238E27FC236}">
                    <a16:creationId xmlns:a16="http://schemas.microsoft.com/office/drawing/2014/main" id="{A8E78D2E-1593-6384-E9F1-BB9F13B87F1E}"/>
                  </a:ext>
                </a:extLst>
              </p:cNvPr>
              <p:cNvGrpSpPr/>
              <p:nvPr/>
            </p:nvGrpSpPr>
            <p:grpSpPr>
              <a:xfrm>
                <a:off x="7002587" y="3434832"/>
                <a:ext cx="1025525" cy="622300"/>
                <a:chOff x="7002587" y="2911249"/>
                <a:chExt cx="1025525" cy="622300"/>
              </a:xfrm>
            </p:grpSpPr>
            <p:sp>
              <p:nvSpPr>
                <p:cNvPr id="277" name="Freeform 19">
                  <a:extLst>
                    <a:ext uri="{FF2B5EF4-FFF2-40B4-BE49-F238E27FC236}">
                      <a16:creationId xmlns:a16="http://schemas.microsoft.com/office/drawing/2014/main" id="{36FB56D9-D3C9-A43D-A4DD-B0059B0C3ECC}"/>
                    </a:ext>
                  </a:extLst>
                </p:cNvPr>
                <p:cNvSpPr>
                  <a:spLocks/>
                </p:cNvSpPr>
                <p:nvPr/>
              </p:nvSpPr>
              <p:spPr bwMode="auto">
                <a:xfrm>
                  <a:off x="7002587" y="2911249"/>
                  <a:ext cx="1025525" cy="595313"/>
                </a:xfrm>
                <a:custGeom>
                  <a:avLst/>
                  <a:gdLst>
                    <a:gd name="T0" fmla="*/ 646 w 646"/>
                    <a:gd name="T1" fmla="*/ 188 h 375"/>
                    <a:gd name="T2" fmla="*/ 324 w 646"/>
                    <a:gd name="T3" fmla="*/ 375 h 375"/>
                    <a:gd name="T4" fmla="*/ 0 w 646"/>
                    <a:gd name="T5" fmla="*/ 188 h 375"/>
                    <a:gd name="T6" fmla="*/ 322 w 646"/>
                    <a:gd name="T7" fmla="*/ 0 h 375"/>
                    <a:gd name="T8" fmla="*/ 646 w 646"/>
                    <a:gd name="T9" fmla="*/ 188 h 375"/>
                  </a:gdLst>
                  <a:ahLst/>
                  <a:cxnLst>
                    <a:cxn ang="0">
                      <a:pos x="T0" y="T1"/>
                    </a:cxn>
                    <a:cxn ang="0">
                      <a:pos x="T2" y="T3"/>
                    </a:cxn>
                    <a:cxn ang="0">
                      <a:pos x="T4" y="T5"/>
                    </a:cxn>
                    <a:cxn ang="0">
                      <a:pos x="T6" y="T7"/>
                    </a:cxn>
                    <a:cxn ang="0">
                      <a:pos x="T8" y="T9"/>
                    </a:cxn>
                  </a:cxnLst>
                  <a:rect l="0" t="0" r="r" b="b"/>
                  <a:pathLst>
                    <a:path w="646" h="375">
                      <a:moveTo>
                        <a:pt x="646" y="188"/>
                      </a:moveTo>
                      <a:lnTo>
                        <a:pt x="324" y="375"/>
                      </a:lnTo>
                      <a:lnTo>
                        <a:pt x="0" y="188"/>
                      </a:lnTo>
                      <a:lnTo>
                        <a:pt x="322" y="0"/>
                      </a:lnTo>
                      <a:lnTo>
                        <a:pt x="646" y="188"/>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78" name="Freeform 17">
                  <a:extLst>
                    <a:ext uri="{FF2B5EF4-FFF2-40B4-BE49-F238E27FC236}">
                      <a16:creationId xmlns:a16="http://schemas.microsoft.com/office/drawing/2014/main" id="{B876DE20-F41C-96DE-8161-741641D7C85A}"/>
                    </a:ext>
                  </a:extLst>
                </p:cNvPr>
                <p:cNvSpPr>
                  <a:spLocks/>
                </p:cNvSpPr>
                <p:nvPr/>
              </p:nvSpPr>
              <p:spPr bwMode="auto">
                <a:xfrm>
                  <a:off x="7516937" y="3209699"/>
                  <a:ext cx="511175" cy="323850"/>
                </a:xfrm>
                <a:custGeom>
                  <a:avLst/>
                  <a:gdLst>
                    <a:gd name="T0" fmla="*/ 322 w 322"/>
                    <a:gd name="T1" fmla="*/ 0 h 204"/>
                    <a:gd name="T2" fmla="*/ 322 w 322"/>
                    <a:gd name="T3" fmla="*/ 17 h 204"/>
                    <a:gd name="T4" fmla="*/ 0 w 322"/>
                    <a:gd name="T5" fmla="*/ 204 h 204"/>
                    <a:gd name="T6" fmla="*/ 0 w 322"/>
                    <a:gd name="T7" fmla="*/ 187 h 204"/>
                    <a:gd name="T8" fmla="*/ 322 w 322"/>
                    <a:gd name="T9" fmla="*/ 0 h 204"/>
                  </a:gdLst>
                  <a:ahLst/>
                  <a:cxnLst>
                    <a:cxn ang="0">
                      <a:pos x="T0" y="T1"/>
                    </a:cxn>
                    <a:cxn ang="0">
                      <a:pos x="T2" y="T3"/>
                    </a:cxn>
                    <a:cxn ang="0">
                      <a:pos x="T4" y="T5"/>
                    </a:cxn>
                    <a:cxn ang="0">
                      <a:pos x="T6" y="T7"/>
                    </a:cxn>
                    <a:cxn ang="0">
                      <a:pos x="T8" y="T9"/>
                    </a:cxn>
                  </a:cxnLst>
                  <a:rect l="0" t="0" r="r" b="b"/>
                  <a:pathLst>
                    <a:path w="322" h="204">
                      <a:moveTo>
                        <a:pt x="322" y="0"/>
                      </a:moveTo>
                      <a:lnTo>
                        <a:pt x="322" y="17"/>
                      </a:lnTo>
                      <a:lnTo>
                        <a:pt x="0" y="204"/>
                      </a:lnTo>
                      <a:lnTo>
                        <a:pt x="0" y="187"/>
                      </a:lnTo>
                      <a:lnTo>
                        <a:pt x="322" y="0"/>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279" name="Freeform 18">
                  <a:extLst>
                    <a:ext uri="{FF2B5EF4-FFF2-40B4-BE49-F238E27FC236}">
                      <a16:creationId xmlns:a16="http://schemas.microsoft.com/office/drawing/2014/main" id="{48A43FD4-0E96-518E-F455-61EECB3F4805}"/>
                    </a:ext>
                  </a:extLst>
                </p:cNvPr>
                <p:cNvSpPr>
                  <a:spLocks/>
                </p:cNvSpPr>
                <p:nvPr/>
              </p:nvSpPr>
              <p:spPr bwMode="auto">
                <a:xfrm>
                  <a:off x="7002587" y="3209699"/>
                  <a:ext cx="514350" cy="323850"/>
                </a:xfrm>
                <a:custGeom>
                  <a:avLst/>
                  <a:gdLst>
                    <a:gd name="T0" fmla="*/ 324 w 324"/>
                    <a:gd name="T1" fmla="*/ 187 h 204"/>
                    <a:gd name="T2" fmla="*/ 324 w 324"/>
                    <a:gd name="T3" fmla="*/ 204 h 204"/>
                    <a:gd name="T4" fmla="*/ 0 w 324"/>
                    <a:gd name="T5" fmla="*/ 17 h 204"/>
                    <a:gd name="T6" fmla="*/ 0 w 324"/>
                    <a:gd name="T7" fmla="*/ 0 h 204"/>
                    <a:gd name="T8" fmla="*/ 324 w 324"/>
                    <a:gd name="T9" fmla="*/ 187 h 204"/>
                  </a:gdLst>
                  <a:ahLst/>
                  <a:cxnLst>
                    <a:cxn ang="0">
                      <a:pos x="T0" y="T1"/>
                    </a:cxn>
                    <a:cxn ang="0">
                      <a:pos x="T2" y="T3"/>
                    </a:cxn>
                    <a:cxn ang="0">
                      <a:pos x="T4" y="T5"/>
                    </a:cxn>
                    <a:cxn ang="0">
                      <a:pos x="T6" y="T7"/>
                    </a:cxn>
                    <a:cxn ang="0">
                      <a:pos x="T8" y="T9"/>
                    </a:cxn>
                  </a:cxnLst>
                  <a:rect l="0" t="0" r="r" b="b"/>
                  <a:pathLst>
                    <a:path w="324" h="204">
                      <a:moveTo>
                        <a:pt x="324" y="187"/>
                      </a:moveTo>
                      <a:lnTo>
                        <a:pt x="324" y="204"/>
                      </a:lnTo>
                      <a:lnTo>
                        <a:pt x="0" y="17"/>
                      </a:lnTo>
                      <a:lnTo>
                        <a:pt x="0" y="0"/>
                      </a:lnTo>
                      <a:lnTo>
                        <a:pt x="324" y="187"/>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sp>
          <p:nvSpPr>
            <p:cNvPr id="272" name="文本框 26">
              <a:extLst>
                <a:ext uri="{FF2B5EF4-FFF2-40B4-BE49-F238E27FC236}">
                  <a16:creationId xmlns:a16="http://schemas.microsoft.com/office/drawing/2014/main" id="{93941EA2-28D6-B6BA-7CE8-796C6ECA6757}"/>
                </a:ext>
              </a:extLst>
            </p:cNvPr>
            <p:cNvSpPr txBox="1"/>
            <p:nvPr/>
          </p:nvSpPr>
          <p:spPr>
            <a:xfrm>
              <a:off x="9614927" y="2303241"/>
              <a:ext cx="595035"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nvGrpSpPr>
          <p:cNvPr id="280" name="组合 279">
            <a:extLst>
              <a:ext uri="{FF2B5EF4-FFF2-40B4-BE49-F238E27FC236}">
                <a16:creationId xmlns:a16="http://schemas.microsoft.com/office/drawing/2014/main" id="{EE85ABDA-C595-37FA-8A0C-F47EE897551E}"/>
              </a:ext>
            </a:extLst>
          </p:cNvPr>
          <p:cNvGrpSpPr/>
          <p:nvPr/>
        </p:nvGrpSpPr>
        <p:grpSpPr>
          <a:xfrm>
            <a:off x="9650706" y="3953885"/>
            <a:ext cx="595035" cy="724036"/>
            <a:chOff x="9614927" y="1794649"/>
            <a:chExt cx="595035" cy="724036"/>
          </a:xfrm>
        </p:grpSpPr>
        <p:grpSp>
          <p:nvGrpSpPr>
            <p:cNvPr id="281" name="组合 280">
              <a:extLst>
                <a:ext uri="{FF2B5EF4-FFF2-40B4-BE49-F238E27FC236}">
                  <a16:creationId xmlns:a16="http://schemas.microsoft.com/office/drawing/2014/main" id="{433FDBE8-CBEB-0C5D-8154-258833F1026E}"/>
                </a:ext>
              </a:extLst>
            </p:cNvPr>
            <p:cNvGrpSpPr/>
            <p:nvPr/>
          </p:nvGrpSpPr>
          <p:grpSpPr>
            <a:xfrm>
              <a:off x="9621941" y="1794649"/>
              <a:ext cx="581009" cy="473328"/>
              <a:chOff x="7002587" y="3434832"/>
              <a:chExt cx="1025525" cy="835459"/>
            </a:xfrm>
          </p:grpSpPr>
          <p:sp>
            <p:nvSpPr>
              <p:cNvPr id="283" name="Freeform 14">
                <a:extLst>
                  <a:ext uri="{FF2B5EF4-FFF2-40B4-BE49-F238E27FC236}">
                    <a16:creationId xmlns:a16="http://schemas.microsoft.com/office/drawing/2014/main" id="{802FC2A3-C1B9-833B-A76F-6C00EA350B01}"/>
                  </a:ext>
                </a:extLst>
              </p:cNvPr>
              <p:cNvSpPr>
                <a:spLocks/>
              </p:cNvSpPr>
              <p:nvPr/>
            </p:nvSpPr>
            <p:spPr bwMode="auto">
              <a:xfrm>
                <a:off x="7516937" y="3754353"/>
                <a:ext cx="511175" cy="515938"/>
              </a:xfrm>
              <a:custGeom>
                <a:avLst/>
                <a:gdLst>
                  <a:gd name="T0" fmla="*/ 322 w 322"/>
                  <a:gd name="T1" fmla="*/ 0 h 325"/>
                  <a:gd name="T2" fmla="*/ 322 w 322"/>
                  <a:gd name="T3" fmla="*/ 138 h 325"/>
                  <a:gd name="T4" fmla="*/ 0 w 322"/>
                  <a:gd name="T5" fmla="*/ 325 h 325"/>
                  <a:gd name="T6" fmla="*/ 1 w 322"/>
                  <a:gd name="T7" fmla="*/ 188 h 325"/>
                  <a:gd name="T8" fmla="*/ 322 w 322"/>
                  <a:gd name="T9" fmla="*/ 0 h 325"/>
                </a:gdLst>
                <a:ahLst/>
                <a:cxnLst>
                  <a:cxn ang="0">
                    <a:pos x="T0" y="T1"/>
                  </a:cxn>
                  <a:cxn ang="0">
                    <a:pos x="T2" y="T3"/>
                  </a:cxn>
                  <a:cxn ang="0">
                    <a:pos x="T4" y="T5"/>
                  </a:cxn>
                  <a:cxn ang="0">
                    <a:pos x="T6" y="T7"/>
                  </a:cxn>
                  <a:cxn ang="0">
                    <a:pos x="T8" y="T9"/>
                  </a:cxn>
                </a:cxnLst>
                <a:rect l="0" t="0" r="r" b="b"/>
                <a:pathLst>
                  <a:path w="322" h="325">
                    <a:moveTo>
                      <a:pt x="322" y="0"/>
                    </a:moveTo>
                    <a:lnTo>
                      <a:pt x="322" y="138"/>
                    </a:lnTo>
                    <a:lnTo>
                      <a:pt x="0" y="325"/>
                    </a:lnTo>
                    <a:lnTo>
                      <a:pt x="1" y="188"/>
                    </a:lnTo>
                    <a:lnTo>
                      <a:pt x="322"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4" name="Freeform 15">
                <a:extLst>
                  <a:ext uri="{FF2B5EF4-FFF2-40B4-BE49-F238E27FC236}">
                    <a16:creationId xmlns:a16="http://schemas.microsoft.com/office/drawing/2014/main" id="{DE43005B-ECFC-B59E-DA2B-2513B53E28C9}"/>
                  </a:ext>
                </a:extLst>
              </p:cNvPr>
              <p:cNvSpPr>
                <a:spLocks/>
              </p:cNvSpPr>
              <p:nvPr/>
            </p:nvSpPr>
            <p:spPr bwMode="auto">
              <a:xfrm>
                <a:off x="7002587" y="3754353"/>
                <a:ext cx="515938" cy="515938"/>
              </a:xfrm>
              <a:custGeom>
                <a:avLst/>
                <a:gdLst>
                  <a:gd name="T0" fmla="*/ 325 w 325"/>
                  <a:gd name="T1" fmla="*/ 188 h 325"/>
                  <a:gd name="T2" fmla="*/ 324 w 325"/>
                  <a:gd name="T3" fmla="*/ 325 h 325"/>
                  <a:gd name="T4" fmla="*/ 0 w 325"/>
                  <a:gd name="T5" fmla="*/ 138 h 325"/>
                  <a:gd name="T6" fmla="*/ 0 w 325"/>
                  <a:gd name="T7" fmla="*/ 0 h 325"/>
                  <a:gd name="T8" fmla="*/ 325 w 325"/>
                  <a:gd name="T9" fmla="*/ 188 h 325"/>
                </a:gdLst>
                <a:ahLst/>
                <a:cxnLst>
                  <a:cxn ang="0">
                    <a:pos x="T0" y="T1"/>
                  </a:cxn>
                  <a:cxn ang="0">
                    <a:pos x="T2" y="T3"/>
                  </a:cxn>
                  <a:cxn ang="0">
                    <a:pos x="T4" y="T5"/>
                  </a:cxn>
                  <a:cxn ang="0">
                    <a:pos x="T6" y="T7"/>
                  </a:cxn>
                  <a:cxn ang="0">
                    <a:pos x="T8" y="T9"/>
                  </a:cxn>
                </a:cxnLst>
                <a:rect l="0" t="0" r="r" b="b"/>
                <a:pathLst>
                  <a:path w="325" h="325">
                    <a:moveTo>
                      <a:pt x="325" y="188"/>
                    </a:moveTo>
                    <a:lnTo>
                      <a:pt x="324" y="325"/>
                    </a:lnTo>
                    <a:lnTo>
                      <a:pt x="0" y="138"/>
                    </a:lnTo>
                    <a:lnTo>
                      <a:pt x="0" y="0"/>
                    </a:lnTo>
                    <a:lnTo>
                      <a:pt x="325" y="188"/>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5" name="Freeform 16">
                <a:extLst>
                  <a:ext uri="{FF2B5EF4-FFF2-40B4-BE49-F238E27FC236}">
                    <a16:creationId xmlns:a16="http://schemas.microsoft.com/office/drawing/2014/main" id="{C0123DD4-D634-6115-A97E-C09044B75408}"/>
                  </a:ext>
                </a:extLst>
              </p:cNvPr>
              <p:cNvSpPr>
                <a:spLocks/>
              </p:cNvSpPr>
              <p:nvPr/>
            </p:nvSpPr>
            <p:spPr bwMode="auto">
              <a:xfrm>
                <a:off x="7002587" y="3457491"/>
                <a:ext cx="1025525" cy="595313"/>
              </a:xfrm>
              <a:custGeom>
                <a:avLst/>
                <a:gdLst>
                  <a:gd name="T0" fmla="*/ 646 w 646"/>
                  <a:gd name="T1" fmla="*/ 187 h 375"/>
                  <a:gd name="T2" fmla="*/ 325 w 646"/>
                  <a:gd name="T3" fmla="*/ 375 h 375"/>
                  <a:gd name="T4" fmla="*/ 0 w 646"/>
                  <a:gd name="T5" fmla="*/ 187 h 375"/>
                  <a:gd name="T6" fmla="*/ 323 w 646"/>
                  <a:gd name="T7" fmla="*/ 0 h 375"/>
                  <a:gd name="T8" fmla="*/ 646 w 646"/>
                  <a:gd name="T9" fmla="*/ 187 h 375"/>
                </a:gdLst>
                <a:ahLst/>
                <a:cxnLst>
                  <a:cxn ang="0">
                    <a:pos x="T0" y="T1"/>
                  </a:cxn>
                  <a:cxn ang="0">
                    <a:pos x="T2" y="T3"/>
                  </a:cxn>
                  <a:cxn ang="0">
                    <a:pos x="T4" y="T5"/>
                  </a:cxn>
                  <a:cxn ang="0">
                    <a:pos x="T6" y="T7"/>
                  </a:cxn>
                  <a:cxn ang="0">
                    <a:pos x="T8" y="T9"/>
                  </a:cxn>
                </a:cxnLst>
                <a:rect l="0" t="0" r="r" b="b"/>
                <a:pathLst>
                  <a:path w="646" h="375">
                    <a:moveTo>
                      <a:pt x="646" y="187"/>
                    </a:moveTo>
                    <a:lnTo>
                      <a:pt x="325" y="375"/>
                    </a:lnTo>
                    <a:lnTo>
                      <a:pt x="0" y="187"/>
                    </a:lnTo>
                    <a:lnTo>
                      <a:pt x="323" y="0"/>
                    </a:lnTo>
                    <a:lnTo>
                      <a:pt x="646" y="187"/>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286" name="组合 285">
                <a:extLst>
                  <a:ext uri="{FF2B5EF4-FFF2-40B4-BE49-F238E27FC236}">
                    <a16:creationId xmlns:a16="http://schemas.microsoft.com/office/drawing/2014/main" id="{A67595EE-49B1-198F-7E7F-CA2BCEEE6D9E}"/>
                  </a:ext>
                </a:extLst>
              </p:cNvPr>
              <p:cNvGrpSpPr/>
              <p:nvPr/>
            </p:nvGrpSpPr>
            <p:grpSpPr>
              <a:xfrm>
                <a:off x="7002587" y="3434832"/>
                <a:ext cx="1025525" cy="622300"/>
                <a:chOff x="7002587" y="2911249"/>
                <a:chExt cx="1025525" cy="622300"/>
              </a:xfrm>
            </p:grpSpPr>
            <p:sp>
              <p:nvSpPr>
                <p:cNvPr id="287" name="Freeform 19">
                  <a:extLst>
                    <a:ext uri="{FF2B5EF4-FFF2-40B4-BE49-F238E27FC236}">
                      <a16:creationId xmlns:a16="http://schemas.microsoft.com/office/drawing/2014/main" id="{3BCDDAB4-DA3A-246B-E894-B4AA7B208FFF}"/>
                    </a:ext>
                  </a:extLst>
                </p:cNvPr>
                <p:cNvSpPr>
                  <a:spLocks/>
                </p:cNvSpPr>
                <p:nvPr/>
              </p:nvSpPr>
              <p:spPr bwMode="auto">
                <a:xfrm>
                  <a:off x="7002587" y="2911249"/>
                  <a:ext cx="1025525" cy="595313"/>
                </a:xfrm>
                <a:custGeom>
                  <a:avLst/>
                  <a:gdLst>
                    <a:gd name="T0" fmla="*/ 646 w 646"/>
                    <a:gd name="T1" fmla="*/ 188 h 375"/>
                    <a:gd name="T2" fmla="*/ 324 w 646"/>
                    <a:gd name="T3" fmla="*/ 375 h 375"/>
                    <a:gd name="T4" fmla="*/ 0 w 646"/>
                    <a:gd name="T5" fmla="*/ 188 h 375"/>
                    <a:gd name="T6" fmla="*/ 322 w 646"/>
                    <a:gd name="T7" fmla="*/ 0 h 375"/>
                    <a:gd name="T8" fmla="*/ 646 w 646"/>
                    <a:gd name="T9" fmla="*/ 188 h 375"/>
                  </a:gdLst>
                  <a:ahLst/>
                  <a:cxnLst>
                    <a:cxn ang="0">
                      <a:pos x="T0" y="T1"/>
                    </a:cxn>
                    <a:cxn ang="0">
                      <a:pos x="T2" y="T3"/>
                    </a:cxn>
                    <a:cxn ang="0">
                      <a:pos x="T4" y="T5"/>
                    </a:cxn>
                    <a:cxn ang="0">
                      <a:pos x="T6" y="T7"/>
                    </a:cxn>
                    <a:cxn ang="0">
                      <a:pos x="T8" y="T9"/>
                    </a:cxn>
                  </a:cxnLst>
                  <a:rect l="0" t="0" r="r" b="b"/>
                  <a:pathLst>
                    <a:path w="646" h="375">
                      <a:moveTo>
                        <a:pt x="646" y="188"/>
                      </a:moveTo>
                      <a:lnTo>
                        <a:pt x="324" y="375"/>
                      </a:lnTo>
                      <a:lnTo>
                        <a:pt x="0" y="188"/>
                      </a:lnTo>
                      <a:lnTo>
                        <a:pt x="322" y="0"/>
                      </a:lnTo>
                      <a:lnTo>
                        <a:pt x="646" y="188"/>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88" name="Freeform 17">
                  <a:extLst>
                    <a:ext uri="{FF2B5EF4-FFF2-40B4-BE49-F238E27FC236}">
                      <a16:creationId xmlns:a16="http://schemas.microsoft.com/office/drawing/2014/main" id="{836FDEB8-548D-5DF5-A547-798F90977F4A}"/>
                    </a:ext>
                  </a:extLst>
                </p:cNvPr>
                <p:cNvSpPr>
                  <a:spLocks/>
                </p:cNvSpPr>
                <p:nvPr/>
              </p:nvSpPr>
              <p:spPr bwMode="auto">
                <a:xfrm>
                  <a:off x="7516937" y="3209699"/>
                  <a:ext cx="511175" cy="323850"/>
                </a:xfrm>
                <a:custGeom>
                  <a:avLst/>
                  <a:gdLst>
                    <a:gd name="T0" fmla="*/ 322 w 322"/>
                    <a:gd name="T1" fmla="*/ 0 h 204"/>
                    <a:gd name="T2" fmla="*/ 322 w 322"/>
                    <a:gd name="T3" fmla="*/ 17 h 204"/>
                    <a:gd name="T4" fmla="*/ 0 w 322"/>
                    <a:gd name="T5" fmla="*/ 204 h 204"/>
                    <a:gd name="T6" fmla="*/ 0 w 322"/>
                    <a:gd name="T7" fmla="*/ 187 h 204"/>
                    <a:gd name="T8" fmla="*/ 322 w 322"/>
                    <a:gd name="T9" fmla="*/ 0 h 204"/>
                  </a:gdLst>
                  <a:ahLst/>
                  <a:cxnLst>
                    <a:cxn ang="0">
                      <a:pos x="T0" y="T1"/>
                    </a:cxn>
                    <a:cxn ang="0">
                      <a:pos x="T2" y="T3"/>
                    </a:cxn>
                    <a:cxn ang="0">
                      <a:pos x="T4" y="T5"/>
                    </a:cxn>
                    <a:cxn ang="0">
                      <a:pos x="T6" y="T7"/>
                    </a:cxn>
                    <a:cxn ang="0">
                      <a:pos x="T8" y="T9"/>
                    </a:cxn>
                  </a:cxnLst>
                  <a:rect l="0" t="0" r="r" b="b"/>
                  <a:pathLst>
                    <a:path w="322" h="204">
                      <a:moveTo>
                        <a:pt x="322" y="0"/>
                      </a:moveTo>
                      <a:lnTo>
                        <a:pt x="322" y="17"/>
                      </a:lnTo>
                      <a:lnTo>
                        <a:pt x="0" y="204"/>
                      </a:lnTo>
                      <a:lnTo>
                        <a:pt x="0" y="187"/>
                      </a:lnTo>
                      <a:lnTo>
                        <a:pt x="322" y="0"/>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289" name="Freeform 18">
                  <a:extLst>
                    <a:ext uri="{FF2B5EF4-FFF2-40B4-BE49-F238E27FC236}">
                      <a16:creationId xmlns:a16="http://schemas.microsoft.com/office/drawing/2014/main" id="{72394E3A-933D-D553-2579-7E22664DC538}"/>
                    </a:ext>
                  </a:extLst>
                </p:cNvPr>
                <p:cNvSpPr>
                  <a:spLocks/>
                </p:cNvSpPr>
                <p:nvPr/>
              </p:nvSpPr>
              <p:spPr bwMode="auto">
                <a:xfrm>
                  <a:off x="7002587" y="3209699"/>
                  <a:ext cx="514350" cy="323850"/>
                </a:xfrm>
                <a:custGeom>
                  <a:avLst/>
                  <a:gdLst>
                    <a:gd name="T0" fmla="*/ 324 w 324"/>
                    <a:gd name="T1" fmla="*/ 187 h 204"/>
                    <a:gd name="T2" fmla="*/ 324 w 324"/>
                    <a:gd name="T3" fmla="*/ 204 h 204"/>
                    <a:gd name="T4" fmla="*/ 0 w 324"/>
                    <a:gd name="T5" fmla="*/ 17 h 204"/>
                    <a:gd name="T6" fmla="*/ 0 w 324"/>
                    <a:gd name="T7" fmla="*/ 0 h 204"/>
                    <a:gd name="T8" fmla="*/ 324 w 324"/>
                    <a:gd name="T9" fmla="*/ 187 h 204"/>
                  </a:gdLst>
                  <a:ahLst/>
                  <a:cxnLst>
                    <a:cxn ang="0">
                      <a:pos x="T0" y="T1"/>
                    </a:cxn>
                    <a:cxn ang="0">
                      <a:pos x="T2" y="T3"/>
                    </a:cxn>
                    <a:cxn ang="0">
                      <a:pos x="T4" y="T5"/>
                    </a:cxn>
                    <a:cxn ang="0">
                      <a:pos x="T6" y="T7"/>
                    </a:cxn>
                    <a:cxn ang="0">
                      <a:pos x="T8" y="T9"/>
                    </a:cxn>
                  </a:cxnLst>
                  <a:rect l="0" t="0" r="r" b="b"/>
                  <a:pathLst>
                    <a:path w="324" h="204">
                      <a:moveTo>
                        <a:pt x="324" y="187"/>
                      </a:moveTo>
                      <a:lnTo>
                        <a:pt x="324" y="204"/>
                      </a:lnTo>
                      <a:lnTo>
                        <a:pt x="0" y="17"/>
                      </a:lnTo>
                      <a:lnTo>
                        <a:pt x="0" y="0"/>
                      </a:lnTo>
                      <a:lnTo>
                        <a:pt x="324" y="187"/>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sp>
          <p:nvSpPr>
            <p:cNvPr id="282" name="文本框 26">
              <a:extLst>
                <a:ext uri="{FF2B5EF4-FFF2-40B4-BE49-F238E27FC236}">
                  <a16:creationId xmlns:a16="http://schemas.microsoft.com/office/drawing/2014/main" id="{160AF06C-B745-05CB-9614-264DBD070E99}"/>
                </a:ext>
              </a:extLst>
            </p:cNvPr>
            <p:cNvSpPr txBox="1"/>
            <p:nvPr/>
          </p:nvSpPr>
          <p:spPr>
            <a:xfrm>
              <a:off x="9614927" y="2303241"/>
              <a:ext cx="595035"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nvGrpSpPr>
          <p:cNvPr id="290" name="组合 289">
            <a:extLst>
              <a:ext uri="{FF2B5EF4-FFF2-40B4-BE49-F238E27FC236}">
                <a16:creationId xmlns:a16="http://schemas.microsoft.com/office/drawing/2014/main" id="{2068CD4D-9C05-A9D5-1F7F-12DAB0FC8ADC}"/>
              </a:ext>
            </a:extLst>
          </p:cNvPr>
          <p:cNvGrpSpPr/>
          <p:nvPr/>
        </p:nvGrpSpPr>
        <p:grpSpPr>
          <a:xfrm>
            <a:off x="9650706" y="5033503"/>
            <a:ext cx="595035" cy="724036"/>
            <a:chOff x="9614927" y="1794649"/>
            <a:chExt cx="595035" cy="724036"/>
          </a:xfrm>
        </p:grpSpPr>
        <p:grpSp>
          <p:nvGrpSpPr>
            <p:cNvPr id="291" name="组合 290">
              <a:extLst>
                <a:ext uri="{FF2B5EF4-FFF2-40B4-BE49-F238E27FC236}">
                  <a16:creationId xmlns:a16="http://schemas.microsoft.com/office/drawing/2014/main" id="{AFD121B1-5EF9-572E-EA8B-AE3EA34D1C27}"/>
                </a:ext>
              </a:extLst>
            </p:cNvPr>
            <p:cNvGrpSpPr/>
            <p:nvPr/>
          </p:nvGrpSpPr>
          <p:grpSpPr>
            <a:xfrm>
              <a:off x="9621941" y="1794649"/>
              <a:ext cx="581009" cy="473328"/>
              <a:chOff x="7002587" y="3434832"/>
              <a:chExt cx="1025525" cy="835459"/>
            </a:xfrm>
          </p:grpSpPr>
          <p:sp>
            <p:nvSpPr>
              <p:cNvPr id="293" name="Freeform 14">
                <a:extLst>
                  <a:ext uri="{FF2B5EF4-FFF2-40B4-BE49-F238E27FC236}">
                    <a16:creationId xmlns:a16="http://schemas.microsoft.com/office/drawing/2014/main" id="{CCD5C4EA-72F1-E195-F243-2AB3E8A0F81F}"/>
                  </a:ext>
                </a:extLst>
              </p:cNvPr>
              <p:cNvSpPr>
                <a:spLocks/>
              </p:cNvSpPr>
              <p:nvPr/>
            </p:nvSpPr>
            <p:spPr bwMode="auto">
              <a:xfrm>
                <a:off x="7516937" y="3754353"/>
                <a:ext cx="511175" cy="515938"/>
              </a:xfrm>
              <a:custGeom>
                <a:avLst/>
                <a:gdLst>
                  <a:gd name="T0" fmla="*/ 322 w 322"/>
                  <a:gd name="T1" fmla="*/ 0 h 325"/>
                  <a:gd name="T2" fmla="*/ 322 w 322"/>
                  <a:gd name="T3" fmla="*/ 138 h 325"/>
                  <a:gd name="T4" fmla="*/ 0 w 322"/>
                  <a:gd name="T5" fmla="*/ 325 h 325"/>
                  <a:gd name="T6" fmla="*/ 1 w 322"/>
                  <a:gd name="T7" fmla="*/ 188 h 325"/>
                  <a:gd name="T8" fmla="*/ 322 w 322"/>
                  <a:gd name="T9" fmla="*/ 0 h 325"/>
                </a:gdLst>
                <a:ahLst/>
                <a:cxnLst>
                  <a:cxn ang="0">
                    <a:pos x="T0" y="T1"/>
                  </a:cxn>
                  <a:cxn ang="0">
                    <a:pos x="T2" y="T3"/>
                  </a:cxn>
                  <a:cxn ang="0">
                    <a:pos x="T4" y="T5"/>
                  </a:cxn>
                  <a:cxn ang="0">
                    <a:pos x="T6" y="T7"/>
                  </a:cxn>
                  <a:cxn ang="0">
                    <a:pos x="T8" y="T9"/>
                  </a:cxn>
                </a:cxnLst>
                <a:rect l="0" t="0" r="r" b="b"/>
                <a:pathLst>
                  <a:path w="322" h="325">
                    <a:moveTo>
                      <a:pt x="322" y="0"/>
                    </a:moveTo>
                    <a:lnTo>
                      <a:pt x="322" y="138"/>
                    </a:lnTo>
                    <a:lnTo>
                      <a:pt x="0" y="325"/>
                    </a:lnTo>
                    <a:lnTo>
                      <a:pt x="1" y="188"/>
                    </a:lnTo>
                    <a:lnTo>
                      <a:pt x="322"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4" name="Freeform 15">
                <a:extLst>
                  <a:ext uri="{FF2B5EF4-FFF2-40B4-BE49-F238E27FC236}">
                    <a16:creationId xmlns:a16="http://schemas.microsoft.com/office/drawing/2014/main" id="{8076BEF1-47F8-8443-856B-67D497597399}"/>
                  </a:ext>
                </a:extLst>
              </p:cNvPr>
              <p:cNvSpPr>
                <a:spLocks/>
              </p:cNvSpPr>
              <p:nvPr/>
            </p:nvSpPr>
            <p:spPr bwMode="auto">
              <a:xfrm>
                <a:off x="7002587" y="3754353"/>
                <a:ext cx="515938" cy="515938"/>
              </a:xfrm>
              <a:custGeom>
                <a:avLst/>
                <a:gdLst>
                  <a:gd name="T0" fmla="*/ 325 w 325"/>
                  <a:gd name="T1" fmla="*/ 188 h 325"/>
                  <a:gd name="T2" fmla="*/ 324 w 325"/>
                  <a:gd name="T3" fmla="*/ 325 h 325"/>
                  <a:gd name="T4" fmla="*/ 0 w 325"/>
                  <a:gd name="T5" fmla="*/ 138 h 325"/>
                  <a:gd name="T6" fmla="*/ 0 w 325"/>
                  <a:gd name="T7" fmla="*/ 0 h 325"/>
                  <a:gd name="T8" fmla="*/ 325 w 325"/>
                  <a:gd name="T9" fmla="*/ 188 h 325"/>
                </a:gdLst>
                <a:ahLst/>
                <a:cxnLst>
                  <a:cxn ang="0">
                    <a:pos x="T0" y="T1"/>
                  </a:cxn>
                  <a:cxn ang="0">
                    <a:pos x="T2" y="T3"/>
                  </a:cxn>
                  <a:cxn ang="0">
                    <a:pos x="T4" y="T5"/>
                  </a:cxn>
                  <a:cxn ang="0">
                    <a:pos x="T6" y="T7"/>
                  </a:cxn>
                  <a:cxn ang="0">
                    <a:pos x="T8" y="T9"/>
                  </a:cxn>
                </a:cxnLst>
                <a:rect l="0" t="0" r="r" b="b"/>
                <a:pathLst>
                  <a:path w="325" h="325">
                    <a:moveTo>
                      <a:pt x="325" y="188"/>
                    </a:moveTo>
                    <a:lnTo>
                      <a:pt x="324" y="325"/>
                    </a:lnTo>
                    <a:lnTo>
                      <a:pt x="0" y="138"/>
                    </a:lnTo>
                    <a:lnTo>
                      <a:pt x="0" y="0"/>
                    </a:lnTo>
                    <a:lnTo>
                      <a:pt x="325" y="188"/>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5" name="Freeform 16">
                <a:extLst>
                  <a:ext uri="{FF2B5EF4-FFF2-40B4-BE49-F238E27FC236}">
                    <a16:creationId xmlns:a16="http://schemas.microsoft.com/office/drawing/2014/main" id="{EABF57C2-BAD9-3095-1D6B-8E6BE2B572C7}"/>
                  </a:ext>
                </a:extLst>
              </p:cNvPr>
              <p:cNvSpPr>
                <a:spLocks/>
              </p:cNvSpPr>
              <p:nvPr/>
            </p:nvSpPr>
            <p:spPr bwMode="auto">
              <a:xfrm>
                <a:off x="7002587" y="3457491"/>
                <a:ext cx="1025525" cy="595313"/>
              </a:xfrm>
              <a:custGeom>
                <a:avLst/>
                <a:gdLst>
                  <a:gd name="T0" fmla="*/ 646 w 646"/>
                  <a:gd name="T1" fmla="*/ 187 h 375"/>
                  <a:gd name="T2" fmla="*/ 325 w 646"/>
                  <a:gd name="T3" fmla="*/ 375 h 375"/>
                  <a:gd name="T4" fmla="*/ 0 w 646"/>
                  <a:gd name="T5" fmla="*/ 187 h 375"/>
                  <a:gd name="T6" fmla="*/ 323 w 646"/>
                  <a:gd name="T7" fmla="*/ 0 h 375"/>
                  <a:gd name="T8" fmla="*/ 646 w 646"/>
                  <a:gd name="T9" fmla="*/ 187 h 375"/>
                </a:gdLst>
                <a:ahLst/>
                <a:cxnLst>
                  <a:cxn ang="0">
                    <a:pos x="T0" y="T1"/>
                  </a:cxn>
                  <a:cxn ang="0">
                    <a:pos x="T2" y="T3"/>
                  </a:cxn>
                  <a:cxn ang="0">
                    <a:pos x="T4" y="T5"/>
                  </a:cxn>
                  <a:cxn ang="0">
                    <a:pos x="T6" y="T7"/>
                  </a:cxn>
                  <a:cxn ang="0">
                    <a:pos x="T8" y="T9"/>
                  </a:cxn>
                </a:cxnLst>
                <a:rect l="0" t="0" r="r" b="b"/>
                <a:pathLst>
                  <a:path w="646" h="375">
                    <a:moveTo>
                      <a:pt x="646" y="187"/>
                    </a:moveTo>
                    <a:lnTo>
                      <a:pt x="325" y="375"/>
                    </a:lnTo>
                    <a:lnTo>
                      <a:pt x="0" y="187"/>
                    </a:lnTo>
                    <a:lnTo>
                      <a:pt x="323" y="0"/>
                    </a:lnTo>
                    <a:lnTo>
                      <a:pt x="646" y="187"/>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296" name="组合 295">
                <a:extLst>
                  <a:ext uri="{FF2B5EF4-FFF2-40B4-BE49-F238E27FC236}">
                    <a16:creationId xmlns:a16="http://schemas.microsoft.com/office/drawing/2014/main" id="{E17BF30C-ADA7-FB86-23DF-BE6CC2653EC3}"/>
                  </a:ext>
                </a:extLst>
              </p:cNvPr>
              <p:cNvGrpSpPr/>
              <p:nvPr/>
            </p:nvGrpSpPr>
            <p:grpSpPr>
              <a:xfrm>
                <a:off x="7002587" y="3434832"/>
                <a:ext cx="1025525" cy="622300"/>
                <a:chOff x="7002587" y="2911249"/>
                <a:chExt cx="1025525" cy="622300"/>
              </a:xfrm>
            </p:grpSpPr>
            <p:sp>
              <p:nvSpPr>
                <p:cNvPr id="297" name="Freeform 19">
                  <a:extLst>
                    <a:ext uri="{FF2B5EF4-FFF2-40B4-BE49-F238E27FC236}">
                      <a16:creationId xmlns:a16="http://schemas.microsoft.com/office/drawing/2014/main" id="{8FE8D247-E4F6-60D0-90E6-ADCB7964C58C}"/>
                    </a:ext>
                  </a:extLst>
                </p:cNvPr>
                <p:cNvSpPr>
                  <a:spLocks/>
                </p:cNvSpPr>
                <p:nvPr/>
              </p:nvSpPr>
              <p:spPr bwMode="auto">
                <a:xfrm>
                  <a:off x="7002587" y="2911249"/>
                  <a:ext cx="1025525" cy="595313"/>
                </a:xfrm>
                <a:custGeom>
                  <a:avLst/>
                  <a:gdLst>
                    <a:gd name="T0" fmla="*/ 646 w 646"/>
                    <a:gd name="T1" fmla="*/ 188 h 375"/>
                    <a:gd name="T2" fmla="*/ 324 w 646"/>
                    <a:gd name="T3" fmla="*/ 375 h 375"/>
                    <a:gd name="T4" fmla="*/ 0 w 646"/>
                    <a:gd name="T5" fmla="*/ 188 h 375"/>
                    <a:gd name="T6" fmla="*/ 322 w 646"/>
                    <a:gd name="T7" fmla="*/ 0 h 375"/>
                    <a:gd name="T8" fmla="*/ 646 w 646"/>
                    <a:gd name="T9" fmla="*/ 188 h 375"/>
                  </a:gdLst>
                  <a:ahLst/>
                  <a:cxnLst>
                    <a:cxn ang="0">
                      <a:pos x="T0" y="T1"/>
                    </a:cxn>
                    <a:cxn ang="0">
                      <a:pos x="T2" y="T3"/>
                    </a:cxn>
                    <a:cxn ang="0">
                      <a:pos x="T4" y="T5"/>
                    </a:cxn>
                    <a:cxn ang="0">
                      <a:pos x="T6" y="T7"/>
                    </a:cxn>
                    <a:cxn ang="0">
                      <a:pos x="T8" y="T9"/>
                    </a:cxn>
                  </a:cxnLst>
                  <a:rect l="0" t="0" r="r" b="b"/>
                  <a:pathLst>
                    <a:path w="646" h="375">
                      <a:moveTo>
                        <a:pt x="646" y="188"/>
                      </a:moveTo>
                      <a:lnTo>
                        <a:pt x="324" y="375"/>
                      </a:lnTo>
                      <a:lnTo>
                        <a:pt x="0" y="188"/>
                      </a:lnTo>
                      <a:lnTo>
                        <a:pt x="322" y="0"/>
                      </a:lnTo>
                      <a:lnTo>
                        <a:pt x="646" y="188"/>
                      </a:lnTo>
                      <a:close/>
                    </a:path>
                  </a:pathLst>
                </a:custGeom>
                <a:gradFill>
                  <a:gsLst>
                    <a:gs pos="0">
                      <a:srgbClr val="FAFBFF"/>
                    </a:gs>
                    <a:gs pos="100000">
                      <a:srgbClr val="CDD2F8"/>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8" name="Freeform 17">
                  <a:extLst>
                    <a:ext uri="{FF2B5EF4-FFF2-40B4-BE49-F238E27FC236}">
                      <a16:creationId xmlns:a16="http://schemas.microsoft.com/office/drawing/2014/main" id="{D0E98D3B-D699-711B-BDB2-B89C927EF1DD}"/>
                    </a:ext>
                  </a:extLst>
                </p:cNvPr>
                <p:cNvSpPr>
                  <a:spLocks/>
                </p:cNvSpPr>
                <p:nvPr/>
              </p:nvSpPr>
              <p:spPr bwMode="auto">
                <a:xfrm>
                  <a:off x="7516937" y="3209699"/>
                  <a:ext cx="511175" cy="323850"/>
                </a:xfrm>
                <a:custGeom>
                  <a:avLst/>
                  <a:gdLst>
                    <a:gd name="T0" fmla="*/ 322 w 322"/>
                    <a:gd name="T1" fmla="*/ 0 h 204"/>
                    <a:gd name="T2" fmla="*/ 322 w 322"/>
                    <a:gd name="T3" fmla="*/ 17 h 204"/>
                    <a:gd name="T4" fmla="*/ 0 w 322"/>
                    <a:gd name="T5" fmla="*/ 204 h 204"/>
                    <a:gd name="T6" fmla="*/ 0 w 322"/>
                    <a:gd name="T7" fmla="*/ 187 h 204"/>
                    <a:gd name="T8" fmla="*/ 322 w 322"/>
                    <a:gd name="T9" fmla="*/ 0 h 204"/>
                  </a:gdLst>
                  <a:ahLst/>
                  <a:cxnLst>
                    <a:cxn ang="0">
                      <a:pos x="T0" y="T1"/>
                    </a:cxn>
                    <a:cxn ang="0">
                      <a:pos x="T2" y="T3"/>
                    </a:cxn>
                    <a:cxn ang="0">
                      <a:pos x="T4" y="T5"/>
                    </a:cxn>
                    <a:cxn ang="0">
                      <a:pos x="T6" y="T7"/>
                    </a:cxn>
                    <a:cxn ang="0">
                      <a:pos x="T8" y="T9"/>
                    </a:cxn>
                  </a:cxnLst>
                  <a:rect l="0" t="0" r="r" b="b"/>
                  <a:pathLst>
                    <a:path w="322" h="204">
                      <a:moveTo>
                        <a:pt x="322" y="0"/>
                      </a:moveTo>
                      <a:lnTo>
                        <a:pt x="322" y="17"/>
                      </a:lnTo>
                      <a:lnTo>
                        <a:pt x="0" y="204"/>
                      </a:lnTo>
                      <a:lnTo>
                        <a:pt x="0" y="187"/>
                      </a:lnTo>
                      <a:lnTo>
                        <a:pt x="322" y="0"/>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299" name="Freeform 18">
                  <a:extLst>
                    <a:ext uri="{FF2B5EF4-FFF2-40B4-BE49-F238E27FC236}">
                      <a16:creationId xmlns:a16="http://schemas.microsoft.com/office/drawing/2014/main" id="{FEC35768-1FD2-9BE9-6041-2B64EF3D4B8B}"/>
                    </a:ext>
                  </a:extLst>
                </p:cNvPr>
                <p:cNvSpPr>
                  <a:spLocks/>
                </p:cNvSpPr>
                <p:nvPr/>
              </p:nvSpPr>
              <p:spPr bwMode="auto">
                <a:xfrm>
                  <a:off x="7002587" y="3209699"/>
                  <a:ext cx="514350" cy="323850"/>
                </a:xfrm>
                <a:custGeom>
                  <a:avLst/>
                  <a:gdLst>
                    <a:gd name="T0" fmla="*/ 324 w 324"/>
                    <a:gd name="T1" fmla="*/ 187 h 204"/>
                    <a:gd name="T2" fmla="*/ 324 w 324"/>
                    <a:gd name="T3" fmla="*/ 204 h 204"/>
                    <a:gd name="T4" fmla="*/ 0 w 324"/>
                    <a:gd name="T5" fmla="*/ 17 h 204"/>
                    <a:gd name="T6" fmla="*/ 0 w 324"/>
                    <a:gd name="T7" fmla="*/ 0 h 204"/>
                    <a:gd name="T8" fmla="*/ 324 w 324"/>
                    <a:gd name="T9" fmla="*/ 187 h 204"/>
                  </a:gdLst>
                  <a:ahLst/>
                  <a:cxnLst>
                    <a:cxn ang="0">
                      <a:pos x="T0" y="T1"/>
                    </a:cxn>
                    <a:cxn ang="0">
                      <a:pos x="T2" y="T3"/>
                    </a:cxn>
                    <a:cxn ang="0">
                      <a:pos x="T4" y="T5"/>
                    </a:cxn>
                    <a:cxn ang="0">
                      <a:pos x="T6" y="T7"/>
                    </a:cxn>
                    <a:cxn ang="0">
                      <a:pos x="T8" y="T9"/>
                    </a:cxn>
                  </a:cxnLst>
                  <a:rect l="0" t="0" r="r" b="b"/>
                  <a:pathLst>
                    <a:path w="324" h="204">
                      <a:moveTo>
                        <a:pt x="324" y="187"/>
                      </a:moveTo>
                      <a:lnTo>
                        <a:pt x="324" y="204"/>
                      </a:lnTo>
                      <a:lnTo>
                        <a:pt x="0" y="17"/>
                      </a:lnTo>
                      <a:lnTo>
                        <a:pt x="0" y="0"/>
                      </a:lnTo>
                      <a:lnTo>
                        <a:pt x="324" y="187"/>
                      </a:lnTo>
                      <a:close/>
                    </a:path>
                  </a:pathLst>
                </a:custGeom>
                <a:gradFill>
                  <a:gsLst>
                    <a:gs pos="0">
                      <a:srgbClr val="D4D9F7"/>
                    </a:gs>
                    <a:gs pos="100000">
                      <a:srgbClr val="8E9CEF"/>
                    </a:gs>
                  </a:gsLst>
                  <a:lin ang="0" scaled="1"/>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sp>
          <p:nvSpPr>
            <p:cNvPr id="292" name="文本框 26">
              <a:extLst>
                <a:ext uri="{FF2B5EF4-FFF2-40B4-BE49-F238E27FC236}">
                  <a16:creationId xmlns:a16="http://schemas.microsoft.com/office/drawing/2014/main" id="{F737FAED-B847-A7D9-FDDF-C6F358F1137C}"/>
                </a:ext>
              </a:extLst>
            </p:cNvPr>
            <p:cNvSpPr txBox="1"/>
            <p:nvPr/>
          </p:nvSpPr>
          <p:spPr>
            <a:xfrm>
              <a:off x="9614927" y="2303241"/>
              <a:ext cx="595035"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sp>
        <p:nvSpPr>
          <p:cNvPr id="300" name="图形 329"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99EA1BFC-6741-E488-1694-D77882D4794A}"/>
              </a:ext>
            </a:extLst>
          </p:cNvPr>
          <p:cNvSpPr/>
          <p:nvPr/>
        </p:nvSpPr>
        <p:spPr>
          <a:xfrm>
            <a:off x="9827785" y="3929474"/>
            <a:ext cx="243579" cy="202983"/>
          </a:xfrm>
          <a:custGeom>
            <a:avLst/>
            <a:gdLst>
              <a:gd name="connsiteX0" fmla="*/ 19050 w 228600"/>
              <a:gd name="connsiteY0" fmla="*/ 38100 h 190500"/>
              <a:gd name="connsiteX1" fmla="*/ 0 w 228600"/>
              <a:gd name="connsiteY1" fmla="*/ 38100 h 190500"/>
              <a:gd name="connsiteX2" fmla="*/ 0 w 228600"/>
              <a:gd name="connsiteY2" fmla="*/ 85725 h 190500"/>
              <a:gd name="connsiteX3" fmla="*/ 95 w 228600"/>
              <a:gd name="connsiteY3" fmla="*/ 85725 h 190500"/>
              <a:gd name="connsiteX4" fmla="*/ 0 w 228600"/>
              <a:gd name="connsiteY4" fmla="*/ 171450 h 190500"/>
              <a:gd name="connsiteX5" fmla="*/ 19050 w 228600"/>
              <a:gd name="connsiteY5" fmla="*/ 190500 h 190500"/>
              <a:gd name="connsiteX6" fmla="*/ 190500 w 228600"/>
              <a:gd name="connsiteY6" fmla="*/ 190500 h 190500"/>
              <a:gd name="connsiteX7" fmla="*/ 190500 w 228600"/>
              <a:gd name="connsiteY7" fmla="*/ 171450 h 190500"/>
              <a:gd name="connsiteX8" fmla="*/ 19050 w 228600"/>
              <a:gd name="connsiteY8" fmla="*/ 171450 h 190500"/>
              <a:gd name="connsiteX9" fmla="*/ 19050 w 228600"/>
              <a:gd name="connsiteY9" fmla="*/ 38100 h 190500"/>
              <a:gd name="connsiteX10" fmla="*/ 209550 w 228600"/>
              <a:gd name="connsiteY10" fmla="*/ 19050 h 190500"/>
              <a:gd name="connsiteX11" fmla="*/ 133350 w 228600"/>
              <a:gd name="connsiteY11" fmla="*/ 19050 h 190500"/>
              <a:gd name="connsiteX12" fmla="*/ 114300 w 228600"/>
              <a:gd name="connsiteY12" fmla="*/ 0 h 190500"/>
              <a:gd name="connsiteX13" fmla="*/ 57150 w 228600"/>
              <a:gd name="connsiteY13" fmla="*/ 0 h 190500"/>
              <a:gd name="connsiteX14" fmla="*/ 38195 w 228600"/>
              <a:gd name="connsiteY14" fmla="*/ 19050 h 190500"/>
              <a:gd name="connsiteX15" fmla="*/ 38100 w 228600"/>
              <a:gd name="connsiteY15" fmla="*/ 133350 h 190500"/>
              <a:gd name="connsiteX16" fmla="*/ 57150 w 228600"/>
              <a:gd name="connsiteY16" fmla="*/ 152400 h 190500"/>
              <a:gd name="connsiteX17" fmla="*/ 209550 w 228600"/>
              <a:gd name="connsiteY17" fmla="*/ 152400 h 190500"/>
              <a:gd name="connsiteX18" fmla="*/ 228600 w 228600"/>
              <a:gd name="connsiteY18" fmla="*/ 133350 h 190500"/>
              <a:gd name="connsiteX19" fmla="*/ 228600 w 228600"/>
              <a:gd name="connsiteY19" fmla="*/ 38100 h 190500"/>
              <a:gd name="connsiteX20" fmla="*/ 209550 w 228600"/>
              <a:gd name="connsiteY20" fmla="*/ 19050 h 190500"/>
              <a:gd name="connsiteX21" fmla="*/ 66675 w 228600"/>
              <a:gd name="connsiteY21" fmla="*/ 123825 h 190500"/>
              <a:gd name="connsiteX22" fmla="*/ 109538 w 228600"/>
              <a:gd name="connsiteY22" fmla="*/ 66675 h 190500"/>
              <a:gd name="connsiteX23" fmla="*/ 142875 w 228600"/>
              <a:gd name="connsiteY23" fmla="*/ 109633 h 190500"/>
              <a:gd name="connsiteX24" fmla="*/ 166688 w 228600"/>
              <a:gd name="connsiteY24" fmla="*/ 80963 h 190500"/>
              <a:gd name="connsiteX25" fmla="*/ 200025 w 228600"/>
              <a:gd name="connsiteY25" fmla="*/ 123825 h 190500"/>
              <a:gd name="connsiteX26" fmla="*/ 66675 w 228600"/>
              <a:gd name="connsiteY26" fmla="*/ 12382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8600" h="190500">
                <a:moveTo>
                  <a:pt x="19050" y="38100"/>
                </a:moveTo>
                <a:lnTo>
                  <a:pt x="0" y="38100"/>
                </a:lnTo>
                <a:lnTo>
                  <a:pt x="0" y="85725"/>
                </a:lnTo>
                <a:lnTo>
                  <a:pt x="95" y="85725"/>
                </a:lnTo>
                <a:lnTo>
                  <a:pt x="0" y="171450"/>
                </a:lnTo>
                <a:cubicBezTo>
                  <a:pt x="0" y="181928"/>
                  <a:pt x="8573" y="190500"/>
                  <a:pt x="19050" y="190500"/>
                </a:cubicBezTo>
                <a:lnTo>
                  <a:pt x="190500" y="190500"/>
                </a:lnTo>
                <a:lnTo>
                  <a:pt x="190500" y="171450"/>
                </a:lnTo>
                <a:lnTo>
                  <a:pt x="19050" y="171450"/>
                </a:lnTo>
                <a:lnTo>
                  <a:pt x="19050" y="38100"/>
                </a:lnTo>
                <a:close/>
                <a:moveTo>
                  <a:pt x="209550" y="19050"/>
                </a:moveTo>
                <a:lnTo>
                  <a:pt x="133350" y="19050"/>
                </a:lnTo>
                <a:lnTo>
                  <a:pt x="114300" y="0"/>
                </a:lnTo>
                <a:lnTo>
                  <a:pt x="57150" y="0"/>
                </a:lnTo>
                <a:cubicBezTo>
                  <a:pt x="46673" y="0"/>
                  <a:pt x="38195" y="8573"/>
                  <a:pt x="38195" y="19050"/>
                </a:cubicBezTo>
                <a:lnTo>
                  <a:pt x="38100" y="133350"/>
                </a:lnTo>
                <a:cubicBezTo>
                  <a:pt x="38100" y="143828"/>
                  <a:pt x="46673" y="152400"/>
                  <a:pt x="57150" y="152400"/>
                </a:cubicBezTo>
                <a:lnTo>
                  <a:pt x="209550" y="152400"/>
                </a:lnTo>
                <a:cubicBezTo>
                  <a:pt x="220028" y="152400"/>
                  <a:pt x="228600" y="143828"/>
                  <a:pt x="228600" y="133350"/>
                </a:cubicBezTo>
                <a:lnTo>
                  <a:pt x="228600" y="38100"/>
                </a:lnTo>
                <a:cubicBezTo>
                  <a:pt x="228600" y="27623"/>
                  <a:pt x="220028" y="19050"/>
                  <a:pt x="209550" y="19050"/>
                </a:cubicBezTo>
                <a:close/>
                <a:moveTo>
                  <a:pt x="66675" y="123825"/>
                </a:moveTo>
                <a:lnTo>
                  <a:pt x="109538" y="66675"/>
                </a:lnTo>
                <a:lnTo>
                  <a:pt x="142875" y="109633"/>
                </a:lnTo>
                <a:lnTo>
                  <a:pt x="166688" y="80963"/>
                </a:lnTo>
                <a:lnTo>
                  <a:pt x="200025" y="123825"/>
                </a:lnTo>
                <a:lnTo>
                  <a:pt x="66675" y="123825"/>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301" name="图形 337"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62CC9722-C2E4-FD3A-C0E6-E83E20F5773E}"/>
              </a:ext>
            </a:extLst>
          </p:cNvPr>
          <p:cNvSpPr/>
          <p:nvPr/>
        </p:nvSpPr>
        <p:spPr>
          <a:xfrm>
            <a:off x="9858232" y="2811457"/>
            <a:ext cx="182685" cy="202983"/>
          </a:xfrm>
          <a:custGeom>
            <a:avLst/>
            <a:gdLst>
              <a:gd name="connsiteX0" fmla="*/ 152400 w 171450"/>
              <a:gd name="connsiteY0" fmla="*/ 19050 h 190500"/>
              <a:gd name="connsiteX1" fmla="*/ 142875 w 171450"/>
              <a:gd name="connsiteY1" fmla="*/ 19050 h 190500"/>
              <a:gd name="connsiteX2" fmla="*/ 142875 w 171450"/>
              <a:gd name="connsiteY2" fmla="*/ 0 h 190500"/>
              <a:gd name="connsiteX3" fmla="*/ 123825 w 171450"/>
              <a:gd name="connsiteY3" fmla="*/ 0 h 190500"/>
              <a:gd name="connsiteX4" fmla="*/ 123825 w 171450"/>
              <a:gd name="connsiteY4" fmla="*/ 19050 h 190500"/>
              <a:gd name="connsiteX5" fmla="*/ 47625 w 171450"/>
              <a:gd name="connsiteY5" fmla="*/ 19050 h 190500"/>
              <a:gd name="connsiteX6" fmla="*/ 47625 w 171450"/>
              <a:gd name="connsiteY6" fmla="*/ 0 h 190500"/>
              <a:gd name="connsiteX7" fmla="*/ 28575 w 171450"/>
              <a:gd name="connsiteY7" fmla="*/ 0 h 190500"/>
              <a:gd name="connsiteX8" fmla="*/ 28575 w 171450"/>
              <a:gd name="connsiteY8" fmla="*/ 19050 h 190500"/>
              <a:gd name="connsiteX9" fmla="*/ 19050 w 171450"/>
              <a:gd name="connsiteY9" fmla="*/ 19050 h 190500"/>
              <a:gd name="connsiteX10" fmla="*/ 0 w 171450"/>
              <a:gd name="connsiteY10" fmla="*/ 38100 h 190500"/>
              <a:gd name="connsiteX11" fmla="*/ 0 w 171450"/>
              <a:gd name="connsiteY11" fmla="*/ 171450 h 190500"/>
              <a:gd name="connsiteX12" fmla="*/ 19050 w 171450"/>
              <a:gd name="connsiteY12" fmla="*/ 190500 h 190500"/>
              <a:gd name="connsiteX13" fmla="*/ 152400 w 171450"/>
              <a:gd name="connsiteY13" fmla="*/ 190500 h 190500"/>
              <a:gd name="connsiteX14" fmla="*/ 171450 w 171450"/>
              <a:gd name="connsiteY14" fmla="*/ 171450 h 190500"/>
              <a:gd name="connsiteX15" fmla="*/ 171450 w 171450"/>
              <a:gd name="connsiteY15" fmla="*/ 38100 h 190500"/>
              <a:gd name="connsiteX16" fmla="*/ 152400 w 171450"/>
              <a:gd name="connsiteY16" fmla="*/ 19050 h 190500"/>
              <a:gd name="connsiteX17" fmla="*/ 85725 w 171450"/>
              <a:gd name="connsiteY17" fmla="*/ 47625 h 190500"/>
              <a:gd name="connsiteX18" fmla="*/ 114300 w 171450"/>
              <a:gd name="connsiteY18" fmla="*/ 76200 h 190500"/>
              <a:gd name="connsiteX19" fmla="*/ 85725 w 171450"/>
              <a:gd name="connsiteY19" fmla="*/ 104775 h 190500"/>
              <a:gd name="connsiteX20" fmla="*/ 57150 w 171450"/>
              <a:gd name="connsiteY20" fmla="*/ 76200 h 190500"/>
              <a:gd name="connsiteX21" fmla="*/ 85725 w 171450"/>
              <a:gd name="connsiteY21" fmla="*/ 47625 h 190500"/>
              <a:gd name="connsiteX22" fmla="*/ 142875 w 171450"/>
              <a:gd name="connsiteY22" fmla="*/ 161925 h 190500"/>
              <a:gd name="connsiteX23" fmla="*/ 28575 w 171450"/>
              <a:gd name="connsiteY23" fmla="*/ 161925 h 190500"/>
              <a:gd name="connsiteX24" fmla="*/ 28575 w 171450"/>
              <a:gd name="connsiteY24" fmla="*/ 152400 h 190500"/>
              <a:gd name="connsiteX25" fmla="*/ 85725 w 171450"/>
              <a:gd name="connsiteY25" fmla="*/ 122873 h 190500"/>
              <a:gd name="connsiteX26" fmla="*/ 142875 w 171450"/>
              <a:gd name="connsiteY26" fmla="*/ 152400 h 190500"/>
              <a:gd name="connsiteX27" fmla="*/ 142875 w 171450"/>
              <a:gd name="connsiteY27" fmla="*/ 16192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1450" h="190500">
                <a:moveTo>
                  <a:pt x="152400" y="19050"/>
                </a:moveTo>
                <a:lnTo>
                  <a:pt x="142875" y="19050"/>
                </a:lnTo>
                <a:lnTo>
                  <a:pt x="142875" y="0"/>
                </a:lnTo>
                <a:lnTo>
                  <a:pt x="123825" y="0"/>
                </a:lnTo>
                <a:lnTo>
                  <a:pt x="123825" y="19050"/>
                </a:lnTo>
                <a:lnTo>
                  <a:pt x="47625" y="19050"/>
                </a:lnTo>
                <a:lnTo>
                  <a:pt x="47625" y="0"/>
                </a:lnTo>
                <a:lnTo>
                  <a:pt x="28575" y="0"/>
                </a:lnTo>
                <a:lnTo>
                  <a:pt x="28575" y="19050"/>
                </a:lnTo>
                <a:lnTo>
                  <a:pt x="19050" y="19050"/>
                </a:lnTo>
                <a:cubicBezTo>
                  <a:pt x="8477" y="19050"/>
                  <a:pt x="0" y="27623"/>
                  <a:pt x="0" y="38100"/>
                </a:cubicBezTo>
                <a:lnTo>
                  <a:pt x="0" y="171450"/>
                </a:lnTo>
                <a:cubicBezTo>
                  <a:pt x="0" y="181928"/>
                  <a:pt x="8477" y="190500"/>
                  <a:pt x="19050" y="190500"/>
                </a:cubicBezTo>
                <a:lnTo>
                  <a:pt x="152400" y="190500"/>
                </a:lnTo>
                <a:cubicBezTo>
                  <a:pt x="162878" y="190500"/>
                  <a:pt x="171450" y="181928"/>
                  <a:pt x="171450" y="171450"/>
                </a:cubicBezTo>
                <a:lnTo>
                  <a:pt x="171450" y="38100"/>
                </a:lnTo>
                <a:cubicBezTo>
                  <a:pt x="171450" y="27623"/>
                  <a:pt x="162878" y="19050"/>
                  <a:pt x="152400" y="19050"/>
                </a:cubicBezTo>
                <a:close/>
                <a:moveTo>
                  <a:pt x="85725" y="47625"/>
                </a:moveTo>
                <a:cubicBezTo>
                  <a:pt x="101537" y="47625"/>
                  <a:pt x="114300" y="60389"/>
                  <a:pt x="114300" y="76200"/>
                </a:cubicBezTo>
                <a:cubicBezTo>
                  <a:pt x="114300" y="92012"/>
                  <a:pt x="101537" y="104775"/>
                  <a:pt x="85725" y="104775"/>
                </a:cubicBezTo>
                <a:cubicBezTo>
                  <a:pt x="69914" y="104775"/>
                  <a:pt x="57150" y="92012"/>
                  <a:pt x="57150" y="76200"/>
                </a:cubicBezTo>
                <a:cubicBezTo>
                  <a:pt x="57150" y="60389"/>
                  <a:pt x="69914" y="47625"/>
                  <a:pt x="85725" y="47625"/>
                </a:cubicBezTo>
                <a:close/>
                <a:moveTo>
                  <a:pt x="142875" y="161925"/>
                </a:moveTo>
                <a:lnTo>
                  <a:pt x="28575" y="161925"/>
                </a:lnTo>
                <a:lnTo>
                  <a:pt x="28575" y="152400"/>
                </a:lnTo>
                <a:cubicBezTo>
                  <a:pt x="28575" y="133350"/>
                  <a:pt x="66675" y="122873"/>
                  <a:pt x="85725" y="122873"/>
                </a:cubicBezTo>
                <a:cubicBezTo>
                  <a:pt x="104775" y="122873"/>
                  <a:pt x="142875" y="133350"/>
                  <a:pt x="142875" y="152400"/>
                </a:cubicBezTo>
                <a:lnTo>
                  <a:pt x="142875" y="161925"/>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302" name="图形 387"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9FE9B770-6A56-86AE-2D18-AFDA1B51692A}"/>
              </a:ext>
            </a:extLst>
          </p:cNvPr>
          <p:cNvSpPr/>
          <p:nvPr/>
        </p:nvSpPr>
        <p:spPr>
          <a:xfrm>
            <a:off x="9848083" y="5005515"/>
            <a:ext cx="202983" cy="202983"/>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85725 h 190500"/>
              <a:gd name="connsiteX8" fmla="*/ 104775 w 190500"/>
              <a:gd name="connsiteY8" fmla="*/ 85725 h 190500"/>
              <a:gd name="connsiteX9" fmla="*/ 104775 w 190500"/>
              <a:gd name="connsiteY9" fmla="*/ 142875 h 190500"/>
              <a:gd name="connsiteX10" fmla="*/ 104775 w 190500"/>
              <a:gd name="connsiteY10" fmla="*/ 66675 h 190500"/>
              <a:gd name="connsiteX11" fmla="*/ 85725 w 190500"/>
              <a:gd name="connsiteY11" fmla="*/ 66675 h 190500"/>
              <a:gd name="connsiteX12" fmla="*/ 85725 w 190500"/>
              <a:gd name="connsiteY12" fmla="*/ 47625 h 190500"/>
              <a:gd name="connsiteX13" fmla="*/ 104775 w 190500"/>
              <a:gd name="connsiteY13" fmla="*/ 47625 h 190500"/>
              <a:gd name="connsiteX14" fmla="*/ 104775 w 190500"/>
              <a:gd name="connsiteY14" fmla="*/ 666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85725"/>
                </a:lnTo>
                <a:lnTo>
                  <a:pt x="104775" y="85725"/>
                </a:lnTo>
                <a:lnTo>
                  <a:pt x="104775" y="142875"/>
                </a:lnTo>
                <a:close/>
                <a:moveTo>
                  <a:pt x="104775" y="66675"/>
                </a:moveTo>
                <a:lnTo>
                  <a:pt x="85725" y="66675"/>
                </a:lnTo>
                <a:lnTo>
                  <a:pt x="85725" y="47625"/>
                </a:lnTo>
                <a:lnTo>
                  <a:pt x="104775" y="47625"/>
                </a:lnTo>
                <a:lnTo>
                  <a:pt x="104775" y="66675"/>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303" name="图形 567"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36B38551-A23F-83CB-95A7-EE7D9779120A}"/>
              </a:ext>
            </a:extLst>
          </p:cNvPr>
          <p:cNvSpPr/>
          <p:nvPr/>
        </p:nvSpPr>
        <p:spPr>
          <a:xfrm>
            <a:off x="9837934" y="1737356"/>
            <a:ext cx="223281" cy="202983"/>
          </a:xfrm>
          <a:custGeom>
            <a:avLst/>
            <a:gdLst>
              <a:gd name="connsiteX0" fmla="*/ 209550 w 209550"/>
              <a:gd name="connsiteY0" fmla="*/ 99632 h 190500"/>
              <a:gd name="connsiteX1" fmla="*/ 186309 w 209550"/>
              <a:gd name="connsiteY1" fmla="*/ 73152 h 190500"/>
              <a:gd name="connsiteX2" fmla="*/ 189548 w 209550"/>
              <a:gd name="connsiteY2" fmla="*/ 38100 h 190500"/>
              <a:gd name="connsiteX3" fmla="*/ 155162 w 209550"/>
              <a:gd name="connsiteY3" fmla="*/ 30290 h 190500"/>
              <a:gd name="connsiteX4" fmla="*/ 137160 w 209550"/>
              <a:gd name="connsiteY4" fmla="*/ 0 h 190500"/>
              <a:gd name="connsiteX5" fmla="*/ 104775 w 209550"/>
              <a:gd name="connsiteY5" fmla="*/ 13907 h 190500"/>
              <a:gd name="connsiteX6" fmla="*/ 72390 w 209550"/>
              <a:gd name="connsiteY6" fmla="*/ 0 h 190500"/>
              <a:gd name="connsiteX7" fmla="*/ 54388 w 209550"/>
              <a:gd name="connsiteY7" fmla="*/ 30290 h 190500"/>
              <a:gd name="connsiteX8" fmla="*/ 20003 w 209550"/>
              <a:gd name="connsiteY8" fmla="*/ 38005 h 190500"/>
              <a:gd name="connsiteX9" fmla="*/ 23241 w 209550"/>
              <a:gd name="connsiteY9" fmla="*/ 73057 h 190500"/>
              <a:gd name="connsiteX10" fmla="*/ 0 w 209550"/>
              <a:gd name="connsiteY10" fmla="*/ 99632 h 190500"/>
              <a:gd name="connsiteX11" fmla="*/ 23241 w 209550"/>
              <a:gd name="connsiteY11" fmla="*/ 126111 h 190500"/>
              <a:gd name="connsiteX12" fmla="*/ 20003 w 209550"/>
              <a:gd name="connsiteY12" fmla="*/ 161258 h 190500"/>
              <a:gd name="connsiteX13" fmla="*/ 54388 w 209550"/>
              <a:gd name="connsiteY13" fmla="*/ 169069 h 190500"/>
              <a:gd name="connsiteX14" fmla="*/ 72390 w 209550"/>
              <a:gd name="connsiteY14" fmla="*/ 199358 h 190500"/>
              <a:gd name="connsiteX15" fmla="*/ 104775 w 209550"/>
              <a:gd name="connsiteY15" fmla="*/ 185356 h 190500"/>
              <a:gd name="connsiteX16" fmla="*/ 137160 w 209550"/>
              <a:gd name="connsiteY16" fmla="*/ 199263 h 190500"/>
              <a:gd name="connsiteX17" fmla="*/ 155162 w 209550"/>
              <a:gd name="connsiteY17" fmla="*/ 168974 h 190500"/>
              <a:gd name="connsiteX18" fmla="*/ 189548 w 209550"/>
              <a:gd name="connsiteY18" fmla="*/ 161163 h 190500"/>
              <a:gd name="connsiteX19" fmla="*/ 186309 w 209550"/>
              <a:gd name="connsiteY19" fmla="*/ 126111 h 190500"/>
              <a:gd name="connsiteX20" fmla="*/ 209550 w 209550"/>
              <a:gd name="connsiteY20" fmla="*/ 99632 h 190500"/>
              <a:gd name="connsiteX21" fmla="*/ 114300 w 209550"/>
              <a:gd name="connsiteY21" fmla="*/ 147257 h 190500"/>
              <a:gd name="connsiteX22" fmla="*/ 95250 w 209550"/>
              <a:gd name="connsiteY22" fmla="*/ 147257 h 190500"/>
              <a:gd name="connsiteX23" fmla="*/ 95250 w 209550"/>
              <a:gd name="connsiteY23" fmla="*/ 128207 h 190500"/>
              <a:gd name="connsiteX24" fmla="*/ 114300 w 209550"/>
              <a:gd name="connsiteY24" fmla="*/ 128207 h 190500"/>
              <a:gd name="connsiteX25" fmla="*/ 114300 w 209550"/>
              <a:gd name="connsiteY25" fmla="*/ 147257 h 190500"/>
              <a:gd name="connsiteX26" fmla="*/ 114300 w 209550"/>
              <a:gd name="connsiteY26" fmla="*/ 109157 h 190500"/>
              <a:gd name="connsiteX27" fmla="*/ 95250 w 209550"/>
              <a:gd name="connsiteY27" fmla="*/ 109157 h 190500"/>
              <a:gd name="connsiteX28" fmla="*/ 95250 w 209550"/>
              <a:gd name="connsiteY28" fmla="*/ 52007 h 190500"/>
              <a:gd name="connsiteX29" fmla="*/ 114300 w 209550"/>
              <a:gd name="connsiteY29" fmla="*/ 52007 h 190500"/>
              <a:gd name="connsiteX30" fmla="*/ 114300 w 209550"/>
              <a:gd name="connsiteY30" fmla="*/ 109157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09550" h="190500">
                <a:moveTo>
                  <a:pt x="209550" y="99632"/>
                </a:moveTo>
                <a:lnTo>
                  <a:pt x="186309" y="73152"/>
                </a:lnTo>
                <a:lnTo>
                  <a:pt x="189548" y="38100"/>
                </a:lnTo>
                <a:lnTo>
                  <a:pt x="155162" y="30290"/>
                </a:lnTo>
                <a:lnTo>
                  <a:pt x="137160" y="0"/>
                </a:lnTo>
                <a:lnTo>
                  <a:pt x="104775" y="13907"/>
                </a:lnTo>
                <a:lnTo>
                  <a:pt x="72390" y="0"/>
                </a:lnTo>
                <a:lnTo>
                  <a:pt x="54388" y="30290"/>
                </a:lnTo>
                <a:lnTo>
                  <a:pt x="20003" y="38005"/>
                </a:lnTo>
                <a:lnTo>
                  <a:pt x="23241" y="73057"/>
                </a:lnTo>
                <a:lnTo>
                  <a:pt x="0" y="99632"/>
                </a:lnTo>
                <a:lnTo>
                  <a:pt x="23241" y="126111"/>
                </a:lnTo>
                <a:lnTo>
                  <a:pt x="20003" y="161258"/>
                </a:lnTo>
                <a:lnTo>
                  <a:pt x="54388" y="169069"/>
                </a:lnTo>
                <a:lnTo>
                  <a:pt x="72390" y="199358"/>
                </a:lnTo>
                <a:lnTo>
                  <a:pt x="104775" y="185356"/>
                </a:lnTo>
                <a:lnTo>
                  <a:pt x="137160" y="199263"/>
                </a:lnTo>
                <a:lnTo>
                  <a:pt x="155162" y="168974"/>
                </a:lnTo>
                <a:lnTo>
                  <a:pt x="189548" y="161163"/>
                </a:lnTo>
                <a:lnTo>
                  <a:pt x="186309" y="126111"/>
                </a:lnTo>
                <a:lnTo>
                  <a:pt x="209550" y="99632"/>
                </a:lnTo>
                <a:close/>
                <a:moveTo>
                  <a:pt x="114300" y="147257"/>
                </a:moveTo>
                <a:lnTo>
                  <a:pt x="95250" y="147257"/>
                </a:lnTo>
                <a:lnTo>
                  <a:pt x="95250" y="128207"/>
                </a:lnTo>
                <a:lnTo>
                  <a:pt x="114300" y="128207"/>
                </a:lnTo>
                <a:lnTo>
                  <a:pt x="114300" y="147257"/>
                </a:lnTo>
                <a:close/>
                <a:moveTo>
                  <a:pt x="114300" y="109157"/>
                </a:moveTo>
                <a:lnTo>
                  <a:pt x="95250" y="109157"/>
                </a:lnTo>
                <a:lnTo>
                  <a:pt x="95250" y="52007"/>
                </a:lnTo>
                <a:lnTo>
                  <a:pt x="114300" y="52007"/>
                </a:lnTo>
                <a:lnTo>
                  <a:pt x="114300" y="109157"/>
                </a:ln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sp>
        <p:nvSpPr>
          <p:cNvPr id="304" name="文本框 303">
            <a:extLst>
              <a:ext uri="{FF2B5EF4-FFF2-40B4-BE49-F238E27FC236}">
                <a16:creationId xmlns:a16="http://schemas.microsoft.com/office/drawing/2014/main" id="{3FA4BCC5-2237-933B-D7B9-9EC0E952393C}"/>
              </a:ext>
            </a:extLst>
          </p:cNvPr>
          <p:cNvSpPr txBox="1"/>
          <p:nvPr/>
        </p:nvSpPr>
        <p:spPr>
          <a:xfrm>
            <a:off x="6814168" y="1325711"/>
            <a:ext cx="697627" cy="246221"/>
          </a:xfrm>
          <a:prstGeom prst="rect">
            <a:avLst/>
          </a:prstGeom>
          <a:noFill/>
        </p:spPr>
        <p:txBody>
          <a:bodyPr wrap="none" rtlCol="0">
            <a:spAutoFit/>
          </a:bodyPr>
          <a:lstStyle/>
          <a:p>
            <a:r>
              <a:rPr lang="zh-CN" altLang="en-US" sz="1000" dirty="0">
                <a:solidFill>
                  <a:schemeClr val="bg1"/>
                </a:solidFill>
                <a:latin typeface="HarmonyOS Sans SC Medium" panose="00000600000000000000" pitchFamily="2" charset="-122"/>
                <a:ea typeface="HarmonyOS Sans SC Medium" panose="00000600000000000000" pitchFamily="2" charset="-122"/>
              </a:rPr>
              <a:t>标注文字</a:t>
            </a:r>
          </a:p>
        </p:txBody>
      </p:sp>
      <p:sp>
        <p:nvSpPr>
          <p:cNvPr id="305" name="文本框 304">
            <a:extLst>
              <a:ext uri="{FF2B5EF4-FFF2-40B4-BE49-F238E27FC236}">
                <a16:creationId xmlns:a16="http://schemas.microsoft.com/office/drawing/2014/main" id="{593A4D29-2CCB-9486-CDAD-927BAA3DD07D}"/>
              </a:ext>
            </a:extLst>
          </p:cNvPr>
          <p:cNvSpPr txBox="1"/>
          <p:nvPr/>
        </p:nvSpPr>
        <p:spPr>
          <a:xfrm>
            <a:off x="5428812" y="1325788"/>
            <a:ext cx="697627" cy="246221"/>
          </a:xfrm>
          <a:prstGeom prst="rect">
            <a:avLst/>
          </a:prstGeom>
          <a:noFill/>
        </p:spPr>
        <p:txBody>
          <a:bodyPr wrap="none" rtlCol="0">
            <a:spAutoFit/>
          </a:bodyPr>
          <a:lstStyle/>
          <a:p>
            <a:r>
              <a:rPr lang="zh-CN" altLang="en-US" sz="1000" dirty="0">
                <a:solidFill>
                  <a:schemeClr val="bg1"/>
                </a:solidFill>
                <a:latin typeface="HarmonyOS Sans SC Medium" panose="00000600000000000000" pitchFamily="2" charset="-122"/>
                <a:ea typeface="HarmonyOS Sans SC Medium" panose="00000600000000000000" pitchFamily="2" charset="-122"/>
              </a:rPr>
              <a:t>标注文字</a:t>
            </a:r>
          </a:p>
        </p:txBody>
      </p:sp>
      <p:sp>
        <p:nvSpPr>
          <p:cNvPr id="306" name="文本框 305">
            <a:extLst>
              <a:ext uri="{FF2B5EF4-FFF2-40B4-BE49-F238E27FC236}">
                <a16:creationId xmlns:a16="http://schemas.microsoft.com/office/drawing/2014/main" id="{7A0DD560-0A29-63A7-F7E7-6273A96975ED}"/>
              </a:ext>
            </a:extLst>
          </p:cNvPr>
          <p:cNvSpPr txBox="1"/>
          <p:nvPr/>
        </p:nvSpPr>
        <p:spPr>
          <a:xfrm>
            <a:off x="4043456" y="1325865"/>
            <a:ext cx="697627" cy="246221"/>
          </a:xfrm>
          <a:prstGeom prst="rect">
            <a:avLst/>
          </a:prstGeom>
          <a:noFill/>
        </p:spPr>
        <p:txBody>
          <a:bodyPr wrap="none" rtlCol="0">
            <a:spAutoFit/>
          </a:bodyPr>
          <a:lstStyle/>
          <a:p>
            <a:r>
              <a:rPr lang="zh-CN" altLang="en-US" sz="1000" dirty="0">
                <a:solidFill>
                  <a:schemeClr val="bg1"/>
                </a:solidFill>
                <a:latin typeface="HarmonyOS Sans SC Medium" panose="00000600000000000000" pitchFamily="2" charset="-122"/>
                <a:ea typeface="HarmonyOS Sans SC Medium" panose="00000600000000000000" pitchFamily="2" charset="-122"/>
              </a:rPr>
              <a:t>标注文字</a:t>
            </a:r>
          </a:p>
        </p:txBody>
      </p:sp>
      <p:sp>
        <p:nvSpPr>
          <p:cNvPr id="307" name="文本框 306">
            <a:extLst>
              <a:ext uri="{FF2B5EF4-FFF2-40B4-BE49-F238E27FC236}">
                <a16:creationId xmlns:a16="http://schemas.microsoft.com/office/drawing/2014/main" id="{FC8DBAC4-3C64-2566-F4AD-9914A15838DC}"/>
              </a:ext>
            </a:extLst>
          </p:cNvPr>
          <p:cNvSpPr txBox="1"/>
          <p:nvPr/>
        </p:nvSpPr>
        <p:spPr>
          <a:xfrm>
            <a:off x="1609336" y="1325942"/>
            <a:ext cx="697627" cy="246221"/>
          </a:xfrm>
          <a:prstGeom prst="rect">
            <a:avLst/>
          </a:prstGeom>
          <a:noFill/>
        </p:spPr>
        <p:txBody>
          <a:bodyPr wrap="none" rtlCol="0">
            <a:spAutoFit/>
          </a:bodyPr>
          <a:lstStyle/>
          <a:p>
            <a:r>
              <a:rPr lang="zh-CN" altLang="en-US" sz="1000" dirty="0">
                <a:solidFill>
                  <a:schemeClr val="bg1"/>
                </a:solidFill>
                <a:latin typeface="HarmonyOS Sans SC Medium" panose="00000600000000000000" pitchFamily="2" charset="-122"/>
                <a:ea typeface="HarmonyOS Sans SC Medium" panose="00000600000000000000" pitchFamily="2" charset="-122"/>
              </a:rPr>
              <a:t>标注文字</a:t>
            </a:r>
          </a:p>
        </p:txBody>
      </p:sp>
      <p:sp>
        <p:nvSpPr>
          <p:cNvPr id="308" name="文本框 307">
            <a:extLst>
              <a:ext uri="{FF2B5EF4-FFF2-40B4-BE49-F238E27FC236}">
                <a16:creationId xmlns:a16="http://schemas.microsoft.com/office/drawing/2014/main" id="{1A33799F-8299-88A5-6775-3E5D24CE5E6E}"/>
              </a:ext>
            </a:extLst>
          </p:cNvPr>
          <p:cNvSpPr txBox="1"/>
          <p:nvPr/>
        </p:nvSpPr>
        <p:spPr>
          <a:xfrm>
            <a:off x="9599409" y="1316158"/>
            <a:ext cx="697627" cy="246221"/>
          </a:xfrm>
          <a:prstGeom prst="rect">
            <a:avLst/>
          </a:prstGeom>
          <a:noFill/>
        </p:spPr>
        <p:txBody>
          <a:bodyPr wrap="none" rtlCol="0">
            <a:spAutoFit/>
          </a:bodyPr>
          <a:lstStyle/>
          <a:p>
            <a:r>
              <a:rPr lang="zh-CN" altLang="en-US" sz="1000" dirty="0">
                <a:solidFill>
                  <a:schemeClr val="bg1"/>
                </a:solidFill>
                <a:latin typeface="HarmonyOS Sans SC Medium" panose="00000600000000000000" pitchFamily="2" charset="-122"/>
                <a:ea typeface="HarmonyOS Sans SC Medium" panose="00000600000000000000" pitchFamily="2" charset="-122"/>
              </a:rPr>
              <a:t>标注文字</a:t>
            </a:r>
          </a:p>
        </p:txBody>
      </p:sp>
      <p:grpSp>
        <p:nvGrpSpPr>
          <p:cNvPr id="326" name="组合 325">
            <a:extLst>
              <a:ext uri="{FF2B5EF4-FFF2-40B4-BE49-F238E27FC236}">
                <a16:creationId xmlns:a16="http://schemas.microsoft.com/office/drawing/2014/main" id="{31625495-64FE-0770-3CFC-0BF0A2F74E57}"/>
              </a:ext>
            </a:extLst>
          </p:cNvPr>
          <p:cNvGrpSpPr/>
          <p:nvPr/>
        </p:nvGrpSpPr>
        <p:grpSpPr>
          <a:xfrm>
            <a:off x="1836590" y="1922196"/>
            <a:ext cx="648753" cy="558540"/>
            <a:chOff x="3037534" y="2349401"/>
            <a:chExt cx="648753" cy="558540"/>
          </a:xfrm>
        </p:grpSpPr>
        <p:sp>
          <p:nvSpPr>
            <p:cNvPr id="313" name="Freeform 23">
              <a:extLst>
                <a:ext uri="{FF2B5EF4-FFF2-40B4-BE49-F238E27FC236}">
                  <a16:creationId xmlns:a16="http://schemas.microsoft.com/office/drawing/2014/main" id="{18870312-F6D0-3AB4-516F-5FE74130C4E4}"/>
                </a:ext>
              </a:extLst>
            </p:cNvPr>
            <p:cNvSpPr>
              <a:spLocks/>
            </p:cNvSpPr>
            <p:nvPr/>
          </p:nvSpPr>
          <p:spPr bwMode="auto">
            <a:xfrm>
              <a:off x="3066519" y="2643490"/>
              <a:ext cx="590782" cy="264451"/>
            </a:xfrm>
            <a:custGeom>
              <a:avLst/>
              <a:gdLst>
                <a:gd name="T0" fmla="*/ 762 w 762"/>
                <a:gd name="T1" fmla="*/ 2 h 341"/>
                <a:gd name="T2" fmla="*/ 762 w 762"/>
                <a:gd name="T3" fmla="*/ 100 h 341"/>
                <a:gd name="T4" fmla="*/ 651 w 762"/>
                <a:gd name="T5" fmla="*/ 255 h 341"/>
                <a:gd name="T6" fmla="*/ 113 w 762"/>
                <a:gd name="T7" fmla="*/ 255 h 341"/>
                <a:gd name="T8" fmla="*/ 0 w 762"/>
                <a:gd name="T9" fmla="*/ 98 h 341"/>
                <a:gd name="T10" fmla="*/ 1 w 762"/>
                <a:gd name="T11" fmla="*/ 0 h 341"/>
                <a:gd name="T12" fmla="*/ 113 w 762"/>
                <a:gd name="T13" fmla="*/ 157 h 341"/>
                <a:gd name="T14" fmla="*/ 651 w 762"/>
                <a:gd name="T15" fmla="*/ 157 h 341"/>
                <a:gd name="T16" fmla="*/ 762 w 762"/>
                <a:gd name="T17" fmla="*/ 2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2" h="341">
                  <a:moveTo>
                    <a:pt x="762" y="2"/>
                  </a:moveTo>
                  <a:cubicBezTo>
                    <a:pt x="762" y="100"/>
                    <a:pt x="762" y="100"/>
                    <a:pt x="762" y="100"/>
                  </a:cubicBezTo>
                  <a:cubicBezTo>
                    <a:pt x="762" y="156"/>
                    <a:pt x="725" y="212"/>
                    <a:pt x="651" y="255"/>
                  </a:cubicBezTo>
                  <a:cubicBezTo>
                    <a:pt x="503" y="341"/>
                    <a:pt x="262" y="341"/>
                    <a:pt x="113" y="255"/>
                  </a:cubicBezTo>
                  <a:cubicBezTo>
                    <a:pt x="38" y="211"/>
                    <a:pt x="0" y="154"/>
                    <a:pt x="0" y="98"/>
                  </a:cubicBezTo>
                  <a:cubicBezTo>
                    <a:pt x="1" y="0"/>
                    <a:pt x="1" y="0"/>
                    <a:pt x="1" y="0"/>
                  </a:cubicBezTo>
                  <a:cubicBezTo>
                    <a:pt x="0" y="57"/>
                    <a:pt x="38" y="113"/>
                    <a:pt x="113" y="157"/>
                  </a:cubicBezTo>
                  <a:cubicBezTo>
                    <a:pt x="262" y="243"/>
                    <a:pt x="503" y="243"/>
                    <a:pt x="651" y="157"/>
                  </a:cubicBezTo>
                  <a:cubicBezTo>
                    <a:pt x="725" y="114"/>
                    <a:pt x="762" y="58"/>
                    <a:pt x="762" y="2"/>
                  </a:cubicBezTo>
                  <a:close/>
                </a:path>
              </a:pathLst>
            </a:custGeom>
            <a:gradFill flip="none" rotWithShape="1">
              <a:gsLst>
                <a:gs pos="0">
                  <a:srgbClr val="8E9CEF"/>
                </a:gs>
                <a:gs pos="100000">
                  <a:srgbClr val="FAFBF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4" name="Freeform 24">
              <a:extLst>
                <a:ext uri="{FF2B5EF4-FFF2-40B4-BE49-F238E27FC236}">
                  <a16:creationId xmlns:a16="http://schemas.microsoft.com/office/drawing/2014/main" id="{A3F42220-8754-8066-D345-CB08E24833BB}"/>
                </a:ext>
              </a:extLst>
            </p:cNvPr>
            <p:cNvSpPr>
              <a:spLocks/>
            </p:cNvSpPr>
            <p:nvPr/>
          </p:nvSpPr>
          <p:spPr bwMode="auto">
            <a:xfrm>
              <a:off x="3037534" y="2456876"/>
              <a:ext cx="648753" cy="375182"/>
            </a:xfrm>
            <a:custGeom>
              <a:avLst/>
              <a:gdLst>
                <a:gd name="T0" fmla="*/ 687 w 837"/>
                <a:gd name="T1" fmla="*/ 86 h 484"/>
                <a:gd name="T2" fmla="*/ 688 w 837"/>
                <a:gd name="T3" fmla="*/ 398 h 484"/>
                <a:gd name="T4" fmla="*/ 150 w 837"/>
                <a:gd name="T5" fmla="*/ 398 h 484"/>
                <a:gd name="T6" fmla="*/ 148 w 837"/>
                <a:gd name="T7" fmla="*/ 86 h 484"/>
                <a:gd name="T8" fmla="*/ 687 w 837"/>
                <a:gd name="T9" fmla="*/ 86 h 484"/>
              </a:gdLst>
              <a:ahLst/>
              <a:cxnLst>
                <a:cxn ang="0">
                  <a:pos x="T0" y="T1"/>
                </a:cxn>
                <a:cxn ang="0">
                  <a:pos x="T2" y="T3"/>
                </a:cxn>
                <a:cxn ang="0">
                  <a:pos x="T4" y="T5"/>
                </a:cxn>
                <a:cxn ang="0">
                  <a:pos x="T6" y="T7"/>
                </a:cxn>
                <a:cxn ang="0">
                  <a:pos x="T8" y="T9"/>
                </a:cxn>
              </a:cxnLst>
              <a:rect l="0" t="0" r="r" b="b"/>
              <a:pathLst>
                <a:path w="837" h="484">
                  <a:moveTo>
                    <a:pt x="687" y="86"/>
                  </a:moveTo>
                  <a:cubicBezTo>
                    <a:pt x="836" y="172"/>
                    <a:pt x="837" y="312"/>
                    <a:pt x="688" y="398"/>
                  </a:cubicBezTo>
                  <a:cubicBezTo>
                    <a:pt x="540" y="484"/>
                    <a:pt x="299" y="484"/>
                    <a:pt x="150" y="398"/>
                  </a:cubicBezTo>
                  <a:cubicBezTo>
                    <a:pt x="1" y="312"/>
                    <a:pt x="0" y="172"/>
                    <a:pt x="148" y="86"/>
                  </a:cubicBezTo>
                  <a:cubicBezTo>
                    <a:pt x="296" y="0"/>
                    <a:pt x="538" y="0"/>
                    <a:pt x="687" y="86"/>
                  </a:cubicBez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5" name="Freeform 25">
              <a:extLst>
                <a:ext uri="{FF2B5EF4-FFF2-40B4-BE49-F238E27FC236}">
                  <a16:creationId xmlns:a16="http://schemas.microsoft.com/office/drawing/2014/main" id="{B34E1366-047C-57C2-B16B-44F1ED606CD5}"/>
                </a:ext>
              </a:extLst>
            </p:cNvPr>
            <p:cNvSpPr>
              <a:spLocks/>
            </p:cNvSpPr>
            <p:nvPr/>
          </p:nvSpPr>
          <p:spPr bwMode="auto">
            <a:xfrm>
              <a:off x="3067008" y="2536015"/>
              <a:ext cx="589805" cy="239700"/>
            </a:xfrm>
            <a:custGeom>
              <a:avLst/>
              <a:gdLst>
                <a:gd name="T0" fmla="*/ 761 w 761"/>
                <a:gd name="T1" fmla="*/ 3 h 309"/>
                <a:gd name="T2" fmla="*/ 761 w 761"/>
                <a:gd name="T3" fmla="*/ 68 h 309"/>
                <a:gd name="T4" fmla="*/ 651 w 761"/>
                <a:gd name="T5" fmla="*/ 223 h 309"/>
                <a:gd name="T6" fmla="*/ 112 w 761"/>
                <a:gd name="T7" fmla="*/ 223 h 309"/>
                <a:gd name="T8" fmla="*/ 0 w 761"/>
                <a:gd name="T9" fmla="*/ 66 h 309"/>
                <a:gd name="T10" fmla="*/ 0 w 761"/>
                <a:gd name="T11" fmla="*/ 0 h 309"/>
                <a:gd name="T12" fmla="*/ 112 w 761"/>
                <a:gd name="T13" fmla="*/ 157 h 309"/>
                <a:gd name="T14" fmla="*/ 651 w 761"/>
                <a:gd name="T15" fmla="*/ 157 h 309"/>
                <a:gd name="T16" fmla="*/ 761 w 761"/>
                <a:gd name="T17" fmla="*/ 3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1" h="309">
                  <a:moveTo>
                    <a:pt x="761" y="3"/>
                  </a:moveTo>
                  <a:cubicBezTo>
                    <a:pt x="761" y="68"/>
                    <a:pt x="761" y="68"/>
                    <a:pt x="761" y="68"/>
                  </a:cubicBezTo>
                  <a:cubicBezTo>
                    <a:pt x="761" y="124"/>
                    <a:pt x="724" y="180"/>
                    <a:pt x="651" y="223"/>
                  </a:cubicBezTo>
                  <a:cubicBezTo>
                    <a:pt x="502" y="309"/>
                    <a:pt x="261" y="309"/>
                    <a:pt x="112" y="223"/>
                  </a:cubicBezTo>
                  <a:cubicBezTo>
                    <a:pt x="37" y="179"/>
                    <a:pt x="0" y="122"/>
                    <a:pt x="0" y="66"/>
                  </a:cubicBezTo>
                  <a:cubicBezTo>
                    <a:pt x="0" y="0"/>
                    <a:pt x="0" y="0"/>
                    <a:pt x="0" y="0"/>
                  </a:cubicBezTo>
                  <a:cubicBezTo>
                    <a:pt x="0" y="57"/>
                    <a:pt x="37" y="114"/>
                    <a:pt x="112" y="157"/>
                  </a:cubicBezTo>
                  <a:cubicBezTo>
                    <a:pt x="261" y="244"/>
                    <a:pt x="503" y="244"/>
                    <a:pt x="651" y="157"/>
                  </a:cubicBezTo>
                  <a:cubicBezTo>
                    <a:pt x="724" y="115"/>
                    <a:pt x="761" y="59"/>
                    <a:pt x="761" y="3"/>
                  </a:cubicBezTo>
                  <a:close/>
                </a:path>
              </a:pathLst>
            </a:custGeom>
            <a:gradFill flip="none" rotWithShape="1">
              <a:gsLst>
                <a:gs pos="0">
                  <a:srgbClr val="8E9CEF"/>
                </a:gs>
                <a:gs pos="100000">
                  <a:srgbClr val="FAFBF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6" name="Freeform 26">
              <a:extLst>
                <a:ext uri="{FF2B5EF4-FFF2-40B4-BE49-F238E27FC236}">
                  <a16:creationId xmlns:a16="http://schemas.microsoft.com/office/drawing/2014/main" id="{9F1766C4-067E-1293-BEA3-BE47E4CEF6F4}"/>
                </a:ext>
              </a:extLst>
            </p:cNvPr>
            <p:cNvSpPr>
              <a:spLocks/>
            </p:cNvSpPr>
            <p:nvPr/>
          </p:nvSpPr>
          <p:spPr bwMode="auto">
            <a:xfrm>
              <a:off x="3037534" y="2349401"/>
              <a:ext cx="648753" cy="375834"/>
            </a:xfrm>
            <a:custGeom>
              <a:avLst/>
              <a:gdLst>
                <a:gd name="T0" fmla="*/ 687 w 837"/>
                <a:gd name="T1" fmla="*/ 87 h 485"/>
                <a:gd name="T2" fmla="*/ 689 w 837"/>
                <a:gd name="T3" fmla="*/ 398 h 485"/>
                <a:gd name="T4" fmla="*/ 150 w 837"/>
                <a:gd name="T5" fmla="*/ 398 h 485"/>
                <a:gd name="T6" fmla="*/ 149 w 837"/>
                <a:gd name="T7" fmla="*/ 87 h 485"/>
                <a:gd name="T8" fmla="*/ 687 w 837"/>
                <a:gd name="T9" fmla="*/ 87 h 485"/>
              </a:gdLst>
              <a:ahLst/>
              <a:cxnLst>
                <a:cxn ang="0">
                  <a:pos x="T0" y="T1"/>
                </a:cxn>
                <a:cxn ang="0">
                  <a:pos x="T2" y="T3"/>
                </a:cxn>
                <a:cxn ang="0">
                  <a:pos x="T4" y="T5"/>
                </a:cxn>
                <a:cxn ang="0">
                  <a:pos x="T6" y="T7"/>
                </a:cxn>
                <a:cxn ang="0">
                  <a:pos x="T8" y="T9"/>
                </a:cxn>
              </a:cxnLst>
              <a:rect l="0" t="0" r="r" b="b"/>
              <a:pathLst>
                <a:path w="837" h="485">
                  <a:moveTo>
                    <a:pt x="687" y="87"/>
                  </a:moveTo>
                  <a:cubicBezTo>
                    <a:pt x="836" y="173"/>
                    <a:pt x="837" y="312"/>
                    <a:pt x="689" y="398"/>
                  </a:cubicBezTo>
                  <a:cubicBezTo>
                    <a:pt x="541" y="485"/>
                    <a:pt x="299" y="485"/>
                    <a:pt x="150" y="398"/>
                  </a:cubicBezTo>
                  <a:cubicBezTo>
                    <a:pt x="1" y="312"/>
                    <a:pt x="0" y="173"/>
                    <a:pt x="149" y="87"/>
                  </a:cubicBezTo>
                  <a:cubicBezTo>
                    <a:pt x="297" y="0"/>
                    <a:pt x="538" y="0"/>
                    <a:pt x="687" y="87"/>
                  </a:cubicBezTo>
                  <a:close/>
                </a:path>
              </a:pathLst>
            </a:custGeom>
            <a:gradFill>
              <a:gsLst>
                <a:gs pos="0">
                  <a:srgbClr val="3749CC"/>
                </a:gs>
                <a:gs pos="100000">
                  <a:srgbClr val="6578F0">
                    <a:alpha val="71000"/>
                  </a:srgbClr>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327" name="组合 326">
            <a:extLst>
              <a:ext uri="{FF2B5EF4-FFF2-40B4-BE49-F238E27FC236}">
                <a16:creationId xmlns:a16="http://schemas.microsoft.com/office/drawing/2014/main" id="{026E3868-2D2B-EB71-02C0-4D8DCFCEDAEB}"/>
              </a:ext>
            </a:extLst>
          </p:cNvPr>
          <p:cNvGrpSpPr/>
          <p:nvPr/>
        </p:nvGrpSpPr>
        <p:grpSpPr>
          <a:xfrm>
            <a:off x="1836590" y="2710030"/>
            <a:ext cx="648753" cy="558540"/>
            <a:chOff x="3037534" y="2349401"/>
            <a:chExt cx="648753" cy="558540"/>
          </a:xfrm>
        </p:grpSpPr>
        <p:sp>
          <p:nvSpPr>
            <p:cNvPr id="328" name="Freeform 23">
              <a:extLst>
                <a:ext uri="{FF2B5EF4-FFF2-40B4-BE49-F238E27FC236}">
                  <a16:creationId xmlns:a16="http://schemas.microsoft.com/office/drawing/2014/main" id="{272C54EA-74CF-F0BE-907C-0A9A2444AF1D}"/>
                </a:ext>
              </a:extLst>
            </p:cNvPr>
            <p:cNvSpPr>
              <a:spLocks/>
            </p:cNvSpPr>
            <p:nvPr/>
          </p:nvSpPr>
          <p:spPr bwMode="auto">
            <a:xfrm>
              <a:off x="3066519" y="2643490"/>
              <a:ext cx="590782" cy="264451"/>
            </a:xfrm>
            <a:custGeom>
              <a:avLst/>
              <a:gdLst>
                <a:gd name="T0" fmla="*/ 762 w 762"/>
                <a:gd name="T1" fmla="*/ 2 h 341"/>
                <a:gd name="T2" fmla="*/ 762 w 762"/>
                <a:gd name="T3" fmla="*/ 100 h 341"/>
                <a:gd name="T4" fmla="*/ 651 w 762"/>
                <a:gd name="T5" fmla="*/ 255 h 341"/>
                <a:gd name="T6" fmla="*/ 113 w 762"/>
                <a:gd name="T7" fmla="*/ 255 h 341"/>
                <a:gd name="T8" fmla="*/ 0 w 762"/>
                <a:gd name="T9" fmla="*/ 98 h 341"/>
                <a:gd name="T10" fmla="*/ 1 w 762"/>
                <a:gd name="T11" fmla="*/ 0 h 341"/>
                <a:gd name="T12" fmla="*/ 113 w 762"/>
                <a:gd name="T13" fmla="*/ 157 h 341"/>
                <a:gd name="T14" fmla="*/ 651 w 762"/>
                <a:gd name="T15" fmla="*/ 157 h 341"/>
                <a:gd name="T16" fmla="*/ 762 w 762"/>
                <a:gd name="T17" fmla="*/ 2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2" h="341">
                  <a:moveTo>
                    <a:pt x="762" y="2"/>
                  </a:moveTo>
                  <a:cubicBezTo>
                    <a:pt x="762" y="100"/>
                    <a:pt x="762" y="100"/>
                    <a:pt x="762" y="100"/>
                  </a:cubicBezTo>
                  <a:cubicBezTo>
                    <a:pt x="762" y="156"/>
                    <a:pt x="725" y="212"/>
                    <a:pt x="651" y="255"/>
                  </a:cubicBezTo>
                  <a:cubicBezTo>
                    <a:pt x="503" y="341"/>
                    <a:pt x="262" y="341"/>
                    <a:pt x="113" y="255"/>
                  </a:cubicBezTo>
                  <a:cubicBezTo>
                    <a:pt x="38" y="211"/>
                    <a:pt x="0" y="154"/>
                    <a:pt x="0" y="98"/>
                  </a:cubicBezTo>
                  <a:cubicBezTo>
                    <a:pt x="1" y="0"/>
                    <a:pt x="1" y="0"/>
                    <a:pt x="1" y="0"/>
                  </a:cubicBezTo>
                  <a:cubicBezTo>
                    <a:pt x="0" y="57"/>
                    <a:pt x="38" y="113"/>
                    <a:pt x="113" y="157"/>
                  </a:cubicBezTo>
                  <a:cubicBezTo>
                    <a:pt x="262" y="243"/>
                    <a:pt x="503" y="243"/>
                    <a:pt x="651" y="157"/>
                  </a:cubicBezTo>
                  <a:cubicBezTo>
                    <a:pt x="725" y="114"/>
                    <a:pt x="762" y="58"/>
                    <a:pt x="762" y="2"/>
                  </a:cubicBezTo>
                  <a:close/>
                </a:path>
              </a:pathLst>
            </a:custGeom>
            <a:gradFill flip="none" rotWithShape="1">
              <a:gsLst>
                <a:gs pos="0">
                  <a:srgbClr val="8E9CEF"/>
                </a:gs>
                <a:gs pos="100000">
                  <a:srgbClr val="FAFBF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9" name="Freeform 24">
              <a:extLst>
                <a:ext uri="{FF2B5EF4-FFF2-40B4-BE49-F238E27FC236}">
                  <a16:creationId xmlns:a16="http://schemas.microsoft.com/office/drawing/2014/main" id="{BE3C4888-1933-0BE3-A9B9-2CCE1AF9A285}"/>
                </a:ext>
              </a:extLst>
            </p:cNvPr>
            <p:cNvSpPr>
              <a:spLocks/>
            </p:cNvSpPr>
            <p:nvPr/>
          </p:nvSpPr>
          <p:spPr bwMode="auto">
            <a:xfrm>
              <a:off x="3037534" y="2456876"/>
              <a:ext cx="648753" cy="375182"/>
            </a:xfrm>
            <a:custGeom>
              <a:avLst/>
              <a:gdLst>
                <a:gd name="T0" fmla="*/ 687 w 837"/>
                <a:gd name="T1" fmla="*/ 86 h 484"/>
                <a:gd name="T2" fmla="*/ 688 w 837"/>
                <a:gd name="T3" fmla="*/ 398 h 484"/>
                <a:gd name="T4" fmla="*/ 150 w 837"/>
                <a:gd name="T5" fmla="*/ 398 h 484"/>
                <a:gd name="T6" fmla="*/ 148 w 837"/>
                <a:gd name="T7" fmla="*/ 86 h 484"/>
                <a:gd name="T8" fmla="*/ 687 w 837"/>
                <a:gd name="T9" fmla="*/ 86 h 484"/>
              </a:gdLst>
              <a:ahLst/>
              <a:cxnLst>
                <a:cxn ang="0">
                  <a:pos x="T0" y="T1"/>
                </a:cxn>
                <a:cxn ang="0">
                  <a:pos x="T2" y="T3"/>
                </a:cxn>
                <a:cxn ang="0">
                  <a:pos x="T4" y="T5"/>
                </a:cxn>
                <a:cxn ang="0">
                  <a:pos x="T6" y="T7"/>
                </a:cxn>
                <a:cxn ang="0">
                  <a:pos x="T8" y="T9"/>
                </a:cxn>
              </a:cxnLst>
              <a:rect l="0" t="0" r="r" b="b"/>
              <a:pathLst>
                <a:path w="837" h="484">
                  <a:moveTo>
                    <a:pt x="687" y="86"/>
                  </a:moveTo>
                  <a:cubicBezTo>
                    <a:pt x="836" y="172"/>
                    <a:pt x="837" y="312"/>
                    <a:pt x="688" y="398"/>
                  </a:cubicBezTo>
                  <a:cubicBezTo>
                    <a:pt x="540" y="484"/>
                    <a:pt x="299" y="484"/>
                    <a:pt x="150" y="398"/>
                  </a:cubicBezTo>
                  <a:cubicBezTo>
                    <a:pt x="1" y="312"/>
                    <a:pt x="0" y="172"/>
                    <a:pt x="148" y="86"/>
                  </a:cubicBezTo>
                  <a:cubicBezTo>
                    <a:pt x="296" y="0"/>
                    <a:pt x="538" y="0"/>
                    <a:pt x="687" y="86"/>
                  </a:cubicBez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0" name="Freeform 25">
              <a:extLst>
                <a:ext uri="{FF2B5EF4-FFF2-40B4-BE49-F238E27FC236}">
                  <a16:creationId xmlns:a16="http://schemas.microsoft.com/office/drawing/2014/main" id="{E7C90E43-5CC9-33F0-98AD-8F2D04FBAE62}"/>
                </a:ext>
              </a:extLst>
            </p:cNvPr>
            <p:cNvSpPr>
              <a:spLocks/>
            </p:cNvSpPr>
            <p:nvPr/>
          </p:nvSpPr>
          <p:spPr bwMode="auto">
            <a:xfrm>
              <a:off x="3067008" y="2536015"/>
              <a:ext cx="589805" cy="239700"/>
            </a:xfrm>
            <a:custGeom>
              <a:avLst/>
              <a:gdLst>
                <a:gd name="T0" fmla="*/ 761 w 761"/>
                <a:gd name="T1" fmla="*/ 3 h 309"/>
                <a:gd name="T2" fmla="*/ 761 w 761"/>
                <a:gd name="T3" fmla="*/ 68 h 309"/>
                <a:gd name="T4" fmla="*/ 651 w 761"/>
                <a:gd name="T5" fmla="*/ 223 h 309"/>
                <a:gd name="T6" fmla="*/ 112 w 761"/>
                <a:gd name="T7" fmla="*/ 223 h 309"/>
                <a:gd name="T8" fmla="*/ 0 w 761"/>
                <a:gd name="T9" fmla="*/ 66 h 309"/>
                <a:gd name="T10" fmla="*/ 0 w 761"/>
                <a:gd name="T11" fmla="*/ 0 h 309"/>
                <a:gd name="T12" fmla="*/ 112 w 761"/>
                <a:gd name="T13" fmla="*/ 157 h 309"/>
                <a:gd name="T14" fmla="*/ 651 w 761"/>
                <a:gd name="T15" fmla="*/ 157 h 309"/>
                <a:gd name="T16" fmla="*/ 761 w 761"/>
                <a:gd name="T17" fmla="*/ 3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1" h="309">
                  <a:moveTo>
                    <a:pt x="761" y="3"/>
                  </a:moveTo>
                  <a:cubicBezTo>
                    <a:pt x="761" y="68"/>
                    <a:pt x="761" y="68"/>
                    <a:pt x="761" y="68"/>
                  </a:cubicBezTo>
                  <a:cubicBezTo>
                    <a:pt x="761" y="124"/>
                    <a:pt x="724" y="180"/>
                    <a:pt x="651" y="223"/>
                  </a:cubicBezTo>
                  <a:cubicBezTo>
                    <a:pt x="502" y="309"/>
                    <a:pt x="261" y="309"/>
                    <a:pt x="112" y="223"/>
                  </a:cubicBezTo>
                  <a:cubicBezTo>
                    <a:pt x="37" y="179"/>
                    <a:pt x="0" y="122"/>
                    <a:pt x="0" y="66"/>
                  </a:cubicBezTo>
                  <a:cubicBezTo>
                    <a:pt x="0" y="0"/>
                    <a:pt x="0" y="0"/>
                    <a:pt x="0" y="0"/>
                  </a:cubicBezTo>
                  <a:cubicBezTo>
                    <a:pt x="0" y="57"/>
                    <a:pt x="37" y="114"/>
                    <a:pt x="112" y="157"/>
                  </a:cubicBezTo>
                  <a:cubicBezTo>
                    <a:pt x="261" y="244"/>
                    <a:pt x="503" y="244"/>
                    <a:pt x="651" y="157"/>
                  </a:cubicBezTo>
                  <a:cubicBezTo>
                    <a:pt x="724" y="115"/>
                    <a:pt x="761" y="59"/>
                    <a:pt x="761" y="3"/>
                  </a:cubicBezTo>
                  <a:close/>
                </a:path>
              </a:pathLst>
            </a:custGeom>
            <a:gradFill flip="none" rotWithShape="1">
              <a:gsLst>
                <a:gs pos="0">
                  <a:srgbClr val="8E9CEF"/>
                </a:gs>
                <a:gs pos="100000">
                  <a:srgbClr val="FAFBF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1" name="Freeform 26">
              <a:extLst>
                <a:ext uri="{FF2B5EF4-FFF2-40B4-BE49-F238E27FC236}">
                  <a16:creationId xmlns:a16="http://schemas.microsoft.com/office/drawing/2014/main" id="{3950E41A-31D8-570E-7C99-8FE9B782EDA0}"/>
                </a:ext>
              </a:extLst>
            </p:cNvPr>
            <p:cNvSpPr>
              <a:spLocks/>
            </p:cNvSpPr>
            <p:nvPr/>
          </p:nvSpPr>
          <p:spPr bwMode="auto">
            <a:xfrm>
              <a:off x="3037534" y="2349401"/>
              <a:ext cx="648753" cy="375834"/>
            </a:xfrm>
            <a:custGeom>
              <a:avLst/>
              <a:gdLst>
                <a:gd name="T0" fmla="*/ 687 w 837"/>
                <a:gd name="T1" fmla="*/ 87 h 485"/>
                <a:gd name="T2" fmla="*/ 689 w 837"/>
                <a:gd name="T3" fmla="*/ 398 h 485"/>
                <a:gd name="T4" fmla="*/ 150 w 837"/>
                <a:gd name="T5" fmla="*/ 398 h 485"/>
                <a:gd name="T6" fmla="*/ 149 w 837"/>
                <a:gd name="T7" fmla="*/ 87 h 485"/>
                <a:gd name="T8" fmla="*/ 687 w 837"/>
                <a:gd name="T9" fmla="*/ 87 h 485"/>
              </a:gdLst>
              <a:ahLst/>
              <a:cxnLst>
                <a:cxn ang="0">
                  <a:pos x="T0" y="T1"/>
                </a:cxn>
                <a:cxn ang="0">
                  <a:pos x="T2" y="T3"/>
                </a:cxn>
                <a:cxn ang="0">
                  <a:pos x="T4" y="T5"/>
                </a:cxn>
                <a:cxn ang="0">
                  <a:pos x="T6" y="T7"/>
                </a:cxn>
                <a:cxn ang="0">
                  <a:pos x="T8" y="T9"/>
                </a:cxn>
              </a:cxnLst>
              <a:rect l="0" t="0" r="r" b="b"/>
              <a:pathLst>
                <a:path w="837" h="485">
                  <a:moveTo>
                    <a:pt x="687" y="87"/>
                  </a:moveTo>
                  <a:cubicBezTo>
                    <a:pt x="836" y="173"/>
                    <a:pt x="837" y="312"/>
                    <a:pt x="689" y="398"/>
                  </a:cubicBezTo>
                  <a:cubicBezTo>
                    <a:pt x="541" y="485"/>
                    <a:pt x="299" y="485"/>
                    <a:pt x="150" y="398"/>
                  </a:cubicBezTo>
                  <a:cubicBezTo>
                    <a:pt x="1" y="312"/>
                    <a:pt x="0" y="173"/>
                    <a:pt x="149" y="87"/>
                  </a:cubicBezTo>
                  <a:cubicBezTo>
                    <a:pt x="297" y="0"/>
                    <a:pt x="538" y="0"/>
                    <a:pt x="687" y="87"/>
                  </a:cubicBezTo>
                  <a:close/>
                </a:path>
              </a:pathLst>
            </a:custGeom>
            <a:gradFill>
              <a:gsLst>
                <a:gs pos="0">
                  <a:srgbClr val="3749CC"/>
                </a:gs>
                <a:gs pos="100000">
                  <a:srgbClr val="6578F0">
                    <a:alpha val="71000"/>
                  </a:srgbClr>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332" name="组合 331">
            <a:extLst>
              <a:ext uri="{FF2B5EF4-FFF2-40B4-BE49-F238E27FC236}">
                <a16:creationId xmlns:a16="http://schemas.microsoft.com/office/drawing/2014/main" id="{7B249A4E-7210-2B6E-3676-72B479106C98}"/>
              </a:ext>
            </a:extLst>
          </p:cNvPr>
          <p:cNvGrpSpPr/>
          <p:nvPr/>
        </p:nvGrpSpPr>
        <p:grpSpPr>
          <a:xfrm>
            <a:off x="1836590" y="3497864"/>
            <a:ext cx="648753" cy="558540"/>
            <a:chOff x="3037534" y="2349401"/>
            <a:chExt cx="648753" cy="558540"/>
          </a:xfrm>
        </p:grpSpPr>
        <p:sp>
          <p:nvSpPr>
            <p:cNvPr id="333" name="Freeform 23">
              <a:extLst>
                <a:ext uri="{FF2B5EF4-FFF2-40B4-BE49-F238E27FC236}">
                  <a16:creationId xmlns:a16="http://schemas.microsoft.com/office/drawing/2014/main" id="{B5E98542-EDE4-E208-325D-8B4CF5BFA6CC}"/>
                </a:ext>
              </a:extLst>
            </p:cNvPr>
            <p:cNvSpPr>
              <a:spLocks/>
            </p:cNvSpPr>
            <p:nvPr/>
          </p:nvSpPr>
          <p:spPr bwMode="auto">
            <a:xfrm>
              <a:off x="3066519" y="2643490"/>
              <a:ext cx="590782" cy="264451"/>
            </a:xfrm>
            <a:custGeom>
              <a:avLst/>
              <a:gdLst>
                <a:gd name="T0" fmla="*/ 762 w 762"/>
                <a:gd name="T1" fmla="*/ 2 h 341"/>
                <a:gd name="T2" fmla="*/ 762 w 762"/>
                <a:gd name="T3" fmla="*/ 100 h 341"/>
                <a:gd name="T4" fmla="*/ 651 w 762"/>
                <a:gd name="T5" fmla="*/ 255 h 341"/>
                <a:gd name="T6" fmla="*/ 113 w 762"/>
                <a:gd name="T7" fmla="*/ 255 h 341"/>
                <a:gd name="T8" fmla="*/ 0 w 762"/>
                <a:gd name="T9" fmla="*/ 98 h 341"/>
                <a:gd name="T10" fmla="*/ 1 w 762"/>
                <a:gd name="T11" fmla="*/ 0 h 341"/>
                <a:gd name="T12" fmla="*/ 113 w 762"/>
                <a:gd name="T13" fmla="*/ 157 h 341"/>
                <a:gd name="T14" fmla="*/ 651 w 762"/>
                <a:gd name="T15" fmla="*/ 157 h 341"/>
                <a:gd name="T16" fmla="*/ 762 w 762"/>
                <a:gd name="T17" fmla="*/ 2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2" h="341">
                  <a:moveTo>
                    <a:pt x="762" y="2"/>
                  </a:moveTo>
                  <a:cubicBezTo>
                    <a:pt x="762" y="100"/>
                    <a:pt x="762" y="100"/>
                    <a:pt x="762" y="100"/>
                  </a:cubicBezTo>
                  <a:cubicBezTo>
                    <a:pt x="762" y="156"/>
                    <a:pt x="725" y="212"/>
                    <a:pt x="651" y="255"/>
                  </a:cubicBezTo>
                  <a:cubicBezTo>
                    <a:pt x="503" y="341"/>
                    <a:pt x="262" y="341"/>
                    <a:pt x="113" y="255"/>
                  </a:cubicBezTo>
                  <a:cubicBezTo>
                    <a:pt x="38" y="211"/>
                    <a:pt x="0" y="154"/>
                    <a:pt x="0" y="98"/>
                  </a:cubicBezTo>
                  <a:cubicBezTo>
                    <a:pt x="1" y="0"/>
                    <a:pt x="1" y="0"/>
                    <a:pt x="1" y="0"/>
                  </a:cubicBezTo>
                  <a:cubicBezTo>
                    <a:pt x="0" y="57"/>
                    <a:pt x="38" y="113"/>
                    <a:pt x="113" y="157"/>
                  </a:cubicBezTo>
                  <a:cubicBezTo>
                    <a:pt x="262" y="243"/>
                    <a:pt x="503" y="243"/>
                    <a:pt x="651" y="157"/>
                  </a:cubicBezTo>
                  <a:cubicBezTo>
                    <a:pt x="725" y="114"/>
                    <a:pt x="762" y="58"/>
                    <a:pt x="762" y="2"/>
                  </a:cubicBezTo>
                  <a:close/>
                </a:path>
              </a:pathLst>
            </a:custGeom>
            <a:gradFill flip="none" rotWithShape="1">
              <a:gsLst>
                <a:gs pos="0">
                  <a:srgbClr val="8E9CEF"/>
                </a:gs>
                <a:gs pos="100000">
                  <a:srgbClr val="FAFBF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4" name="Freeform 24">
              <a:extLst>
                <a:ext uri="{FF2B5EF4-FFF2-40B4-BE49-F238E27FC236}">
                  <a16:creationId xmlns:a16="http://schemas.microsoft.com/office/drawing/2014/main" id="{D98BFDD6-AED5-59CF-560B-530B1C15CF6C}"/>
                </a:ext>
              </a:extLst>
            </p:cNvPr>
            <p:cNvSpPr>
              <a:spLocks/>
            </p:cNvSpPr>
            <p:nvPr/>
          </p:nvSpPr>
          <p:spPr bwMode="auto">
            <a:xfrm>
              <a:off x="3037534" y="2456876"/>
              <a:ext cx="648753" cy="375182"/>
            </a:xfrm>
            <a:custGeom>
              <a:avLst/>
              <a:gdLst>
                <a:gd name="T0" fmla="*/ 687 w 837"/>
                <a:gd name="T1" fmla="*/ 86 h 484"/>
                <a:gd name="T2" fmla="*/ 688 w 837"/>
                <a:gd name="T3" fmla="*/ 398 h 484"/>
                <a:gd name="T4" fmla="*/ 150 w 837"/>
                <a:gd name="T5" fmla="*/ 398 h 484"/>
                <a:gd name="T6" fmla="*/ 148 w 837"/>
                <a:gd name="T7" fmla="*/ 86 h 484"/>
                <a:gd name="T8" fmla="*/ 687 w 837"/>
                <a:gd name="T9" fmla="*/ 86 h 484"/>
              </a:gdLst>
              <a:ahLst/>
              <a:cxnLst>
                <a:cxn ang="0">
                  <a:pos x="T0" y="T1"/>
                </a:cxn>
                <a:cxn ang="0">
                  <a:pos x="T2" y="T3"/>
                </a:cxn>
                <a:cxn ang="0">
                  <a:pos x="T4" y="T5"/>
                </a:cxn>
                <a:cxn ang="0">
                  <a:pos x="T6" y="T7"/>
                </a:cxn>
                <a:cxn ang="0">
                  <a:pos x="T8" y="T9"/>
                </a:cxn>
              </a:cxnLst>
              <a:rect l="0" t="0" r="r" b="b"/>
              <a:pathLst>
                <a:path w="837" h="484">
                  <a:moveTo>
                    <a:pt x="687" y="86"/>
                  </a:moveTo>
                  <a:cubicBezTo>
                    <a:pt x="836" y="172"/>
                    <a:pt x="837" y="312"/>
                    <a:pt x="688" y="398"/>
                  </a:cubicBezTo>
                  <a:cubicBezTo>
                    <a:pt x="540" y="484"/>
                    <a:pt x="299" y="484"/>
                    <a:pt x="150" y="398"/>
                  </a:cubicBezTo>
                  <a:cubicBezTo>
                    <a:pt x="1" y="312"/>
                    <a:pt x="0" y="172"/>
                    <a:pt x="148" y="86"/>
                  </a:cubicBezTo>
                  <a:cubicBezTo>
                    <a:pt x="296" y="0"/>
                    <a:pt x="538" y="0"/>
                    <a:pt x="687" y="86"/>
                  </a:cubicBez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5" name="Freeform 25">
              <a:extLst>
                <a:ext uri="{FF2B5EF4-FFF2-40B4-BE49-F238E27FC236}">
                  <a16:creationId xmlns:a16="http://schemas.microsoft.com/office/drawing/2014/main" id="{82016F84-1D1F-104C-3789-A80A5D243E18}"/>
                </a:ext>
              </a:extLst>
            </p:cNvPr>
            <p:cNvSpPr>
              <a:spLocks/>
            </p:cNvSpPr>
            <p:nvPr/>
          </p:nvSpPr>
          <p:spPr bwMode="auto">
            <a:xfrm>
              <a:off x="3067008" y="2536015"/>
              <a:ext cx="589805" cy="239700"/>
            </a:xfrm>
            <a:custGeom>
              <a:avLst/>
              <a:gdLst>
                <a:gd name="T0" fmla="*/ 761 w 761"/>
                <a:gd name="T1" fmla="*/ 3 h 309"/>
                <a:gd name="T2" fmla="*/ 761 w 761"/>
                <a:gd name="T3" fmla="*/ 68 h 309"/>
                <a:gd name="T4" fmla="*/ 651 w 761"/>
                <a:gd name="T5" fmla="*/ 223 h 309"/>
                <a:gd name="T6" fmla="*/ 112 w 761"/>
                <a:gd name="T7" fmla="*/ 223 h 309"/>
                <a:gd name="T8" fmla="*/ 0 w 761"/>
                <a:gd name="T9" fmla="*/ 66 h 309"/>
                <a:gd name="T10" fmla="*/ 0 w 761"/>
                <a:gd name="T11" fmla="*/ 0 h 309"/>
                <a:gd name="T12" fmla="*/ 112 w 761"/>
                <a:gd name="T13" fmla="*/ 157 h 309"/>
                <a:gd name="T14" fmla="*/ 651 w 761"/>
                <a:gd name="T15" fmla="*/ 157 h 309"/>
                <a:gd name="T16" fmla="*/ 761 w 761"/>
                <a:gd name="T17" fmla="*/ 3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1" h="309">
                  <a:moveTo>
                    <a:pt x="761" y="3"/>
                  </a:moveTo>
                  <a:cubicBezTo>
                    <a:pt x="761" y="68"/>
                    <a:pt x="761" y="68"/>
                    <a:pt x="761" y="68"/>
                  </a:cubicBezTo>
                  <a:cubicBezTo>
                    <a:pt x="761" y="124"/>
                    <a:pt x="724" y="180"/>
                    <a:pt x="651" y="223"/>
                  </a:cubicBezTo>
                  <a:cubicBezTo>
                    <a:pt x="502" y="309"/>
                    <a:pt x="261" y="309"/>
                    <a:pt x="112" y="223"/>
                  </a:cubicBezTo>
                  <a:cubicBezTo>
                    <a:pt x="37" y="179"/>
                    <a:pt x="0" y="122"/>
                    <a:pt x="0" y="66"/>
                  </a:cubicBezTo>
                  <a:cubicBezTo>
                    <a:pt x="0" y="0"/>
                    <a:pt x="0" y="0"/>
                    <a:pt x="0" y="0"/>
                  </a:cubicBezTo>
                  <a:cubicBezTo>
                    <a:pt x="0" y="57"/>
                    <a:pt x="37" y="114"/>
                    <a:pt x="112" y="157"/>
                  </a:cubicBezTo>
                  <a:cubicBezTo>
                    <a:pt x="261" y="244"/>
                    <a:pt x="503" y="244"/>
                    <a:pt x="651" y="157"/>
                  </a:cubicBezTo>
                  <a:cubicBezTo>
                    <a:pt x="724" y="115"/>
                    <a:pt x="761" y="59"/>
                    <a:pt x="761" y="3"/>
                  </a:cubicBezTo>
                  <a:close/>
                </a:path>
              </a:pathLst>
            </a:custGeom>
            <a:gradFill flip="none" rotWithShape="1">
              <a:gsLst>
                <a:gs pos="0">
                  <a:srgbClr val="8E9CEF"/>
                </a:gs>
                <a:gs pos="100000">
                  <a:srgbClr val="FAFBF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6" name="Freeform 26">
              <a:extLst>
                <a:ext uri="{FF2B5EF4-FFF2-40B4-BE49-F238E27FC236}">
                  <a16:creationId xmlns:a16="http://schemas.microsoft.com/office/drawing/2014/main" id="{DB9D882B-A869-DAFB-B548-8ED100FFCBA2}"/>
                </a:ext>
              </a:extLst>
            </p:cNvPr>
            <p:cNvSpPr>
              <a:spLocks/>
            </p:cNvSpPr>
            <p:nvPr/>
          </p:nvSpPr>
          <p:spPr bwMode="auto">
            <a:xfrm>
              <a:off x="3037534" y="2349401"/>
              <a:ext cx="648753" cy="375834"/>
            </a:xfrm>
            <a:custGeom>
              <a:avLst/>
              <a:gdLst>
                <a:gd name="T0" fmla="*/ 687 w 837"/>
                <a:gd name="T1" fmla="*/ 87 h 485"/>
                <a:gd name="T2" fmla="*/ 689 w 837"/>
                <a:gd name="T3" fmla="*/ 398 h 485"/>
                <a:gd name="T4" fmla="*/ 150 w 837"/>
                <a:gd name="T5" fmla="*/ 398 h 485"/>
                <a:gd name="T6" fmla="*/ 149 w 837"/>
                <a:gd name="T7" fmla="*/ 87 h 485"/>
                <a:gd name="T8" fmla="*/ 687 w 837"/>
                <a:gd name="T9" fmla="*/ 87 h 485"/>
              </a:gdLst>
              <a:ahLst/>
              <a:cxnLst>
                <a:cxn ang="0">
                  <a:pos x="T0" y="T1"/>
                </a:cxn>
                <a:cxn ang="0">
                  <a:pos x="T2" y="T3"/>
                </a:cxn>
                <a:cxn ang="0">
                  <a:pos x="T4" y="T5"/>
                </a:cxn>
                <a:cxn ang="0">
                  <a:pos x="T6" y="T7"/>
                </a:cxn>
                <a:cxn ang="0">
                  <a:pos x="T8" y="T9"/>
                </a:cxn>
              </a:cxnLst>
              <a:rect l="0" t="0" r="r" b="b"/>
              <a:pathLst>
                <a:path w="837" h="485">
                  <a:moveTo>
                    <a:pt x="687" y="87"/>
                  </a:moveTo>
                  <a:cubicBezTo>
                    <a:pt x="836" y="173"/>
                    <a:pt x="837" y="312"/>
                    <a:pt x="689" y="398"/>
                  </a:cubicBezTo>
                  <a:cubicBezTo>
                    <a:pt x="541" y="485"/>
                    <a:pt x="299" y="485"/>
                    <a:pt x="150" y="398"/>
                  </a:cubicBezTo>
                  <a:cubicBezTo>
                    <a:pt x="1" y="312"/>
                    <a:pt x="0" y="173"/>
                    <a:pt x="149" y="87"/>
                  </a:cubicBezTo>
                  <a:cubicBezTo>
                    <a:pt x="297" y="0"/>
                    <a:pt x="538" y="0"/>
                    <a:pt x="687" y="87"/>
                  </a:cubicBezTo>
                  <a:close/>
                </a:path>
              </a:pathLst>
            </a:custGeom>
            <a:gradFill>
              <a:gsLst>
                <a:gs pos="0">
                  <a:srgbClr val="3749CC"/>
                </a:gs>
                <a:gs pos="100000">
                  <a:srgbClr val="6578F0">
                    <a:alpha val="71000"/>
                  </a:srgbClr>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337" name="组合 336">
            <a:extLst>
              <a:ext uri="{FF2B5EF4-FFF2-40B4-BE49-F238E27FC236}">
                <a16:creationId xmlns:a16="http://schemas.microsoft.com/office/drawing/2014/main" id="{492D6C53-3779-3DD4-883E-2F93E6C321E7}"/>
              </a:ext>
            </a:extLst>
          </p:cNvPr>
          <p:cNvGrpSpPr/>
          <p:nvPr/>
        </p:nvGrpSpPr>
        <p:grpSpPr>
          <a:xfrm>
            <a:off x="1836590" y="4285698"/>
            <a:ext cx="648753" cy="558540"/>
            <a:chOff x="3037534" y="2349401"/>
            <a:chExt cx="648753" cy="558540"/>
          </a:xfrm>
        </p:grpSpPr>
        <p:sp>
          <p:nvSpPr>
            <p:cNvPr id="338" name="Freeform 23">
              <a:extLst>
                <a:ext uri="{FF2B5EF4-FFF2-40B4-BE49-F238E27FC236}">
                  <a16:creationId xmlns:a16="http://schemas.microsoft.com/office/drawing/2014/main" id="{5441D713-8790-4F69-1534-1E1FC8FF301E}"/>
                </a:ext>
              </a:extLst>
            </p:cNvPr>
            <p:cNvSpPr>
              <a:spLocks/>
            </p:cNvSpPr>
            <p:nvPr/>
          </p:nvSpPr>
          <p:spPr bwMode="auto">
            <a:xfrm>
              <a:off x="3066519" y="2643490"/>
              <a:ext cx="590782" cy="264451"/>
            </a:xfrm>
            <a:custGeom>
              <a:avLst/>
              <a:gdLst>
                <a:gd name="T0" fmla="*/ 762 w 762"/>
                <a:gd name="T1" fmla="*/ 2 h 341"/>
                <a:gd name="T2" fmla="*/ 762 w 762"/>
                <a:gd name="T3" fmla="*/ 100 h 341"/>
                <a:gd name="T4" fmla="*/ 651 w 762"/>
                <a:gd name="T5" fmla="*/ 255 h 341"/>
                <a:gd name="T6" fmla="*/ 113 w 762"/>
                <a:gd name="T7" fmla="*/ 255 h 341"/>
                <a:gd name="T8" fmla="*/ 0 w 762"/>
                <a:gd name="T9" fmla="*/ 98 h 341"/>
                <a:gd name="T10" fmla="*/ 1 w 762"/>
                <a:gd name="T11" fmla="*/ 0 h 341"/>
                <a:gd name="T12" fmla="*/ 113 w 762"/>
                <a:gd name="T13" fmla="*/ 157 h 341"/>
                <a:gd name="T14" fmla="*/ 651 w 762"/>
                <a:gd name="T15" fmla="*/ 157 h 341"/>
                <a:gd name="T16" fmla="*/ 762 w 762"/>
                <a:gd name="T17" fmla="*/ 2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2" h="341">
                  <a:moveTo>
                    <a:pt x="762" y="2"/>
                  </a:moveTo>
                  <a:cubicBezTo>
                    <a:pt x="762" y="100"/>
                    <a:pt x="762" y="100"/>
                    <a:pt x="762" y="100"/>
                  </a:cubicBezTo>
                  <a:cubicBezTo>
                    <a:pt x="762" y="156"/>
                    <a:pt x="725" y="212"/>
                    <a:pt x="651" y="255"/>
                  </a:cubicBezTo>
                  <a:cubicBezTo>
                    <a:pt x="503" y="341"/>
                    <a:pt x="262" y="341"/>
                    <a:pt x="113" y="255"/>
                  </a:cubicBezTo>
                  <a:cubicBezTo>
                    <a:pt x="38" y="211"/>
                    <a:pt x="0" y="154"/>
                    <a:pt x="0" y="98"/>
                  </a:cubicBezTo>
                  <a:cubicBezTo>
                    <a:pt x="1" y="0"/>
                    <a:pt x="1" y="0"/>
                    <a:pt x="1" y="0"/>
                  </a:cubicBezTo>
                  <a:cubicBezTo>
                    <a:pt x="0" y="57"/>
                    <a:pt x="38" y="113"/>
                    <a:pt x="113" y="157"/>
                  </a:cubicBezTo>
                  <a:cubicBezTo>
                    <a:pt x="262" y="243"/>
                    <a:pt x="503" y="243"/>
                    <a:pt x="651" y="157"/>
                  </a:cubicBezTo>
                  <a:cubicBezTo>
                    <a:pt x="725" y="114"/>
                    <a:pt x="762" y="58"/>
                    <a:pt x="762" y="2"/>
                  </a:cubicBezTo>
                  <a:close/>
                </a:path>
              </a:pathLst>
            </a:custGeom>
            <a:gradFill flip="none" rotWithShape="1">
              <a:gsLst>
                <a:gs pos="0">
                  <a:srgbClr val="8E9CEF"/>
                </a:gs>
                <a:gs pos="100000">
                  <a:srgbClr val="FAFBF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9" name="Freeform 24">
              <a:extLst>
                <a:ext uri="{FF2B5EF4-FFF2-40B4-BE49-F238E27FC236}">
                  <a16:creationId xmlns:a16="http://schemas.microsoft.com/office/drawing/2014/main" id="{D78EF10E-BF3B-168B-F202-6187666EE4A0}"/>
                </a:ext>
              </a:extLst>
            </p:cNvPr>
            <p:cNvSpPr>
              <a:spLocks/>
            </p:cNvSpPr>
            <p:nvPr/>
          </p:nvSpPr>
          <p:spPr bwMode="auto">
            <a:xfrm>
              <a:off x="3037534" y="2456876"/>
              <a:ext cx="648753" cy="375182"/>
            </a:xfrm>
            <a:custGeom>
              <a:avLst/>
              <a:gdLst>
                <a:gd name="T0" fmla="*/ 687 w 837"/>
                <a:gd name="T1" fmla="*/ 86 h 484"/>
                <a:gd name="T2" fmla="*/ 688 w 837"/>
                <a:gd name="T3" fmla="*/ 398 h 484"/>
                <a:gd name="T4" fmla="*/ 150 w 837"/>
                <a:gd name="T5" fmla="*/ 398 h 484"/>
                <a:gd name="T6" fmla="*/ 148 w 837"/>
                <a:gd name="T7" fmla="*/ 86 h 484"/>
                <a:gd name="T8" fmla="*/ 687 w 837"/>
                <a:gd name="T9" fmla="*/ 86 h 484"/>
              </a:gdLst>
              <a:ahLst/>
              <a:cxnLst>
                <a:cxn ang="0">
                  <a:pos x="T0" y="T1"/>
                </a:cxn>
                <a:cxn ang="0">
                  <a:pos x="T2" y="T3"/>
                </a:cxn>
                <a:cxn ang="0">
                  <a:pos x="T4" y="T5"/>
                </a:cxn>
                <a:cxn ang="0">
                  <a:pos x="T6" y="T7"/>
                </a:cxn>
                <a:cxn ang="0">
                  <a:pos x="T8" y="T9"/>
                </a:cxn>
              </a:cxnLst>
              <a:rect l="0" t="0" r="r" b="b"/>
              <a:pathLst>
                <a:path w="837" h="484">
                  <a:moveTo>
                    <a:pt x="687" y="86"/>
                  </a:moveTo>
                  <a:cubicBezTo>
                    <a:pt x="836" y="172"/>
                    <a:pt x="837" y="312"/>
                    <a:pt x="688" y="398"/>
                  </a:cubicBezTo>
                  <a:cubicBezTo>
                    <a:pt x="540" y="484"/>
                    <a:pt x="299" y="484"/>
                    <a:pt x="150" y="398"/>
                  </a:cubicBezTo>
                  <a:cubicBezTo>
                    <a:pt x="1" y="312"/>
                    <a:pt x="0" y="172"/>
                    <a:pt x="148" y="86"/>
                  </a:cubicBezTo>
                  <a:cubicBezTo>
                    <a:pt x="296" y="0"/>
                    <a:pt x="538" y="0"/>
                    <a:pt x="687" y="86"/>
                  </a:cubicBez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0" name="Freeform 25">
              <a:extLst>
                <a:ext uri="{FF2B5EF4-FFF2-40B4-BE49-F238E27FC236}">
                  <a16:creationId xmlns:a16="http://schemas.microsoft.com/office/drawing/2014/main" id="{4D582D4C-B571-EAE1-B723-CA173C13B340}"/>
                </a:ext>
              </a:extLst>
            </p:cNvPr>
            <p:cNvSpPr>
              <a:spLocks/>
            </p:cNvSpPr>
            <p:nvPr/>
          </p:nvSpPr>
          <p:spPr bwMode="auto">
            <a:xfrm>
              <a:off x="3067008" y="2536015"/>
              <a:ext cx="589805" cy="239700"/>
            </a:xfrm>
            <a:custGeom>
              <a:avLst/>
              <a:gdLst>
                <a:gd name="T0" fmla="*/ 761 w 761"/>
                <a:gd name="T1" fmla="*/ 3 h 309"/>
                <a:gd name="T2" fmla="*/ 761 w 761"/>
                <a:gd name="T3" fmla="*/ 68 h 309"/>
                <a:gd name="T4" fmla="*/ 651 w 761"/>
                <a:gd name="T5" fmla="*/ 223 h 309"/>
                <a:gd name="T6" fmla="*/ 112 w 761"/>
                <a:gd name="T7" fmla="*/ 223 h 309"/>
                <a:gd name="T8" fmla="*/ 0 w 761"/>
                <a:gd name="T9" fmla="*/ 66 h 309"/>
                <a:gd name="T10" fmla="*/ 0 w 761"/>
                <a:gd name="T11" fmla="*/ 0 h 309"/>
                <a:gd name="T12" fmla="*/ 112 w 761"/>
                <a:gd name="T13" fmla="*/ 157 h 309"/>
                <a:gd name="T14" fmla="*/ 651 w 761"/>
                <a:gd name="T15" fmla="*/ 157 h 309"/>
                <a:gd name="T16" fmla="*/ 761 w 761"/>
                <a:gd name="T17" fmla="*/ 3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1" h="309">
                  <a:moveTo>
                    <a:pt x="761" y="3"/>
                  </a:moveTo>
                  <a:cubicBezTo>
                    <a:pt x="761" y="68"/>
                    <a:pt x="761" y="68"/>
                    <a:pt x="761" y="68"/>
                  </a:cubicBezTo>
                  <a:cubicBezTo>
                    <a:pt x="761" y="124"/>
                    <a:pt x="724" y="180"/>
                    <a:pt x="651" y="223"/>
                  </a:cubicBezTo>
                  <a:cubicBezTo>
                    <a:pt x="502" y="309"/>
                    <a:pt x="261" y="309"/>
                    <a:pt x="112" y="223"/>
                  </a:cubicBezTo>
                  <a:cubicBezTo>
                    <a:pt x="37" y="179"/>
                    <a:pt x="0" y="122"/>
                    <a:pt x="0" y="66"/>
                  </a:cubicBezTo>
                  <a:cubicBezTo>
                    <a:pt x="0" y="0"/>
                    <a:pt x="0" y="0"/>
                    <a:pt x="0" y="0"/>
                  </a:cubicBezTo>
                  <a:cubicBezTo>
                    <a:pt x="0" y="57"/>
                    <a:pt x="37" y="114"/>
                    <a:pt x="112" y="157"/>
                  </a:cubicBezTo>
                  <a:cubicBezTo>
                    <a:pt x="261" y="244"/>
                    <a:pt x="503" y="244"/>
                    <a:pt x="651" y="157"/>
                  </a:cubicBezTo>
                  <a:cubicBezTo>
                    <a:pt x="724" y="115"/>
                    <a:pt x="761" y="59"/>
                    <a:pt x="761" y="3"/>
                  </a:cubicBezTo>
                  <a:close/>
                </a:path>
              </a:pathLst>
            </a:custGeom>
            <a:gradFill flip="none" rotWithShape="1">
              <a:gsLst>
                <a:gs pos="0">
                  <a:srgbClr val="8E9CEF"/>
                </a:gs>
                <a:gs pos="100000">
                  <a:srgbClr val="FAFBF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1" name="Freeform 26">
              <a:extLst>
                <a:ext uri="{FF2B5EF4-FFF2-40B4-BE49-F238E27FC236}">
                  <a16:creationId xmlns:a16="http://schemas.microsoft.com/office/drawing/2014/main" id="{22E17603-9621-5122-8D9A-ACEB9791A8D8}"/>
                </a:ext>
              </a:extLst>
            </p:cNvPr>
            <p:cNvSpPr>
              <a:spLocks/>
            </p:cNvSpPr>
            <p:nvPr/>
          </p:nvSpPr>
          <p:spPr bwMode="auto">
            <a:xfrm>
              <a:off x="3037534" y="2349401"/>
              <a:ext cx="648753" cy="375834"/>
            </a:xfrm>
            <a:custGeom>
              <a:avLst/>
              <a:gdLst>
                <a:gd name="T0" fmla="*/ 687 w 837"/>
                <a:gd name="T1" fmla="*/ 87 h 485"/>
                <a:gd name="T2" fmla="*/ 689 w 837"/>
                <a:gd name="T3" fmla="*/ 398 h 485"/>
                <a:gd name="T4" fmla="*/ 150 w 837"/>
                <a:gd name="T5" fmla="*/ 398 h 485"/>
                <a:gd name="T6" fmla="*/ 149 w 837"/>
                <a:gd name="T7" fmla="*/ 87 h 485"/>
                <a:gd name="T8" fmla="*/ 687 w 837"/>
                <a:gd name="T9" fmla="*/ 87 h 485"/>
              </a:gdLst>
              <a:ahLst/>
              <a:cxnLst>
                <a:cxn ang="0">
                  <a:pos x="T0" y="T1"/>
                </a:cxn>
                <a:cxn ang="0">
                  <a:pos x="T2" y="T3"/>
                </a:cxn>
                <a:cxn ang="0">
                  <a:pos x="T4" y="T5"/>
                </a:cxn>
                <a:cxn ang="0">
                  <a:pos x="T6" y="T7"/>
                </a:cxn>
                <a:cxn ang="0">
                  <a:pos x="T8" y="T9"/>
                </a:cxn>
              </a:cxnLst>
              <a:rect l="0" t="0" r="r" b="b"/>
              <a:pathLst>
                <a:path w="837" h="485">
                  <a:moveTo>
                    <a:pt x="687" y="87"/>
                  </a:moveTo>
                  <a:cubicBezTo>
                    <a:pt x="836" y="173"/>
                    <a:pt x="837" y="312"/>
                    <a:pt x="689" y="398"/>
                  </a:cubicBezTo>
                  <a:cubicBezTo>
                    <a:pt x="541" y="485"/>
                    <a:pt x="299" y="485"/>
                    <a:pt x="150" y="398"/>
                  </a:cubicBezTo>
                  <a:cubicBezTo>
                    <a:pt x="1" y="312"/>
                    <a:pt x="0" y="173"/>
                    <a:pt x="149" y="87"/>
                  </a:cubicBezTo>
                  <a:cubicBezTo>
                    <a:pt x="297" y="0"/>
                    <a:pt x="538" y="0"/>
                    <a:pt x="687" y="87"/>
                  </a:cubicBezTo>
                  <a:close/>
                </a:path>
              </a:pathLst>
            </a:custGeom>
            <a:gradFill>
              <a:gsLst>
                <a:gs pos="0">
                  <a:srgbClr val="3749CC"/>
                </a:gs>
                <a:gs pos="100000">
                  <a:srgbClr val="6578F0">
                    <a:alpha val="71000"/>
                  </a:srgbClr>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342" name="组合 341">
            <a:extLst>
              <a:ext uri="{FF2B5EF4-FFF2-40B4-BE49-F238E27FC236}">
                <a16:creationId xmlns:a16="http://schemas.microsoft.com/office/drawing/2014/main" id="{CC0A2BF8-6BD0-9ABB-9686-74423C24377B}"/>
              </a:ext>
            </a:extLst>
          </p:cNvPr>
          <p:cNvGrpSpPr/>
          <p:nvPr/>
        </p:nvGrpSpPr>
        <p:grpSpPr>
          <a:xfrm>
            <a:off x="1836590" y="5073531"/>
            <a:ext cx="648753" cy="558540"/>
            <a:chOff x="3037534" y="2349401"/>
            <a:chExt cx="648753" cy="558540"/>
          </a:xfrm>
        </p:grpSpPr>
        <p:sp>
          <p:nvSpPr>
            <p:cNvPr id="343" name="Freeform 23">
              <a:extLst>
                <a:ext uri="{FF2B5EF4-FFF2-40B4-BE49-F238E27FC236}">
                  <a16:creationId xmlns:a16="http://schemas.microsoft.com/office/drawing/2014/main" id="{CD23905A-BF89-3F8E-1F1F-4E5484345FC4}"/>
                </a:ext>
              </a:extLst>
            </p:cNvPr>
            <p:cNvSpPr>
              <a:spLocks/>
            </p:cNvSpPr>
            <p:nvPr/>
          </p:nvSpPr>
          <p:spPr bwMode="auto">
            <a:xfrm>
              <a:off x="3066519" y="2643490"/>
              <a:ext cx="590782" cy="264451"/>
            </a:xfrm>
            <a:custGeom>
              <a:avLst/>
              <a:gdLst>
                <a:gd name="T0" fmla="*/ 762 w 762"/>
                <a:gd name="T1" fmla="*/ 2 h 341"/>
                <a:gd name="T2" fmla="*/ 762 w 762"/>
                <a:gd name="T3" fmla="*/ 100 h 341"/>
                <a:gd name="T4" fmla="*/ 651 w 762"/>
                <a:gd name="T5" fmla="*/ 255 h 341"/>
                <a:gd name="T6" fmla="*/ 113 w 762"/>
                <a:gd name="T7" fmla="*/ 255 h 341"/>
                <a:gd name="T8" fmla="*/ 0 w 762"/>
                <a:gd name="T9" fmla="*/ 98 h 341"/>
                <a:gd name="T10" fmla="*/ 1 w 762"/>
                <a:gd name="T11" fmla="*/ 0 h 341"/>
                <a:gd name="T12" fmla="*/ 113 w 762"/>
                <a:gd name="T13" fmla="*/ 157 h 341"/>
                <a:gd name="T14" fmla="*/ 651 w 762"/>
                <a:gd name="T15" fmla="*/ 157 h 341"/>
                <a:gd name="T16" fmla="*/ 762 w 762"/>
                <a:gd name="T17" fmla="*/ 2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2" h="341">
                  <a:moveTo>
                    <a:pt x="762" y="2"/>
                  </a:moveTo>
                  <a:cubicBezTo>
                    <a:pt x="762" y="100"/>
                    <a:pt x="762" y="100"/>
                    <a:pt x="762" y="100"/>
                  </a:cubicBezTo>
                  <a:cubicBezTo>
                    <a:pt x="762" y="156"/>
                    <a:pt x="725" y="212"/>
                    <a:pt x="651" y="255"/>
                  </a:cubicBezTo>
                  <a:cubicBezTo>
                    <a:pt x="503" y="341"/>
                    <a:pt x="262" y="341"/>
                    <a:pt x="113" y="255"/>
                  </a:cubicBezTo>
                  <a:cubicBezTo>
                    <a:pt x="38" y="211"/>
                    <a:pt x="0" y="154"/>
                    <a:pt x="0" y="98"/>
                  </a:cubicBezTo>
                  <a:cubicBezTo>
                    <a:pt x="1" y="0"/>
                    <a:pt x="1" y="0"/>
                    <a:pt x="1" y="0"/>
                  </a:cubicBezTo>
                  <a:cubicBezTo>
                    <a:pt x="0" y="57"/>
                    <a:pt x="38" y="113"/>
                    <a:pt x="113" y="157"/>
                  </a:cubicBezTo>
                  <a:cubicBezTo>
                    <a:pt x="262" y="243"/>
                    <a:pt x="503" y="243"/>
                    <a:pt x="651" y="157"/>
                  </a:cubicBezTo>
                  <a:cubicBezTo>
                    <a:pt x="725" y="114"/>
                    <a:pt x="762" y="58"/>
                    <a:pt x="762" y="2"/>
                  </a:cubicBezTo>
                  <a:close/>
                </a:path>
              </a:pathLst>
            </a:custGeom>
            <a:gradFill flip="none" rotWithShape="1">
              <a:gsLst>
                <a:gs pos="0">
                  <a:srgbClr val="8E9CEF"/>
                </a:gs>
                <a:gs pos="100000">
                  <a:srgbClr val="FAFBF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4" name="Freeform 24">
              <a:extLst>
                <a:ext uri="{FF2B5EF4-FFF2-40B4-BE49-F238E27FC236}">
                  <a16:creationId xmlns:a16="http://schemas.microsoft.com/office/drawing/2014/main" id="{0A390116-2022-0630-DC77-89ED95D031B2}"/>
                </a:ext>
              </a:extLst>
            </p:cNvPr>
            <p:cNvSpPr>
              <a:spLocks/>
            </p:cNvSpPr>
            <p:nvPr/>
          </p:nvSpPr>
          <p:spPr bwMode="auto">
            <a:xfrm>
              <a:off x="3037534" y="2456876"/>
              <a:ext cx="648753" cy="375182"/>
            </a:xfrm>
            <a:custGeom>
              <a:avLst/>
              <a:gdLst>
                <a:gd name="T0" fmla="*/ 687 w 837"/>
                <a:gd name="T1" fmla="*/ 86 h 484"/>
                <a:gd name="T2" fmla="*/ 688 w 837"/>
                <a:gd name="T3" fmla="*/ 398 h 484"/>
                <a:gd name="T4" fmla="*/ 150 w 837"/>
                <a:gd name="T5" fmla="*/ 398 h 484"/>
                <a:gd name="T6" fmla="*/ 148 w 837"/>
                <a:gd name="T7" fmla="*/ 86 h 484"/>
                <a:gd name="T8" fmla="*/ 687 w 837"/>
                <a:gd name="T9" fmla="*/ 86 h 484"/>
              </a:gdLst>
              <a:ahLst/>
              <a:cxnLst>
                <a:cxn ang="0">
                  <a:pos x="T0" y="T1"/>
                </a:cxn>
                <a:cxn ang="0">
                  <a:pos x="T2" y="T3"/>
                </a:cxn>
                <a:cxn ang="0">
                  <a:pos x="T4" y="T5"/>
                </a:cxn>
                <a:cxn ang="0">
                  <a:pos x="T6" y="T7"/>
                </a:cxn>
                <a:cxn ang="0">
                  <a:pos x="T8" y="T9"/>
                </a:cxn>
              </a:cxnLst>
              <a:rect l="0" t="0" r="r" b="b"/>
              <a:pathLst>
                <a:path w="837" h="484">
                  <a:moveTo>
                    <a:pt x="687" y="86"/>
                  </a:moveTo>
                  <a:cubicBezTo>
                    <a:pt x="836" y="172"/>
                    <a:pt x="837" y="312"/>
                    <a:pt x="688" y="398"/>
                  </a:cubicBezTo>
                  <a:cubicBezTo>
                    <a:pt x="540" y="484"/>
                    <a:pt x="299" y="484"/>
                    <a:pt x="150" y="398"/>
                  </a:cubicBezTo>
                  <a:cubicBezTo>
                    <a:pt x="1" y="312"/>
                    <a:pt x="0" y="172"/>
                    <a:pt x="148" y="86"/>
                  </a:cubicBezTo>
                  <a:cubicBezTo>
                    <a:pt x="296" y="0"/>
                    <a:pt x="538" y="0"/>
                    <a:pt x="687" y="86"/>
                  </a:cubicBez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5" name="Freeform 25">
              <a:extLst>
                <a:ext uri="{FF2B5EF4-FFF2-40B4-BE49-F238E27FC236}">
                  <a16:creationId xmlns:a16="http://schemas.microsoft.com/office/drawing/2014/main" id="{CF231811-AFF9-5C43-061A-60BDE8441E2D}"/>
                </a:ext>
              </a:extLst>
            </p:cNvPr>
            <p:cNvSpPr>
              <a:spLocks/>
            </p:cNvSpPr>
            <p:nvPr/>
          </p:nvSpPr>
          <p:spPr bwMode="auto">
            <a:xfrm>
              <a:off x="3067008" y="2536015"/>
              <a:ext cx="589805" cy="239700"/>
            </a:xfrm>
            <a:custGeom>
              <a:avLst/>
              <a:gdLst>
                <a:gd name="T0" fmla="*/ 761 w 761"/>
                <a:gd name="T1" fmla="*/ 3 h 309"/>
                <a:gd name="T2" fmla="*/ 761 w 761"/>
                <a:gd name="T3" fmla="*/ 68 h 309"/>
                <a:gd name="T4" fmla="*/ 651 w 761"/>
                <a:gd name="T5" fmla="*/ 223 h 309"/>
                <a:gd name="T6" fmla="*/ 112 w 761"/>
                <a:gd name="T7" fmla="*/ 223 h 309"/>
                <a:gd name="T8" fmla="*/ 0 w 761"/>
                <a:gd name="T9" fmla="*/ 66 h 309"/>
                <a:gd name="T10" fmla="*/ 0 w 761"/>
                <a:gd name="T11" fmla="*/ 0 h 309"/>
                <a:gd name="T12" fmla="*/ 112 w 761"/>
                <a:gd name="T13" fmla="*/ 157 h 309"/>
                <a:gd name="T14" fmla="*/ 651 w 761"/>
                <a:gd name="T15" fmla="*/ 157 h 309"/>
                <a:gd name="T16" fmla="*/ 761 w 761"/>
                <a:gd name="T17" fmla="*/ 3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1" h="309">
                  <a:moveTo>
                    <a:pt x="761" y="3"/>
                  </a:moveTo>
                  <a:cubicBezTo>
                    <a:pt x="761" y="68"/>
                    <a:pt x="761" y="68"/>
                    <a:pt x="761" y="68"/>
                  </a:cubicBezTo>
                  <a:cubicBezTo>
                    <a:pt x="761" y="124"/>
                    <a:pt x="724" y="180"/>
                    <a:pt x="651" y="223"/>
                  </a:cubicBezTo>
                  <a:cubicBezTo>
                    <a:pt x="502" y="309"/>
                    <a:pt x="261" y="309"/>
                    <a:pt x="112" y="223"/>
                  </a:cubicBezTo>
                  <a:cubicBezTo>
                    <a:pt x="37" y="179"/>
                    <a:pt x="0" y="122"/>
                    <a:pt x="0" y="66"/>
                  </a:cubicBezTo>
                  <a:cubicBezTo>
                    <a:pt x="0" y="0"/>
                    <a:pt x="0" y="0"/>
                    <a:pt x="0" y="0"/>
                  </a:cubicBezTo>
                  <a:cubicBezTo>
                    <a:pt x="0" y="57"/>
                    <a:pt x="37" y="114"/>
                    <a:pt x="112" y="157"/>
                  </a:cubicBezTo>
                  <a:cubicBezTo>
                    <a:pt x="261" y="244"/>
                    <a:pt x="503" y="244"/>
                    <a:pt x="651" y="157"/>
                  </a:cubicBezTo>
                  <a:cubicBezTo>
                    <a:pt x="724" y="115"/>
                    <a:pt x="761" y="59"/>
                    <a:pt x="761" y="3"/>
                  </a:cubicBezTo>
                  <a:close/>
                </a:path>
              </a:pathLst>
            </a:custGeom>
            <a:gradFill flip="none" rotWithShape="1">
              <a:gsLst>
                <a:gs pos="0">
                  <a:srgbClr val="8E9CEF"/>
                </a:gs>
                <a:gs pos="100000">
                  <a:srgbClr val="FAFBF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6" name="Freeform 26">
              <a:extLst>
                <a:ext uri="{FF2B5EF4-FFF2-40B4-BE49-F238E27FC236}">
                  <a16:creationId xmlns:a16="http://schemas.microsoft.com/office/drawing/2014/main" id="{D5B258BB-1A64-8545-9BC8-569AE1D113C2}"/>
                </a:ext>
              </a:extLst>
            </p:cNvPr>
            <p:cNvSpPr>
              <a:spLocks/>
            </p:cNvSpPr>
            <p:nvPr/>
          </p:nvSpPr>
          <p:spPr bwMode="auto">
            <a:xfrm>
              <a:off x="3037534" y="2349401"/>
              <a:ext cx="648753" cy="375834"/>
            </a:xfrm>
            <a:custGeom>
              <a:avLst/>
              <a:gdLst>
                <a:gd name="T0" fmla="*/ 687 w 837"/>
                <a:gd name="T1" fmla="*/ 87 h 485"/>
                <a:gd name="T2" fmla="*/ 689 w 837"/>
                <a:gd name="T3" fmla="*/ 398 h 485"/>
                <a:gd name="T4" fmla="*/ 150 w 837"/>
                <a:gd name="T5" fmla="*/ 398 h 485"/>
                <a:gd name="T6" fmla="*/ 149 w 837"/>
                <a:gd name="T7" fmla="*/ 87 h 485"/>
                <a:gd name="T8" fmla="*/ 687 w 837"/>
                <a:gd name="T9" fmla="*/ 87 h 485"/>
              </a:gdLst>
              <a:ahLst/>
              <a:cxnLst>
                <a:cxn ang="0">
                  <a:pos x="T0" y="T1"/>
                </a:cxn>
                <a:cxn ang="0">
                  <a:pos x="T2" y="T3"/>
                </a:cxn>
                <a:cxn ang="0">
                  <a:pos x="T4" y="T5"/>
                </a:cxn>
                <a:cxn ang="0">
                  <a:pos x="T6" y="T7"/>
                </a:cxn>
                <a:cxn ang="0">
                  <a:pos x="T8" y="T9"/>
                </a:cxn>
              </a:cxnLst>
              <a:rect l="0" t="0" r="r" b="b"/>
              <a:pathLst>
                <a:path w="837" h="485">
                  <a:moveTo>
                    <a:pt x="687" y="87"/>
                  </a:moveTo>
                  <a:cubicBezTo>
                    <a:pt x="836" y="173"/>
                    <a:pt x="837" y="312"/>
                    <a:pt x="689" y="398"/>
                  </a:cubicBezTo>
                  <a:cubicBezTo>
                    <a:pt x="541" y="485"/>
                    <a:pt x="299" y="485"/>
                    <a:pt x="150" y="398"/>
                  </a:cubicBezTo>
                  <a:cubicBezTo>
                    <a:pt x="1" y="312"/>
                    <a:pt x="0" y="173"/>
                    <a:pt x="149" y="87"/>
                  </a:cubicBezTo>
                  <a:cubicBezTo>
                    <a:pt x="297" y="0"/>
                    <a:pt x="538" y="0"/>
                    <a:pt x="687" y="87"/>
                  </a:cubicBezTo>
                  <a:close/>
                </a:path>
              </a:pathLst>
            </a:custGeom>
            <a:gradFill>
              <a:gsLst>
                <a:gs pos="0">
                  <a:srgbClr val="3749CC"/>
                </a:gs>
                <a:gs pos="100000">
                  <a:srgbClr val="6578F0">
                    <a:alpha val="71000"/>
                  </a:srgbClr>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351" name="图形 383"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852F5CDF-2B8B-E198-8AB6-D25C04C090EE}"/>
              </a:ext>
            </a:extLst>
          </p:cNvPr>
          <p:cNvSpPr/>
          <p:nvPr/>
        </p:nvSpPr>
        <p:spPr>
          <a:xfrm>
            <a:off x="2058414" y="2776361"/>
            <a:ext cx="198992" cy="221103"/>
          </a:xfrm>
          <a:custGeom>
            <a:avLst/>
            <a:gdLst>
              <a:gd name="connsiteX0" fmla="*/ 85725 w 171450"/>
              <a:gd name="connsiteY0" fmla="*/ 0 h 190500"/>
              <a:gd name="connsiteX1" fmla="*/ 0 w 171450"/>
              <a:gd name="connsiteY1" fmla="*/ 85725 h 190500"/>
              <a:gd name="connsiteX2" fmla="*/ 63722 w 171450"/>
              <a:gd name="connsiteY2" fmla="*/ 168497 h 190500"/>
              <a:gd name="connsiteX3" fmla="*/ 85725 w 171450"/>
              <a:gd name="connsiteY3" fmla="*/ 190500 h 190500"/>
              <a:gd name="connsiteX4" fmla="*/ 107728 w 171450"/>
              <a:gd name="connsiteY4" fmla="*/ 168497 h 190500"/>
              <a:gd name="connsiteX5" fmla="*/ 171450 w 171450"/>
              <a:gd name="connsiteY5" fmla="*/ 85725 h 190500"/>
              <a:gd name="connsiteX6" fmla="*/ 85725 w 171450"/>
              <a:gd name="connsiteY6" fmla="*/ 0 h 190500"/>
              <a:gd name="connsiteX7" fmla="*/ 85725 w 171450"/>
              <a:gd name="connsiteY7" fmla="*/ 19050 h 190500"/>
              <a:gd name="connsiteX8" fmla="*/ 114300 w 171450"/>
              <a:gd name="connsiteY8" fmla="*/ 47625 h 190500"/>
              <a:gd name="connsiteX9" fmla="*/ 85725 w 171450"/>
              <a:gd name="connsiteY9" fmla="*/ 76200 h 190500"/>
              <a:gd name="connsiteX10" fmla="*/ 57150 w 171450"/>
              <a:gd name="connsiteY10" fmla="*/ 47625 h 190500"/>
              <a:gd name="connsiteX11" fmla="*/ 85725 w 171450"/>
              <a:gd name="connsiteY11" fmla="*/ 19050 h 190500"/>
              <a:gd name="connsiteX12" fmla="*/ 85725 w 171450"/>
              <a:gd name="connsiteY12" fmla="*/ 155258 h 190500"/>
              <a:gd name="connsiteX13" fmla="*/ 28575 w 171450"/>
              <a:gd name="connsiteY13" fmla="*/ 124587 h 190500"/>
              <a:gd name="connsiteX14" fmla="*/ 85725 w 171450"/>
              <a:gd name="connsiteY14" fmla="*/ 95250 h 190500"/>
              <a:gd name="connsiteX15" fmla="*/ 142875 w 171450"/>
              <a:gd name="connsiteY15" fmla="*/ 124587 h 190500"/>
              <a:gd name="connsiteX16" fmla="*/ 85725 w 171450"/>
              <a:gd name="connsiteY16" fmla="*/ 155258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90500">
                <a:moveTo>
                  <a:pt x="85725" y="0"/>
                </a:moveTo>
                <a:cubicBezTo>
                  <a:pt x="38386" y="0"/>
                  <a:pt x="0" y="38386"/>
                  <a:pt x="0" y="85725"/>
                </a:cubicBezTo>
                <a:cubicBezTo>
                  <a:pt x="0" y="125444"/>
                  <a:pt x="27051" y="158782"/>
                  <a:pt x="63722" y="168497"/>
                </a:cubicBezTo>
                <a:lnTo>
                  <a:pt x="85725" y="190500"/>
                </a:lnTo>
                <a:lnTo>
                  <a:pt x="107728" y="168497"/>
                </a:lnTo>
                <a:cubicBezTo>
                  <a:pt x="144399" y="158782"/>
                  <a:pt x="171450" y="125444"/>
                  <a:pt x="171450" y="85725"/>
                </a:cubicBezTo>
                <a:cubicBezTo>
                  <a:pt x="171450" y="38386"/>
                  <a:pt x="133064" y="0"/>
                  <a:pt x="85725" y="0"/>
                </a:cubicBezTo>
                <a:close/>
                <a:moveTo>
                  <a:pt x="85725" y="19050"/>
                </a:moveTo>
                <a:cubicBezTo>
                  <a:pt x="101537" y="19050"/>
                  <a:pt x="114300" y="31814"/>
                  <a:pt x="114300" y="47625"/>
                </a:cubicBezTo>
                <a:cubicBezTo>
                  <a:pt x="114300" y="63437"/>
                  <a:pt x="101537" y="76200"/>
                  <a:pt x="85725" y="76200"/>
                </a:cubicBezTo>
                <a:cubicBezTo>
                  <a:pt x="69914" y="76200"/>
                  <a:pt x="57150" y="63437"/>
                  <a:pt x="57150" y="47625"/>
                </a:cubicBezTo>
                <a:cubicBezTo>
                  <a:pt x="57150" y="31814"/>
                  <a:pt x="69914" y="19050"/>
                  <a:pt x="85725" y="19050"/>
                </a:cubicBezTo>
                <a:close/>
                <a:moveTo>
                  <a:pt x="85725" y="155258"/>
                </a:moveTo>
                <a:cubicBezTo>
                  <a:pt x="61913" y="155258"/>
                  <a:pt x="40862" y="143066"/>
                  <a:pt x="28575" y="124587"/>
                </a:cubicBezTo>
                <a:cubicBezTo>
                  <a:pt x="28861" y="105632"/>
                  <a:pt x="66675" y="95250"/>
                  <a:pt x="85725" y="95250"/>
                </a:cubicBezTo>
                <a:cubicBezTo>
                  <a:pt x="104680" y="95250"/>
                  <a:pt x="142589" y="105632"/>
                  <a:pt x="142875" y="124587"/>
                </a:cubicBezTo>
                <a:cubicBezTo>
                  <a:pt x="130588" y="143066"/>
                  <a:pt x="109538" y="155258"/>
                  <a:pt x="85725" y="155258"/>
                </a:cubicBezTo>
                <a:close/>
              </a:path>
            </a:pathLst>
          </a:custGeom>
          <a:solidFill>
            <a:srgbClr val="02F276"/>
          </a:solidFill>
          <a:ln w="9525" cap="flat">
            <a:noFill/>
            <a:prstDash val="solid"/>
            <a:miter/>
          </a:ln>
        </p:spPr>
        <p:txBody>
          <a:bodyPr rtlCol="0" anchor="ctr"/>
          <a:lstStyle/>
          <a:p>
            <a:endParaRPr lang="zh-CN" altLang="en-US"/>
          </a:p>
        </p:txBody>
      </p:sp>
      <p:sp>
        <p:nvSpPr>
          <p:cNvPr id="352" name="图形 428"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08089EDF-B1F4-C448-53B0-CBF7365237F9}"/>
              </a:ext>
            </a:extLst>
          </p:cNvPr>
          <p:cNvSpPr/>
          <p:nvPr/>
        </p:nvSpPr>
        <p:spPr>
          <a:xfrm>
            <a:off x="2058414" y="1986762"/>
            <a:ext cx="198992" cy="198992"/>
          </a:xfrm>
          <a:custGeom>
            <a:avLst/>
            <a:gdLst>
              <a:gd name="connsiteX0" fmla="*/ 166688 w 171450"/>
              <a:gd name="connsiteY0" fmla="*/ 0 h 171450"/>
              <a:gd name="connsiteX1" fmla="*/ 165164 w 171450"/>
              <a:gd name="connsiteY1" fmla="*/ 286 h 171450"/>
              <a:gd name="connsiteX2" fmla="*/ 114300 w 171450"/>
              <a:gd name="connsiteY2" fmla="*/ 20003 h 171450"/>
              <a:gd name="connsiteX3" fmla="*/ 57150 w 171450"/>
              <a:gd name="connsiteY3" fmla="*/ 0 h 171450"/>
              <a:gd name="connsiteX4" fmla="*/ 3429 w 171450"/>
              <a:gd name="connsiteY4" fmla="*/ 18098 h 171450"/>
              <a:gd name="connsiteX5" fmla="*/ 0 w 171450"/>
              <a:gd name="connsiteY5" fmla="*/ 22670 h 171450"/>
              <a:gd name="connsiteX6" fmla="*/ 0 w 171450"/>
              <a:gd name="connsiteY6" fmla="*/ 166688 h 171450"/>
              <a:gd name="connsiteX7" fmla="*/ 4763 w 171450"/>
              <a:gd name="connsiteY7" fmla="*/ 171450 h 171450"/>
              <a:gd name="connsiteX8" fmla="*/ 6287 w 171450"/>
              <a:gd name="connsiteY8" fmla="*/ 171164 h 171450"/>
              <a:gd name="connsiteX9" fmla="*/ 57150 w 171450"/>
              <a:gd name="connsiteY9" fmla="*/ 151448 h 171450"/>
              <a:gd name="connsiteX10" fmla="*/ 114300 w 171450"/>
              <a:gd name="connsiteY10" fmla="*/ 171450 h 171450"/>
              <a:gd name="connsiteX11" fmla="*/ 168021 w 171450"/>
              <a:gd name="connsiteY11" fmla="*/ 153353 h 171450"/>
              <a:gd name="connsiteX12" fmla="*/ 171450 w 171450"/>
              <a:gd name="connsiteY12" fmla="*/ 148781 h 171450"/>
              <a:gd name="connsiteX13" fmla="*/ 171450 w 171450"/>
              <a:gd name="connsiteY13" fmla="*/ 4763 h 171450"/>
              <a:gd name="connsiteX14" fmla="*/ 166688 w 171450"/>
              <a:gd name="connsiteY14" fmla="*/ 0 h 171450"/>
              <a:gd name="connsiteX15" fmla="*/ 114300 w 171450"/>
              <a:gd name="connsiteY15" fmla="*/ 152400 h 171450"/>
              <a:gd name="connsiteX16" fmla="*/ 57150 w 171450"/>
              <a:gd name="connsiteY16" fmla="*/ 132302 h 171450"/>
              <a:gd name="connsiteX17" fmla="*/ 57150 w 171450"/>
              <a:gd name="connsiteY17" fmla="*/ 19050 h 171450"/>
              <a:gd name="connsiteX18" fmla="*/ 114300 w 171450"/>
              <a:gd name="connsiteY18" fmla="*/ 39148 h 171450"/>
              <a:gd name="connsiteX19" fmla="*/ 114300 w 171450"/>
              <a:gd name="connsiteY19" fmla="*/ 1524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50">
                <a:moveTo>
                  <a:pt x="166688" y="0"/>
                </a:moveTo>
                <a:lnTo>
                  <a:pt x="165164" y="286"/>
                </a:lnTo>
                <a:lnTo>
                  <a:pt x="114300" y="20003"/>
                </a:lnTo>
                <a:lnTo>
                  <a:pt x="57150" y="0"/>
                </a:lnTo>
                <a:lnTo>
                  <a:pt x="3429" y="18098"/>
                </a:lnTo>
                <a:cubicBezTo>
                  <a:pt x="1429" y="18764"/>
                  <a:pt x="0" y="20479"/>
                  <a:pt x="0" y="22670"/>
                </a:cubicBezTo>
                <a:lnTo>
                  <a:pt x="0" y="166688"/>
                </a:lnTo>
                <a:cubicBezTo>
                  <a:pt x="0" y="169355"/>
                  <a:pt x="2096" y="171450"/>
                  <a:pt x="4763" y="171450"/>
                </a:cubicBezTo>
                <a:lnTo>
                  <a:pt x="6287" y="171164"/>
                </a:lnTo>
                <a:lnTo>
                  <a:pt x="57150" y="151448"/>
                </a:lnTo>
                <a:lnTo>
                  <a:pt x="114300" y="171450"/>
                </a:lnTo>
                <a:lnTo>
                  <a:pt x="168021" y="153353"/>
                </a:lnTo>
                <a:cubicBezTo>
                  <a:pt x="170021" y="152686"/>
                  <a:pt x="171450" y="150971"/>
                  <a:pt x="171450" y="148781"/>
                </a:cubicBezTo>
                <a:lnTo>
                  <a:pt x="171450" y="4763"/>
                </a:lnTo>
                <a:cubicBezTo>
                  <a:pt x="171450" y="2096"/>
                  <a:pt x="169355" y="0"/>
                  <a:pt x="166688" y="0"/>
                </a:cubicBezTo>
                <a:close/>
                <a:moveTo>
                  <a:pt x="114300" y="152400"/>
                </a:moveTo>
                <a:lnTo>
                  <a:pt x="57150" y="132302"/>
                </a:lnTo>
                <a:lnTo>
                  <a:pt x="57150" y="19050"/>
                </a:lnTo>
                <a:lnTo>
                  <a:pt x="114300" y="39148"/>
                </a:lnTo>
                <a:lnTo>
                  <a:pt x="114300" y="152400"/>
                </a:lnTo>
                <a:close/>
              </a:path>
            </a:pathLst>
          </a:custGeom>
          <a:solidFill>
            <a:srgbClr val="02F276"/>
          </a:solidFill>
          <a:ln w="9525" cap="flat">
            <a:noFill/>
            <a:prstDash val="solid"/>
            <a:miter/>
          </a:ln>
        </p:spPr>
        <p:txBody>
          <a:bodyPr rtlCol="0" anchor="ctr"/>
          <a:lstStyle/>
          <a:p>
            <a:endParaRPr lang="zh-CN" altLang="en-US"/>
          </a:p>
        </p:txBody>
      </p:sp>
      <p:sp>
        <p:nvSpPr>
          <p:cNvPr id="353" name="图形 474"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C98869AE-7ABF-B04B-287C-78BD0007A0C1}"/>
              </a:ext>
            </a:extLst>
          </p:cNvPr>
          <p:cNvSpPr/>
          <p:nvPr/>
        </p:nvSpPr>
        <p:spPr>
          <a:xfrm>
            <a:off x="2051551" y="4346214"/>
            <a:ext cx="210048" cy="221103"/>
          </a:xfrm>
          <a:custGeom>
            <a:avLst/>
            <a:gdLst>
              <a:gd name="connsiteX0" fmla="*/ 180975 w 180975"/>
              <a:gd name="connsiteY0" fmla="*/ 133350 h 190500"/>
              <a:gd name="connsiteX1" fmla="*/ 180975 w 180975"/>
              <a:gd name="connsiteY1" fmla="*/ 114300 h 190500"/>
              <a:gd name="connsiteX2" fmla="*/ 104775 w 180975"/>
              <a:gd name="connsiteY2" fmla="*/ 66675 h 190500"/>
              <a:gd name="connsiteX3" fmla="*/ 104775 w 180975"/>
              <a:gd name="connsiteY3" fmla="*/ 14288 h 190500"/>
              <a:gd name="connsiteX4" fmla="*/ 90488 w 180975"/>
              <a:gd name="connsiteY4" fmla="*/ 0 h 190500"/>
              <a:gd name="connsiteX5" fmla="*/ 76200 w 180975"/>
              <a:gd name="connsiteY5" fmla="*/ 14288 h 190500"/>
              <a:gd name="connsiteX6" fmla="*/ 76200 w 180975"/>
              <a:gd name="connsiteY6" fmla="*/ 66675 h 190500"/>
              <a:gd name="connsiteX7" fmla="*/ 0 w 180975"/>
              <a:gd name="connsiteY7" fmla="*/ 114300 h 190500"/>
              <a:gd name="connsiteX8" fmla="*/ 0 w 180975"/>
              <a:gd name="connsiteY8" fmla="*/ 133350 h 190500"/>
              <a:gd name="connsiteX9" fmla="*/ 76200 w 180975"/>
              <a:gd name="connsiteY9" fmla="*/ 109538 h 190500"/>
              <a:gd name="connsiteX10" fmla="*/ 76200 w 180975"/>
              <a:gd name="connsiteY10" fmla="*/ 161925 h 190500"/>
              <a:gd name="connsiteX11" fmla="*/ 57150 w 180975"/>
              <a:gd name="connsiteY11" fmla="*/ 176213 h 190500"/>
              <a:gd name="connsiteX12" fmla="*/ 57150 w 180975"/>
              <a:gd name="connsiteY12" fmla="*/ 190500 h 190500"/>
              <a:gd name="connsiteX13" fmla="*/ 90488 w 180975"/>
              <a:gd name="connsiteY13" fmla="*/ 180975 h 190500"/>
              <a:gd name="connsiteX14" fmla="*/ 123825 w 180975"/>
              <a:gd name="connsiteY14" fmla="*/ 190500 h 190500"/>
              <a:gd name="connsiteX15" fmla="*/ 123825 w 180975"/>
              <a:gd name="connsiteY15" fmla="*/ 176213 h 190500"/>
              <a:gd name="connsiteX16" fmla="*/ 104775 w 180975"/>
              <a:gd name="connsiteY16" fmla="*/ 161925 h 190500"/>
              <a:gd name="connsiteX17" fmla="*/ 104775 w 180975"/>
              <a:gd name="connsiteY17" fmla="*/ 109538 h 190500"/>
              <a:gd name="connsiteX18" fmla="*/ 180975 w 180975"/>
              <a:gd name="connsiteY18" fmla="*/ 1333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0975" h="190500">
                <a:moveTo>
                  <a:pt x="180975" y="133350"/>
                </a:moveTo>
                <a:lnTo>
                  <a:pt x="180975" y="114300"/>
                </a:lnTo>
                <a:lnTo>
                  <a:pt x="104775" y="66675"/>
                </a:lnTo>
                <a:lnTo>
                  <a:pt x="104775" y="14288"/>
                </a:lnTo>
                <a:cubicBezTo>
                  <a:pt x="104775" y="6382"/>
                  <a:pt x="98393" y="0"/>
                  <a:pt x="90488" y="0"/>
                </a:cubicBezTo>
                <a:cubicBezTo>
                  <a:pt x="82582" y="0"/>
                  <a:pt x="76200" y="6382"/>
                  <a:pt x="76200" y="14288"/>
                </a:cubicBezTo>
                <a:lnTo>
                  <a:pt x="76200" y="66675"/>
                </a:lnTo>
                <a:lnTo>
                  <a:pt x="0" y="114300"/>
                </a:lnTo>
                <a:lnTo>
                  <a:pt x="0" y="133350"/>
                </a:lnTo>
                <a:lnTo>
                  <a:pt x="76200" y="109538"/>
                </a:lnTo>
                <a:lnTo>
                  <a:pt x="76200" y="161925"/>
                </a:lnTo>
                <a:lnTo>
                  <a:pt x="57150" y="176213"/>
                </a:lnTo>
                <a:lnTo>
                  <a:pt x="57150" y="190500"/>
                </a:lnTo>
                <a:lnTo>
                  <a:pt x="90488" y="180975"/>
                </a:lnTo>
                <a:lnTo>
                  <a:pt x="123825" y="190500"/>
                </a:lnTo>
                <a:lnTo>
                  <a:pt x="123825" y="176213"/>
                </a:lnTo>
                <a:lnTo>
                  <a:pt x="104775" y="161925"/>
                </a:lnTo>
                <a:lnTo>
                  <a:pt x="104775" y="109538"/>
                </a:lnTo>
                <a:lnTo>
                  <a:pt x="180975" y="133350"/>
                </a:lnTo>
                <a:close/>
              </a:path>
            </a:pathLst>
          </a:custGeom>
          <a:solidFill>
            <a:srgbClr val="02F276"/>
          </a:solidFill>
          <a:ln w="9525" cap="flat">
            <a:noFill/>
            <a:prstDash val="solid"/>
            <a:miter/>
          </a:ln>
        </p:spPr>
        <p:txBody>
          <a:bodyPr rtlCol="0" anchor="ctr"/>
          <a:lstStyle/>
          <a:p>
            <a:endParaRPr lang="zh-CN" altLang="en-US"/>
          </a:p>
        </p:txBody>
      </p:sp>
      <p:sp>
        <p:nvSpPr>
          <p:cNvPr id="354" name="图形 476"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4AF8FE7C-5DFF-4C17-DB0C-F946A003D730}"/>
              </a:ext>
            </a:extLst>
          </p:cNvPr>
          <p:cNvSpPr/>
          <p:nvPr/>
        </p:nvSpPr>
        <p:spPr>
          <a:xfrm>
            <a:off x="2044689" y="3561949"/>
            <a:ext cx="221103" cy="176882"/>
          </a:xfrm>
          <a:custGeom>
            <a:avLst/>
            <a:gdLst>
              <a:gd name="connsiteX0" fmla="*/ 171450 w 190500"/>
              <a:gd name="connsiteY0" fmla="*/ 76200 h 152400"/>
              <a:gd name="connsiteX1" fmla="*/ 190500 w 190500"/>
              <a:gd name="connsiteY1" fmla="*/ 57150 h 152400"/>
              <a:gd name="connsiteX2" fmla="*/ 190500 w 190500"/>
              <a:gd name="connsiteY2" fmla="*/ 19050 h 152400"/>
              <a:gd name="connsiteX3" fmla="*/ 171450 w 190500"/>
              <a:gd name="connsiteY3" fmla="*/ 0 h 152400"/>
              <a:gd name="connsiteX4" fmla="*/ 19050 w 190500"/>
              <a:gd name="connsiteY4" fmla="*/ 0 h 152400"/>
              <a:gd name="connsiteX5" fmla="*/ 95 w 190500"/>
              <a:gd name="connsiteY5" fmla="*/ 19050 h 152400"/>
              <a:gd name="connsiteX6" fmla="*/ 95 w 190500"/>
              <a:gd name="connsiteY6" fmla="*/ 57150 h 152400"/>
              <a:gd name="connsiteX7" fmla="*/ 19050 w 190500"/>
              <a:gd name="connsiteY7" fmla="*/ 76200 h 152400"/>
              <a:gd name="connsiteX8" fmla="*/ 0 w 190500"/>
              <a:gd name="connsiteY8" fmla="*/ 95250 h 152400"/>
              <a:gd name="connsiteX9" fmla="*/ 0 w 190500"/>
              <a:gd name="connsiteY9" fmla="*/ 133350 h 152400"/>
              <a:gd name="connsiteX10" fmla="*/ 19050 w 190500"/>
              <a:gd name="connsiteY10" fmla="*/ 152400 h 152400"/>
              <a:gd name="connsiteX11" fmla="*/ 171450 w 190500"/>
              <a:gd name="connsiteY11" fmla="*/ 152400 h 152400"/>
              <a:gd name="connsiteX12" fmla="*/ 190500 w 190500"/>
              <a:gd name="connsiteY12" fmla="*/ 133350 h 152400"/>
              <a:gd name="connsiteX13" fmla="*/ 190500 w 190500"/>
              <a:gd name="connsiteY13" fmla="*/ 95250 h 152400"/>
              <a:gd name="connsiteX14" fmla="*/ 171450 w 190500"/>
              <a:gd name="connsiteY14" fmla="*/ 76200 h 152400"/>
              <a:gd name="connsiteX15" fmla="*/ 129350 w 190500"/>
              <a:gd name="connsiteY15" fmla="*/ 121920 h 152400"/>
              <a:gd name="connsiteX16" fmla="*/ 95250 w 190500"/>
              <a:gd name="connsiteY16" fmla="*/ 100013 h 152400"/>
              <a:gd name="connsiteX17" fmla="*/ 61151 w 190500"/>
              <a:gd name="connsiteY17" fmla="*/ 121920 h 152400"/>
              <a:gd name="connsiteX18" fmla="*/ 71438 w 190500"/>
              <a:gd name="connsiteY18" fmla="*/ 82677 h 152400"/>
              <a:gd name="connsiteX19" fmla="*/ 40100 w 190500"/>
              <a:gd name="connsiteY19" fmla="*/ 57055 h 152400"/>
              <a:gd name="connsiteX20" fmla="*/ 80486 w 190500"/>
              <a:gd name="connsiteY20" fmla="*/ 54673 h 152400"/>
              <a:gd name="connsiteX21" fmla="*/ 95250 w 190500"/>
              <a:gd name="connsiteY21" fmla="*/ 17145 h 152400"/>
              <a:gd name="connsiteX22" fmla="*/ 109919 w 190500"/>
              <a:gd name="connsiteY22" fmla="*/ 54769 h 152400"/>
              <a:gd name="connsiteX23" fmla="*/ 150305 w 190500"/>
              <a:gd name="connsiteY23" fmla="*/ 57150 h 152400"/>
              <a:gd name="connsiteX24" fmla="*/ 118967 w 190500"/>
              <a:gd name="connsiteY24" fmla="*/ 82772 h 152400"/>
              <a:gd name="connsiteX25" fmla="*/ 129350 w 190500"/>
              <a:gd name="connsiteY25" fmla="*/ 12192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90500" h="152400">
                <a:moveTo>
                  <a:pt x="171450" y="76200"/>
                </a:moveTo>
                <a:cubicBezTo>
                  <a:pt x="171450" y="65723"/>
                  <a:pt x="180023" y="57150"/>
                  <a:pt x="190500" y="57150"/>
                </a:cubicBezTo>
                <a:lnTo>
                  <a:pt x="190500" y="19050"/>
                </a:lnTo>
                <a:cubicBezTo>
                  <a:pt x="190500" y="8573"/>
                  <a:pt x="181928" y="0"/>
                  <a:pt x="171450" y="0"/>
                </a:cubicBezTo>
                <a:lnTo>
                  <a:pt x="19050" y="0"/>
                </a:lnTo>
                <a:cubicBezTo>
                  <a:pt x="8573" y="0"/>
                  <a:pt x="95" y="8573"/>
                  <a:pt x="95" y="19050"/>
                </a:cubicBezTo>
                <a:lnTo>
                  <a:pt x="95" y="57150"/>
                </a:lnTo>
                <a:cubicBezTo>
                  <a:pt x="10573" y="57150"/>
                  <a:pt x="19050" y="65723"/>
                  <a:pt x="19050" y="76200"/>
                </a:cubicBezTo>
                <a:cubicBezTo>
                  <a:pt x="19050" y="86678"/>
                  <a:pt x="10573" y="95250"/>
                  <a:pt x="0" y="95250"/>
                </a:cubicBezTo>
                <a:lnTo>
                  <a:pt x="0" y="133350"/>
                </a:lnTo>
                <a:cubicBezTo>
                  <a:pt x="0" y="143828"/>
                  <a:pt x="8573" y="152400"/>
                  <a:pt x="19050" y="152400"/>
                </a:cubicBezTo>
                <a:lnTo>
                  <a:pt x="171450" y="152400"/>
                </a:lnTo>
                <a:cubicBezTo>
                  <a:pt x="181928" y="152400"/>
                  <a:pt x="190500" y="143828"/>
                  <a:pt x="190500" y="133350"/>
                </a:cubicBezTo>
                <a:lnTo>
                  <a:pt x="190500" y="95250"/>
                </a:lnTo>
                <a:cubicBezTo>
                  <a:pt x="180023" y="95250"/>
                  <a:pt x="171450" y="86678"/>
                  <a:pt x="171450" y="76200"/>
                </a:cubicBezTo>
                <a:close/>
                <a:moveTo>
                  <a:pt x="129350" y="121920"/>
                </a:moveTo>
                <a:lnTo>
                  <a:pt x="95250" y="100013"/>
                </a:lnTo>
                <a:lnTo>
                  <a:pt x="61151" y="121920"/>
                </a:lnTo>
                <a:lnTo>
                  <a:pt x="71438" y="82677"/>
                </a:lnTo>
                <a:lnTo>
                  <a:pt x="40100" y="57055"/>
                </a:lnTo>
                <a:lnTo>
                  <a:pt x="80486" y="54673"/>
                </a:lnTo>
                <a:lnTo>
                  <a:pt x="95250" y="17145"/>
                </a:lnTo>
                <a:lnTo>
                  <a:pt x="109919" y="54769"/>
                </a:lnTo>
                <a:lnTo>
                  <a:pt x="150305" y="57150"/>
                </a:lnTo>
                <a:lnTo>
                  <a:pt x="118967" y="82772"/>
                </a:lnTo>
                <a:cubicBezTo>
                  <a:pt x="118967" y="82772"/>
                  <a:pt x="129350" y="121920"/>
                  <a:pt x="129350" y="121920"/>
                </a:cubicBezTo>
                <a:close/>
              </a:path>
            </a:pathLst>
          </a:custGeom>
          <a:solidFill>
            <a:srgbClr val="02F276"/>
          </a:solidFill>
          <a:ln w="9525" cap="flat">
            <a:noFill/>
            <a:prstDash val="solid"/>
            <a:miter/>
          </a:ln>
        </p:spPr>
        <p:txBody>
          <a:bodyPr rtlCol="0" anchor="ctr"/>
          <a:lstStyle/>
          <a:p>
            <a:endParaRPr lang="zh-CN" altLang="en-US"/>
          </a:p>
        </p:txBody>
      </p:sp>
      <p:sp>
        <p:nvSpPr>
          <p:cNvPr id="355" name="图形 48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7B226F7-3D0A-FE52-BDD3-4557B2A88A3B}"/>
              </a:ext>
            </a:extLst>
          </p:cNvPr>
          <p:cNvSpPr/>
          <p:nvPr/>
        </p:nvSpPr>
        <p:spPr>
          <a:xfrm>
            <a:off x="2058414" y="5144839"/>
            <a:ext cx="198992" cy="210048"/>
          </a:xfrm>
          <a:custGeom>
            <a:avLst/>
            <a:gdLst>
              <a:gd name="connsiteX0" fmla="*/ 85630 w 171450"/>
              <a:gd name="connsiteY0" fmla="*/ 157544 h 180975"/>
              <a:gd name="connsiteX1" fmla="*/ 15431 w 171450"/>
              <a:gd name="connsiteY1" fmla="*/ 102965 h 180975"/>
              <a:gd name="connsiteX2" fmla="*/ 0 w 171450"/>
              <a:gd name="connsiteY2" fmla="*/ 114967 h 180975"/>
              <a:gd name="connsiteX3" fmla="*/ 85725 w 171450"/>
              <a:gd name="connsiteY3" fmla="*/ 181642 h 180975"/>
              <a:gd name="connsiteX4" fmla="*/ 171450 w 171450"/>
              <a:gd name="connsiteY4" fmla="*/ 114967 h 180975"/>
              <a:gd name="connsiteX5" fmla="*/ 155924 w 171450"/>
              <a:gd name="connsiteY5" fmla="*/ 102870 h 180975"/>
              <a:gd name="connsiteX6" fmla="*/ 85630 w 171450"/>
              <a:gd name="connsiteY6" fmla="*/ 157544 h 180975"/>
              <a:gd name="connsiteX7" fmla="*/ 85725 w 171450"/>
              <a:gd name="connsiteY7" fmla="*/ 133350 h 180975"/>
              <a:gd name="connsiteX8" fmla="*/ 155829 w 171450"/>
              <a:gd name="connsiteY8" fmla="*/ 78772 h 180975"/>
              <a:gd name="connsiteX9" fmla="*/ 171450 w 171450"/>
              <a:gd name="connsiteY9" fmla="*/ 66675 h 180975"/>
              <a:gd name="connsiteX10" fmla="*/ 85725 w 171450"/>
              <a:gd name="connsiteY10" fmla="*/ 0 h 180975"/>
              <a:gd name="connsiteX11" fmla="*/ 0 w 171450"/>
              <a:gd name="connsiteY11" fmla="*/ 66675 h 180975"/>
              <a:gd name="connsiteX12" fmla="*/ 15526 w 171450"/>
              <a:gd name="connsiteY12" fmla="*/ 78772 h 180975"/>
              <a:gd name="connsiteX13" fmla="*/ 85725 w 171450"/>
              <a:gd name="connsiteY13" fmla="*/ 13335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180975">
                <a:moveTo>
                  <a:pt x="85630" y="157544"/>
                </a:moveTo>
                <a:lnTo>
                  <a:pt x="15431" y="102965"/>
                </a:lnTo>
                <a:lnTo>
                  <a:pt x="0" y="114967"/>
                </a:lnTo>
                <a:lnTo>
                  <a:pt x="85725" y="181642"/>
                </a:lnTo>
                <a:lnTo>
                  <a:pt x="171450" y="114967"/>
                </a:lnTo>
                <a:lnTo>
                  <a:pt x="155924" y="102870"/>
                </a:lnTo>
                <a:cubicBezTo>
                  <a:pt x="155924" y="102870"/>
                  <a:pt x="85630" y="157544"/>
                  <a:pt x="85630" y="157544"/>
                </a:cubicBezTo>
                <a:close/>
                <a:moveTo>
                  <a:pt x="85725" y="133350"/>
                </a:moveTo>
                <a:lnTo>
                  <a:pt x="155829" y="78772"/>
                </a:lnTo>
                <a:lnTo>
                  <a:pt x="171450" y="66675"/>
                </a:lnTo>
                <a:lnTo>
                  <a:pt x="85725" y="0"/>
                </a:lnTo>
                <a:lnTo>
                  <a:pt x="0" y="66675"/>
                </a:lnTo>
                <a:lnTo>
                  <a:pt x="15526" y="78772"/>
                </a:lnTo>
                <a:lnTo>
                  <a:pt x="85725" y="133350"/>
                </a:lnTo>
                <a:close/>
              </a:path>
            </a:pathLst>
          </a:custGeom>
          <a:solidFill>
            <a:srgbClr val="02F276"/>
          </a:solidFill>
          <a:ln w="9525" cap="flat">
            <a:noFill/>
            <a:prstDash val="solid"/>
            <a:miter/>
          </a:ln>
        </p:spPr>
        <p:txBody>
          <a:bodyPr rtlCol="0" anchor="ctr"/>
          <a:lstStyle/>
          <a:p>
            <a:endParaRPr lang="zh-CN" altLang="en-US"/>
          </a:p>
        </p:txBody>
      </p:sp>
      <p:sp>
        <p:nvSpPr>
          <p:cNvPr id="356" name="Freeform 45">
            <a:extLst>
              <a:ext uri="{FF2B5EF4-FFF2-40B4-BE49-F238E27FC236}">
                <a16:creationId xmlns:a16="http://schemas.microsoft.com/office/drawing/2014/main" id="{FEA3DC4A-A873-CD51-2849-05475149693D}"/>
              </a:ext>
            </a:extLst>
          </p:cNvPr>
          <p:cNvSpPr>
            <a:spLocks noEditPoints="1"/>
          </p:cNvSpPr>
          <p:nvPr/>
        </p:nvSpPr>
        <p:spPr bwMode="auto">
          <a:xfrm>
            <a:off x="5712607" y="4146566"/>
            <a:ext cx="188913" cy="188913"/>
          </a:xfrm>
          <a:custGeom>
            <a:avLst/>
            <a:gdLst/>
            <a:ahLst/>
            <a:cxnLst>
              <a:cxn ang="0">
                <a:pos x="27" y="55"/>
              </a:cxn>
              <a:cxn ang="0">
                <a:pos x="0" y="27"/>
              </a:cxn>
              <a:cxn ang="0">
                <a:pos x="27" y="0"/>
              </a:cxn>
              <a:cxn ang="0">
                <a:pos x="55" y="27"/>
              </a:cxn>
              <a:cxn ang="0">
                <a:pos x="27" y="55"/>
              </a:cxn>
              <a:cxn ang="0">
                <a:pos x="45" y="20"/>
              </a:cxn>
              <a:cxn ang="0">
                <a:pos x="42" y="17"/>
              </a:cxn>
              <a:cxn ang="0">
                <a:pos x="40" y="16"/>
              </a:cxn>
              <a:cxn ang="0">
                <a:pos x="38" y="17"/>
              </a:cxn>
              <a:cxn ang="0">
                <a:pos x="24" y="31"/>
              </a:cxn>
              <a:cxn ang="0">
                <a:pos x="16" y="23"/>
              </a:cxn>
              <a:cxn ang="0">
                <a:pos x="14" y="22"/>
              </a:cxn>
              <a:cxn ang="0">
                <a:pos x="13" y="23"/>
              </a:cxn>
              <a:cxn ang="0">
                <a:pos x="9" y="26"/>
              </a:cxn>
              <a:cxn ang="0">
                <a:pos x="9" y="28"/>
              </a:cxn>
              <a:cxn ang="0">
                <a:pos x="9" y="30"/>
              </a:cxn>
              <a:cxn ang="0">
                <a:pos x="22" y="43"/>
              </a:cxn>
              <a:cxn ang="0">
                <a:pos x="24" y="43"/>
              </a:cxn>
              <a:cxn ang="0">
                <a:pos x="26" y="43"/>
              </a:cxn>
              <a:cxn ang="0">
                <a:pos x="45" y="23"/>
              </a:cxn>
              <a:cxn ang="0">
                <a:pos x="46" y="22"/>
              </a:cxn>
              <a:cxn ang="0">
                <a:pos x="45" y="20"/>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HarmonyOS Sans SC Medium" panose="00000600000000000000" pitchFamily="2" charset="-122"/>
              <a:ea typeface="HarmonyOS Sans SC Medium" panose="00000600000000000000" pitchFamily="2" charset="-122"/>
            </a:endParaRPr>
          </a:p>
        </p:txBody>
      </p:sp>
      <p:sp>
        <p:nvSpPr>
          <p:cNvPr id="357" name="文本框 26">
            <a:extLst>
              <a:ext uri="{FF2B5EF4-FFF2-40B4-BE49-F238E27FC236}">
                <a16:creationId xmlns:a16="http://schemas.microsoft.com/office/drawing/2014/main" id="{2E16C98F-9051-9D3D-04BA-C83B9735B580}"/>
              </a:ext>
            </a:extLst>
          </p:cNvPr>
          <p:cNvSpPr txBox="1"/>
          <p:nvPr/>
        </p:nvSpPr>
        <p:spPr>
          <a:xfrm>
            <a:off x="3129539" y="2010071"/>
            <a:ext cx="389850"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条件</a:t>
            </a:r>
          </a:p>
        </p:txBody>
      </p:sp>
      <p:sp>
        <p:nvSpPr>
          <p:cNvPr id="358" name="文本框 26">
            <a:extLst>
              <a:ext uri="{FF2B5EF4-FFF2-40B4-BE49-F238E27FC236}">
                <a16:creationId xmlns:a16="http://schemas.microsoft.com/office/drawing/2014/main" id="{2F4B46DC-17F9-2CF5-FA3A-606FAD73D975}"/>
              </a:ext>
            </a:extLst>
          </p:cNvPr>
          <p:cNvSpPr txBox="1"/>
          <p:nvPr/>
        </p:nvSpPr>
        <p:spPr>
          <a:xfrm>
            <a:off x="3129539" y="3382859"/>
            <a:ext cx="389850"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条件</a:t>
            </a:r>
          </a:p>
        </p:txBody>
      </p:sp>
      <p:sp>
        <p:nvSpPr>
          <p:cNvPr id="359" name="文本框 26">
            <a:extLst>
              <a:ext uri="{FF2B5EF4-FFF2-40B4-BE49-F238E27FC236}">
                <a16:creationId xmlns:a16="http://schemas.microsoft.com/office/drawing/2014/main" id="{3A4E8114-2105-507D-44D1-5534EA21F696}"/>
              </a:ext>
            </a:extLst>
          </p:cNvPr>
          <p:cNvSpPr txBox="1"/>
          <p:nvPr/>
        </p:nvSpPr>
        <p:spPr>
          <a:xfrm>
            <a:off x="3129539" y="4755647"/>
            <a:ext cx="389850"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条件</a:t>
            </a:r>
          </a:p>
        </p:txBody>
      </p:sp>
      <p:cxnSp>
        <p:nvCxnSpPr>
          <p:cNvPr id="360" name="直接箭头连接符 359">
            <a:extLst>
              <a:ext uri="{FF2B5EF4-FFF2-40B4-BE49-F238E27FC236}">
                <a16:creationId xmlns:a16="http://schemas.microsoft.com/office/drawing/2014/main" id="{03AA34D5-02DB-507C-AA10-28E70E2B3988}"/>
              </a:ext>
            </a:extLst>
          </p:cNvPr>
          <p:cNvCxnSpPr>
            <a:cxnSpLocks/>
          </p:cNvCxnSpPr>
          <p:nvPr/>
        </p:nvCxnSpPr>
        <p:spPr>
          <a:xfrm>
            <a:off x="4971627" y="3568601"/>
            <a:ext cx="233625" cy="0"/>
          </a:xfrm>
          <a:prstGeom prst="straightConnector1">
            <a:avLst/>
          </a:prstGeom>
          <a:ln>
            <a:solidFill>
              <a:srgbClr val="7584E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8632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0354258E-D576-DA41-AF1E-248AE3974821}"/>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625CE883-2315-B63A-D516-5F1163382F9E}"/>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5107F8CC-C5F4-0BF7-48EC-AEAE682EEF60}"/>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05CACE60-123E-C534-B3C3-2236D503CAF9}"/>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1EDE7190-57C6-E3E7-5D00-69583D913FD7}"/>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CA152D6-CC76-9E59-2177-01C3A186B0F9}"/>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8" name="文本框 7">
              <a:extLst>
                <a:ext uri="{FF2B5EF4-FFF2-40B4-BE49-F238E27FC236}">
                  <a16:creationId xmlns:a16="http://schemas.microsoft.com/office/drawing/2014/main" id="{93186563-F241-4238-E70C-D8E14F2C7F35}"/>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9" name="文本框 8">
              <a:extLst>
                <a:ext uri="{FF2B5EF4-FFF2-40B4-BE49-F238E27FC236}">
                  <a16:creationId xmlns:a16="http://schemas.microsoft.com/office/drawing/2014/main" id="{607B34B8-DBA7-F204-074F-6A90BBCAB200}"/>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10"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AEA697B8-F108-6155-4A6F-948C6B4544DB}"/>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11" name="文本框 10">
              <a:extLst>
                <a:ext uri="{FF2B5EF4-FFF2-40B4-BE49-F238E27FC236}">
                  <a16:creationId xmlns:a16="http://schemas.microsoft.com/office/drawing/2014/main" id="{BEE412E7-50FC-5DE9-5405-9AA9A9ECAB9A}"/>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12" name="文本框 11">
              <a:extLst>
                <a:ext uri="{FF2B5EF4-FFF2-40B4-BE49-F238E27FC236}">
                  <a16:creationId xmlns:a16="http://schemas.microsoft.com/office/drawing/2014/main" id="{007505C6-124A-A96B-0BF2-323BFA66E275}"/>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grpSp>
        <p:nvGrpSpPr>
          <p:cNvPr id="172" name="组合 171">
            <a:extLst>
              <a:ext uri="{FF2B5EF4-FFF2-40B4-BE49-F238E27FC236}">
                <a16:creationId xmlns:a16="http://schemas.microsoft.com/office/drawing/2014/main" id="{BD2CFA75-5183-B441-FA10-BA4722B1F1C4}"/>
              </a:ext>
            </a:extLst>
          </p:cNvPr>
          <p:cNvGrpSpPr/>
          <p:nvPr/>
        </p:nvGrpSpPr>
        <p:grpSpPr>
          <a:xfrm>
            <a:off x="5075576" y="1894238"/>
            <a:ext cx="2248891" cy="2034308"/>
            <a:chOff x="5770173" y="2811199"/>
            <a:chExt cx="2248891" cy="2034308"/>
          </a:xfrm>
        </p:grpSpPr>
        <p:grpSp>
          <p:nvGrpSpPr>
            <p:cNvPr id="173" name="组合 172">
              <a:extLst>
                <a:ext uri="{FF2B5EF4-FFF2-40B4-BE49-F238E27FC236}">
                  <a16:creationId xmlns:a16="http://schemas.microsoft.com/office/drawing/2014/main" id="{D45323D9-8D2C-00EC-D94A-B9E0ED857E48}"/>
                </a:ext>
              </a:extLst>
            </p:cNvPr>
            <p:cNvGrpSpPr/>
            <p:nvPr/>
          </p:nvGrpSpPr>
          <p:grpSpPr>
            <a:xfrm>
              <a:off x="5770173" y="2811199"/>
              <a:ext cx="2248891" cy="2034308"/>
              <a:chOff x="7344204" y="2552700"/>
              <a:chExt cx="2248891" cy="2034308"/>
            </a:xfrm>
          </p:grpSpPr>
          <p:sp>
            <p:nvSpPr>
              <p:cNvPr id="175" name="Freeform 13">
                <a:extLst>
                  <a:ext uri="{FF2B5EF4-FFF2-40B4-BE49-F238E27FC236}">
                    <a16:creationId xmlns:a16="http://schemas.microsoft.com/office/drawing/2014/main" id="{3958B546-19AA-A09A-33C0-2D208FE202F0}"/>
                  </a:ext>
                </a:extLst>
              </p:cNvPr>
              <p:cNvSpPr>
                <a:spLocks/>
              </p:cNvSpPr>
              <p:nvPr/>
            </p:nvSpPr>
            <p:spPr bwMode="auto">
              <a:xfrm>
                <a:off x="7642084" y="3401165"/>
                <a:ext cx="1653131" cy="959105"/>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solidFill>
                <a:srgbClr val="E7EBFF">
                  <a:alpha val="82000"/>
                </a:srgbClr>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6" name="Freeform 13">
                <a:extLst>
                  <a:ext uri="{FF2B5EF4-FFF2-40B4-BE49-F238E27FC236}">
                    <a16:creationId xmlns:a16="http://schemas.microsoft.com/office/drawing/2014/main" id="{97EBAB2F-DCB9-4316-11C7-FA8EA112A778}"/>
                  </a:ext>
                </a:extLst>
              </p:cNvPr>
              <p:cNvSpPr>
                <a:spLocks/>
              </p:cNvSpPr>
              <p:nvPr/>
            </p:nvSpPr>
            <p:spPr bwMode="auto">
              <a:xfrm>
                <a:off x="7344204" y="3282259"/>
                <a:ext cx="2248891" cy="1304749"/>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noFill/>
              <a:ln>
                <a:solidFill>
                  <a:srgbClr val="8E9CEF"/>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177" name="组合 176">
                <a:extLst>
                  <a:ext uri="{FF2B5EF4-FFF2-40B4-BE49-F238E27FC236}">
                    <a16:creationId xmlns:a16="http://schemas.microsoft.com/office/drawing/2014/main" id="{0492D0C8-E3AF-725F-C3BA-2682AB5400B0}"/>
                  </a:ext>
                </a:extLst>
              </p:cNvPr>
              <p:cNvGrpSpPr/>
              <p:nvPr/>
            </p:nvGrpSpPr>
            <p:grpSpPr>
              <a:xfrm>
                <a:off x="7636059" y="2804160"/>
                <a:ext cx="1665181" cy="1409016"/>
                <a:chOff x="8634730" y="2989740"/>
                <a:chExt cx="2193926" cy="1856422"/>
              </a:xfrm>
            </p:grpSpPr>
            <p:sp>
              <p:nvSpPr>
                <p:cNvPr id="182" name="Freeform 11">
                  <a:extLst>
                    <a:ext uri="{FF2B5EF4-FFF2-40B4-BE49-F238E27FC236}">
                      <a16:creationId xmlns:a16="http://schemas.microsoft.com/office/drawing/2014/main" id="{24463D8C-7FD8-1619-987C-1DDE63BF108F}"/>
                    </a:ext>
                  </a:extLst>
                </p:cNvPr>
                <p:cNvSpPr>
                  <a:spLocks/>
                </p:cNvSpPr>
                <p:nvPr/>
              </p:nvSpPr>
              <p:spPr bwMode="auto">
                <a:xfrm>
                  <a:off x="9731693" y="408892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3" name="Freeform 12">
                  <a:extLst>
                    <a:ext uri="{FF2B5EF4-FFF2-40B4-BE49-F238E27FC236}">
                      <a16:creationId xmlns:a16="http://schemas.microsoft.com/office/drawing/2014/main" id="{8CDC7FA7-5D2F-BD35-5EF2-0B9AB8FE7F9A}"/>
                    </a:ext>
                  </a:extLst>
                </p:cNvPr>
                <p:cNvSpPr>
                  <a:spLocks/>
                </p:cNvSpPr>
                <p:nvPr/>
              </p:nvSpPr>
              <p:spPr bwMode="auto">
                <a:xfrm>
                  <a:off x="8634730" y="408892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4" name="Freeform 13">
                  <a:extLst>
                    <a:ext uri="{FF2B5EF4-FFF2-40B4-BE49-F238E27FC236}">
                      <a16:creationId xmlns:a16="http://schemas.microsoft.com/office/drawing/2014/main" id="{B5578B9C-D9BA-14D2-114A-2559980EF592}"/>
                    </a:ext>
                  </a:extLst>
                </p:cNvPr>
                <p:cNvSpPr>
                  <a:spLocks/>
                </p:cNvSpPr>
                <p:nvPr/>
              </p:nvSpPr>
              <p:spPr bwMode="auto">
                <a:xfrm>
                  <a:off x="8637905" y="345710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lumMod val="89000"/>
                      </a:srgbClr>
                    </a:gs>
                    <a:gs pos="100000">
                      <a:srgbClr val="6578F0"/>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5" name="Freeform 11">
                  <a:extLst>
                    <a:ext uri="{FF2B5EF4-FFF2-40B4-BE49-F238E27FC236}">
                      <a16:creationId xmlns:a16="http://schemas.microsoft.com/office/drawing/2014/main" id="{43A6422B-C7A1-1ED0-883D-211B236BDF62}"/>
                    </a:ext>
                  </a:extLst>
                </p:cNvPr>
                <p:cNvSpPr>
                  <a:spLocks/>
                </p:cNvSpPr>
                <p:nvPr/>
              </p:nvSpPr>
              <p:spPr bwMode="auto">
                <a:xfrm>
                  <a:off x="9738043" y="385524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6" name="Freeform 12">
                  <a:extLst>
                    <a:ext uri="{FF2B5EF4-FFF2-40B4-BE49-F238E27FC236}">
                      <a16:creationId xmlns:a16="http://schemas.microsoft.com/office/drawing/2014/main" id="{BA0B31E4-050F-4A44-6FEE-E57C02350C85}"/>
                    </a:ext>
                  </a:extLst>
                </p:cNvPr>
                <p:cNvSpPr>
                  <a:spLocks/>
                </p:cNvSpPr>
                <p:nvPr/>
              </p:nvSpPr>
              <p:spPr bwMode="auto">
                <a:xfrm>
                  <a:off x="8641080" y="385524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8E9CEF">
                        <a:lumMod val="70000"/>
                        <a:lumOff val="3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7" name="Freeform 13">
                  <a:extLst>
                    <a:ext uri="{FF2B5EF4-FFF2-40B4-BE49-F238E27FC236}">
                      <a16:creationId xmlns:a16="http://schemas.microsoft.com/office/drawing/2014/main" id="{56609C6C-FA24-03BE-8589-65DD9CAD352B}"/>
                    </a:ext>
                  </a:extLst>
                </p:cNvPr>
                <p:cNvSpPr>
                  <a:spLocks/>
                </p:cNvSpPr>
                <p:nvPr/>
              </p:nvSpPr>
              <p:spPr bwMode="auto">
                <a:xfrm>
                  <a:off x="8644255" y="322342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lumMod val="89000"/>
                      </a:srgbClr>
                    </a:gs>
                    <a:gs pos="100000">
                      <a:srgbClr val="6578F0"/>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8" name="Freeform 11">
                  <a:extLst>
                    <a:ext uri="{FF2B5EF4-FFF2-40B4-BE49-F238E27FC236}">
                      <a16:creationId xmlns:a16="http://schemas.microsoft.com/office/drawing/2014/main" id="{C2A2D819-FDEF-0973-DBC5-6966B7B3310D}"/>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89" name="Freeform 12">
                  <a:extLst>
                    <a:ext uri="{FF2B5EF4-FFF2-40B4-BE49-F238E27FC236}">
                      <a16:creationId xmlns:a16="http://schemas.microsoft.com/office/drawing/2014/main" id="{3BD72B7B-FC18-E69B-2963-414087E8300E}"/>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0" name="Freeform 13">
                  <a:extLst>
                    <a:ext uri="{FF2B5EF4-FFF2-40B4-BE49-F238E27FC236}">
                      <a16:creationId xmlns:a16="http://schemas.microsoft.com/office/drawing/2014/main" id="{147F4C17-F11C-35A7-C7D1-05E16032A4F7}"/>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78" name="AutoShape 3">
                <a:extLst>
                  <a:ext uri="{FF2B5EF4-FFF2-40B4-BE49-F238E27FC236}">
                    <a16:creationId xmlns:a16="http://schemas.microsoft.com/office/drawing/2014/main" id="{77C1FCB9-2AC1-1EB8-9C92-2DE1E02EE09D}"/>
                  </a:ext>
                </a:extLst>
              </p:cNvPr>
              <p:cNvSpPr>
                <a:spLocks noChangeAspect="1" noChangeArrowheads="1" noTextEdit="1"/>
              </p:cNvSpPr>
              <p:nvPr/>
            </p:nvSpPr>
            <p:spPr bwMode="auto">
              <a:xfrm>
                <a:off x="7642355" y="2552700"/>
                <a:ext cx="1652588"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179" name="组合 178">
                <a:extLst>
                  <a:ext uri="{FF2B5EF4-FFF2-40B4-BE49-F238E27FC236}">
                    <a16:creationId xmlns:a16="http://schemas.microsoft.com/office/drawing/2014/main" id="{36B75B27-CCCA-67A8-1C5C-9C948150A72B}"/>
                  </a:ext>
                </a:extLst>
              </p:cNvPr>
              <p:cNvGrpSpPr/>
              <p:nvPr/>
            </p:nvGrpSpPr>
            <p:grpSpPr>
              <a:xfrm>
                <a:off x="7638740" y="2557339"/>
                <a:ext cx="1659818" cy="1028831"/>
                <a:chOff x="8653885" y="75609"/>
                <a:chExt cx="2463801" cy="1527176"/>
              </a:xfrm>
            </p:grpSpPr>
            <p:sp>
              <p:nvSpPr>
                <p:cNvPr id="180" name="Freeform 10">
                  <a:extLst>
                    <a:ext uri="{FF2B5EF4-FFF2-40B4-BE49-F238E27FC236}">
                      <a16:creationId xmlns:a16="http://schemas.microsoft.com/office/drawing/2014/main" id="{13EB6250-BB1B-AA20-535D-CCE294B5E814}"/>
                    </a:ext>
                  </a:extLst>
                </p:cNvPr>
                <p:cNvSpPr>
                  <a:spLocks/>
                </p:cNvSpPr>
                <p:nvPr/>
              </p:nvSpPr>
              <p:spPr bwMode="auto">
                <a:xfrm>
                  <a:off x="8671348" y="761410"/>
                  <a:ext cx="2427288" cy="841375"/>
                </a:xfrm>
                <a:custGeom>
                  <a:avLst/>
                  <a:gdLst>
                    <a:gd name="T0" fmla="*/ 627 w 642"/>
                    <a:gd name="T1" fmla="*/ 22 h 222"/>
                    <a:gd name="T2" fmla="*/ 359 w 642"/>
                    <a:gd name="T3" fmla="*/ 177 h 222"/>
                    <a:gd name="T4" fmla="*/ 285 w 642"/>
                    <a:gd name="T5" fmla="*/ 177 h 222"/>
                    <a:gd name="T6" fmla="*/ 15 w 642"/>
                    <a:gd name="T7" fmla="*/ 22 h 222"/>
                    <a:gd name="T8" fmla="*/ 0 w 642"/>
                    <a:gd name="T9" fmla="*/ 0 h 222"/>
                    <a:gd name="T10" fmla="*/ 0 w 642"/>
                    <a:gd name="T11" fmla="*/ 33 h 222"/>
                    <a:gd name="T12" fmla="*/ 15 w 642"/>
                    <a:gd name="T13" fmla="*/ 54 h 222"/>
                    <a:gd name="T14" fmla="*/ 285 w 642"/>
                    <a:gd name="T15" fmla="*/ 210 h 222"/>
                    <a:gd name="T16" fmla="*/ 359 w 642"/>
                    <a:gd name="T17" fmla="*/ 210 h 222"/>
                    <a:gd name="T18" fmla="*/ 627 w 642"/>
                    <a:gd name="T19" fmla="*/ 54 h 222"/>
                    <a:gd name="T20" fmla="*/ 642 w 642"/>
                    <a:gd name="T21" fmla="*/ 33 h 222"/>
                    <a:gd name="T22" fmla="*/ 642 w 642"/>
                    <a:gd name="T23" fmla="*/ 0 h 222"/>
                    <a:gd name="T24" fmla="*/ 627 w 642"/>
                    <a:gd name="T25" fmla="*/ 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2" h="222">
                      <a:moveTo>
                        <a:pt x="627" y="22"/>
                      </a:moveTo>
                      <a:cubicBezTo>
                        <a:pt x="359" y="177"/>
                        <a:pt x="359" y="177"/>
                        <a:pt x="359" y="177"/>
                      </a:cubicBezTo>
                      <a:cubicBezTo>
                        <a:pt x="339" y="189"/>
                        <a:pt x="305" y="189"/>
                        <a:pt x="285" y="177"/>
                      </a:cubicBezTo>
                      <a:cubicBezTo>
                        <a:pt x="15" y="22"/>
                        <a:pt x="15" y="22"/>
                        <a:pt x="15" y="22"/>
                      </a:cubicBezTo>
                      <a:cubicBezTo>
                        <a:pt x="5" y="16"/>
                        <a:pt x="0" y="8"/>
                        <a:pt x="0" y="0"/>
                      </a:cubicBezTo>
                      <a:cubicBezTo>
                        <a:pt x="0" y="33"/>
                        <a:pt x="0" y="33"/>
                        <a:pt x="0" y="33"/>
                      </a:cubicBezTo>
                      <a:cubicBezTo>
                        <a:pt x="0" y="40"/>
                        <a:pt x="5" y="48"/>
                        <a:pt x="15" y="54"/>
                      </a:cubicBezTo>
                      <a:cubicBezTo>
                        <a:pt x="285" y="210"/>
                        <a:pt x="285" y="210"/>
                        <a:pt x="285" y="210"/>
                      </a:cubicBezTo>
                      <a:cubicBezTo>
                        <a:pt x="305" y="222"/>
                        <a:pt x="339" y="222"/>
                        <a:pt x="359" y="210"/>
                      </a:cubicBezTo>
                      <a:cubicBezTo>
                        <a:pt x="627" y="54"/>
                        <a:pt x="627" y="54"/>
                        <a:pt x="627" y="54"/>
                      </a:cubicBezTo>
                      <a:cubicBezTo>
                        <a:pt x="637" y="48"/>
                        <a:pt x="642" y="41"/>
                        <a:pt x="642" y="33"/>
                      </a:cubicBezTo>
                      <a:cubicBezTo>
                        <a:pt x="642" y="0"/>
                        <a:pt x="642" y="0"/>
                        <a:pt x="642" y="0"/>
                      </a:cubicBezTo>
                      <a:cubicBezTo>
                        <a:pt x="642" y="8"/>
                        <a:pt x="637" y="16"/>
                        <a:pt x="627" y="22"/>
                      </a:cubicBezTo>
                      <a:close/>
                    </a:path>
                  </a:pathLst>
                </a:custGeom>
                <a:gradFill>
                  <a:gsLst>
                    <a:gs pos="0">
                      <a:srgbClr val="8E9CEF"/>
                    </a:gs>
                    <a:gs pos="100000">
                      <a:srgbClr val="3749CC"/>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1" name="Freeform 11">
                  <a:extLst>
                    <a:ext uri="{FF2B5EF4-FFF2-40B4-BE49-F238E27FC236}">
                      <a16:creationId xmlns:a16="http://schemas.microsoft.com/office/drawing/2014/main" id="{4A67E632-C7CA-07EF-42FB-C1B8BF099C8B}"/>
                    </a:ext>
                  </a:extLst>
                </p:cNvPr>
                <p:cNvSpPr>
                  <a:spLocks/>
                </p:cNvSpPr>
                <p:nvPr/>
              </p:nvSpPr>
              <p:spPr bwMode="auto">
                <a:xfrm>
                  <a:off x="8653885" y="75609"/>
                  <a:ext cx="2463801" cy="1431925"/>
                </a:xfrm>
                <a:custGeom>
                  <a:avLst/>
                  <a:gdLst>
                    <a:gd name="T0" fmla="*/ 632 w 652"/>
                    <a:gd name="T1" fmla="*/ 167 h 378"/>
                    <a:gd name="T2" fmla="*/ 632 w 652"/>
                    <a:gd name="T3" fmla="*/ 211 h 378"/>
                    <a:gd name="T4" fmla="*/ 364 w 652"/>
                    <a:gd name="T5" fmla="*/ 366 h 378"/>
                    <a:gd name="T6" fmla="*/ 290 w 652"/>
                    <a:gd name="T7" fmla="*/ 366 h 378"/>
                    <a:gd name="T8" fmla="*/ 20 w 652"/>
                    <a:gd name="T9" fmla="*/ 211 h 378"/>
                    <a:gd name="T10" fmla="*/ 20 w 652"/>
                    <a:gd name="T11" fmla="*/ 167 h 378"/>
                    <a:gd name="T12" fmla="*/ 288 w 652"/>
                    <a:gd name="T13" fmla="*/ 12 h 378"/>
                    <a:gd name="T14" fmla="*/ 362 w 652"/>
                    <a:gd name="T15" fmla="*/ 12 h 378"/>
                    <a:gd name="T16" fmla="*/ 632 w 652"/>
                    <a:gd name="T17" fmla="*/ 167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2" h="378">
                      <a:moveTo>
                        <a:pt x="632" y="167"/>
                      </a:moveTo>
                      <a:cubicBezTo>
                        <a:pt x="652" y="179"/>
                        <a:pt x="652" y="199"/>
                        <a:pt x="632" y="211"/>
                      </a:cubicBezTo>
                      <a:cubicBezTo>
                        <a:pt x="364" y="366"/>
                        <a:pt x="364" y="366"/>
                        <a:pt x="364" y="366"/>
                      </a:cubicBezTo>
                      <a:cubicBezTo>
                        <a:pt x="344" y="378"/>
                        <a:pt x="310" y="378"/>
                        <a:pt x="290" y="366"/>
                      </a:cubicBezTo>
                      <a:cubicBezTo>
                        <a:pt x="20" y="211"/>
                        <a:pt x="20" y="211"/>
                        <a:pt x="20" y="211"/>
                      </a:cubicBezTo>
                      <a:cubicBezTo>
                        <a:pt x="0" y="199"/>
                        <a:pt x="0" y="179"/>
                        <a:pt x="20" y="167"/>
                      </a:cubicBezTo>
                      <a:cubicBezTo>
                        <a:pt x="288" y="12"/>
                        <a:pt x="288" y="12"/>
                        <a:pt x="288" y="12"/>
                      </a:cubicBezTo>
                      <a:cubicBezTo>
                        <a:pt x="308" y="0"/>
                        <a:pt x="342" y="0"/>
                        <a:pt x="362" y="12"/>
                      </a:cubicBezTo>
                      <a:lnTo>
                        <a:pt x="632" y="167"/>
                      </a:lnTo>
                      <a:close/>
                    </a:path>
                  </a:pathLst>
                </a:custGeom>
                <a:gradFill flip="none" rotWithShape="1">
                  <a:gsLst>
                    <a:gs pos="0">
                      <a:srgbClr val="FAFBFF"/>
                    </a:gs>
                    <a:gs pos="100000">
                      <a:srgbClr val="D4D9F7"/>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sp>
          <p:nvSpPr>
            <p:cNvPr id="174" name="文本框 173">
              <a:extLst>
                <a:ext uri="{FF2B5EF4-FFF2-40B4-BE49-F238E27FC236}">
                  <a16:creationId xmlns:a16="http://schemas.microsoft.com/office/drawing/2014/main" id="{2BAAAFA6-A009-451C-2F5A-6CB933006D36}"/>
                </a:ext>
              </a:extLst>
            </p:cNvPr>
            <p:cNvSpPr txBox="1"/>
            <p:nvPr/>
          </p:nvSpPr>
          <p:spPr>
            <a:xfrm>
              <a:off x="6338921" y="3101166"/>
              <a:ext cx="1034257" cy="369332"/>
            </a:xfrm>
            <a:prstGeom prst="rect">
              <a:avLst/>
            </a:prstGeom>
            <a:noFill/>
            <a:scene3d>
              <a:camera prst="isometricTopUp"/>
              <a:lightRig rig="threePt" dir="t"/>
            </a:scene3d>
          </p:spPr>
          <p:txBody>
            <a:bodyPr wrap="none" rtlCol="0">
              <a:spAutoFit/>
            </a:bodyPr>
            <a:lstStyle/>
            <a:p>
              <a:r>
                <a:rPr lang="en-US" altLang="zh-CN" dirty="0">
                  <a:solidFill>
                    <a:srgbClr val="3749CC"/>
                  </a:solidFill>
                  <a:latin typeface="HarmonyOS Sans SC Black" panose="00000A00000000000000" pitchFamily="2" charset="-122"/>
                  <a:ea typeface="HarmonyOS Sans SC Black" panose="00000A00000000000000" pitchFamily="2" charset="-122"/>
                </a:rPr>
                <a:t>BRAND</a:t>
              </a:r>
              <a:endParaRPr lang="zh-CN" altLang="en-US" dirty="0">
                <a:solidFill>
                  <a:srgbClr val="3749CC"/>
                </a:solidFill>
                <a:latin typeface="HarmonyOS Sans SC Black" panose="00000A00000000000000" pitchFamily="2" charset="-122"/>
                <a:ea typeface="HarmonyOS Sans SC Black" panose="00000A00000000000000" pitchFamily="2" charset="-122"/>
              </a:endParaRPr>
            </a:p>
          </p:txBody>
        </p:sp>
      </p:grpSp>
      <p:grpSp>
        <p:nvGrpSpPr>
          <p:cNvPr id="205" name="组合 204">
            <a:extLst>
              <a:ext uri="{FF2B5EF4-FFF2-40B4-BE49-F238E27FC236}">
                <a16:creationId xmlns:a16="http://schemas.microsoft.com/office/drawing/2014/main" id="{01C77B3D-666C-C6F0-E7EE-A416853290AE}"/>
              </a:ext>
            </a:extLst>
          </p:cNvPr>
          <p:cNvGrpSpPr/>
          <p:nvPr/>
        </p:nvGrpSpPr>
        <p:grpSpPr>
          <a:xfrm flipH="1">
            <a:off x="6590768" y="3010373"/>
            <a:ext cx="1185439" cy="802111"/>
            <a:chOff x="8941752" y="140124"/>
            <a:chExt cx="1185439" cy="802111"/>
          </a:xfrm>
        </p:grpSpPr>
        <p:sp>
          <p:nvSpPr>
            <p:cNvPr id="206" name="Freeform 15">
              <a:extLst>
                <a:ext uri="{FF2B5EF4-FFF2-40B4-BE49-F238E27FC236}">
                  <a16:creationId xmlns:a16="http://schemas.microsoft.com/office/drawing/2014/main" id="{7A3FBA2E-5E66-D5A4-B0B4-D4B5589C8EA3}"/>
                </a:ext>
              </a:extLst>
            </p:cNvPr>
            <p:cNvSpPr>
              <a:spLocks/>
            </p:cNvSpPr>
            <p:nvPr/>
          </p:nvSpPr>
          <p:spPr bwMode="auto">
            <a:xfrm>
              <a:off x="8952441" y="146897"/>
              <a:ext cx="1174750" cy="781050"/>
            </a:xfrm>
            <a:custGeom>
              <a:avLst/>
              <a:gdLst>
                <a:gd name="T0" fmla="*/ 587 w 620"/>
                <a:gd name="T1" fmla="*/ 6 h 411"/>
                <a:gd name="T2" fmla="*/ 564 w 620"/>
                <a:gd name="T3" fmla="*/ 4 h 411"/>
                <a:gd name="T4" fmla="*/ 0 w 620"/>
                <a:gd name="T5" fmla="*/ 331 h 411"/>
                <a:gd name="T6" fmla="*/ 24 w 620"/>
                <a:gd name="T7" fmla="*/ 333 h 411"/>
                <a:gd name="T8" fmla="*/ 56 w 620"/>
                <a:gd name="T9" fmla="*/ 390 h 411"/>
                <a:gd name="T10" fmla="*/ 47 w 620"/>
                <a:gd name="T11" fmla="*/ 411 h 411"/>
                <a:gd name="T12" fmla="*/ 611 w 620"/>
                <a:gd name="T13" fmla="*/ 84 h 411"/>
                <a:gd name="T14" fmla="*/ 620 w 620"/>
                <a:gd name="T15" fmla="*/ 62 h 411"/>
                <a:gd name="T16" fmla="*/ 587 w 620"/>
                <a:gd name="T17" fmla="*/ 6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0" h="411">
                  <a:moveTo>
                    <a:pt x="587" y="6"/>
                  </a:moveTo>
                  <a:cubicBezTo>
                    <a:pt x="578" y="1"/>
                    <a:pt x="570" y="0"/>
                    <a:pt x="564" y="4"/>
                  </a:cubicBezTo>
                  <a:cubicBezTo>
                    <a:pt x="0" y="331"/>
                    <a:pt x="0" y="331"/>
                    <a:pt x="0" y="331"/>
                  </a:cubicBezTo>
                  <a:cubicBezTo>
                    <a:pt x="6" y="328"/>
                    <a:pt x="14" y="328"/>
                    <a:pt x="24" y="333"/>
                  </a:cubicBezTo>
                  <a:cubicBezTo>
                    <a:pt x="42" y="344"/>
                    <a:pt x="56" y="369"/>
                    <a:pt x="56" y="390"/>
                  </a:cubicBezTo>
                  <a:cubicBezTo>
                    <a:pt x="56" y="400"/>
                    <a:pt x="53" y="408"/>
                    <a:pt x="47" y="411"/>
                  </a:cubicBezTo>
                  <a:cubicBezTo>
                    <a:pt x="611" y="84"/>
                    <a:pt x="611" y="84"/>
                    <a:pt x="611" y="84"/>
                  </a:cubicBezTo>
                  <a:cubicBezTo>
                    <a:pt x="616" y="80"/>
                    <a:pt x="620" y="73"/>
                    <a:pt x="620" y="62"/>
                  </a:cubicBezTo>
                  <a:cubicBezTo>
                    <a:pt x="620" y="42"/>
                    <a:pt x="606" y="16"/>
                    <a:pt x="587" y="6"/>
                  </a:cubicBezTo>
                  <a:close/>
                </a:path>
              </a:pathLst>
            </a:custGeom>
            <a:gradFill flip="none" rotWithShape="1">
              <a:gsLst>
                <a:gs pos="0">
                  <a:srgbClr val="6578F0">
                    <a:alpha val="0"/>
                  </a:srgbClr>
                </a:gs>
                <a:gs pos="100000">
                  <a:srgbClr val="6578F0">
                    <a:alpha val="50000"/>
                  </a:srgbClr>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7" name="Freeform 16">
              <a:extLst>
                <a:ext uri="{FF2B5EF4-FFF2-40B4-BE49-F238E27FC236}">
                  <a16:creationId xmlns:a16="http://schemas.microsoft.com/office/drawing/2014/main" id="{3B6327E5-CBC7-E261-CFC4-454396973C79}"/>
                </a:ext>
              </a:extLst>
            </p:cNvPr>
            <p:cNvSpPr>
              <a:spLocks/>
            </p:cNvSpPr>
            <p:nvPr/>
          </p:nvSpPr>
          <p:spPr bwMode="auto">
            <a:xfrm>
              <a:off x="8941752" y="759672"/>
              <a:ext cx="123825" cy="182563"/>
            </a:xfrm>
            <a:custGeom>
              <a:avLst/>
              <a:gdLst>
                <a:gd name="T0" fmla="*/ 33 w 65"/>
                <a:gd name="T1" fmla="*/ 10 h 96"/>
                <a:gd name="T2" fmla="*/ 65 w 65"/>
                <a:gd name="T3" fmla="*/ 67 h 96"/>
                <a:gd name="T4" fmla="*/ 32 w 65"/>
                <a:gd name="T5" fmla="*/ 86 h 96"/>
                <a:gd name="T6" fmla="*/ 0 w 65"/>
                <a:gd name="T7" fmla="*/ 29 h 96"/>
                <a:gd name="T8" fmla="*/ 33 w 65"/>
                <a:gd name="T9" fmla="*/ 10 h 96"/>
              </a:gdLst>
              <a:ahLst/>
              <a:cxnLst>
                <a:cxn ang="0">
                  <a:pos x="T0" y="T1"/>
                </a:cxn>
                <a:cxn ang="0">
                  <a:pos x="T2" y="T3"/>
                </a:cxn>
                <a:cxn ang="0">
                  <a:pos x="T4" y="T5"/>
                </a:cxn>
                <a:cxn ang="0">
                  <a:pos x="T6" y="T7"/>
                </a:cxn>
                <a:cxn ang="0">
                  <a:pos x="T8" y="T9"/>
                </a:cxn>
              </a:cxnLst>
              <a:rect l="0" t="0" r="r" b="b"/>
              <a:pathLst>
                <a:path w="65" h="96">
                  <a:moveTo>
                    <a:pt x="33" y="10"/>
                  </a:moveTo>
                  <a:cubicBezTo>
                    <a:pt x="51" y="21"/>
                    <a:pt x="65" y="46"/>
                    <a:pt x="65" y="67"/>
                  </a:cubicBezTo>
                  <a:cubicBezTo>
                    <a:pt x="65" y="88"/>
                    <a:pt x="51" y="96"/>
                    <a:pt x="32" y="86"/>
                  </a:cubicBezTo>
                  <a:cubicBezTo>
                    <a:pt x="14" y="75"/>
                    <a:pt x="0" y="50"/>
                    <a:pt x="0" y="29"/>
                  </a:cubicBezTo>
                  <a:cubicBezTo>
                    <a:pt x="0" y="8"/>
                    <a:pt x="14" y="0"/>
                    <a:pt x="33" y="10"/>
                  </a:cubicBezTo>
                  <a:close/>
                </a:path>
              </a:pathLst>
            </a:custGeom>
            <a:solidFill>
              <a:srgbClr val="6578F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8" name="Freeform 16">
              <a:extLst>
                <a:ext uri="{FF2B5EF4-FFF2-40B4-BE49-F238E27FC236}">
                  <a16:creationId xmlns:a16="http://schemas.microsoft.com/office/drawing/2014/main" id="{72FEC6C9-FE8C-1430-1ADF-C05ADCC95BE7}"/>
                </a:ext>
              </a:extLst>
            </p:cNvPr>
            <p:cNvSpPr>
              <a:spLocks/>
            </p:cNvSpPr>
            <p:nvPr/>
          </p:nvSpPr>
          <p:spPr bwMode="auto">
            <a:xfrm>
              <a:off x="10003366" y="140124"/>
              <a:ext cx="123825" cy="182563"/>
            </a:xfrm>
            <a:custGeom>
              <a:avLst/>
              <a:gdLst>
                <a:gd name="T0" fmla="*/ 33 w 65"/>
                <a:gd name="T1" fmla="*/ 10 h 96"/>
                <a:gd name="T2" fmla="*/ 65 w 65"/>
                <a:gd name="T3" fmla="*/ 67 h 96"/>
                <a:gd name="T4" fmla="*/ 32 w 65"/>
                <a:gd name="T5" fmla="*/ 86 h 96"/>
                <a:gd name="T6" fmla="*/ 0 w 65"/>
                <a:gd name="T7" fmla="*/ 29 h 96"/>
                <a:gd name="T8" fmla="*/ 33 w 65"/>
                <a:gd name="T9" fmla="*/ 10 h 96"/>
              </a:gdLst>
              <a:ahLst/>
              <a:cxnLst>
                <a:cxn ang="0">
                  <a:pos x="T0" y="T1"/>
                </a:cxn>
                <a:cxn ang="0">
                  <a:pos x="T2" y="T3"/>
                </a:cxn>
                <a:cxn ang="0">
                  <a:pos x="T4" y="T5"/>
                </a:cxn>
                <a:cxn ang="0">
                  <a:pos x="T6" y="T7"/>
                </a:cxn>
                <a:cxn ang="0">
                  <a:pos x="T8" y="T9"/>
                </a:cxn>
              </a:cxnLst>
              <a:rect l="0" t="0" r="r" b="b"/>
              <a:pathLst>
                <a:path w="65" h="96">
                  <a:moveTo>
                    <a:pt x="33" y="10"/>
                  </a:moveTo>
                  <a:cubicBezTo>
                    <a:pt x="51" y="21"/>
                    <a:pt x="65" y="46"/>
                    <a:pt x="65" y="67"/>
                  </a:cubicBezTo>
                  <a:cubicBezTo>
                    <a:pt x="65" y="88"/>
                    <a:pt x="51" y="96"/>
                    <a:pt x="32" y="86"/>
                  </a:cubicBezTo>
                  <a:cubicBezTo>
                    <a:pt x="14" y="75"/>
                    <a:pt x="0" y="50"/>
                    <a:pt x="0" y="29"/>
                  </a:cubicBezTo>
                  <a:cubicBezTo>
                    <a:pt x="0" y="8"/>
                    <a:pt x="14" y="0"/>
                    <a:pt x="33" y="10"/>
                  </a:cubicBezTo>
                  <a:close/>
                </a:path>
              </a:pathLst>
            </a:custGeom>
            <a:solidFill>
              <a:srgbClr val="6578F0"/>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71" name="组合 170">
            <a:extLst>
              <a:ext uri="{FF2B5EF4-FFF2-40B4-BE49-F238E27FC236}">
                <a16:creationId xmlns:a16="http://schemas.microsoft.com/office/drawing/2014/main" id="{ACB2460F-A6AA-D7A5-01CD-108573AC580F}"/>
              </a:ext>
            </a:extLst>
          </p:cNvPr>
          <p:cNvGrpSpPr/>
          <p:nvPr/>
        </p:nvGrpSpPr>
        <p:grpSpPr>
          <a:xfrm>
            <a:off x="9103999" y="1808235"/>
            <a:ext cx="2248891" cy="2034308"/>
            <a:chOff x="7520311" y="1739900"/>
            <a:chExt cx="2248891" cy="2034308"/>
          </a:xfrm>
        </p:grpSpPr>
        <p:grpSp>
          <p:nvGrpSpPr>
            <p:cNvPr id="114" name="组合 113">
              <a:extLst>
                <a:ext uri="{FF2B5EF4-FFF2-40B4-BE49-F238E27FC236}">
                  <a16:creationId xmlns:a16="http://schemas.microsoft.com/office/drawing/2014/main" id="{24ACD87C-E405-5168-DCB5-100FDF73957F}"/>
                </a:ext>
              </a:extLst>
            </p:cNvPr>
            <p:cNvGrpSpPr/>
            <p:nvPr/>
          </p:nvGrpSpPr>
          <p:grpSpPr>
            <a:xfrm>
              <a:off x="7520311" y="1739900"/>
              <a:ext cx="2248891" cy="2034308"/>
              <a:chOff x="7344204" y="2552700"/>
              <a:chExt cx="2248891" cy="2034308"/>
            </a:xfrm>
          </p:grpSpPr>
          <p:sp>
            <p:nvSpPr>
              <p:cNvPr id="99" name="Freeform 13">
                <a:extLst>
                  <a:ext uri="{FF2B5EF4-FFF2-40B4-BE49-F238E27FC236}">
                    <a16:creationId xmlns:a16="http://schemas.microsoft.com/office/drawing/2014/main" id="{15C8F889-7C9D-825E-BA8D-A540FD233698}"/>
                  </a:ext>
                </a:extLst>
              </p:cNvPr>
              <p:cNvSpPr>
                <a:spLocks/>
              </p:cNvSpPr>
              <p:nvPr/>
            </p:nvSpPr>
            <p:spPr bwMode="auto">
              <a:xfrm>
                <a:off x="7642084" y="3401165"/>
                <a:ext cx="1653131" cy="959105"/>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solidFill>
                <a:srgbClr val="E7EBFF">
                  <a:alpha val="82000"/>
                </a:srgbClr>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8" name="Freeform 13">
                <a:extLst>
                  <a:ext uri="{FF2B5EF4-FFF2-40B4-BE49-F238E27FC236}">
                    <a16:creationId xmlns:a16="http://schemas.microsoft.com/office/drawing/2014/main" id="{609C921F-3BA6-F05B-337C-DD9EDDBEFF68}"/>
                  </a:ext>
                </a:extLst>
              </p:cNvPr>
              <p:cNvSpPr>
                <a:spLocks/>
              </p:cNvSpPr>
              <p:nvPr/>
            </p:nvSpPr>
            <p:spPr bwMode="auto">
              <a:xfrm>
                <a:off x="7344204" y="3282259"/>
                <a:ext cx="2248891" cy="1304749"/>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noFill/>
              <a:ln>
                <a:solidFill>
                  <a:srgbClr val="8E9CEF"/>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72" name="组合 71">
                <a:extLst>
                  <a:ext uri="{FF2B5EF4-FFF2-40B4-BE49-F238E27FC236}">
                    <a16:creationId xmlns:a16="http://schemas.microsoft.com/office/drawing/2014/main" id="{624F7A58-F620-9DE7-25A4-72722BBAC5B0}"/>
                  </a:ext>
                </a:extLst>
              </p:cNvPr>
              <p:cNvGrpSpPr/>
              <p:nvPr/>
            </p:nvGrpSpPr>
            <p:grpSpPr>
              <a:xfrm>
                <a:off x="7636059" y="2804160"/>
                <a:ext cx="1665181" cy="1409016"/>
                <a:chOff x="8634730" y="2989740"/>
                <a:chExt cx="2193926" cy="1856422"/>
              </a:xfrm>
            </p:grpSpPr>
            <p:sp>
              <p:nvSpPr>
                <p:cNvPr id="73" name="Freeform 11">
                  <a:extLst>
                    <a:ext uri="{FF2B5EF4-FFF2-40B4-BE49-F238E27FC236}">
                      <a16:creationId xmlns:a16="http://schemas.microsoft.com/office/drawing/2014/main" id="{AAD2CF39-7DA8-5041-67D9-180E5CE41783}"/>
                    </a:ext>
                  </a:extLst>
                </p:cNvPr>
                <p:cNvSpPr>
                  <a:spLocks/>
                </p:cNvSpPr>
                <p:nvPr/>
              </p:nvSpPr>
              <p:spPr bwMode="auto">
                <a:xfrm>
                  <a:off x="9731693" y="408892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2">
                  <a:extLst>
                    <a:ext uri="{FF2B5EF4-FFF2-40B4-BE49-F238E27FC236}">
                      <a16:creationId xmlns:a16="http://schemas.microsoft.com/office/drawing/2014/main" id="{0FCADB34-FEE4-6DCC-F8EA-A6EB851A0D9E}"/>
                    </a:ext>
                  </a:extLst>
                </p:cNvPr>
                <p:cNvSpPr>
                  <a:spLocks/>
                </p:cNvSpPr>
                <p:nvPr/>
              </p:nvSpPr>
              <p:spPr bwMode="auto">
                <a:xfrm>
                  <a:off x="8634730" y="408892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5" name="Freeform 13">
                  <a:extLst>
                    <a:ext uri="{FF2B5EF4-FFF2-40B4-BE49-F238E27FC236}">
                      <a16:creationId xmlns:a16="http://schemas.microsoft.com/office/drawing/2014/main" id="{17201179-8698-A702-CB10-5B8F83CA8163}"/>
                    </a:ext>
                  </a:extLst>
                </p:cNvPr>
                <p:cNvSpPr>
                  <a:spLocks/>
                </p:cNvSpPr>
                <p:nvPr/>
              </p:nvSpPr>
              <p:spPr bwMode="auto">
                <a:xfrm>
                  <a:off x="8637905" y="345710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lumMod val="89000"/>
                      </a:srgbClr>
                    </a:gs>
                    <a:gs pos="100000">
                      <a:srgbClr val="6578F0"/>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6" name="Freeform 11">
                  <a:extLst>
                    <a:ext uri="{FF2B5EF4-FFF2-40B4-BE49-F238E27FC236}">
                      <a16:creationId xmlns:a16="http://schemas.microsoft.com/office/drawing/2014/main" id="{EA6164C4-8C6B-74CF-CAC7-4379C10ADF7F}"/>
                    </a:ext>
                  </a:extLst>
                </p:cNvPr>
                <p:cNvSpPr>
                  <a:spLocks/>
                </p:cNvSpPr>
                <p:nvPr/>
              </p:nvSpPr>
              <p:spPr bwMode="auto">
                <a:xfrm>
                  <a:off x="9738043" y="385524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7" name="Freeform 12">
                  <a:extLst>
                    <a:ext uri="{FF2B5EF4-FFF2-40B4-BE49-F238E27FC236}">
                      <a16:creationId xmlns:a16="http://schemas.microsoft.com/office/drawing/2014/main" id="{BEC32A2F-A8E3-00CF-0C61-6CCAC2309D17}"/>
                    </a:ext>
                  </a:extLst>
                </p:cNvPr>
                <p:cNvSpPr>
                  <a:spLocks/>
                </p:cNvSpPr>
                <p:nvPr/>
              </p:nvSpPr>
              <p:spPr bwMode="auto">
                <a:xfrm>
                  <a:off x="8641080" y="385524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8E9CEF">
                        <a:lumMod val="70000"/>
                        <a:lumOff val="3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8" name="Freeform 13">
                  <a:extLst>
                    <a:ext uri="{FF2B5EF4-FFF2-40B4-BE49-F238E27FC236}">
                      <a16:creationId xmlns:a16="http://schemas.microsoft.com/office/drawing/2014/main" id="{7D72B0B8-92AC-26F9-2D60-65401B577FA1}"/>
                    </a:ext>
                  </a:extLst>
                </p:cNvPr>
                <p:cNvSpPr>
                  <a:spLocks/>
                </p:cNvSpPr>
                <p:nvPr/>
              </p:nvSpPr>
              <p:spPr bwMode="auto">
                <a:xfrm>
                  <a:off x="8644255" y="322342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lumMod val="89000"/>
                      </a:srgbClr>
                    </a:gs>
                    <a:gs pos="100000">
                      <a:srgbClr val="6578F0"/>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9" name="Freeform 11">
                  <a:extLst>
                    <a:ext uri="{FF2B5EF4-FFF2-40B4-BE49-F238E27FC236}">
                      <a16:creationId xmlns:a16="http://schemas.microsoft.com/office/drawing/2014/main" id="{A39C0AE6-DB59-7A43-054C-9E5EFDDFDD10}"/>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80" name="Freeform 12">
                  <a:extLst>
                    <a:ext uri="{FF2B5EF4-FFF2-40B4-BE49-F238E27FC236}">
                      <a16:creationId xmlns:a16="http://schemas.microsoft.com/office/drawing/2014/main" id="{3FA5478A-3B73-5773-E65F-E4295017D0FE}"/>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1" name="Freeform 13">
                  <a:extLst>
                    <a:ext uri="{FF2B5EF4-FFF2-40B4-BE49-F238E27FC236}">
                      <a16:creationId xmlns:a16="http://schemas.microsoft.com/office/drawing/2014/main" id="{84C180B0-9FB0-9DDE-3FAB-8834714B7638}"/>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03" name="AutoShape 3">
                <a:extLst>
                  <a:ext uri="{FF2B5EF4-FFF2-40B4-BE49-F238E27FC236}">
                    <a16:creationId xmlns:a16="http://schemas.microsoft.com/office/drawing/2014/main" id="{C48CF271-7887-3EA0-17E4-B6558F2B9751}"/>
                  </a:ext>
                </a:extLst>
              </p:cNvPr>
              <p:cNvSpPr>
                <a:spLocks noChangeAspect="1" noChangeArrowheads="1" noTextEdit="1"/>
              </p:cNvSpPr>
              <p:nvPr/>
            </p:nvSpPr>
            <p:spPr bwMode="auto">
              <a:xfrm>
                <a:off x="7642355" y="2552700"/>
                <a:ext cx="1652588"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113" name="组合 112">
                <a:extLst>
                  <a:ext uri="{FF2B5EF4-FFF2-40B4-BE49-F238E27FC236}">
                    <a16:creationId xmlns:a16="http://schemas.microsoft.com/office/drawing/2014/main" id="{8CDC526F-EDC3-8C59-DDAA-6838DB8B32F7}"/>
                  </a:ext>
                </a:extLst>
              </p:cNvPr>
              <p:cNvGrpSpPr/>
              <p:nvPr/>
            </p:nvGrpSpPr>
            <p:grpSpPr>
              <a:xfrm>
                <a:off x="7638740" y="2557339"/>
                <a:ext cx="1659818" cy="1028831"/>
                <a:chOff x="8653885" y="75609"/>
                <a:chExt cx="2463801" cy="1527176"/>
              </a:xfrm>
            </p:grpSpPr>
            <p:sp>
              <p:nvSpPr>
                <p:cNvPr id="111" name="Freeform 10">
                  <a:extLst>
                    <a:ext uri="{FF2B5EF4-FFF2-40B4-BE49-F238E27FC236}">
                      <a16:creationId xmlns:a16="http://schemas.microsoft.com/office/drawing/2014/main" id="{FEEF22C5-983B-70E8-8264-89441D77FB08}"/>
                    </a:ext>
                  </a:extLst>
                </p:cNvPr>
                <p:cNvSpPr>
                  <a:spLocks/>
                </p:cNvSpPr>
                <p:nvPr/>
              </p:nvSpPr>
              <p:spPr bwMode="auto">
                <a:xfrm>
                  <a:off x="8671348" y="761410"/>
                  <a:ext cx="2427288" cy="841375"/>
                </a:xfrm>
                <a:custGeom>
                  <a:avLst/>
                  <a:gdLst>
                    <a:gd name="T0" fmla="*/ 627 w 642"/>
                    <a:gd name="T1" fmla="*/ 22 h 222"/>
                    <a:gd name="T2" fmla="*/ 359 w 642"/>
                    <a:gd name="T3" fmla="*/ 177 h 222"/>
                    <a:gd name="T4" fmla="*/ 285 w 642"/>
                    <a:gd name="T5" fmla="*/ 177 h 222"/>
                    <a:gd name="T6" fmla="*/ 15 w 642"/>
                    <a:gd name="T7" fmla="*/ 22 h 222"/>
                    <a:gd name="T8" fmla="*/ 0 w 642"/>
                    <a:gd name="T9" fmla="*/ 0 h 222"/>
                    <a:gd name="T10" fmla="*/ 0 w 642"/>
                    <a:gd name="T11" fmla="*/ 33 h 222"/>
                    <a:gd name="T12" fmla="*/ 15 w 642"/>
                    <a:gd name="T13" fmla="*/ 54 h 222"/>
                    <a:gd name="T14" fmla="*/ 285 w 642"/>
                    <a:gd name="T15" fmla="*/ 210 h 222"/>
                    <a:gd name="T16" fmla="*/ 359 w 642"/>
                    <a:gd name="T17" fmla="*/ 210 h 222"/>
                    <a:gd name="T18" fmla="*/ 627 w 642"/>
                    <a:gd name="T19" fmla="*/ 54 h 222"/>
                    <a:gd name="T20" fmla="*/ 642 w 642"/>
                    <a:gd name="T21" fmla="*/ 33 h 222"/>
                    <a:gd name="T22" fmla="*/ 642 w 642"/>
                    <a:gd name="T23" fmla="*/ 0 h 222"/>
                    <a:gd name="T24" fmla="*/ 627 w 642"/>
                    <a:gd name="T25" fmla="*/ 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2" h="222">
                      <a:moveTo>
                        <a:pt x="627" y="22"/>
                      </a:moveTo>
                      <a:cubicBezTo>
                        <a:pt x="359" y="177"/>
                        <a:pt x="359" y="177"/>
                        <a:pt x="359" y="177"/>
                      </a:cubicBezTo>
                      <a:cubicBezTo>
                        <a:pt x="339" y="189"/>
                        <a:pt x="305" y="189"/>
                        <a:pt x="285" y="177"/>
                      </a:cubicBezTo>
                      <a:cubicBezTo>
                        <a:pt x="15" y="22"/>
                        <a:pt x="15" y="22"/>
                        <a:pt x="15" y="22"/>
                      </a:cubicBezTo>
                      <a:cubicBezTo>
                        <a:pt x="5" y="16"/>
                        <a:pt x="0" y="8"/>
                        <a:pt x="0" y="0"/>
                      </a:cubicBezTo>
                      <a:cubicBezTo>
                        <a:pt x="0" y="33"/>
                        <a:pt x="0" y="33"/>
                        <a:pt x="0" y="33"/>
                      </a:cubicBezTo>
                      <a:cubicBezTo>
                        <a:pt x="0" y="40"/>
                        <a:pt x="5" y="48"/>
                        <a:pt x="15" y="54"/>
                      </a:cubicBezTo>
                      <a:cubicBezTo>
                        <a:pt x="285" y="210"/>
                        <a:pt x="285" y="210"/>
                        <a:pt x="285" y="210"/>
                      </a:cubicBezTo>
                      <a:cubicBezTo>
                        <a:pt x="305" y="222"/>
                        <a:pt x="339" y="222"/>
                        <a:pt x="359" y="210"/>
                      </a:cubicBezTo>
                      <a:cubicBezTo>
                        <a:pt x="627" y="54"/>
                        <a:pt x="627" y="54"/>
                        <a:pt x="627" y="54"/>
                      </a:cubicBezTo>
                      <a:cubicBezTo>
                        <a:pt x="637" y="48"/>
                        <a:pt x="642" y="41"/>
                        <a:pt x="642" y="33"/>
                      </a:cubicBezTo>
                      <a:cubicBezTo>
                        <a:pt x="642" y="0"/>
                        <a:pt x="642" y="0"/>
                        <a:pt x="642" y="0"/>
                      </a:cubicBezTo>
                      <a:cubicBezTo>
                        <a:pt x="642" y="8"/>
                        <a:pt x="637" y="16"/>
                        <a:pt x="627" y="22"/>
                      </a:cubicBezTo>
                      <a:close/>
                    </a:path>
                  </a:pathLst>
                </a:custGeom>
                <a:gradFill>
                  <a:gsLst>
                    <a:gs pos="0">
                      <a:srgbClr val="8E9CEF"/>
                    </a:gs>
                    <a:gs pos="100000">
                      <a:srgbClr val="3749CC"/>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11">
                  <a:extLst>
                    <a:ext uri="{FF2B5EF4-FFF2-40B4-BE49-F238E27FC236}">
                      <a16:creationId xmlns:a16="http://schemas.microsoft.com/office/drawing/2014/main" id="{0EB7A32A-8C55-A5A1-36F5-B5AC583AA06F}"/>
                    </a:ext>
                  </a:extLst>
                </p:cNvPr>
                <p:cNvSpPr>
                  <a:spLocks/>
                </p:cNvSpPr>
                <p:nvPr/>
              </p:nvSpPr>
              <p:spPr bwMode="auto">
                <a:xfrm>
                  <a:off x="8653885" y="75609"/>
                  <a:ext cx="2463801" cy="1431925"/>
                </a:xfrm>
                <a:custGeom>
                  <a:avLst/>
                  <a:gdLst>
                    <a:gd name="T0" fmla="*/ 632 w 652"/>
                    <a:gd name="T1" fmla="*/ 167 h 378"/>
                    <a:gd name="T2" fmla="*/ 632 w 652"/>
                    <a:gd name="T3" fmla="*/ 211 h 378"/>
                    <a:gd name="T4" fmla="*/ 364 w 652"/>
                    <a:gd name="T5" fmla="*/ 366 h 378"/>
                    <a:gd name="T6" fmla="*/ 290 w 652"/>
                    <a:gd name="T7" fmla="*/ 366 h 378"/>
                    <a:gd name="T8" fmla="*/ 20 w 652"/>
                    <a:gd name="T9" fmla="*/ 211 h 378"/>
                    <a:gd name="T10" fmla="*/ 20 w 652"/>
                    <a:gd name="T11" fmla="*/ 167 h 378"/>
                    <a:gd name="T12" fmla="*/ 288 w 652"/>
                    <a:gd name="T13" fmla="*/ 12 h 378"/>
                    <a:gd name="T14" fmla="*/ 362 w 652"/>
                    <a:gd name="T15" fmla="*/ 12 h 378"/>
                    <a:gd name="T16" fmla="*/ 632 w 652"/>
                    <a:gd name="T17" fmla="*/ 167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2" h="378">
                      <a:moveTo>
                        <a:pt x="632" y="167"/>
                      </a:moveTo>
                      <a:cubicBezTo>
                        <a:pt x="652" y="179"/>
                        <a:pt x="652" y="199"/>
                        <a:pt x="632" y="211"/>
                      </a:cubicBezTo>
                      <a:cubicBezTo>
                        <a:pt x="364" y="366"/>
                        <a:pt x="364" y="366"/>
                        <a:pt x="364" y="366"/>
                      </a:cubicBezTo>
                      <a:cubicBezTo>
                        <a:pt x="344" y="378"/>
                        <a:pt x="310" y="378"/>
                        <a:pt x="290" y="366"/>
                      </a:cubicBezTo>
                      <a:cubicBezTo>
                        <a:pt x="20" y="211"/>
                        <a:pt x="20" y="211"/>
                        <a:pt x="20" y="211"/>
                      </a:cubicBezTo>
                      <a:cubicBezTo>
                        <a:pt x="0" y="199"/>
                        <a:pt x="0" y="179"/>
                        <a:pt x="20" y="167"/>
                      </a:cubicBezTo>
                      <a:cubicBezTo>
                        <a:pt x="288" y="12"/>
                        <a:pt x="288" y="12"/>
                        <a:pt x="288" y="12"/>
                      </a:cubicBezTo>
                      <a:cubicBezTo>
                        <a:pt x="308" y="0"/>
                        <a:pt x="342" y="0"/>
                        <a:pt x="362" y="12"/>
                      </a:cubicBezTo>
                      <a:lnTo>
                        <a:pt x="632" y="167"/>
                      </a:lnTo>
                      <a:close/>
                    </a:path>
                  </a:pathLst>
                </a:custGeom>
                <a:gradFill flip="none" rotWithShape="1">
                  <a:gsLst>
                    <a:gs pos="0">
                      <a:srgbClr val="FAFBFF"/>
                    </a:gs>
                    <a:gs pos="100000">
                      <a:srgbClr val="D4D9F7"/>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sp>
          <p:nvSpPr>
            <p:cNvPr id="132" name="文本框 131">
              <a:extLst>
                <a:ext uri="{FF2B5EF4-FFF2-40B4-BE49-F238E27FC236}">
                  <a16:creationId xmlns:a16="http://schemas.microsoft.com/office/drawing/2014/main" id="{293E47DA-4B75-8479-B750-22D0D729FA48}"/>
                </a:ext>
              </a:extLst>
            </p:cNvPr>
            <p:cNvSpPr txBox="1"/>
            <p:nvPr/>
          </p:nvSpPr>
          <p:spPr>
            <a:xfrm>
              <a:off x="8134330" y="2028461"/>
              <a:ext cx="1034257" cy="369332"/>
            </a:xfrm>
            <a:prstGeom prst="rect">
              <a:avLst/>
            </a:prstGeom>
            <a:noFill/>
            <a:scene3d>
              <a:camera prst="isometricTopUp"/>
              <a:lightRig rig="threePt" dir="t"/>
            </a:scene3d>
          </p:spPr>
          <p:txBody>
            <a:bodyPr wrap="none" rtlCol="0">
              <a:spAutoFit/>
            </a:bodyPr>
            <a:lstStyle/>
            <a:p>
              <a:r>
                <a:rPr lang="en-US" altLang="zh-CN" dirty="0">
                  <a:solidFill>
                    <a:srgbClr val="3749CC"/>
                  </a:solidFill>
                  <a:latin typeface="HarmonyOS Sans SC Black" panose="00000A00000000000000" pitchFamily="2" charset="-122"/>
                  <a:ea typeface="HarmonyOS Sans SC Black" panose="00000A00000000000000" pitchFamily="2" charset="-122"/>
                </a:rPr>
                <a:t>BRAND</a:t>
              </a:r>
              <a:endParaRPr lang="zh-CN" altLang="en-US" dirty="0">
                <a:solidFill>
                  <a:srgbClr val="3749CC"/>
                </a:solidFill>
                <a:latin typeface="HarmonyOS Sans SC Black" panose="00000A00000000000000" pitchFamily="2" charset="-122"/>
                <a:ea typeface="HarmonyOS Sans SC Black" panose="00000A00000000000000" pitchFamily="2" charset="-122"/>
              </a:endParaRPr>
            </a:p>
          </p:txBody>
        </p:sp>
      </p:grpSp>
      <p:grpSp>
        <p:nvGrpSpPr>
          <p:cNvPr id="200" name="组合 199">
            <a:extLst>
              <a:ext uri="{FF2B5EF4-FFF2-40B4-BE49-F238E27FC236}">
                <a16:creationId xmlns:a16="http://schemas.microsoft.com/office/drawing/2014/main" id="{6ED241ED-A8A9-C029-01ED-3B88F5639FD5}"/>
              </a:ext>
            </a:extLst>
          </p:cNvPr>
          <p:cNvGrpSpPr/>
          <p:nvPr/>
        </p:nvGrpSpPr>
        <p:grpSpPr>
          <a:xfrm>
            <a:off x="8680651" y="2911774"/>
            <a:ext cx="1185439" cy="802111"/>
            <a:chOff x="8941752" y="140124"/>
            <a:chExt cx="1185439" cy="802111"/>
          </a:xfrm>
        </p:grpSpPr>
        <p:sp>
          <p:nvSpPr>
            <p:cNvPr id="197" name="Freeform 15">
              <a:extLst>
                <a:ext uri="{FF2B5EF4-FFF2-40B4-BE49-F238E27FC236}">
                  <a16:creationId xmlns:a16="http://schemas.microsoft.com/office/drawing/2014/main" id="{C8CFBCB1-8B47-1716-148E-8C3A8F7E7779}"/>
                </a:ext>
              </a:extLst>
            </p:cNvPr>
            <p:cNvSpPr>
              <a:spLocks/>
            </p:cNvSpPr>
            <p:nvPr/>
          </p:nvSpPr>
          <p:spPr bwMode="auto">
            <a:xfrm>
              <a:off x="8952441" y="146897"/>
              <a:ext cx="1174750" cy="781050"/>
            </a:xfrm>
            <a:custGeom>
              <a:avLst/>
              <a:gdLst>
                <a:gd name="T0" fmla="*/ 587 w 620"/>
                <a:gd name="T1" fmla="*/ 6 h 411"/>
                <a:gd name="T2" fmla="*/ 564 w 620"/>
                <a:gd name="T3" fmla="*/ 4 h 411"/>
                <a:gd name="T4" fmla="*/ 0 w 620"/>
                <a:gd name="T5" fmla="*/ 331 h 411"/>
                <a:gd name="T6" fmla="*/ 24 w 620"/>
                <a:gd name="T7" fmla="*/ 333 h 411"/>
                <a:gd name="T8" fmla="*/ 56 w 620"/>
                <a:gd name="T9" fmla="*/ 390 h 411"/>
                <a:gd name="T10" fmla="*/ 47 w 620"/>
                <a:gd name="T11" fmla="*/ 411 h 411"/>
                <a:gd name="T12" fmla="*/ 611 w 620"/>
                <a:gd name="T13" fmla="*/ 84 h 411"/>
                <a:gd name="T14" fmla="*/ 620 w 620"/>
                <a:gd name="T15" fmla="*/ 62 h 411"/>
                <a:gd name="T16" fmla="*/ 587 w 620"/>
                <a:gd name="T17" fmla="*/ 6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0" h="411">
                  <a:moveTo>
                    <a:pt x="587" y="6"/>
                  </a:moveTo>
                  <a:cubicBezTo>
                    <a:pt x="578" y="1"/>
                    <a:pt x="570" y="0"/>
                    <a:pt x="564" y="4"/>
                  </a:cubicBezTo>
                  <a:cubicBezTo>
                    <a:pt x="0" y="331"/>
                    <a:pt x="0" y="331"/>
                    <a:pt x="0" y="331"/>
                  </a:cubicBezTo>
                  <a:cubicBezTo>
                    <a:pt x="6" y="328"/>
                    <a:pt x="14" y="328"/>
                    <a:pt x="24" y="333"/>
                  </a:cubicBezTo>
                  <a:cubicBezTo>
                    <a:pt x="42" y="344"/>
                    <a:pt x="56" y="369"/>
                    <a:pt x="56" y="390"/>
                  </a:cubicBezTo>
                  <a:cubicBezTo>
                    <a:pt x="56" y="400"/>
                    <a:pt x="53" y="408"/>
                    <a:pt x="47" y="411"/>
                  </a:cubicBezTo>
                  <a:cubicBezTo>
                    <a:pt x="611" y="84"/>
                    <a:pt x="611" y="84"/>
                    <a:pt x="611" y="84"/>
                  </a:cubicBezTo>
                  <a:cubicBezTo>
                    <a:pt x="616" y="80"/>
                    <a:pt x="620" y="73"/>
                    <a:pt x="620" y="62"/>
                  </a:cubicBezTo>
                  <a:cubicBezTo>
                    <a:pt x="620" y="42"/>
                    <a:pt x="606" y="16"/>
                    <a:pt x="587" y="6"/>
                  </a:cubicBezTo>
                  <a:close/>
                </a:path>
              </a:pathLst>
            </a:custGeom>
            <a:gradFill flip="none" rotWithShape="1">
              <a:gsLst>
                <a:gs pos="0">
                  <a:srgbClr val="6578F0">
                    <a:alpha val="0"/>
                  </a:srgbClr>
                </a:gs>
                <a:gs pos="100000">
                  <a:srgbClr val="6578F0">
                    <a:alpha val="50000"/>
                  </a:srgbClr>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8" name="Freeform 16">
              <a:extLst>
                <a:ext uri="{FF2B5EF4-FFF2-40B4-BE49-F238E27FC236}">
                  <a16:creationId xmlns:a16="http://schemas.microsoft.com/office/drawing/2014/main" id="{8A20E540-2E27-3AA1-CED3-C8723FF57978}"/>
                </a:ext>
              </a:extLst>
            </p:cNvPr>
            <p:cNvSpPr>
              <a:spLocks/>
            </p:cNvSpPr>
            <p:nvPr/>
          </p:nvSpPr>
          <p:spPr bwMode="auto">
            <a:xfrm>
              <a:off x="8941752" y="759672"/>
              <a:ext cx="123825" cy="182563"/>
            </a:xfrm>
            <a:custGeom>
              <a:avLst/>
              <a:gdLst>
                <a:gd name="T0" fmla="*/ 33 w 65"/>
                <a:gd name="T1" fmla="*/ 10 h 96"/>
                <a:gd name="T2" fmla="*/ 65 w 65"/>
                <a:gd name="T3" fmla="*/ 67 h 96"/>
                <a:gd name="T4" fmla="*/ 32 w 65"/>
                <a:gd name="T5" fmla="*/ 86 h 96"/>
                <a:gd name="T6" fmla="*/ 0 w 65"/>
                <a:gd name="T7" fmla="*/ 29 h 96"/>
                <a:gd name="T8" fmla="*/ 33 w 65"/>
                <a:gd name="T9" fmla="*/ 10 h 96"/>
              </a:gdLst>
              <a:ahLst/>
              <a:cxnLst>
                <a:cxn ang="0">
                  <a:pos x="T0" y="T1"/>
                </a:cxn>
                <a:cxn ang="0">
                  <a:pos x="T2" y="T3"/>
                </a:cxn>
                <a:cxn ang="0">
                  <a:pos x="T4" y="T5"/>
                </a:cxn>
                <a:cxn ang="0">
                  <a:pos x="T6" y="T7"/>
                </a:cxn>
                <a:cxn ang="0">
                  <a:pos x="T8" y="T9"/>
                </a:cxn>
              </a:cxnLst>
              <a:rect l="0" t="0" r="r" b="b"/>
              <a:pathLst>
                <a:path w="65" h="96">
                  <a:moveTo>
                    <a:pt x="33" y="10"/>
                  </a:moveTo>
                  <a:cubicBezTo>
                    <a:pt x="51" y="21"/>
                    <a:pt x="65" y="46"/>
                    <a:pt x="65" y="67"/>
                  </a:cubicBezTo>
                  <a:cubicBezTo>
                    <a:pt x="65" y="88"/>
                    <a:pt x="51" y="96"/>
                    <a:pt x="32" y="86"/>
                  </a:cubicBezTo>
                  <a:cubicBezTo>
                    <a:pt x="14" y="75"/>
                    <a:pt x="0" y="50"/>
                    <a:pt x="0" y="29"/>
                  </a:cubicBezTo>
                  <a:cubicBezTo>
                    <a:pt x="0" y="8"/>
                    <a:pt x="14" y="0"/>
                    <a:pt x="33" y="10"/>
                  </a:cubicBezTo>
                  <a:close/>
                </a:path>
              </a:pathLst>
            </a:custGeom>
            <a:solidFill>
              <a:srgbClr val="6578F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9" name="Freeform 16">
              <a:extLst>
                <a:ext uri="{FF2B5EF4-FFF2-40B4-BE49-F238E27FC236}">
                  <a16:creationId xmlns:a16="http://schemas.microsoft.com/office/drawing/2014/main" id="{CA73444E-0427-D0E0-756A-98376806E311}"/>
                </a:ext>
              </a:extLst>
            </p:cNvPr>
            <p:cNvSpPr>
              <a:spLocks/>
            </p:cNvSpPr>
            <p:nvPr/>
          </p:nvSpPr>
          <p:spPr bwMode="auto">
            <a:xfrm>
              <a:off x="10003366" y="140124"/>
              <a:ext cx="123825" cy="182563"/>
            </a:xfrm>
            <a:custGeom>
              <a:avLst/>
              <a:gdLst>
                <a:gd name="T0" fmla="*/ 33 w 65"/>
                <a:gd name="T1" fmla="*/ 10 h 96"/>
                <a:gd name="T2" fmla="*/ 65 w 65"/>
                <a:gd name="T3" fmla="*/ 67 h 96"/>
                <a:gd name="T4" fmla="*/ 32 w 65"/>
                <a:gd name="T5" fmla="*/ 86 h 96"/>
                <a:gd name="T6" fmla="*/ 0 w 65"/>
                <a:gd name="T7" fmla="*/ 29 h 96"/>
                <a:gd name="T8" fmla="*/ 33 w 65"/>
                <a:gd name="T9" fmla="*/ 10 h 96"/>
              </a:gdLst>
              <a:ahLst/>
              <a:cxnLst>
                <a:cxn ang="0">
                  <a:pos x="T0" y="T1"/>
                </a:cxn>
                <a:cxn ang="0">
                  <a:pos x="T2" y="T3"/>
                </a:cxn>
                <a:cxn ang="0">
                  <a:pos x="T4" y="T5"/>
                </a:cxn>
                <a:cxn ang="0">
                  <a:pos x="T6" y="T7"/>
                </a:cxn>
                <a:cxn ang="0">
                  <a:pos x="T8" y="T9"/>
                </a:cxn>
              </a:cxnLst>
              <a:rect l="0" t="0" r="r" b="b"/>
              <a:pathLst>
                <a:path w="65" h="96">
                  <a:moveTo>
                    <a:pt x="33" y="10"/>
                  </a:moveTo>
                  <a:cubicBezTo>
                    <a:pt x="51" y="21"/>
                    <a:pt x="65" y="46"/>
                    <a:pt x="65" y="67"/>
                  </a:cubicBezTo>
                  <a:cubicBezTo>
                    <a:pt x="65" y="88"/>
                    <a:pt x="51" y="96"/>
                    <a:pt x="32" y="86"/>
                  </a:cubicBezTo>
                  <a:cubicBezTo>
                    <a:pt x="14" y="75"/>
                    <a:pt x="0" y="50"/>
                    <a:pt x="0" y="29"/>
                  </a:cubicBezTo>
                  <a:cubicBezTo>
                    <a:pt x="0" y="8"/>
                    <a:pt x="14" y="0"/>
                    <a:pt x="33" y="10"/>
                  </a:cubicBezTo>
                  <a:close/>
                </a:path>
              </a:pathLst>
            </a:custGeom>
            <a:solidFill>
              <a:srgbClr val="6578F0"/>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70" name="组合 169">
            <a:extLst>
              <a:ext uri="{FF2B5EF4-FFF2-40B4-BE49-F238E27FC236}">
                <a16:creationId xmlns:a16="http://schemas.microsoft.com/office/drawing/2014/main" id="{01A17693-E125-8D65-7E30-303F62CDA9B6}"/>
              </a:ext>
            </a:extLst>
          </p:cNvPr>
          <p:cNvGrpSpPr/>
          <p:nvPr/>
        </p:nvGrpSpPr>
        <p:grpSpPr>
          <a:xfrm>
            <a:off x="7200419" y="3002322"/>
            <a:ext cx="2248891" cy="2034308"/>
            <a:chOff x="5770173" y="2811199"/>
            <a:chExt cx="2248891" cy="2034308"/>
          </a:xfrm>
        </p:grpSpPr>
        <p:grpSp>
          <p:nvGrpSpPr>
            <p:cNvPr id="115" name="组合 114">
              <a:extLst>
                <a:ext uri="{FF2B5EF4-FFF2-40B4-BE49-F238E27FC236}">
                  <a16:creationId xmlns:a16="http://schemas.microsoft.com/office/drawing/2014/main" id="{B80867CF-DBA0-C4CE-D0C1-CF0CCA29B038}"/>
                </a:ext>
              </a:extLst>
            </p:cNvPr>
            <p:cNvGrpSpPr/>
            <p:nvPr/>
          </p:nvGrpSpPr>
          <p:grpSpPr>
            <a:xfrm>
              <a:off x="5770173" y="2811199"/>
              <a:ext cx="2248891" cy="2034308"/>
              <a:chOff x="7344204" y="2552700"/>
              <a:chExt cx="2248891" cy="2034308"/>
            </a:xfrm>
          </p:grpSpPr>
          <p:sp>
            <p:nvSpPr>
              <p:cNvPr id="116" name="Freeform 13">
                <a:extLst>
                  <a:ext uri="{FF2B5EF4-FFF2-40B4-BE49-F238E27FC236}">
                    <a16:creationId xmlns:a16="http://schemas.microsoft.com/office/drawing/2014/main" id="{5BED7A81-6A3E-F6A5-DB55-E1A9520B59D7}"/>
                  </a:ext>
                </a:extLst>
              </p:cNvPr>
              <p:cNvSpPr>
                <a:spLocks/>
              </p:cNvSpPr>
              <p:nvPr/>
            </p:nvSpPr>
            <p:spPr bwMode="auto">
              <a:xfrm>
                <a:off x="7642084" y="3401165"/>
                <a:ext cx="1653131" cy="959105"/>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solidFill>
                <a:srgbClr val="E7EBFF">
                  <a:alpha val="82000"/>
                </a:srgbClr>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7" name="Freeform 13">
                <a:extLst>
                  <a:ext uri="{FF2B5EF4-FFF2-40B4-BE49-F238E27FC236}">
                    <a16:creationId xmlns:a16="http://schemas.microsoft.com/office/drawing/2014/main" id="{67555ED5-0D30-076D-8FD6-B635B9B2A777}"/>
                  </a:ext>
                </a:extLst>
              </p:cNvPr>
              <p:cNvSpPr>
                <a:spLocks/>
              </p:cNvSpPr>
              <p:nvPr/>
            </p:nvSpPr>
            <p:spPr bwMode="auto">
              <a:xfrm>
                <a:off x="7344204" y="3282259"/>
                <a:ext cx="2248891" cy="1304749"/>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noFill/>
              <a:ln>
                <a:solidFill>
                  <a:srgbClr val="8E9CEF"/>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118" name="组合 117">
                <a:extLst>
                  <a:ext uri="{FF2B5EF4-FFF2-40B4-BE49-F238E27FC236}">
                    <a16:creationId xmlns:a16="http://schemas.microsoft.com/office/drawing/2014/main" id="{B6EB7B2C-96D6-46C8-2FC7-D5E4F1F37D71}"/>
                  </a:ext>
                </a:extLst>
              </p:cNvPr>
              <p:cNvGrpSpPr/>
              <p:nvPr/>
            </p:nvGrpSpPr>
            <p:grpSpPr>
              <a:xfrm>
                <a:off x="7636059" y="2804160"/>
                <a:ext cx="1665181" cy="1409016"/>
                <a:chOff x="8634730" y="2989740"/>
                <a:chExt cx="2193926" cy="1856422"/>
              </a:xfrm>
            </p:grpSpPr>
            <p:sp>
              <p:nvSpPr>
                <p:cNvPr id="123" name="Freeform 11">
                  <a:extLst>
                    <a:ext uri="{FF2B5EF4-FFF2-40B4-BE49-F238E27FC236}">
                      <a16:creationId xmlns:a16="http://schemas.microsoft.com/office/drawing/2014/main" id="{6FF55A8B-6C10-2454-9879-CA16997BBFA6}"/>
                    </a:ext>
                  </a:extLst>
                </p:cNvPr>
                <p:cNvSpPr>
                  <a:spLocks/>
                </p:cNvSpPr>
                <p:nvPr/>
              </p:nvSpPr>
              <p:spPr bwMode="auto">
                <a:xfrm>
                  <a:off x="9731693" y="408892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4" name="Freeform 12">
                  <a:extLst>
                    <a:ext uri="{FF2B5EF4-FFF2-40B4-BE49-F238E27FC236}">
                      <a16:creationId xmlns:a16="http://schemas.microsoft.com/office/drawing/2014/main" id="{E604CA12-490E-F5AE-E9C8-4745A8E07E24}"/>
                    </a:ext>
                  </a:extLst>
                </p:cNvPr>
                <p:cNvSpPr>
                  <a:spLocks/>
                </p:cNvSpPr>
                <p:nvPr/>
              </p:nvSpPr>
              <p:spPr bwMode="auto">
                <a:xfrm>
                  <a:off x="8634730" y="408892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5" name="Freeform 13">
                  <a:extLst>
                    <a:ext uri="{FF2B5EF4-FFF2-40B4-BE49-F238E27FC236}">
                      <a16:creationId xmlns:a16="http://schemas.microsoft.com/office/drawing/2014/main" id="{F64B53E9-AD33-5EC9-CF69-8CE701914400}"/>
                    </a:ext>
                  </a:extLst>
                </p:cNvPr>
                <p:cNvSpPr>
                  <a:spLocks/>
                </p:cNvSpPr>
                <p:nvPr/>
              </p:nvSpPr>
              <p:spPr bwMode="auto">
                <a:xfrm>
                  <a:off x="8637905" y="345710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lumMod val="89000"/>
                      </a:srgbClr>
                    </a:gs>
                    <a:gs pos="100000">
                      <a:srgbClr val="6578F0"/>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6" name="Freeform 11">
                  <a:extLst>
                    <a:ext uri="{FF2B5EF4-FFF2-40B4-BE49-F238E27FC236}">
                      <a16:creationId xmlns:a16="http://schemas.microsoft.com/office/drawing/2014/main" id="{38DA42F5-4AAE-51AD-9BC5-B32D62463832}"/>
                    </a:ext>
                  </a:extLst>
                </p:cNvPr>
                <p:cNvSpPr>
                  <a:spLocks/>
                </p:cNvSpPr>
                <p:nvPr/>
              </p:nvSpPr>
              <p:spPr bwMode="auto">
                <a:xfrm>
                  <a:off x="9738043" y="385524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7" name="Freeform 12">
                  <a:extLst>
                    <a:ext uri="{FF2B5EF4-FFF2-40B4-BE49-F238E27FC236}">
                      <a16:creationId xmlns:a16="http://schemas.microsoft.com/office/drawing/2014/main" id="{C2B5FE9E-ED24-BDE1-9C22-97D2EAF4274B}"/>
                    </a:ext>
                  </a:extLst>
                </p:cNvPr>
                <p:cNvSpPr>
                  <a:spLocks/>
                </p:cNvSpPr>
                <p:nvPr/>
              </p:nvSpPr>
              <p:spPr bwMode="auto">
                <a:xfrm>
                  <a:off x="8641080" y="385524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8E9CEF">
                        <a:lumMod val="70000"/>
                        <a:lumOff val="3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8" name="Freeform 13">
                  <a:extLst>
                    <a:ext uri="{FF2B5EF4-FFF2-40B4-BE49-F238E27FC236}">
                      <a16:creationId xmlns:a16="http://schemas.microsoft.com/office/drawing/2014/main" id="{6CDC8117-86EE-1818-D96C-765341BF65CE}"/>
                    </a:ext>
                  </a:extLst>
                </p:cNvPr>
                <p:cNvSpPr>
                  <a:spLocks/>
                </p:cNvSpPr>
                <p:nvPr/>
              </p:nvSpPr>
              <p:spPr bwMode="auto">
                <a:xfrm>
                  <a:off x="8644255" y="322342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lumMod val="89000"/>
                      </a:srgbClr>
                    </a:gs>
                    <a:gs pos="100000">
                      <a:srgbClr val="6578F0"/>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9" name="Freeform 11">
                  <a:extLst>
                    <a:ext uri="{FF2B5EF4-FFF2-40B4-BE49-F238E27FC236}">
                      <a16:creationId xmlns:a16="http://schemas.microsoft.com/office/drawing/2014/main" id="{90BCE0A8-4E88-AB45-69FE-463A5998DD44}"/>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30" name="Freeform 12">
                  <a:extLst>
                    <a:ext uri="{FF2B5EF4-FFF2-40B4-BE49-F238E27FC236}">
                      <a16:creationId xmlns:a16="http://schemas.microsoft.com/office/drawing/2014/main" id="{8B1097CF-22F1-33BD-2CF5-AD9023150A27}"/>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1" name="Freeform 13">
                  <a:extLst>
                    <a:ext uri="{FF2B5EF4-FFF2-40B4-BE49-F238E27FC236}">
                      <a16:creationId xmlns:a16="http://schemas.microsoft.com/office/drawing/2014/main" id="{4BF94147-8980-91D1-9B47-93E86A42BA89}"/>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19" name="AutoShape 3">
                <a:extLst>
                  <a:ext uri="{FF2B5EF4-FFF2-40B4-BE49-F238E27FC236}">
                    <a16:creationId xmlns:a16="http://schemas.microsoft.com/office/drawing/2014/main" id="{0DDDAD9F-0185-2495-0A8A-41D130F33898}"/>
                  </a:ext>
                </a:extLst>
              </p:cNvPr>
              <p:cNvSpPr>
                <a:spLocks noChangeAspect="1" noChangeArrowheads="1" noTextEdit="1"/>
              </p:cNvSpPr>
              <p:nvPr/>
            </p:nvSpPr>
            <p:spPr bwMode="auto">
              <a:xfrm>
                <a:off x="7642355" y="2552700"/>
                <a:ext cx="1652588"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120" name="组合 119">
                <a:extLst>
                  <a:ext uri="{FF2B5EF4-FFF2-40B4-BE49-F238E27FC236}">
                    <a16:creationId xmlns:a16="http://schemas.microsoft.com/office/drawing/2014/main" id="{D2DFB367-D02B-F944-8AF6-C3F7A1F7ED43}"/>
                  </a:ext>
                </a:extLst>
              </p:cNvPr>
              <p:cNvGrpSpPr/>
              <p:nvPr/>
            </p:nvGrpSpPr>
            <p:grpSpPr>
              <a:xfrm>
                <a:off x="7638740" y="2557339"/>
                <a:ext cx="1659818" cy="1028831"/>
                <a:chOff x="8653885" y="75609"/>
                <a:chExt cx="2463801" cy="1527176"/>
              </a:xfrm>
            </p:grpSpPr>
            <p:sp>
              <p:nvSpPr>
                <p:cNvPr id="121" name="Freeform 10">
                  <a:extLst>
                    <a:ext uri="{FF2B5EF4-FFF2-40B4-BE49-F238E27FC236}">
                      <a16:creationId xmlns:a16="http://schemas.microsoft.com/office/drawing/2014/main" id="{504B5F50-E93A-4600-21E8-D390A1F59621}"/>
                    </a:ext>
                  </a:extLst>
                </p:cNvPr>
                <p:cNvSpPr>
                  <a:spLocks/>
                </p:cNvSpPr>
                <p:nvPr/>
              </p:nvSpPr>
              <p:spPr bwMode="auto">
                <a:xfrm>
                  <a:off x="8671348" y="761410"/>
                  <a:ext cx="2427288" cy="841375"/>
                </a:xfrm>
                <a:custGeom>
                  <a:avLst/>
                  <a:gdLst>
                    <a:gd name="T0" fmla="*/ 627 w 642"/>
                    <a:gd name="T1" fmla="*/ 22 h 222"/>
                    <a:gd name="T2" fmla="*/ 359 w 642"/>
                    <a:gd name="T3" fmla="*/ 177 h 222"/>
                    <a:gd name="T4" fmla="*/ 285 w 642"/>
                    <a:gd name="T5" fmla="*/ 177 h 222"/>
                    <a:gd name="T6" fmla="*/ 15 w 642"/>
                    <a:gd name="T7" fmla="*/ 22 h 222"/>
                    <a:gd name="T8" fmla="*/ 0 w 642"/>
                    <a:gd name="T9" fmla="*/ 0 h 222"/>
                    <a:gd name="T10" fmla="*/ 0 w 642"/>
                    <a:gd name="T11" fmla="*/ 33 h 222"/>
                    <a:gd name="T12" fmla="*/ 15 w 642"/>
                    <a:gd name="T13" fmla="*/ 54 h 222"/>
                    <a:gd name="T14" fmla="*/ 285 w 642"/>
                    <a:gd name="T15" fmla="*/ 210 h 222"/>
                    <a:gd name="T16" fmla="*/ 359 w 642"/>
                    <a:gd name="T17" fmla="*/ 210 h 222"/>
                    <a:gd name="T18" fmla="*/ 627 w 642"/>
                    <a:gd name="T19" fmla="*/ 54 h 222"/>
                    <a:gd name="T20" fmla="*/ 642 w 642"/>
                    <a:gd name="T21" fmla="*/ 33 h 222"/>
                    <a:gd name="T22" fmla="*/ 642 w 642"/>
                    <a:gd name="T23" fmla="*/ 0 h 222"/>
                    <a:gd name="T24" fmla="*/ 627 w 642"/>
                    <a:gd name="T25" fmla="*/ 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2" h="222">
                      <a:moveTo>
                        <a:pt x="627" y="22"/>
                      </a:moveTo>
                      <a:cubicBezTo>
                        <a:pt x="359" y="177"/>
                        <a:pt x="359" y="177"/>
                        <a:pt x="359" y="177"/>
                      </a:cubicBezTo>
                      <a:cubicBezTo>
                        <a:pt x="339" y="189"/>
                        <a:pt x="305" y="189"/>
                        <a:pt x="285" y="177"/>
                      </a:cubicBezTo>
                      <a:cubicBezTo>
                        <a:pt x="15" y="22"/>
                        <a:pt x="15" y="22"/>
                        <a:pt x="15" y="22"/>
                      </a:cubicBezTo>
                      <a:cubicBezTo>
                        <a:pt x="5" y="16"/>
                        <a:pt x="0" y="8"/>
                        <a:pt x="0" y="0"/>
                      </a:cubicBezTo>
                      <a:cubicBezTo>
                        <a:pt x="0" y="33"/>
                        <a:pt x="0" y="33"/>
                        <a:pt x="0" y="33"/>
                      </a:cubicBezTo>
                      <a:cubicBezTo>
                        <a:pt x="0" y="40"/>
                        <a:pt x="5" y="48"/>
                        <a:pt x="15" y="54"/>
                      </a:cubicBezTo>
                      <a:cubicBezTo>
                        <a:pt x="285" y="210"/>
                        <a:pt x="285" y="210"/>
                        <a:pt x="285" y="210"/>
                      </a:cubicBezTo>
                      <a:cubicBezTo>
                        <a:pt x="305" y="222"/>
                        <a:pt x="339" y="222"/>
                        <a:pt x="359" y="210"/>
                      </a:cubicBezTo>
                      <a:cubicBezTo>
                        <a:pt x="627" y="54"/>
                        <a:pt x="627" y="54"/>
                        <a:pt x="627" y="54"/>
                      </a:cubicBezTo>
                      <a:cubicBezTo>
                        <a:pt x="637" y="48"/>
                        <a:pt x="642" y="41"/>
                        <a:pt x="642" y="33"/>
                      </a:cubicBezTo>
                      <a:cubicBezTo>
                        <a:pt x="642" y="0"/>
                        <a:pt x="642" y="0"/>
                        <a:pt x="642" y="0"/>
                      </a:cubicBezTo>
                      <a:cubicBezTo>
                        <a:pt x="642" y="8"/>
                        <a:pt x="637" y="16"/>
                        <a:pt x="627" y="22"/>
                      </a:cubicBezTo>
                      <a:close/>
                    </a:path>
                  </a:pathLst>
                </a:custGeom>
                <a:gradFill>
                  <a:gsLst>
                    <a:gs pos="0">
                      <a:srgbClr val="8E9CEF"/>
                    </a:gs>
                    <a:gs pos="100000">
                      <a:srgbClr val="3749CC"/>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2" name="Freeform 11">
                  <a:extLst>
                    <a:ext uri="{FF2B5EF4-FFF2-40B4-BE49-F238E27FC236}">
                      <a16:creationId xmlns:a16="http://schemas.microsoft.com/office/drawing/2014/main" id="{0EB4786D-B920-B924-D325-FD0E0B6A8BCD}"/>
                    </a:ext>
                  </a:extLst>
                </p:cNvPr>
                <p:cNvSpPr>
                  <a:spLocks/>
                </p:cNvSpPr>
                <p:nvPr/>
              </p:nvSpPr>
              <p:spPr bwMode="auto">
                <a:xfrm>
                  <a:off x="8653885" y="75609"/>
                  <a:ext cx="2463801" cy="1431925"/>
                </a:xfrm>
                <a:custGeom>
                  <a:avLst/>
                  <a:gdLst>
                    <a:gd name="T0" fmla="*/ 632 w 652"/>
                    <a:gd name="T1" fmla="*/ 167 h 378"/>
                    <a:gd name="T2" fmla="*/ 632 w 652"/>
                    <a:gd name="T3" fmla="*/ 211 h 378"/>
                    <a:gd name="T4" fmla="*/ 364 w 652"/>
                    <a:gd name="T5" fmla="*/ 366 h 378"/>
                    <a:gd name="T6" fmla="*/ 290 w 652"/>
                    <a:gd name="T7" fmla="*/ 366 h 378"/>
                    <a:gd name="T8" fmla="*/ 20 w 652"/>
                    <a:gd name="T9" fmla="*/ 211 h 378"/>
                    <a:gd name="T10" fmla="*/ 20 w 652"/>
                    <a:gd name="T11" fmla="*/ 167 h 378"/>
                    <a:gd name="T12" fmla="*/ 288 w 652"/>
                    <a:gd name="T13" fmla="*/ 12 h 378"/>
                    <a:gd name="T14" fmla="*/ 362 w 652"/>
                    <a:gd name="T15" fmla="*/ 12 h 378"/>
                    <a:gd name="T16" fmla="*/ 632 w 652"/>
                    <a:gd name="T17" fmla="*/ 167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2" h="378">
                      <a:moveTo>
                        <a:pt x="632" y="167"/>
                      </a:moveTo>
                      <a:cubicBezTo>
                        <a:pt x="652" y="179"/>
                        <a:pt x="652" y="199"/>
                        <a:pt x="632" y="211"/>
                      </a:cubicBezTo>
                      <a:cubicBezTo>
                        <a:pt x="364" y="366"/>
                        <a:pt x="364" y="366"/>
                        <a:pt x="364" y="366"/>
                      </a:cubicBezTo>
                      <a:cubicBezTo>
                        <a:pt x="344" y="378"/>
                        <a:pt x="310" y="378"/>
                        <a:pt x="290" y="366"/>
                      </a:cubicBezTo>
                      <a:cubicBezTo>
                        <a:pt x="20" y="211"/>
                        <a:pt x="20" y="211"/>
                        <a:pt x="20" y="211"/>
                      </a:cubicBezTo>
                      <a:cubicBezTo>
                        <a:pt x="0" y="199"/>
                        <a:pt x="0" y="179"/>
                        <a:pt x="20" y="167"/>
                      </a:cubicBezTo>
                      <a:cubicBezTo>
                        <a:pt x="288" y="12"/>
                        <a:pt x="288" y="12"/>
                        <a:pt x="288" y="12"/>
                      </a:cubicBezTo>
                      <a:cubicBezTo>
                        <a:pt x="308" y="0"/>
                        <a:pt x="342" y="0"/>
                        <a:pt x="362" y="12"/>
                      </a:cubicBezTo>
                      <a:lnTo>
                        <a:pt x="632" y="167"/>
                      </a:lnTo>
                      <a:close/>
                    </a:path>
                  </a:pathLst>
                </a:custGeom>
                <a:gradFill flip="none" rotWithShape="1">
                  <a:gsLst>
                    <a:gs pos="0">
                      <a:srgbClr val="FAFBFF"/>
                    </a:gs>
                    <a:gs pos="100000">
                      <a:srgbClr val="D4D9F7"/>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sp>
          <p:nvSpPr>
            <p:cNvPr id="133" name="文本框 132">
              <a:extLst>
                <a:ext uri="{FF2B5EF4-FFF2-40B4-BE49-F238E27FC236}">
                  <a16:creationId xmlns:a16="http://schemas.microsoft.com/office/drawing/2014/main" id="{5A70A98E-B603-3282-2773-F04C810D539C}"/>
                </a:ext>
              </a:extLst>
            </p:cNvPr>
            <p:cNvSpPr txBox="1"/>
            <p:nvPr/>
          </p:nvSpPr>
          <p:spPr>
            <a:xfrm>
              <a:off x="6338921" y="3101166"/>
              <a:ext cx="1034257" cy="369332"/>
            </a:xfrm>
            <a:prstGeom prst="rect">
              <a:avLst/>
            </a:prstGeom>
            <a:noFill/>
            <a:scene3d>
              <a:camera prst="isometricTopUp"/>
              <a:lightRig rig="threePt" dir="t"/>
            </a:scene3d>
          </p:spPr>
          <p:txBody>
            <a:bodyPr wrap="none" rtlCol="0">
              <a:spAutoFit/>
            </a:bodyPr>
            <a:lstStyle/>
            <a:p>
              <a:r>
                <a:rPr lang="en-US" altLang="zh-CN" dirty="0">
                  <a:solidFill>
                    <a:srgbClr val="3749CC"/>
                  </a:solidFill>
                  <a:latin typeface="HarmonyOS Sans SC Black" panose="00000A00000000000000" pitchFamily="2" charset="-122"/>
                  <a:ea typeface="HarmonyOS Sans SC Black" panose="00000A00000000000000" pitchFamily="2" charset="-122"/>
                </a:rPr>
                <a:t>BRAND</a:t>
              </a:r>
              <a:endParaRPr lang="zh-CN" altLang="en-US" dirty="0">
                <a:solidFill>
                  <a:srgbClr val="3749CC"/>
                </a:solidFill>
                <a:latin typeface="HarmonyOS Sans SC Black" panose="00000A00000000000000" pitchFamily="2" charset="-122"/>
                <a:ea typeface="HarmonyOS Sans SC Black" panose="00000A00000000000000" pitchFamily="2" charset="-122"/>
              </a:endParaRPr>
            </a:p>
          </p:txBody>
        </p:sp>
      </p:grpSp>
      <p:grpSp>
        <p:nvGrpSpPr>
          <p:cNvPr id="201" name="组合 200">
            <a:extLst>
              <a:ext uri="{FF2B5EF4-FFF2-40B4-BE49-F238E27FC236}">
                <a16:creationId xmlns:a16="http://schemas.microsoft.com/office/drawing/2014/main" id="{773413AB-6EAF-0262-8293-BD9B95B657F1}"/>
              </a:ext>
            </a:extLst>
          </p:cNvPr>
          <p:cNvGrpSpPr/>
          <p:nvPr/>
        </p:nvGrpSpPr>
        <p:grpSpPr>
          <a:xfrm>
            <a:off x="6772945" y="4120879"/>
            <a:ext cx="1185439" cy="802111"/>
            <a:chOff x="8941752" y="140124"/>
            <a:chExt cx="1185439" cy="802111"/>
          </a:xfrm>
        </p:grpSpPr>
        <p:sp>
          <p:nvSpPr>
            <p:cNvPr id="202" name="Freeform 15">
              <a:extLst>
                <a:ext uri="{FF2B5EF4-FFF2-40B4-BE49-F238E27FC236}">
                  <a16:creationId xmlns:a16="http://schemas.microsoft.com/office/drawing/2014/main" id="{E88ECA1B-6A93-3D7B-C45D-214DFA7DD840}"/>
                </a:ext>
              </a:extLst>
            </p:cNvPr>
            <p:cNvSpPr>
              <a:spLocks/>
            </p:cNvSpPr>
            <p:nvPr/>
          </p:nvSpPr>
          <p:spPr bwMode="auto">
            <a:xfrm>
              <a:off x="8952441" y="146897"/>
              <a:ext cx="1174750" cy="781050"/>
            </a:xfrm>
            <a:custGeom>
              <a:avLst/>
              <a:gdLst>
                <a:gd name="T0" fmla="*/ 587 w 620"/>
                <a:gd name="T1" fmla="*/ 6 h 411"/>
                <a:gd name="T2" fmla="*/ 564 w 620"/>
                <a:gd name="T3" fmla="*/ 4 h 411"/>
                <a:gd name="T4" fmla="*/ 0 w 620"/>
                <a:gd name="T5" fmla="*/ 331 h 411"/>
                <a:gd name="T6" fmla="*/ 24 w 620"/>
                <a:gd name="T7" fmla="*/ 333 h 411"/>
                <a:gd name="T8" fmla="*/ 56 w 620"/>
                <a:gd name="T9" fmla="*/ 390 h 411"/>
                <a:gd name="T10" fmla="*/ 47 w 620"/>
                <a:gd name="T11" fmla="*/ 411 h 411"/>
                <a:gd name="T12" fmla="*/ 611 w 620"/>
                <a:gd name="T13" fmla="*/ 84 h 411"/>
                <a:gd name="T14" fmla="*/ 620 w 620"/>
                <a:gd name="T15" fmla="*/ 62 h 411"/>
                <a:gd name="T16" fmla="*/ 587 w 620"/>
                <a:gd name="T17" fmla="*/ 6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0" h="411">
                  <a:moveTo>
                    <a:pt x="587" y="6"/>
                  </a:moveTo>
                  <a:cubicBezTo>
                    <a:pt x="578" y="1"/>
                    <a:pt x="570" y="0"/>
                    <a:pt x="564" y="4"/>
                  </a:cubicBezTo>
                  <a:cubicBezTo>
                    <a:pt x="0" y="331"/>
                    <a:pt x="0" y="331"/>
                    <a:pt x="0" y="331"/>
                  </a:cubicBezTo>
                  <a:cubicBezTo>
                    <a:pt x="6" y="328"/>
                    <a:pt x="14" y="328"/>
                    <a:pt x="24" y="333"/>
                  </a:cubicBezTo>
                  <a:cubicBezTo>
                    <a:pt x="42" y="344"/>
                    <a:pt x="56" y="369"/>
                    <a:pt x="56" y="390"/>
                  </a:cubicBezTo>
                  <a:cubicBezTo>
                    <a:pt x="56" y="400"/>
                    <a:pt x="53" y="408"/>
                    <a:pt x="47" y="411"/>
                  </a:cubicBezTo>
                  <a:cubicBezTo>
                    <a:pt x="611" y="84"/>
                    <a:pt x="611" y="84"/>
                    <a:pt x="611" y="84"/>
                  </a:cubicBezTo>
                  <a:cubicBezTo>
                    <a:pt x="616" y="80"/>
                    <a:pt x="620" y="73"/>
                    <a:pt x="620" y="62"/>
                  </a:cubicBezTo>
                  <a:cubicBezTo>
                    <a:pt x="620" y="42"/>
                    <a:pt x="606" y="16"/>
                    <a:pt x="587" y="6"/>
                  </a:cubicBezTo>
                  <a:close/>
                </a:path>
              </a:pathLst>
            </a:custGeom>
            <a:gradFill flip="none" rotWithShape="1">
              <a:gsLst>
                <a:gs pos="0">
                  <a:srgbClr val="6578F0">
                    <a:alpha val="0"/>
                  </a:srgbClr>
                </a:gs>
                <a:gs pos="100000">
                  <a:srgbClr val="6578F0">
                    <a:alpha val="50000"/>
                  </a:srgbClr>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3" name="Freeform 16">
              <a:extLst>
                <a:ext uri="{FF2B5EF4-FFF2-40B4-BE49-F238E27FC236}">
                  <a16:creationId xmlns:a16="http://schemas.microsoft.com/office/drawing/2014/main" id="{EA6DF147-6E61-331E-14A1-FE92BA10F9CE}"/>
                </a:ext>
              </a:extLst>
            </p:cNvPr>
            <p:cNvSpPr>
              <a:spLocks/>
            </p:cNvSpPr>
            <p:nvPr/>
          </p:nvSpPr>
          <p:spPr bwMode="auto">
            <a:xfrm>
              <a:off x="8941752" y="759672"/>
              <a:ext cx="123825" cy="182563"/>
            </a:xfrm>
            <a:custGeom>
              <a:avLst/>
              <a:gdLst>
                <a:gd name="T0" fmla="*/ 33 w 65"/>
                <a:gd name="T1" fmla="*/ 10 h 96"/>
                <a:gd name="T2" fmla="*/ 65 w 65"/>
                <a:gd name="T3" fmla="*/ 67 h 96"/>
                <a:gd name="T4" fmla="*/ 32 w 65"/>
                <a:gd name="T5" fmla="*/ 86 h 96"/>
                <a:gd name="T6" fmla="*/ 0 w 65"/>
                <a:gd name="T7" fmla="*/ 29 h 96"/>
                <a:gd name="T8" fmla="*/ 33 w 65"/>
                <a:gd name="T9" fmla="*/ 10 h 96"/>
              </a:gdLst>
              <a:ahLst/>
              <a:cxnLst>
                <a:cxn ang="0">
                  <a:pos x="T0" y="T1"/>
                </a:cxn>
                <a:cxn ang="0">
                  <a:pos x="T2" y="T3"/>
                </a:cxn>
                <a:cxn ang="0">
                  <a:pos x="T4" y="T5"/>
                </a:cxn>
                <a:cxn ang="0">
                  <a:pos x="T6" y="T7"/>
                </a:cxn>
                <a:cxn ang="0">
                  <a:pos x="T8" y="T9"/>
                </a:cxn>
              </a:cxnLst>
              <a:rect l="0" t="0" r="r" b="b"/>
              <a:pathLst>
                <a:path w="65" h="96">
                  <a:moveTo>
                    <a:pt x="33" y="10"/>
                  </a:moveTo>
                  <a:cubicBezTo>
                    <a:pt x="51" y="21"/>
                    <a:pt x="65" y="46"/>
                    <a:pt x="65" y="67"/>
                  </a:cubicBezTo>
                  <a:cubicBezTo>
                    <a:pt x="65" y="88"/>
                    <a:pt x="51" y="96"/>
                    <a:pt x="32" y="86"/>
                  </a:cubicBezTo>
                  <a:cubicBezTo>
                    <a:pt x="14" y="75"/>
                    <a:pt x="0" y="50"/>
                    <a:pt x="0" y="29"/>
                  </a:cubicBezTo>
                  <a:cubicBezTo>
                    <a:pt x="0" y="8"/>
                    <a:pt x="14" y="0"/>
                    <a:pt x="33" y="10"/>
                  </a:cubicBezTo>
                  <a:close/>
                </a:path>
              </a:pathLst>
            </a:custGeom>
            <a:solidFill>
              <a:srgbClr val="6578F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4" name="Freeform 16">
              <a:extLst>
                <a:ext uri="{FF2B5EF4-FFF2-40B4-BE49-F238E27FC236}">
                  <a16:creationId xmlns:a16="http://schemas.microsoft.com/office/drawing/2014/main" id="{C01A7EEC-BEB1-E7B8-FF3C-19DCE56CE3E6}"/>
                </a:ext>
              </a:extLst>
            </p:cNvPr>
            <p:cNvSpPr>
              <a:spLocks/>
            </p:cNvSpPr>
            <p:nvPr/>
          </p:nvSpPr>
          <p:spPr bwMode="auto">
            <a:xfrm>
              <a:off x="10003366" y="140124"/>
              <a:ext cx="123825" cy="182563"/>
            </a:xfrm>
            <a:custGeom>
              <a:avLst/>
              <a:gdLst>
                <a:gd name="T0" fmla="*/ 33 w 65"/>
                <a:gd name="T1" fmla="*/ 10 h 96"/>
                <a:gd name="T2" fmla="*/ 65 w 65"/>
                <a:gd name="T3" fmla="*/ 67 h 96"/>
                <a:gd name="T4" fmla="*/ 32 w 65"/>
                <a:gd name="T5" fmla="*/ 86 h 96"/>
                <a:gd name="T6" fmla="*/ 0 w 65"/>
                <a:gd name="T7" fmla="*/ 29 h 96"/>
                <a:gd name="T8" fmla="*/ 33 w 65"/>
                <a:gd name="T9" fmla="*/ 10 h 96"/>
              </a:gdLst>
              <a:ahLst/>
              <a:cxnLst>
                <a:cxn ang="0">
                  <a:pos x="T0" y="T1"/>
                </a:cxn>
                <a:cxn ang="0">
                  <a:pos x="T2" y="T3"/>
                </a:cxn>
                <a:cxn ang="0">
                  <a:pos x="T4" y="T5"/>
                </a:cxn>
                <a:cxn ang="0">
                  <a:pos x="T6" y="T7"/>
                </a:cxn>
                <a:cxn ang="0">
                  <a:pos x="T8" y="T9"/>
                </a:cxn>
              </a:cxnLst>
              <a:rect l="0" t="0" r="r" b="b"/>
              <a:pathLst>
                <a:path w="65" h="96">
                  <a:moveTo>
                    <a:pt x="33" y="10"/>
                  </a:moveTo>
                  <a:cubicBezTo>
                    <a:pt x="51" y="21"/>
                    <a:pt x="65" y="46"/>
                    <a:pt x="65" y="67"/>
                  </a:cubicBezTo>
                  <a:cubicBezTo>
                    <a:pt x="65" y="88"/>
                    <a:pt x="51" y="96"/>
                    <a:pt x="32" y="86"/>
                  </a:cubicBezTo>
                  <a:cubicBezTo>
                    <a:pt x="14" y="75"/>
                    <a:pt x="0" y="50"/>
                    <a:pt x="0" y="29"/>
                  </a:cubicBezTo>
                  <a:cubicBezTo>
                    <a:pt x="0" y="8"/>
                    <a:pt x="14" y="0"/>
                    <a:pt x="33" y="10"/>
                  </a:cubicBezTo>
                  <a:close/>
                </a:path>
              </a:pathLst>
            </a:custGeom>
            <a:solidFill>
              <a:srgbClr val="6578F0"/>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69" name="组合 168">
            <a:extLst>
              <a:ext uri="{FF2B5EF4-FFF2-40B4-BE49-F238E27FC236}">
                <a16:creationId xmlns:a16="http://schemas.microsoft.com/office/drawing/2014/main" id="{FA1F9E74-C828-BE26-3324-ACCAA090D4F1}"/>
              </a:ext>
            </a:extLst>
          </p:cNvPr>
          <p:cNvGrpSpPr/>
          <p:nvPr/>
        </p:nvGrpSpPr>
        <p:grpSpPr>
          <a:xfrm>
            <a:off x="5296838" y="4196408"/>
            <a:ext cx="2248891" cy="2034308"/>
            <a:chOff x="3923119" y="4013529"/>
            <a:chExt cx="2248891" cy="2034308"/>
          </a:xfrm>
        </p:grpSpPr>
        <p:grpSp>
          <p:nvGrpSpPr>
            <p:cNvPr id="151" name="组合 150">
              <a:extLst>
                <a:ext uri="{FF2B5EF4-FFF2-40B4-BE49-F238E27FC236}">
                  <a16:creationId xmlns:a16="http://schemas.microsoft.com/office/drawing/2014/main" id="{E8A369E1-9E7F-983D-6F06-7AAD1C346167}"/>
                </a:ext>
              </a:extLst>
            </p:cNvPr>
            <p:cNvGrpSpPr/>
            <p:nvPr/>
          </p:nvGrpSpPr>
          <p:grpSpPr>
            <a:xfrm>
              <a:off x="3923119" y="4013529"/>
              <a:ext cx="2248891" cy="2034308"/>
              <a:chOff x="7344204" y="2552700"/>
              <a:chExt cx="2248891" cy="2034308"/>
            </a:xfrm>
          </p:grpSpPr>
          <p:sp>
            <p:nvSpPr>
              <p:cNvPr id="152" name="Freeform 13">
                <a:extLst>
                  <a:ext uri="{FF2B5EF4-FFF2-40B4-BE49-F238E27FC236}">
                    <a16:creationId xmlns:a16="http://schemas.microsoft.com/office/drawing/2014/main" id="{32B16EE1-6A9D-E3E6-6EF5-C5C1D99E9AD4}"/>
                  </a:ext>
                </a:extLst>
              </p:cNvPr>
              <p:cNvSpPr>
                <a:spLocks/>
              </p:cNvSpPr>
              <p:nvPr/>
            </p:nvSpPr>
            <p:spPr bwMode="auto">
              <a:xfrm>
                <a:off x="7642084" y="3401165"/>
                <a:ext cx="1653131" cy="959105"/>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solidFill>
                <a:srgbClr val="E7EBFF">
                  <a:alpha val="82000"/>
                </a:srgbClr>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3" name="Freeform 13">
                <a:extLst>
                  <a:ext uri="{FF2B5EF4-FFF2-40B4-BE49-F238E27FC236}">
                    <a16:creationId xmlns:a16="http://schemas.microsoft.com/office/drawing/2014/main" id="{B756E4A7-8F77-4C76-F648-7FB62088355B}"/>
                  </a:ext>
                </a:extLst>
              </p:cNvPr>
              <p:cNvSpPr>
                <a:spLocks/>
              </p:cNvSpPr>
              <p:nvPr/>
            </p:nvSpPr>
            <p:spPr bwMode="auto">
              <a:xfrm>
                <a:off x="7344204" y="3282259"/>
                <a:ext cx="2248891" cy="1304749"/>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noFill/>
              <a:ln>
                <a:solidFill>
                  <a:srgbClr val="8E9CEF"/>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154" name="组合 153">
                <a:extLst>
                  <a:ext uri="{FF2B5EF4-FFF2-40B4-BE49-F238E27FC236}">
                    <a16:creationId xmlns:a16="http://schemas.microsoft.com/office/drawing/2014/main" id="{27AAF7EC-B4F8-F162-2922-4F022187C4CC}"/>
                  </a:ext>
                </a:extLst>
              </p:cNvPr>
              <p:cNvGrpSpPr/>
              <p:nvPr/>
            </p:nvGrpSpPr>
            <p:grpSpPr>
              <a:xfrm>
                <a:off x="7636059" y="2804160"/>
                <a:ext cx="1665181" cy="1409016"/>
                <a:chOff x="8634730" y="2989740"/>
                <a:chExt cx="2193926" cy="1856422"/>
              </a:xfrm>
            </p:grpSpPr>
            <p:sp>
              <p:nvSpPr>
                <p:cNvPr id="159" name="Freeform 11">
                  <a:extLst>
                    <a:ext uri="{FF2B5EF4-FFF2-40B4-BE49-F238E27FC236}">
                      <a16:creationId xmlns:a16="http://schemas.microsoft.com/office/drawing/2014/main" id="{8875CE6C-4F16-779D-AE07-D9C89B868686}"/>
                    </a:ext>
                  </a:extLst>
                </p:cNvPr>
                <p:cNvSpPr>
                  <a:spLocks/>
                </p:cNvSpPr>
                <p:nvPr/>
              </p:nvSpPr>
              <p:spPr bwMode="auto">
                <a:xfrm>
                  <a:off x="9731693" y="408892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0" name="Freeform 12">
                  <a:extLst>
                    <a:ext uri="{FF2B5EF4-FFF2-40B4-BE49-F238E27FC236}">
                      <a16:creationId xmlns:a16="http://schemas.microsoft.com/office/drawing/2014/main" id="{B5F0313E-E75C-B9B7-519F-9E7E12DDF0F9}"/>
                    </a:ext>
                  </a:extLst>
                </p:cNvPr>
                <p:cNvSpPr>
                  <a:spLocks/>
                </p:cNvSpPr>
                <p:nvPr/>
              </p:nvSpPr>
              <p:spPr bwMode="auto">
                <a:xfrm>
                  <a:off x="8634730" y="408892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1" name="Freeform 13">
                  <a:extLst>
                    <a:ext uri="{FF2B5EF4-FFF2-40B4-BE49-F238E27FC236}">
                      <a16:creationId xmlns:a16="http://schemas.microsoft.com/office/drawing/2014/main" id="{E121A2C2-7EAC-E711-ECF0-6D8D64548D06}"/>
                    </a:ext>
                  </a:extLst>
                </p:cNvPr>
                <p:cNvSpPr>
                  <a:spLocks/>
                </p:cNvSpPr>
                <p:nvPr/>
              </p:nvSpPr>
              <p:spPr bwMode="auto">
                <a:xfrm>
                  <a:off x="8637905" y="345710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lumMod val="89000"/>
                      </a:srgbClr>
                    </a:gs>
                    <a:gs pos="100000">
                      <a:srgbClr val="6578F0"/>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2" name="Freeform 11">
                  <a:extLst>
                    <a:ext uri="{FF2B5EF4-FFF2-40B4-BE49-F238E27FC236}">
                      <a16:creationId xmlns:a16="http://schemas.microsoft.com/office/drawing/2014/main" id="{59ACFF44-44D0-5758-EED2-B74031FCD10C}"/>
                    </a:ext>
                  </a:extLst>
                </p:cNvPr>
                <p:cNvSpPr>
                  <a:spLocks/>
                </p:cNvSpPr>
                <p:nvPr/>
              </p:nvSpPr>
              <p:spPr bwMode="auto">
                <a:xfrm>
                  <a:off x="9738043" y="385524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3" name="Freeform 12">
                  <a:extLst>
                    <a:ext uri="{FF2B5EF4-FFF2-40B4-BE49-F238E27FC236}">
                      <a16:creationId xmlns:a16="http://schemas.microsoft.com/office/drawing/2014/main" id="{C03CA6CB-09AB-796A-6653-7D27F8F5E160}"/>
                    </a:ext>
                  </a:extLst>
                </p:cNvPr>
                <p:cNvSpPr>
                  <a:spLocks/>
                </p:cNvSpPr>
                <p:nvPr/>
              </p:nvSpPr>
              <p:spPr bwMode="auto">
                <a:xfrm>
                  <a:off x="8641080" y="385524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8E9CEF">
                        <a:lumMod val="70000"/>
                        <a:lumOff val="3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4" name="Freeform 13">
                  <a:extLst>
                    <a:ext uri="{FF2B5EF4-FFF2-40B4-BE49-F238E27FC236}">
                      <a16:creationId xmlns:a16="http://schemas.microsoft.com/office/drawing/2014/main" id="{DF6AF937-060A-DB62-2B7D-F2E4052F2735}"/>
                    </a:ext>
                  </a:extLst>
                </p:cNvPr>
                <p:cNvSpPr>
                  <a:spLocks/>
                </p:cNvSpPr>
                <p:nvPr/>
              </p:nvSpPr>
              <p:spPr bwMode="auto">
                <a:xfrm>
                  <a:off x="8644255" y="322342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lumMod val="89000"/>
                      </a:srgbClr>
                    </a:gs>
                    <a:gs pos="100000">
                      <a:srgbClr val="6578F0"/>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5" name="Freeform 11">
                  <a:extLst>
                    <a:ext uri="{FF2B5EF4-FFF2-40B4-BE49-F238E27FC236}">
                      <a16:creationId xmlns:a16="http://schemas.microsoft.com/office/drawing/2014/main" id="{12E1235B-4A7B-3044-768F-A0955CC48275}"/>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66" name="Freeform 12">
                  <a:extLst>
                    <a:ext uri="{FF2B5EF4-FFF2-40B4-BE49-F238E27FC236}">
                      <a16:creationId xmlns:a16="http://schemas.microsoft.com/office/drawing/2014/main" id="{5C5AFA04-A3A2-3170-A315-142028FD84C8}"/>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7" name="Freeform 13">
                  <a:extLst>
                    <a:ext uri="{FF2B5EF4-FFF2-40B4-BE49-F238E27FC236}">
                      <a16:creationId xmlns:a16="http://schemas.microsoft.com/office/drawing/2014/main" id="{C1603F91-D25E-DCF9-7AD3-380806807553}"/>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55" name="AutoShape 3">
                <a:extLst>
                  <a:ext uri="{FF2B5EF4-FFF2-40B4-BE49-F238E27FC236}">
                    <a16:creationId xmlns:a16="http://schemas.microsoft.com/office/drawing/2014/main" id="{BE4FB0F7-49D5-D9B7-CC66-42D9D110CCA8}"/>
                  </a:ext>
                </a:extLst>
              </p:cNvPr>
              <p:cNvSpPr>
                <a:spLocks noChangeAspect="1" noChangeArrowheads="1" noTextEdit="1"/>
              </p:cNvSpPr>
              <p:nvPr/>
            </p:nvSpPr>
            <p:spPr bwMode="auto">
              <a:xfrm>
                <a:off x="7642355" y="2552700"/>
                <a:ext cx="1652588"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156" name="组合 155">
                <a:extLst>
                  <a:ext uri="{FF2B5EF4-FFF2-40B4-BE49-F238E27FC236}">
                    <a16:creationId xmlns:a16="http://schemas.microsoft.com/office/drawing/2014/main" id="{8004F203-0537-50B0-192D-925DF1DE8B09}"/>
                  </a:ext>
                </a:extLst>
              </p:cNvPr>
              <p:cNvGrpSpPr/>
              <p:nvPr/>
            </p:nvGrpSpPr>
            <p:grpSpPr>
              <a:xfrm>
                <a:off x="7638740" y="2557339"/>
                <a:ext cx="1659818" cy="1028831"/>
                <a:chOff x="8653885" y="75609"/>
                <a:chExt cx="2463801" cy="1527176"/>
              </a:xfrm>
            </p:grpSpPr>
            <p:sp>
              <p:nvSpPr>
                <p:cNvPr id="157" name="Freeform 10">
                  <a:extLst>
                    <a:ext uri="{FF2B5EF4-FFF2-40B4-BE49-F238E27FC236}">
                      <a16:creationId xmlns:a16="http://schemas.microsoft.com/office/drawing/2014/main" id="{504137F4-B0BA-DEE8-7E2E-7DED62B4CFD6}"/>
                    </a:ext>
                  </a:extLst>
                </p:cNvPr>
                <p:cNvSpPr>
                  <a:spLocks/>
                </p:cNvSpPr>
                <p:nvPr/>
              </p:nvSpPr>
              <p:spPr bwMode="auto">
                <a:xfrm>
                  <a:off x="8671348" y="761410"/>
                  <a:ext cx="2427288" cy="841375"/>
                </a:xfrm>
                <a:custGeom>
                  <a:avLst/>
                  <a:gdLst>
                    <a:gd name="T0" fmla="*/ 627 w 642"/>
                    <a:gd name="T1" fmla="*/ 22 h 222"/>
                    <a:gd name="T2" fmla="*/ 359 w 642"/>
                    <a:gd name="T3" fmla="*/ 177 h 222"/>
                    <a:gd name="T4" fmla="*/ 285 w 642"/>
                    <a:gd name="T5" fmla="*/ 177 h 222"/>
                    <a:gd name="T6" fmla="*/ 15 w 642"/>
                    <a:gd name="T7" fmla="*/ 22 h 222"/>
                    <a:gd name="T8" fmla="*/ 0 w 642"/>
                    <a:gd name="T9" fmla="*/ 0 h 222"/>
                    <a:gd name="T10" fmla="*/ 0 w 642"/>
                    <a:gd name="T11" fmla="*/ 33 h 222"/>
                    <a:gd name="T12" fmla="*/ 15 w 642"/>
                    <a:gd name="T13" fmla="*/ 54 h 222"/>
                    <a:gd name="T14" fmla="*/ 285 w 642"/>
                    <a:gd name="T15" fmla="*/ 210 h 222"/>
                    <a:gd name="T16" fmla="*/ 359 w 642"/>
                    <a:gd name="T17" fmla="*/ 210 h 222"/>
                    <a:gd name="T18" fmla="*/ 627 w 642"/>
                    <a:gd name="T19" fmla="*/ 54 h 222"/>
                    <a:gd name="T20" fmla="*/ 642 w 642"/>
                    <a:gd name="T21" fmla="*/ 33 h 222"/>
                    <a:gd name="T22" fmla="*/ 642 w 642"/>
                    <a:gd name="T23" fmla="*/ 0 h 222"/>
                    <a:gd name="T24" fmla="*/ 627 w 642"/>
                    <a:gd name="T25" fmla="*/ 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2" h="222">
                      <a:moveTo>
                        <a:pt x="627" y="22"/>
                      </a:moveTo>
                      <a:cubicBezTo>
                        <a:pt x="359" y="177"/>
                        <a:pt x="359" y="177"/>
                        <a:pt x="359" y="177"/>
                      </a:cubicBezTo>
                      <a:cubicBezTo>
                        <a:pt x="339" y="189"/>
                        <a:pt x="305" y="189"/>
                        <a:pt x="285" y="177"/>
                      </a:cubicBezTo>
                      <a:cubicBezTo>
                        <a:pt x="15" y="22"/>
                        <a:pt x="15" y="22"/>
                        <a:pt x="15" y="22"/>
                      </a:cubicBezTo>
                      <a:cubicBezTo>
                        <a:pt x="5" y="16"/>
                        <a:pt x="0" y="8"/>
                        <a:pt x="0" y="0"/>
                      </a:cubicBezTo>
                      <a:cubicBezTo>
                        <a:pt x="0" y="33"/>
                        <a:pt x="0" y="33"/>
                        <a:pt x="0" y="33"/>
                      </a:cubicBezTo>
                      <a:cubicBezTo>
                        <a:pt x="0" y="40"/>
                        <a:pt x="5" y="48"/>
                        <a:pt x="15" y="54"/>
                      </a:cubicBezTo>
                      <a:cubicBezTo>
                        <a:pt x="285" y="210"/>
                        <a:pt x="285" y="210"/>
                        <a:pt x="285" y="210"/>
                      </a:cubicBezTo>
                      <a:cubicBezTo>
                        <a:pt x="305" y="222"/>
                        <a:pt x="339" y="222"/>
                        <a:pt x="359" y="210"/>
                      </a:cubicBezTo>
                      <a:cubicBezTo>
                        <a:pt x="627" y="54"/>
                        <a:pt x="627" y="54"/>
                        <a:pt x="627" y="54"/>
                      </a:cubicBezTo>
                      <a:cubicBezTo>
                        <a:pt x="637" y="48"/>
                        <a:pt x="642" y="41"/>
                        <a:pt x="642" y="33"/>
                      </a:cubicBezTo>
                      <a:cubicBezTo>
                        <a:pt x="642" y="0"/>
                        <a:pt x="642" y="0"/>
                        <a:pt x="642" y="0"/>
                      </a:cubicBezTo>
                      <a:cubicBezTo>
                        <a:pt x="642" y="8"/>
                        <a:pt x="637" y="16"/>
                        <a:pt x="627" y="22"/>
                      </a:cubicBezTo>
                      <a:close/>
                    </a:path>
                  </a:pathLst>
                </a:custGeom>
                <a:gradFill>
                  <a:gsLst>
                    <a:gs pos="0">
                      <a:srgbClr val="8E9CEF"/>
                    </a:gs>
                    <a:gs pos="100000">
                      <a:srgbClr val="3749CC"/>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8" name="Freeform 11">
                  <a:extLst>
                    <a:ext uri="{FF2B5EF4-FFF2-40B4-BE49-F238E27FC236}">
                      <a16:creationId xmlns:a16="http://schemas.microsoft.com/office/drawing/2014/main" id="{C04753F8-734C-FA90-63D3-65050F86F08E}"/>
                    </a:ext>
                  </a:extLst>
                </p:cNvPr>
                <p:cNvSpPr>
                  <a:spLocks/>
                </p:cNvSpPr>
                <p:nvPr/>
              </p:nvSpPr>
              <p:spPr bwMode="auto">
                <a:xfrm>
                  <a:off x="8653885" y="75609"/>
                  <a:ext cx="2463801" cy="1431925"/>
                </a:xfrm>
                <a:custGeom>
                  <a:avLst/>
                  <a:gdLst>
                    <a:gd name="T0" fmla="*/ 632 w 652"/>
                    <a:gd name="T1" fmla="*/ 167 h 378"/>
                    <a:gd name="T2" fmla="*/ 632 w 652"/>
                    <a:gd name="T3" fmla="*/ 211 h 378"/>
                    <a:gd name="T4" fmla="*/ 364 w 652"/>
                    <a:gd name="T5" fmla="*/ 366 h 378"/>
                    <a:gd name="T6" fmla="*/ 290 w 652"/>
                    <a:gd name="T7" fmla="*/ 366 h 378"/>
                    <a:gd name="T8" fmla="*/ 20 w 652"/>
                    <a:gd name="T9" fmla="*/ 211 h 378"/>
                    <a:gd name="T10" fmla="*/ 20 w 652"/>
                    <a:gd name="T11" fmla="*/ 167 h 378"/>
                    <a:gd name="T12" fmla="*/ 288 w 652"/>
                    <a:gd name="T13" fmla="*/ 12 h 378"/>
                    <a:gd name="T14" fmla="*/ 362 w 652"/>
                    <a:gd name="T15" fmla="*/ 12 h 378"/>
                    <a:gd name="T16" fmla="*/ 632 w 652"/>
                    <a:gd name="T17" fmla="*/ 167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2" h="378">
                      <a:moveTo>
                        <a:pt x="632" y="167"/>
                      </a:moveTo>
                      <a:cubicBezTo>
                        <a:pt x="652" y="179"/>
                        <a:pt x="652" y="199"/>
                        <a:pt x="632" y="211"/>
                      </a:cubicBezTo>
                      <a:cubicBezTo>
                        <a:pt x="364" y="366"/>
                        <a:pt x="364" y="366"/>
                        <a:pt x="364" y="366"/>
                      </a:cubicBezTo>
                      <a:cubicBezTo>
                        <a:pt x="344" y="378"/>
                        <a:pt x="310" y="378"/>
                        <a:pt x="290" y="366"/>
                      </a:cubicBezTo>
                      <a:cubicBezTo>
                        <a:pt x="20" y="211"/>
                        <a:pt x="20" y="211"/>
                        <a:pt x="20" y="211"/>
                      </a:cubicBezTo>
                      <a:cubicBezTo>
                        <a:pt x="0" y="199"/>
                        <a:pt x="0" y="179"/>
                        <a:pt x="20" y="167"/>
                      </a:cubicBezTo>
                      <a:cubicBezTo>
                        <a:pt x="288" y="12"/>
                        <a:pt x="288" y="12"/>
                        <a:pt x="288" y="12"/>
                      </a:cubicBezTo>
                      <a:cubicBezTo>
                        <a:pt x="308" y="0"/>
                        <a:pt x="342" y="0"/>
                        <a:pt x="362" y="12"/>
                      </a:cubicBezTo>
                      <a:lnTo>
                        <a:pt x="632" y="167"/>
                      </a:lnTo>
                      <a:close/>
                    </a:path>
                  </a:pathLst>
                </a:custGeom>
                <a:gradFill flip="none" rotWithShape="1">
                  <a:gsLst>
                    <a:gs pos="0">
                      <a:srgbClr val="FAFBFF"/>
                    </a:gs>
                    <a:gs pos="100000">
                      <a:srgbClr val="D4D9F7"/>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sp>
          <p:nvSpPr>
            <p:cNvPr id="168" name="文本框 167">
              <a:extLst>
                <a:ext uri="{FF2B5EF4-FFF2-40B4-BE49-F238E27FC236}">
                  <a16:creationId xmlns:a16="http://schemas.microsoft.com/office/drawing/2014/main" id="{B0D4EC5A-E78E-0269-7AFB-1E5B43B82EA3}"/>
                </a:ext>
              </a:extLst>
            </p:cNvPr>
            <p:cNvSpPr txBox="1"/>
            <p:nvPr/>
          </p:nvSpPr>
          <p:spPr>
            <a:xfrm>
              <a:off x="4491867" y="4303496"/>
              <a:ext cx="1034257" cy="369332"/>
            </a:xfrm>
            <a:prstGeom prst="rect">
              <a:avLst/>
            </a:prstGeom>
            <a:noFill/>
            <a:scene3d>
              <a:camera prst="isometricTopUp"/>
              <a:lightRig rig="threePt" dir="t"/>
            </a:scene3d>
          </p:spPr>
          <p:txBody>
            <a:bodyPr wrap="none" rtlCol="0">
              <a:spAutoFit/>
            </a:bodyPr>
            <a:lstStyle/>
            <a:p>
              <a:r>
                <a:rPr lang="en-US" altLang="zh-CN" dirty="0">
                  <a:solidFill>
                    <a:srgbClr val="3749CC"/>
                  </a:solidFill>
                  <a:latin typeface="HarmonyOS Sans SC Black" panose="00000A00000000000000" pitchFamily="2" charset="-122"/>
                  <a:ea typeface="HarmonyOS Sans SC Black" panose="00000A00000000000000" pitchFamily="2" charset="-122"/>
                </a:rPr>
                <a:t>BRAND</a:t>
              </a:r>
              <a:endParaRPr lang="zh-CN" altLang="en-US" dirty="0">
                <a:solidFill>
                  <a:srgbClr val="3749CC"/>
                </a:solidFill>
                <a:latin typeface="HarmonyOS Sans SC Black" panose="00000A00000000000000" pitchFamily="2" charset="-122"/>
                <a:ea typeface="HarmonyOS Sans SC Black" panose="00000A00000000000000" pitchFamily="2" charset="-122"/>
              </a:endParaRPr>
            </a:p>
          </p:txBody>
        </p:sp>
      </p:grpSp>
      <p:grpSp>
        <p:nvGrpSpPr>
          <p:cNvPr id="220" name="组合 219">
            <a:extLst>
              <a:ext uri="{FF2B5EF4-FFF2-40B4-BE49-F238E27FC236}">
                <a16:creationId xmlns:a16="http://schemas.microsoft.com/office/drawing/2014/main" id="{80E18F07-0166-BB00-87CD-0F26D18066F3}"/>
              </a:ext>
            </a:extLst>
          </p:cNvPr>
          <p:cNvGrpSpPr/>
          <p:nvPr/>
        </p:nvGrpSpPr>
        <p:grpSpPr>
          <a:xfrm>
            <a:off x="9247766" y="1285706"/>
            <a:ext cx="1357509" cy="827501"/>
            <a:chOff x="5939301" y="919947"/>
            <a:chExt cx="1357509" cy="827501"/>
          </a:xfrm>
        </p:grpSpPr>
        <p:grpSp>
          <p:nvGrpSpPr>
            <p:cNvPr id="210" name="组合 209">
              <a:extLst>
                <a:ext uri="{FF2B5EF4-FFF2-40B4-BE49-F238E27FC236}">
                  <a16:creationId xmlns:a16="http://schemas.microsoft.com/office/drawing/2014/main" id="{CDA23FFC-7681-4682-8014-8EA48DBBC436}"/>
                </a:ext>
              </a:extLst>
            </p:cNvPr>
            <p:cNvGrpSpPr/>
            <p:nvPr/>
          </p:nvGrpSpPr>
          <p:grpSpPr>
            <a:xfrm>
              <a:off x="5939301" y="919947"/>
              <a:ext cx="1357509" cy="331894"/>
              <a:chOff x="5755045" y="1103365"/>
              <a:chExt cx="1357509" cy="331894"/>
            </a:xfrm>
          </p:grpSpPr>
          <p:sp>
            <p:nvSpPr>
              <p:cNvPr id="191" name="矩形: 圆角 190">
                <a:extLst>
                  <a:ext uri="{FF2B5EF4-FFF2-40B4-BE49-F238E27FC236}">
                    <a16:creationId xmlns:a16="http://schemas.microsoft.com/office/drawing/2014/main" id="{5B31CEFA-B3C2-4F57-4632-934601F2B965}"/>
                  </a:ext>
                </a:extLst>
              </p:cNvPr>
              <p:cNvSpPr/>
              <p:nvPr/>
            </p:nvSpPr>
            <p:spPr>
              <a:xfrm>
                <a:off x="5755045" y="1103365"/>
                <a:ext cx="1357509" cy="331894"/>
              </a:xfrm>
              <a:prstGeom prst="roundRect">
                <a:avLst>
                  <a:gd name="adj" fmla="val 50000"/>
                </a:avLst>
              </a:prstGeom>
              <a:solidFill>
                <a:srgbClr val="F2AC2B"/>
              </a:solidFill>
              <a:ln>
                <a:no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文本框 208">
                <a:extLst>
                  <a:ext uri="{FF2B5EF4-FFF2-40B4-BE49-F238E27FC236}">
                    <a16:creationId xmlns:a16="http://schemas.microsoft.com/office/drawing/2014/main" id="{1E0BA9F6-14A8-06D5-8D2E-694AC83A8DD3}"/>
                  </a:ext>
                </a:extLst>
              </p:cNvPr>
              <p:cNvSpPr txBox="1"/>
              <p:nvPr/>
            </p:nvSpPr>
            <p:spPr>
              <a:xfrm>
                <a:off x="6101835" y="1108426"/>
                <a:ext cx="748923" cy="261610"/>
              </a:xfrm>
              <a:prstGeom prst="rect">
                <a:avLst/>
              </a:prstGeom>
              <a:noFill/>
              <a:scene3d>
                <a:camera prst="isometricRightUp"/>
                <a:lightRig rig="threePt" dir="t"/>
              </a:scene3d>
            </p:spPr>
            <p:txBody>
              <a:bodyPr wrap="none" rtlCol="0">
                <a:spAutoFit/>
              </a:bodyPr>
              <a:lstStyle/>
              <a:p>
                <a:r>
                  <a:rPr lang="zh-CN" altLang="en-US" sz="1100" dirty="0">
                    <a:solidFill>
                      <a:schemeClr val="bg1"/>
                    </a:solidFill>
                    <a:latin typeface="HarmonyOS Sans SC Medium" panose="00000600000000000000" pitchFamily="2" charset="-122"/>
                    <a:ea typeface="HarmonyOS Sans SC Medium" panose="00000600000000000000" pitchFamily="2" charset="-122"/>
                  </a:rPr>
                  <a:t>标注文字</a:t>
                </a:r>
              </a:p>
            </p:txBody>
          </p:sp>
        </p:grpSp>
        <p:sp>
          <p:nvSpPr>
            <p:cNvPr id="214" name="椭圆 213">
              <a:extLst>
                <a:ext uri="{FF2B5EF4-FFF2-40B4-BE49-F238E27FC236}">
                  <a16:creationId xmlns:a16="http://schemas.microsoft.com/office/drawing/2014/main" id="{4D142C69-DC9D-4741-DFDB-9A904F3D2F0F}"/>
                </a:ext>
              </a:extLst>
            </p:cNvPr>
            <p:cNvSpPr/>
            <p:nvPr/>
          </p:nvSpPr>
          <p:spPr>
            <a:xfrm>
              <a:off x="6638374" y="1697170"/>
              <a:ext cx="81848" cy="50278"/>
            </a:xfrm>
            <a:prstGeom prst="ellipse">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8" name="直接箭头连接符 217">
              <a:extLst>
                <a:ext uri="{FF2B5EF4-FFF2-40B4-BE49-F238E27FC236}">
                  <a16:creationId xmlns:a16="http://schemas.microsoft.com/office/drawing/2014/main" id="{2A9AF134-ABA4-F7BE-3BDC-BE1B9E7515DA}"/>
                </a:ext>
              </a:extLst>
            </p:cNvPr>
            <p:cNvCxnSpPr>
              <a:cxnSpLocks/>
            </p:cNvCxnSpPr>
            <p:nvPr/>
          </p:nvCxnSpPr>
          <p:spPr>
            <a:xfrm flipV="1">
              <a:off x="6679012" y="1370477"/>
              <a:ext cx="0" cy="347915"/>
            </a:xfrm>
            <a:prstGeom prst="straightConnector1">
              <a:avLst/>
            </a:prstGeom>
            <a:ln>
              <a:solidFill>
                <a:srgbClr val="3749CC"/>
              </a:solidFill>
              <a:tailEnd type="oval" w="sm" len="sm"/>
            </a:ln>
          </p:spPr>
          <p:style>
            <a:lnRef idx="1">
              <a:schemeClr val="accent1"/>
            </a:lnRef>
            <a:fillRef idx="0">
              <a:schemeClr val="accent1"/>
            </a:fillRef>
            <a:effectRef idx="0">
              <a:schemeClr val="accent1"/>
            </a:effectRef>
            <a:fontRef idx="minor">
              <a:schemeClr val="tx1"/>
            </a:fontRef>
          </p:style>
        </p:cxnSp>
      </p:grpSp>
      <p:grpSp>
        <p:nvGrpSpPr>
          <p:cNvPr id="221" name="组合 220">
            <a:extLst>
              <a:ext uri="{FF2B5EF4-FFF2-40B4-BE49-F238E27FC236}">
                <a16:creationId xmlns:a16="http://schemas.microsoft.com/office/drawing/2014/main" id="{ABFCB4B6-E457-F222-F1FB-B861FC3D7F2A}"/>
              </a:ext>
            </a:extLst>
          </p:cNvPr>
          <p:cNvGrpSpPr/>
          <p:nvPr/>
        </p:nvGrpSpPr>
        <p:grpSpPr>
          <a:xfrm>
            <a:off x="5175948" y="1403389"/>
            <a:ext cx="1357509" cy="827501"/>
            <a:chOff x="5939301" y="919947"/>
            <a:chExt cx="1357509" cy="827501"/>
          </a:xfrm>
        </p:grpSpPr>
        <p:grpSp>
          <p:nvGrpSpPr>
            <p:cNvPr id="222" name="组合 221">
              <a:extLst>
                <a:ext uri="{FF2B5EF4-FFF2-40B4-BE49-F238E27FC236}">
                  <a16:creationId xmlns:a16="http://schemas.microsoft.com/office/drawing/2014/main" id="{A63B0448-7FAC-3B98-A291-01550E594D92}"/>
                </a:ext>
              </a:extLst>
            </p:cNvPr>
            <p:cNvGrpSpPr/>
            <p:nvPr/>
          </p:nvGrpSpPr>
          <p:grpSpPr>
            <a:xfrm>
              <a:off x="5939301" y="919947"/>
              <a:ext cx="1357509" cy="331894"/>
              <a:chOff x="5755045" y="1103365"/>
              <a:chExt cx="1357509" cy="331894"/>
            </a:xfrm>
          </p:grpSpPr>
          <p:sp>
            <p:nvSpPr>
              <p:cNvPr id="225" name="矩形: 圆角 224">
                <a:extLst>
                  <a:ext uri="{FF2B5EF4-FFF2-40B4-BE49-F238E27FC236}">
                    <a16:creationId xmlns:a16="http://schemas.microsoft.com/office/drawing/2014/main" id="{BE6E8C4C-F318-13A1-49EF-50600FCACD30}"/>
                  </a:ext>
                </a:extLst>
              </p:cNvPr>
              <p:cNvSpPr/>
              <p:nvPr/>
            </p:nvSpPr>
            <p:spPr>
              <a:xfrm>
                <a:off x="5755045" y="1103365"/>
                <a:ext cx="1357509" cy="331894"/>
              </a:xfrm>
              <a:prstGeom prst="roundRect">
                <a:avLst>
                  <a:gd name="adj" fmla="val 50000"/>
                </a:avLst>
              </a:prstGeom>
              <a:solidFill>
                <a:srgbClr val="F2AC2B"/>
              </a:solidFill>
              <a:ln>
                <a:no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文本框 225">
                <a:extLst>
                  <a:ext uri="{FF2B5EF4-FFF2-40B4-BE49-F238E27FC236}">
                    <a16:creationId xmlns:a16="http://schemas.microsoft.com/office/drawing/2014/main" id="{D873EA27-076D-013F-C5CB-4B153964EB06}"/>
                  </a:ext>
                </a:extLst>
              </p:cNvPr>
              <p:cNvSpPr txBox="1"/>
              <p:nvPr/>
            </p:nvSpPr>
            <p:spPr>
              <a:xfrm>
                <a:off x="6101835" y="1108426"/>
                <a:ext cx="748923" cy="261610"/>
              </a:xfrm>
              <a:prstGeom prst="rect">
                <a:avLst/>
              </a:prstGeom>
              <a:noFill/>
              <a:scene3d>
                <a:camera prst="isometricRightUp"/>
                <a:lightRig rig="threePt" dir="t"/>
              </a:scene3d>
            </p:spPr>
            <p:txBody>
              <a:bodyPr wrap="none" rtlCol="0">
                <a:spAutoFit/>
              </a:bodyPr>
              <a:lstStyle/>
              <a:p>
                <a:r>
                  <a:rPr lang="zh-CN" altLang="en-US" sz="1100" dirty="0">
                    <a:solidFill>
                      <a:schemeClr val="bg1"/>
                    </a:solidFill>
                    <a:latin typeface="HarmonyOS Sans SC Medium" panose="00000600000000000000" pitchFamily="2" charset="-122"/>
                    <a:ea typeface="HarmonyOS Sans SC Medium" panose="00000600000000000000" pitchFamily="2" charset="-122"/>
                  </a:rPr>
                  <a:t>标注文字</a:t>
                </a:r>
              </a:p>
            </p:txBody>
          </p:sp>
        </p:grpSp>
        <p:sp>
          <p:nvSpPr>
            <p:cNvPr id="223" name="椭圆 222">
              <a:extLst>
                <a:ext uri="{FF2B5EF4-FFF2-40B4-BE49-F238E27FC236}">
                  <a16:creationId xmlns:a16="http://schemas.microsoft.com/office/drawing/2014/main" id="{8871235D-0F1A-861A-711B-466F35AB24EE}"/>
                </a:ext>
              </a:extLst>
            </p:cNvPr>
            <p:cNvSpPr/>
            <p:nvPr/>
          </p:nvSpPr>
          <p:spPr>
            <a:xfrm>
              <a:off x="6638374" y="1697170"/>
              <a:ext cx="81848" cy="50278"/>
            </a:xfrm>
            <a:prstGeom prst="ellipse">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4" name="直接箭头连接符 223">
              <a:extLst>
                <a:ext uri="{FF2B5EF4-FFF2-40B4-BE49-F238E27FC236}">
                  <a16:creationId xmlns:a16="http://schemas.microsoft.com/office/drawing/2014/main" id="{504BB178-EBF3-AD9F-D2EB-69DDD724B473}"/>
                </a:ext>
              </a:extLst>
            </p:cNvPr>
            <p:cNvCxnSpPr>
              <a:cxnSpLocks/>
            </p:cNvCxnSpPr>
            <p:nvPr/>
          </p:nvCxnSpPr>
          <p:spPr>
            <a:xfrm flipV="1">
              <a:off x="6679012" y="1370477"/>
              <a:ext cx="0" cy="347915"/>
            </a:xfrm>
            <a:prstGeom prst="straightConnector1">
              <a:avLst/>
            </a:prstGeom>
            <a:ln>
              <a:solidFill>
                <a:srgbClr val="3749CC"/>
              </a:solidFill>
              <a:tailEnd type="oval" w="sm" len="sm"/>
            </a:ln>
          </p:spPr>
          <p:style>
            <a:lnRef idx="1">
              <a:schemeClr val="accent1"/>
            </a:lnRef>
            <a:fillRef idx="0">
              <a:schemeClr val="accent1"/>
            </a:fillRef>
            <a:effectRef idx="0">
              <a:schemeClr val="accent1"/>
            </a:effectRef>
            <a:fontRef idx="minor">
              <a:schemeClr val="tx1"/>
            </a:fontRef>
          </p:style>
        </p:cxnSp>
      </p:grpSp>
      <p:grpSp>
        <p:nvGrpSpPr>
          <p:cNvPr id="227" name="组合 226">
            <a:extLst>
              <a:ext uri="{FF2B5EF4-FFF2-40B4-BE49-F238E27FC236}">
                <a16:creationId xmlns:a16="http://schemas.microsoft.com/office/drawing/2014/main" id="{CB8CA4FE-CAA6-9FAC-E00B-BC9F2FD8FD17}"/>
              </a:ext>
            </a:extLst>
          </p:cNvPr>
          <p:cNvGrpSpPr/>
          <p:nvPr/>
        </p:nvGrpSpPr>
        <p:grpSpPr>
          <a:xfrm>
            <a:off x="5396782" y="3714357"/>
            <a:ext cx="1357509" cy="827501"/>
            <a:chOff x="5939301" y="919947"/>
            <a:chExt cx="1357509" cy="827501"/>
          </a:xfrm>
        </p:grpSpPr>
        <p:grpSp>
          <p:nvGrpSpPr>
            <p:cNvPr id="228" name="组合 227">
              <a:extLst>
                <a:ext uri="{FF2B5EF4-FFF2-40B4-BE49-F238E27FC236}">
                  <a16:creationId xmlns:a16="http://schemas.microsoft.com/office/drawing/2014/main" id="{461B8671-920E-8372-4683-BCBE0C975872}"/>
                </a:ext>
              </a:extLst>
            </p:cNvPr>
            <p:cNvGrpSpPr/>
            <p:nvPr/>
          </p:nvGrpSpPr>
          <p:grpSpPr>
            <a:xfrm>
              <a:off x="5939301" y="919947"/>
              <a:ext cx="1357509" cy="331894"/>
              <a:chOff x="5755045" y="1103365"/>
              <a:chExt cx="1357509" cy="331894"/>
            </a:xfrm>
          </p:grpSpPr>
          <p:sp>
            <p:nvSpPr>
              <p:cNvPr id="231" name="矩形: 圆角 230">
                <a:extLst>
                  <a:ext uri="{FF2B5EF4-FFF2-40B4-BE49-F238E27FC236}">
                    <a16:creationId xmlns:a16="http://schemas.microsoft.com/office/drawing/2014/main" id="{8FCA44A4-6246-49CE-B438-832AD87C205F}"/>
                  </a:ext>
                </a:extLst>
              </p:cNvPr>
              <p:cNvSpPr/>
              <p:nvPr/>
            </p:nvSpPr>
            <p:spPr>
              <a:xfrm>
                <a:off x="5755045" y="1103365"/>
                <a:ext cx="1357509" cy="331894"/>
              </a:xfrm>
              <a:prstGeom prst="roundRect">
                <a:avLst>
                  <a:gd name="adj" fmla="val 50000"/>
                </a:avLst>
              </a:prstGeom>
              <a:solidFill>
                <a:srgbClr val="F2AC2B"/>
              </a:solidFill>
              <a:ln>
                <a:no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2" name="文本框 231">
                <a:extLst>
                  <a:ext uri="{FF2B5EF4-FFF2-40B4-BE49-F238E27FC236}">
                    <a16:creationId xmlns:a16="http://schemas.microsoft.com/office/drawing/2014/main" id="{DE0AF6DA-7877-AD3A-BBF6-0666CCD5AE2A}"/>
                  </a:ext>
                </a:extLst>
              </p:cNvPr>
              <p:cNvSpPr txBox="1"/>
              <p:nvPr/>
            </p:nvSpPr>
            <p:spPr>
              <a:xfrm>
                <a:off x="6101835" y="1108426"/>
                <a:ext cx="748923" cy="261610"/>
              </a:xfrm>
              <a:prstGeom prst="rect">
                <a:avLst/>
              </a:prstGeom>
              <a:noFill/>
              <a:scene3d>
                <a:camera prst="isometricRightUp"/>
                <a:lightRig rig="threePt" dir="t"/>
              </a:scene3d>
            </p:spPr>
            <p:txBody>
              <a:bodyPr wrap="none" rtlCol="0">
                <a:spAutoFit/>
              </a:bodyPr>
              <a:lstStyle/>
              <a:p>
                <a:r>
                  <a:rPr lang="zh-CN" altLang="en-US" sz="1100" dirty="0">
                    <a:solidFill>
                      <a:schemeClr val="bg1"/>
                    </a:solidFill>
                    <a:latin typeface="HarmonyOS Sans SC Medium" panose="00000600000000000000" pitchFamily="2" charset="-122"/>
                    <a:ea typeface="HarmonyOS Sans SC Medium" panose="00000600000000000000" pitchFamily="2" charset="-122"/>
                  </a:rPr>
                  <a:t>标注文字</a:t>
                </a:r>
              </a:p>
            </p:txBody>
          </p:sp>
        </p:grpSp>
        <p:sp>
          <p:nvSpPr>
            <p:cNvPr id="229" name="椭圆 228">
              <a:extLst>
                <a:ext uri="{FF2B5EF4-FFF2-40B4-BE49-F238E27FC236}">
                  <a16:creationId xmlns:a16="http://schemas.microsoft.com/office/drawing/2014/main" id="{C2FB8A70-520F-7E3D-7E86-9A6B4DB852CE}"/>
                </a:ext>
              </a:extLst>
            </p:cNvPr>
            <p:cNvSpPr/>
            <p:nvPr/>
          </p:nvSpPr>
          <p:spPr>
            <a:xfrm>
              <a:off x="6638374" y="1697170"/>
              <a:ext cx="81848" cy="50278"/>
            </a:xfrm>
            <a:prstGeom prst="ellipse">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0" name="直接箭头连接符 229">
              <a:extLst>
                <a:ext uri="{FF2B5EF4-FFF2-40B4-BE49-F238E27FC236}">
                  <a16:creationId xmlns:a16="http://schemas.microsoft.com/office/drawing/2014/main" id="{318F880C-4B07-F76C-C7A0-7AB683F47E3D}"/>
                </a:ext>
              </a:extLst>
            </p:cNvPr>
            <p:cNvCxnSpPr>
              <a:cxnSpLocks/>
            </p:cNvCxnSpPr>
            <p:nvPr/>
          </p:nvCxnSpPr>
          <p:spPr>
            <a:xfrm flipV="1">
              <a:off x="6679012" y="1370477"/>
              <a:ext cx="0" cy="347915"/>
            </a:xfrm>
            <a:prstGeom prst="straightConnector1">
              <a:avLst/>
            </a:prstGeom>
            <a:ln>
              <a:solidFill>
                <a:srgbClr val="3749CC"/>
              </a:solidFill>
              <a:tailEnd type="oval" w="sm" len="sm"/>
            </a:ln>
          </p:spPr>
          <p:style>
            <a:lnRef idx="1">
              <a:schemeClr val="accent1"/>
            </a:lnRef>
            <a:fillRef idx="0">
              <a:schemeClr val="accent1"/>
            </a:fillRef>
            <a:effectRef idx="0">
              <a:schemeClr val="accent1"/>
            </a:effectRef>
            <a:fontRef idx="minor">
              <a:schemeClr val="tx1"/>
            </a:fontRef>
          </p:style>
        </p:cxnSp>
      </p:grpSp>
      <p:grpSp>
        <p:nvGrpSpPr>
          <p:cNvPr id="233" name="组合 232">
            <a:extLst>
              <a:ext uri="{FF2B5EF4-FFF2-40B4-BE49-F238E27FC236}">
                <a16:creationId xmlns:a16="http://schemas.microsoft.com/office/drawing/2014/main" id="{BE323BA5-E18E-32BD-F480-E1D9B6B3B253}"/>
              </a:ext>
            </a:extLst>
          </p:cNvPr>
          <p:cNvGrpSpPr/>
          <p:nvPr/>
        </p:nvGrpSpPr>
        <p:grpSpPr>
          <a:xfrm>
            <a:off x="892580" y="2096796"/>
            <a:ext cx="3489741" cy="1174065"/>
            <a:chOff x="474580" y="1511573"/>
            <a:chExt cx="3489741" cy="1174065"/>
          </a:xfrm>
        </p:grpSpPr>
        <p:sp>
          <p:nvSpPr>
            <p:cNvPr id="234" name="文本框 233">
              <a:extLst>
                <a:ext uri="{FF2B5EF4-FFF2-40B4-BE49-F238E27FC236}">
                  <a16:creationId xmlns:a16="http://schemas.microsoft.com/office/drawing/2014/main" id="{601A9759-C53D-DA89-A473-8E68F116B38B}"/>
                </a:ext>
              </a:extLst>
            </p:cNvPr>
            <p:cNvSpPr txBox="1"/>
            <p:nvPr/>
          </p:nvSpPr>
          <p:spPr>
            <a:xfrm>
              <a:off x="474580" y="1696972"/>
              <a:ext cx="3023585" cy="584775"/>
            </a:xfrm>
            <a:prstGeom prst="rect">
              <a:avLst/>
            </a:prstGeom>
            <a:noFill/>
          </p:spPr>
          <p:txBody>
            <a:bodyPr wrap="none" rtlCol="0">
              <a:spAutoFit/>
            </a:bodyPr>
            <a:lstStyle/>
            <a:p>
              <a:r>
                <a:rPr lang="en-US" altLang="zh-CN"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rPr>
                <a:t>YOUR BRAND</a:t>
              </a:r>
              <a:endParaRPr lang="zh-CN" altLang="en-US"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endParaRPr>
            </a:p>
          </p:txBody>
        </p:sp>
        <p:sp>
          <p:nvSpPr>
            <p:cNvPr id="235" name="文本框 234">
              <a:extLst>
                <a:ext uri="{FF2B5EF4-FFF2-40B4-BE49-F238E27FC236}">
                  <a16:creationId xmlns:a16="http://schemas.microsoft.com/office/drawing/2014/main" id="{60B027E3-2548-BAAE-3BE7-8AC7B8345537}"/>
                </a:ext>
              </a:extLst>
            </p:cNvPr>
            <p:cNvSpPr txBox="1"/>
            <p:nvPr/>
          </p:nvSpPr>
          <p:spPr>
            <a:xfrm>
              <a:off x="474580" y="1511573"/>
              <a:ext cx="1197764" cy="307777"/>
            </a:xfrm>
            <a:prstGeom prst="rect">
              <a:avLst/>
            </a:prstGeom>
            <a:noFill/>
          </p:spPr>
          <p:txBody>
            <a:bodyPr wrap="none" rtlCol="0">
              <a:spAutoFit/>
            </a:bodyPr>
            <a:lstStyle/>
            <a:p>
              <a:r>
                <a:rPr lang="en-US" altLang="zh-CN" sz="1400" dirty="0">
                  <a:solidFill>
                    <a:srgbClr val="02F276"/>
                  </a:solidFill>
                  <a:latin typeface="HarmonyOS Sans SC Black" panose="00000A00000000000000" pitchFamily="2" charset="-122"/>
                  <a:ea typeface="HarmonyOS Sans SC Black" panose="00000A00000000000000" pitchFamily="2" charset="-122"/>
                </a:rPr>
                <a:t>TEXT TITLE</a:t>
              </a:r>
              <a:endParaRPr lang="zh-CN" altLang="en-US" sz="1400" dirty="0">
                <a:solidFill>
                  <a:srgbClr val="02F276"/>
                </a:solidFill>
                <a:latin typeface="HarmonyOS Sans SC Black" panose="00000A00000000000000" pitchFamily="2" charset="-122"/>
                <a:ea typeface="HarmonyOS Sans SC Black" panose="00000A00000000000000" pitchFamily="2" charset="-122"/>
              </a:endParaRPr>
            </a:p>
          </p:txBody>
        </p:sp>
        <p:sp>
          <p:nvSpPr>
            <p:cNvPr id="236" name="文本框 235">
              <a:extLst>
                <a:ext uri="{FF2B5EF4-FFF2-40B4-BE49-F238E27FC236}">
                  <a16:creationId xmlns:a16="http://schemas.microsoft.com/office/drawing/2014/main" id="{7DB17102-E70B-A15C-576A-1C0EE1E2D1FB}"/>
                </a:ext>
              </a:extLst>
            </p:cNvPr>
            <p:cNvSpPr txBox="1"/>
            <p:nvPr/>
          </p:nvSpPr>
          <p:spPr>
            <a:xfrm>
              <a:off x="474580" y="2223973"/>
              <a:ext cx="3489741" cy="461665"/>
            </a:xfrm>
            <a:prstGeom prst="rect">
              <a:avLst/>
            </a:prstGeom>
            <a:noFill/>
          </p:spPr>
          <p:txBody>
            <a:bodyPr wrap="square" rtlCol="0">
              <a:spAutoFit/>
            </a:bodyPr>
            <a:lstStyle/>
            <a:p>
              <a:r>
                <a:rPr lang="zh-CN" altLang="en-US" sz="24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rPr>
                <a:t>图标文字均可</a:t>
              </a:r>
              <a:r>
                <a:rPr lang="zh-CN" altLang="en-US" sz="2400" dirty="0">
                  <a:solidFill>
                    <a:srgbClr val="02F276"/>
                  </a:solidFill>
                  <a:latin typeface="HarmonyOS Sans SC Black" panose="00000A00000000000000" pitchFamily="2" charset="-122"/>
                  <a:ea typeface="HarmonyOS Sans SC Black" panose="00000A00000000000000" pitchFamily="2" charset="-122"/>
                </a:rPr>
                <a:t>替换修改</a:t>
              </a:r>
            </a:p>
          </p:txBody>
        </p:sp>
      </p:grpSp>
      <p:sp>
        <p:nvSpPr>
          <p:cNvPr id="238" name="文本框 237">
            <a:extLst>
              <a:ext uri="{FF2B5EF4-FFF2-40B4-BE49-F238E27FC236}">
                <a16:creationId xmlns:a16="http://schemas.microsoft.com/office/drawing/2014/main" id="{61FB2988-2B6F-4391-A955-8C936794EE04}"/>
              </a:ext>
            </a:extLst>
          </p:cNvPr>
          <p:cNvSpPr txBox="1"/>
          <p:nvPr/>
        </p:nvSpPr>
        <p:spPr>
          <a:xfrm>
            <a:off x="921638" y="3469666"/>
            <a:ext cx="3258704" cy="550087"/>
          </a:xfrm>
          <a:prstGeom prst="rect">
            <a:avLst/>
          </a:prstGeom>
          <a:noFill/>
        </p:spPr>
        <p:txBody>
          <a:bodyPr wrap="square" rtlCol="0">
            <a:spAutoFit/>
          </a:bodyPr>
          <a:lstStyle/>
          <a:p>
            <a:pPr>
              <a:lnSpc>
                <a:spcPct val="150000"/>
              </a:lnSpc>
            </a:pPr>
            <a:r>
              <a:rPr lang="zh-CN" altLang="en-US" sz="1050" dirty="0">
                <a:solidFill>
                  <a:schemeClr val="bg1">
                    <a:lumMod val="50000"/>
                  </a:schemeClr>
                </a:solidFill>
                <a:latin typeface="HarmonyOS Sans SC Light" panose="00000400000000000000" pitchFamily="2" charset="-122"/>
                <a:ea typeface="HarmonyOS Sans SC Light" panose="00000400000000000000" pitchFamily="2" charset="-122"/>
              </a:rPr>
              <a:t>企业形象是企业自身在消费者心日中的地位和价值的体现，也是企业在市场竞争中取胜的有力武器。</a:t>
            </a:r>
          </a:p>
        </p:txBody>
      </p:sp>
    </p:spTree>
    <p:extLst>
      <p:ext uri="{BB962C8B-B14F-4D97-AF65-F5344CB8AC3E}">
        <p14:creationId xmlns:p14="http://schemas.microsoft.com/office/powerpoint/2010/main" val="4178510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346868A1-B1EA-57C1-812D-57791C85DB31}"/>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D2DE8CF9-EFFE-7EF7-EDAA-2DCA3E4CEB32}"/>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5AD82E59-C1BC-1F38-4C51-F6DE627F2F60}"/>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5CD2D2EA-183F-B26F-F645-0F938D3E15E3}"/>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E7FAD6A8-863A-EF11-8E7B-86C4B57AB91F}"/>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ABB4BC1F-4766-3A53-8D05-B4B9FB383681}"/>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8" name="文本框 7">
              <a:extLst>
                <a:ext uri="{FF2B5EF4-FFF2-40B4-BE49-F238E27FC236}">
                  <a16:creationId xmlns:a16="http://schemas.microsoft.com/office/drawing/2014/main" id="{DA349ABC-0184-5115-1F20-34962C439525}"/>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11" name="文本框 10">
              <a:extLst>
                <a:ext uri="{FF2B5EF4-FFF2-40B4-BE49-F238E27FC236}">
                  <a16:creationId xmlns:a16="http://schemas.microsoft.com/office/drawing/2014/main" id="{A621434C-3551-E7C4-72BA-A63D23AE691D}"/>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12"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DFD9119-A47E-8234-459E-E6E662F142F2}"/>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13" name="文本框 12">
              <a:extLst>
                <a:ext uri="{FF2B5EF4-FFF2-40B4-BE49-F238E27FC236}">
                  <a16:creationId xmlns:a16="http://schemas.microsoft.com/office/drawing/2014/main" id="{13F77A97-C42C-7C94-BBCB-DC16D29061B9}"/>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14" name="文本框 13">
              <a:extLst>
                <a:ext uri="{FF2B5EF4-FFF2-40B4-BE49-F238E27FC236}">
                  <a16:creationId xmlns:a16="http://schemas.microsoft.com/office/drawing/2014/main" id="{E9B591DF-03AE-A7CF-C941-4A6B3F550E26}"/>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grpSp>
        <p:nvGrpSpPr>
          <p:cNvPr id="220" name="组合 219">
            <a:extLst>
              <a:ext uri="{FF2B5EF4-FFF2-40B4-BE49-F238E27FC236}">
                <a16:creationId xmlns:a16="http://schemas.microsoft.com/office/drawing/2014/main" id="{5DFD7D42-908D-0ED4-4F6D-2D6B0A6F4B2C}"/>
              </a:ext>
            </a:extLst>
          </p:cNvPr>
          <p:cNvGrpSpPr/>
          <p:nvPr/>
        </p:nvGrpSpPr>
        <p:grpSpPr>
          <a:xfrm>
            <a:off x="3870737" y="2783895"/>
            <a:ext cx="4450525" cy="2367103"/>
            <a:chOff x="3874728" y="2453471"/>
            <a:chExt cx="4798607" cy="2552238"/>
          </a:xfrm>
        </p:grpSpPr>
        <p:cxnSp>
          <p:nvCxnSpPr>
            <p:cNvPr id="215" name="直接箭头连接符 214">
              <a:extLst>
                <a:ext uri="{FF2B5EF4-FFF2-40B4-BE49-F238E27FC236}">
                  <a16:creationId xmlns:a16="http://schemas.microsoft.com/office/drawing/2014/main" id="{E82FEBB1-DE49-3F3C-35D9-CEA750DABA7D}"/>
                </a:ext>
              </a:extLst>
            </p:cNvPr>
            <p:cNvCxnSpPr>
              <a:cxnSpLocks/>
            </p:cNvCxnSpPr>
            <p:nvPr/>
          </p:nvCxnSpPr>
          <p:spPr>
            <a:xfrm flipV="1">
              <a:off x="3874728" y="2453471"/>
              <a:ext cx="4363182" cy="2552238"/>
            </a:xfrm>
            <a:prstGeom prst="straightConnector1">
              <a:avLst/>
            </a:prstGeom>
            <a:ln w="12700">
              <a:gradFill>
                <a:gsLst>
                  <a:gs pos="18000">
                    <a:srgbClr val="BEC9F4"/>
                  </a:gs>
                  <a:gs pos="83000">
                    <a:srgbClr val="BDC8F4"/>
                  </a:gs>
                  <a:gs pos="50000">
                    <a:srgbClr val="DFE7F5">
                      <a:alpha val="0"/>
                    </a:srgbClr>
                  </a:gs>
                  <a:gs pos="0">
                    <a:srgbClr val="6578F0"/>
                  </a:gs>
                  <a:gs pos="100000">
                    <a:srgbClr val="6578F0"/>
                  </a:gs>
                </a:gsLst>
                <a:lin ang="5400000" scaled="1"/>
              </a:gra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9" name="直接箭头连接符 218">
              <a:extLst>
                <a:ext uri="{FF2B5EF4-FFF2-40B4-BE49-F238E27FC236}">
                  <a16:creationId xmlns:a16="http://schemas.microsoft.com/office/drawing/2014/main" id="{0051A232-51FB-BC91-4743-53793E5AD127}"/>
                </a:ext>
              </a:extLst>
            </p:cNvPr>
            <p:cNvCxnSpPr>
              <a:cxnSpLocks/>
            </p:cNvCxnSpPr>
            <p:nvPr/>
          </p:nvCxnSpPr>
          <p:spPr>
            <a:xfrm flipH="1" flipV="1">
              <a:off x="4310153" y="2453471"/>
              <a:ext cx="4363182" cy="2552238"/>
            </a:xfrm>
            <a:prstGeom prst="straightConnector1">
              <a:avLst/>
            </a:prstGeom>
            <a:ln w="12700">
              <a:gradFill>
                <a:gsLst>
                  <a:gs pos="18000">
                    <a:srgbClr val="BEC9F4"/>
                  </a:gs>
                  <a:gs pos="83000">
                    <a:srgbClr val="BDC8F4"/>
                  </a:gs>
                  <a:gs pos="50000">
                    <a:srgbClr val="DFE7F5">
                      <a:alpha val="0"/>
                    </a:srgbClr>
                  </a:gs>
                  <a:gs pos="0">
                    <a:srgbClr val="6578F0"/>
                  </a:gs>
                  <a:gs pos="100000">
                    <a:srgbClr val="6578F0"/>
                  </a:gs>
                </a:gsLst>
                <a:lin ang="5400000" scaled="1"/>
              </a:gra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13" name="组合 212">
            <a:extLst>
              <a:ext uri="{FF2B5EF4-FFF2-40B4-BE49-F238E27FC236}">
                <a16:creationId xmlns:a16="http://schemas.microsoft.com/office/drawing/2014/main" id="{5BDFA01C-B779-1CEE-C164-5FE5A519E156}"/>
              </a:ext>
            </a:extLst>
          </p:cNvPr>
          <p:cNvGrpSpPr/>
          <p:nvPr/>
        </p:nvGrpSpPr>
        <p:grpSpPr>
          <a:xfrm>
            <a:off x="4546795" y="2976853"/>
            <a:ext cx="3154640" cy="1886439"/>
            <a:chOff x="4383914" y="2358158"/>
            <a:chExt cx="3652835" cy="2184354"/>
          </a:xfrm>
        </p:grpSpPr>
        <p:grpSp>
          <p:nvGrpSpPr>
            <p:cNvPr id="58" name="组合 57">
              <a:extLst>
                <a:ext uri="{FF2B5EF4-FFF2-40B4-BE49-F238E27FC236}">
                  <a16:creationId xmlns:a16="http://schemas.microsoft.com/office/drawing/2014/main" id="{7E12D051-1AE5-6895-5FEE-BAF5DFDEE7B3}"/>
                </a:ext>
              </a:extLst>
            </p:cNvPr>
            <p:cNvGrpSpPr/>
            <p:nvPr/>
          </p:nvGrpSpPr>
          <p:grpSpPr>
            <a:xfrm>
              <a:off x="4383914" y="2392115"/>
              <a:ext cx="3652835" cy="2150397"/>
              <a:chOff x="3176657" y="1544851"/>
              <a:chExt cx="5242596" cy="3086278"/>
            </a:xfrm>
          </p:grpSpPr>
          <p:sp>
            <p:nvSpPr>
              <p:cNvPr id="10" name="Freeform 6">
                <a:extLst>
                  <a:ext uri="{FF2B5EF4-FFF2-40B4-BE49-F238E27FC236}">
                    <a16:creationId xmlns:a16="http://schemas.microsoft.com/office/drawing/2014/main" id="{18808268-F23D-1A72-0801-DFD1CDA030B7}"/>
                  </a:ext>
                </a:extLst>
              </p:cNvPr>
              <p:cNvSpPr>
                <a:spLocks/>
              </p:cNvSpPr>
              <p:nvPr/>
            </p:nvSpPr>
            <p:spPr bwMode="auto">
              <a:xfrm>
                <a:off x="3176657" y="1544851"/>
                <a:ext cx="5242596" cy="3037542"/>
              </a:xfrm>
              <a:custGeom>
                <a:avLst/>
                <a:gdLst>
                  <a:gd name="T0" fmla="*/ 3497 w 3558"/>
                  <a:gd name="T1" fmla="*/ 967 h 2060"/>
                  <a:gd name="T2" fmla="*/ 3498 w 3558"/>
                  <a:gd name="T3" fmla="*/ 1094 h 2060"/>
                  <a:gd name="T4" fmla="*/ 1894 w 3558"/>
                  <a:gd name="T5" fmla="*/ 2025 h 2060"/>
                  <a:gd name="T6" fmla="*/ 1675 w 3558"/>
                  <a:gd name="T7" fmla="*/ 2025 h 2060"/>
                  <a:gd name="T8" fmla="*/ 61 w 3558"/>
                  <a:gd name="T9" fmla="*/ 1094 h 2060"/>
                  <a:gd name="T10" fmla="*/ 61 w 3558"/>
                  <a:gd name="T11" fmla="*/ 967 h 2060"/>
                  <a:gd name="T12" fmla="*/ 1664 w 3558"/>
                  <a:gd name="T13" fmla="*/ 35 h 2060"/>
                  <a:gd name="T14" fmla="*/ 1883 w 3558"/>
                  <a:gd name="T15" fmla="*/ 35 h 2060"/>
                  <a:gd name="T16" fmla="*/ 3497 w 3558"/>
                  <a:gd name="T17" fmla="*/ 967 h 2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58" h="2060">
                    <a:moveTo>
                      <a:pt x="3497" y="967"/>
                    </a:moveTo>
                    <a:cubicBezTo>
                      <a:pt x="3557" y="1002"/>
                      <a:pt x="3558" y="1059"/>
                      <a:pt x="3498" y="1094"/>
                    </a:cubicBezTo>
                    <a:cubicBezTo>
                      <a:pt x="1894" y="2025"/>
                      <a:pt x="1894" y="2025"/>
                      <a:pt x="1894" y="2025"/>
                    </a:cubicBezTo>
                    <a:cubicBezTo>
                      <a:pt x="1834" y="2060"/>
                      <a:pt x="1736" y="2060"/>
                      <a:pt x="1675" y="2025"/>
                    </a:cubicBezTo>
                    <a:cubicBezTo>
                      <a:pt x="61" y="1094"/>
                      <a:pt x="61" y="1094"/>
                      <a:pt x="61" y="1094"/>
                    </a:cubicBezTo>
                    <a:cubicBezTo>
                      <a:pt x="1" y="1059"/>
                      <a:pt x="0" y="1002"/>
                      <a:pt x="61" y="967"/>
                    </a:cubicBezTo>
                    <a:cubicBezTo>
                      <a:pt x="1664" y="35"/>
                      <a:pt x="1664" y="35"/>
                      <a:pt x="1664" y="35"/>
                    </a:cubicBezTo>
                    <a:cubicBezTo>
                      <a:pt x="1724" y="0"/>
                      <a:pt x="1822" y="0"/>
                      <a:pt x="1883" y="35"/>
                    </a:cubicBezTo>
                    <a:lnTo>
                      <a:pt x="3497" y="967"/>
                    </a:lnTo>
                    <a:close/>
                  </a:path>
                </a:pathLst>
              </a:custGeom>
              <a:solidFill>
                <a:srgbClr val="FCFBFF"/>
              </a:solidFill>
              <a:ln w="6350">
                <a:solidFill>
                  <a:srgbClr val="D4D9F7"/>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9" name="Freeform 5">
                <a:extLst>
                  <a:ext uri="{FF2B5EF4-FFF2-40B4-BE49-F238E27FC236}">
                    <a16:creationId xmlns:a16="http://schemas.microsoft.com/office/drawing/2014/main" id="{2E4DFAEF-A362-979D-28A6-D98947589385}"/>
                  </a:ext>
                </a:extLst>
              </p:cNvPr>
              <p:cNvSpPr>
                <a:spLocks/>
              </p:cNvSpPr>
              <p:nvPr/>
            </p:nvSpPr>
            <p:spPr bwMode="auto">
              <a:xfrm>
                <a:off x="3198538" y="3063622"/>
                <a:ext cx="5198833" cy="1567507"/>
              </a:xfrm>
              <a:custGeom>
                <a:avLst/>
                <a:gdLst>
                  <a:gd name="T0" fmla="*/ 3483 w 3528"/>
                  <a:gd name="T1" fmla="*/ 64 h 1063"/>
                  <a:gd name="T2" fmla="*/ 1879 w 3528"/>
                  <a:gd name="T3" fmla="*/ 995 h 1063"/>
                  <a:gd name="T4" fmla="*/ 1660 w 3528"/>
                  <a:gd name="T5" fmla="*/ 995 h 1063"/>
                  <a:gd name="T6" fmla="*/ 46 w 3528"/>
                  <a:gd name="T7" fmla="*/ 64 h 1063"/>
                  <a:gd name="T8" fmla="*/ 1 w 3528"/>
                  <a:gd name="T9" fmla="*/ 0 h 1063"/>
                  <a:gd name="T10" fmla="*/ 1 w 3528"/>
                  <a:gd name="T11" fmla="*/ 32 h 1063"/>
                  <a:gd name="T12" fmla="*/ 46 w 3528"/>
                  <a:gd name="T13" fmla="*/ 96 h 1063"/>
                  <a:gd name="T14" fmla="*/ 1660 w 3528"/>
                  <a:gd name="T15" fmla="*/ 1028 h 1063"/>
                  <a:gd name="T16" fmla="*/ 1879 w 3528"/>
                  <a:gd name="T17" fmla="*/ 1028 h 1063"/>
                  <a:gd name="T18" fmla="*/ 3482 w 3528"/>
                  <a:gd name="T19" fmla="*/ 96 h 1063"/>
                  <a:gd name="T20" fmla="*/ 3527 w 3528"/>
                  <a:gd name="T21" fmla="*/ 33 h 1063"/>
                  <a:gd name="T22" fmla="*/ 3528 w 3528"/>
                  <a:gd name="T23" fmla="*/ 1 h 1063"/>
                  <a:gd name="T24" fmla="*/ 3483 w 3528"/>
                  <a:gd name="T25" fmla="*/ 64 h 1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28" h="1063">
                    <a:moveTo>
                      <a:pt x="3483" y="64"/>
                    </a:moveTo>
                    <a:cubicBezTo>
                      <a:pt x="1879" y="995"/>
                      <a:pt x="1879" y="995"/>
                      <a:pt x="1879" y="995"/>
                    </a:cubicBezTo>
                    <a:cubicBezTo>
                      <a:pt x="1819" y="1030"/>
                      <a:pt x="1721" y="1030"/>
                      <a:pt x="1660" y="995"/>
                    </a:cubicBezTo>
                    <a:cubicBezTo>
                      <a:pt x="46" y="64"/>
                      <a:pt x="46" y="64"/>
                      <a:pt x="46" y="64"/>
                    </a:cubicBezTo>
                    <a:cubicBezTo>
                      <a:pt x="16" y="46"/>
                      <a:pt x="1" y="23"/>
                      <a:pt x="1" y="0"/>
                    </a:cubicBezTo>
                    <a:cubicBezTo>
                      <a:pt x="1" y="32"/>
                      <a:pt x="1" y="32"/>
                      <a:pt x="1" y="32"/>
                    </a:cubicBezTo>
                    <a:cubicBezTo>
                      <a:pt x="0" y="55"/>
                      <a:pt x="16" y="79"/>
                      <a:pt x="46" y="96"/>
                    </a:cubicBezTo>
                    <a:cubicBezTo>
                      <a:pt x="1660" y="1028"/>
                      <a:pt x="1660" y="1028"/>
                      <a:pt x="1660" y="1028"/>
                    </a:cubicBezTo>
                    <a:cubicBezTo>
                      <a:pt x="1721" y="1063"/>
                      <a:pt x="1819" y="1063"/>
                      <a:pt x="1879" y="1028"/>
                    </a:cubicBezTo>
                    <a:cubicBezTo>
                      <a:pt x="3482" y="96"/>
                      <a:pt x="3482" y="96"/>
                      <a:pt x="3482" y="96"/>
                    </a:cubicBezTo>
                    <a:cubicBezTo>
                      <a:pt x="3512" y="79"/>
                      <a:pt x="3527" y="56"/>
                      <a:pt x="3527" y="33"/>
                    </a:cubicBezTo>
                    <a:cubicBezTo>
                      <a:pt x="3528" y="1"/>
                      <a:pt x="3528" y="1"/>
                      <a:pt x="3528" y="1"/>
                    </a:cubicBezTo>
                    <a:cubicBezTo>
                      <a:pt x="3527" y="23"/>
                      <a:pt x="3512" y="46"/>
                      <a:pt x="3483" y="64"/>
                    </a:cubicBezTo>
                    <a:close/>
                  </a:path>
                </a:pathLst>
              </a:custGeom>
              <a:solidFill>
                <a:srgbClr val="6578F0"/>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62" name="组合 161">
              <a:extLst>
                <a:ext uri="{FF2B5EF4-FFF2-40B4-BE49-F238E27FC236}">
                  <a16:creationId xmlns:a16="http://schemas.microsoft.com/office/drawing/2014/main" id="{A9D964F8-46F1-5495-0F8B-1FAB799371CB}"/>
                </a:ext>
              </a:extLst>
            </p:cNvPr>
            <p:cNvGrpSpPr/>
            <p:nvPr/>
          </p:nvGrpSpPr>
          <p:grpSpPr>
            <a:xfrm>
              <a:off x="5303688" y="2358158"/>
              <a:ext cx="1813287" cy="1579629"/>
              <a:chOff x="5288662" y="2278503"/>
              <a:chExt cx="1813287" cy="1579629"/>
            </a:xfrm>
          </p:grpSpPr>
          <p:sp>
            <p:nvSpPr>
              <p:cNvPr id="73" name="Freeform 9">
                <a:extLst>
                  <a:ext uri="{FF2B5EF4-FFF2-40B4-BE49-F238E27FC236}">
                    <a16:creationId xmlns:a16="http://schemas.microsoft.com/office/drawing/2014/main" id="{CA0D4BF2-DFC1-9A99-D8CC-9450B2C70098}"/>
                  </a:ext>
                </a:extLst>
              </p:cNvPr>
              <p:cNvSpPr>
                <a:spLocks/>
              </p:cNvSpPr>
              <p:nvPr/>
            </p:nvSpPr>
            <p:spPr bwMode="auto">
              <a:xfrm>
                <a:off x="5302321" y="3244395"/>
                <a:ext cx="1785969" cy="613737"/>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flip="none" rotWithShape="1">
                <a:gsLst>
                  <a:gs pos="0">
                    <a:srgbClr val="E7EBFF"/>
                  </a:gs>
                  <a:gs pos="100000">
                    <a:srgbClr val="6578F0"/>
                  </a:gs>
                </a:gsLst>
                <a:lin ang="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p>
            </p:txBody>
          </p:sp>
          <p:sp>
            <p:nvSpPr>
              <p:cNvPr id="74" name="Freeform 10">
                <a:extLst>
                  <a:ext uri="{FF2B5EF4-FFF2-40B4-BE49-F238E27FC236}">
                    <a16:creationId xmlns:a16="http://schemas.microsoft.com/office/drawing/2014/main" id="{E4FCEFD0-EFB9-6355-638F-FA6AECBE40BA}"/>
                  </a:ext>
                </a:extLst>
              </p:cNvPr>
              <p:cNvSpPr>
                <a:spLocks/>
              </p:cNvSpPr>
              <p:nvPr/>
            </p:nvSpPr>
            <p:spPr bwMode="auto">
              <a:xfrm>
                <a:off x="5288662" y="2721932"/>
                <a:ext cx="1813287" cy="1051427"/>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158" name="组合 157">
                <a:extLst>
                  <a:ext uri="{FF2B5EF4-FFF2-40B4-BE49-F238E27FC236}">
                    <a16:creationId xmlns:a16="http://schemas.microsoft.com/office/drawing/2014/main" id="{5768608B-4DC5-302E-18D9-3FEB5E305B86}"/>
                  </a:ext>
                </a:extLst>
              </p:cNvPr>
              <p:cNvGrpSpPr/>
              <p:nvPr/>
            </p:nvGrpSpPr>
            <p:grpSpPr>
              <a:xfrm>
                <a:off x="5288662" y="2510611"/>
                <a:ext cx="1813287" cy="1136200"/>
                <a:chOff x="5281984" y="2510611"/>
                <a:chExt cx="1813287" cy="1136200"/>
              </a:xfrm>
            </p:grpSpPr>
            <p:sp>
              <p:nvSpPr>
                <p:cNvPr id="71" name="Freeform 9">
                  <a:extLst>
                    <a:ext uri="{FF2B5EF4-FFF2-40B4-BE49-F238E27FC236}">
                      <a16:creationId xmlns:a16="http://schemas.microsoft.com/office/drawing/2014/main" id="{F16B37B2-7E9D-2E24-0696-09ED4424E8DC}"/>
                    </a:ext>
                  </a:extLst>
                </p:cNvPr>
                <p:cNvSpPr>
                  <a:spLocks/>
                </p:cNvSpPr>
                <p:nvPr/>
              </p:nvSpPr>
              <p:spPr bwMode="auto">
                <a:xfrm>
                  <a:off x="5295339" y="3033074"/>
                  <a:ext cx="1785969" cy="613737"/>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flip="none" rotWithShape="1">
                  <a:gsLst>
                    <a:gs pos="0">
                      <a:srgbClr val="E7EBFF"/>
                    </a:gs>
                    <a:gs pos="100000">
                      <a:srgbClr val="6578F0"/>
                    </a:gs>
                  </a:gsLst>
                  <a:lin ang="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10">
                  <a:extLst>
                    <a:ext uri="{FF2B5EF4-FFF2-40B4-BE49-F238E27FC236}">
                      <a16:creationId xmlns:a16="http://schemas.microsoft.com/office/drawing/2014/main" id="{01C07BEE-F3FE-8110-642E-809C8425723C}"/>
                    </a:ext>
                  </a:extLst>
                </p:cNvPr>
                <p:cNvSpPr>
                  <a:spLocks/>
                </p:cNvSpPr>
                <p:nvPr/>
              </p:nvSpPr>
              <p:spPr bwMode="auto">
                <a:xfrm>
                  <a:off x="5281984" y="2510611"/>
                  <a:ext cx="1813287" cy="1051427"/>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59" name="组合 158">
                <a:extLst>
                  <a:ext uri="{FF2B5EF4-FFF2-40B4-BE49-F238E27FC236}">
                    <a16:creationId xmlns:a16="http://schemas.microsoft.com/office/drawing/2014/main" id="{DB0B775C-C867-274A-AFB8-1A40A3AFF9A6}"/>
                  </a:ext>
                </a:extLst>
              </p:cNvPr>
              <p:cNvGrpSpPr/>
              <p:nvPr/>
            </p:nvGrpSpPr>
            <p:grpSpPr>
              <a:xfrm>
                <a:off x="5288662" y="2278503"/>
                <a:ext cx="1813287" cy="1136200"/>
                <a:chOff x="5281984" y="2510611"/>
                <a:chExt cx="1813287" cy="1136200"/>
              </a:xfrm>
            </p:grpSpPr>
            <p:sp>
              <p:nvSpPr>
                <p:cNvPr id="160" name="Freeform 9">
                  <a:extLst>
                    <a:ext uri="{FF2B5EF4-FFF2-40B4-BE49-F238E27FC236}">
                      <a16:creationId xmlns:a16="http://schemas.microsoft.com/office/drawing/2014/main" id="{33FBCCB5-7147-CDEE-E2A2-13B0B2FC819B}"/>
                    </a:ext>
                  </a:extLst>
                </p:cNvPr>
                <p:cNvSpPr>
                  <a:spLocks/>
                </p:cNvSpPr>
                <p:nvPr/>
              </p:nvSpPr>
              <p:spPr bwMode="auto">
                <a:xfrm>
                  <a:off x="5295339" y="3033074"/>
                  <a:ext cx="1785969" cy="613737"/>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flip="none" rotWithShape="1">
                  <a:gsLst>
                    <a:gs pos="0">
                      <a:srgbClr val="E7EBFF"/>
                    </a:gs>
                    <a:gs pos="100000">
                      <a:srgbClr val="6578F0"/>
                    </a:gs>
                  </a:gsLst>
                  <a:lin ang="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p>
              </p:txBody>
            </p:sp>
            <p:sp>
              <p:nvSpPr>
                <p:cNvPr id="161" name="Freeform 10">
                  <a:extLst>
                    <a:ext uri="{FF2B5EF4-FFF2-40B4-BE49-F238E27FC236}">
                      <a16:creationId xmlns:a16="http://schemas.microsoft.com/office/drawing/2014/main" id="{1C9DC394-2717-F2ED-134D-36DF497C30D7}"/>
                    </a:ext>
                  </a:extLst>
                </p:cNvPr>
                <p:cNvSpPr>
                  <a:spLocks/>
                </p:cNvSpPr>
                <p:nvPr/>
              </p:nvSpPr>
              <p:spPr bwMode="auto">
                <a:xfrm>
                  <a:off x="5281984" y="2510611"/>
                  <a:ext cx="1813287" cy="1051427"/>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194" name="组合 193">
            <a:extLst>
              <a:ext uri="{FF2B5EF4-FFF2-40B4-BE49-F238E27FC236}">
                <a16:creationId xmlns:a16="http://schemas.microsoft.com/office/drawing/2014/main" id="{684E7BBD-9662-B63E-EC5C-E0EF534C1061}"/>
              </a:ext>
            </a:extLst>
          </p:cNvPr>
          <p:cNvGrpSpPr/>
          <p:nvPr/>
        </p:nvGrpSpPr>
        <p:grpSpPr>
          <a:xfrm>
            <a:off x="7673320" y="1307606"/>
            <a:ext cx="1322584" cy="1548018"/>
            <a:chOff x="2770060" y="559416"/>
            <a:chExt cx="1690707" cy="1978887"/>
          </a:xfrm>
        </p:grpSpPr>
        <p:sp>
          <p:nvSpPr>
            <p:cNvPr id="204" name="梯形 203">
              <a:extLst>
                <a:ext uri="{FF2B5EF4-FFF2-40B4-BE49-F238E27FC236}">
                  <a16:creationId xmlns:a16="http://schemas.microsoft.com/office/drawing/2014/main" id="{E0EEAC58-F14A-A05E-0556-AE22A938C957}"/>
                </a:ext>
              </a:extLst>
            </p:cNvPr>
            <p:cNvSpPr/>
            <p:nvPr/>
          </p:nvSpPr>
          <p:spPr>
            <a:xfrm rot="10800000">
              <a:off x="2770060" y="559416"/>
              <a:ext cx="1690707" cy="1413006"/>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Medium" panose="00000600000000000000" pitchFamily="2" charset="-122"/>
                <a:ea typeface="HarmonyOS Sans SC Medium" panose="00000600000000000000" pitchFamily="2" charset="-122"/>
              </a:endParaRPr>
            </a:p>
          </p:txBody>
        </p:sp>
        <p:grpSp>
          <p:nvGrpSpPr>
            <p:cNvPr id="205" name="组合 204">
              <a:extLst>
                <a:ext uri="{FF2B5EF4-FFF2-40B4-BE49-F238E27FC236}">
                  <a16:creationId xmlns:a16="http://schemas.microsoft.com/office/drawing/2014/main" id="{156C4B2C-7D7B-382F-39E8-D805EE3AB849}"/>
                </a:ext>
              </a:extLst>
            </p:cNvPr>
            <p:cNvGrpSpPr/>
            <p:nvPr/>
          </p:nvGrpSpPr>
          <p:grpSpPr>
            <a:xfrm>
              <a:off x="2988695" y="1581716"/>
              <a:ext cx="1253436" cy="956587"/>
              <a:chOff x="2991671" y="1581716"/>
              <a:chExt cx="1253436" cy="956587"/>
            </a:xfrm>
          </p:grpSpPr>
          <p:grpSp>
            <p:nvGrpSpPr>
              <p:cNvPr id="206" name="组合 205">
                <a:extLst>
                  <a:ext uri="{FF2B5EF4-FFF2-40B4-BE49-F238E27FC236}">
                    <a16:creationId xmlns:a16="http://schemas.microsoft.com/office/drawing/2014/main" id="{DBB8BAF0-E7E4-2D8A-49FB-E20808D41CE0}"/>
                  </a:ext>
                </a:extLst>
              </p:cNvPr>
              <p:cNvGrpSpPr/>
              <p:nvPr/>
            </p:nvGrpSpPr>
            <p:grpSpPr>
              <a:xfrm>
                <a:off x="2991671" y="1752904"/>
                <a:ext cx="1253436" cy="785399"/>
                <a:chOff x="3015995" y="1474573"/>
                <a:chExt cx="1253436" cy="785399"/>
              </a:xfrm>
            </p:grpSpPr>
            <p:sp>
              <p:nvSpPr>
                <p:cNvPr id="210" name="Freeform 9">
                  <a:extLst>
                    <a:ext uri="{FF2B5EF4-FFF2-40B4-BE49-F238E27FC236}">
                      <a16:creationId xmlns:a16="http://schemas.microsoft.com/office/drawing/2014/main" id="{A4612754-1CA7-D766-C6CD-F6A958F62A50}"/>
                    </a:ext>
                  </a:extLst>
                </p:cNvPr>
                <p:cNvSpPr>
                  <a:spLocks/>
                </p:cNvSpPr>
                <p:nvPr/>
              </p:nvSpPr>
              <p:spPr bwMode="auto">
                <a:xfrm>
                  <a:off x="3025227" y="1835726"/>
                  <a:ext cx="1234552" cy="424246"/>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a:gsLst>
                    <a:gs pos="0">
                      <a:srgbClr val="8E9CEF"/>
                    </a:gs>
                    <a:gs pos="100000">
                      <a:srgbClr val="3749CC"/>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1" name="Freeform 10">
                  <a:extLst>
                    <a:ext uri="{FF2B5EF4-FFF2-40B4-BE49-F238E27FC236}">
                      <a16:creationId xmlns:a16="http://schemas.microsoft.com/office/drawing/2014/main" id="{CAA23491-82F1-3FAD-219D-939615C7E29E}"/>
                    </a:ext>
                  </a:extLst>
                </p:cNvPr>
                <p:cNvSpPr>
                  <a:spLocks/>
                </p:cNvSpPr>
                <p:nvPr/>
              </p:nvSpPr>
              <p:spPr bwMode="auto">
                <a:xfrm>
                  <a:off x="3015995" y="1474573"/>
                  <a:ext cx="1253436" cy="726800"/>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flip="none" rotWithShape="1">
                  <a:gsLst>
                    <a:gs pos="0">
                      <a:srgbClr val="FAFBFF"/>
                    </a:gs>
                    <a:gs pos="100000">
                      <a:srgbClr val="D4D9F7"/>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07" name="组合 206">
                <a:extLst>
                  <a:ext uri="{FF2B5EF4-FFF2-40B4-BE49-F238E27FC236}">
                    <a16:creationId xmlns:a16="http://schemas.microsoft.com/office/drawing/2014/main" id="{0C936F9D-D1A2-5147-78A0-886B79D59400}"/>
                  </a:ext>
                </a:extLst>
              </p:cNvPr>
              <p:cNvGrpSpPr/>
              <p:nvPr/>
            </p:nvGrpSpPr>
            <p:grpSpPr>
              <a:xfrm>
                <a:off x="2991671" y="1581716"/>
                <a:ext cx="1253436" cy="785399"/>
                <a:chOff x="3015995" y="1474573"/>
                <a:chExt cx="1253436" cy="785399"/>
              </a:xfrm>
            </p:grpSpPr>
            <p:sp>
              <p:nvSpPr>
                <p:cNvPr id="208" name="Freeform 9">
                  <a:extLst>
                    <a:ext uri="{FF2B5EF4-FFF2-40B4-BE49-F238E27FC236}">
                      <a16:creationId xmlns:a16="http://schemas.microsoft.com/office/drawing/2014/main" id="{AE3915AE-6493-448F-266B-F97F8D8A04F1}"/>
                    </a:ext>
                  </a:extLst>
                </p:cNvPr>
                <p:cNvSpPr>
                  <a:spLocks/>
                </p:cNvSpPr>
                <p:nvPr/>
              </p:nvSpPr>
              <p:spPr bwMode="auto">
                <a:xfrm>
                  <a:off x="3025227" y="1835726"/>
                  <a:ext cx="1234552" cy="424246"/>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a:gsLst>
                    <a:gs pos="0">
                      <a:srgbClr val="8E9CEF"/>
                    </a:gs>
                    <a:gs pos="100000">
                      <a:srgbClr val="3749CC"/>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9" name="Freeform 10">
                  <a:extLst>
                    <a:ext uri="{FF2B5EF4-FFF2-40B4-BE49-F238E27FC236}">
                      <a16:creationId xmlns:a16="http://schemas.microsoft.com/office/drawing/2014/main" id="{302E2C03-3E9C-F6C4-D87D-6CDC8FB1823A}"/>
                    </a:ext>
                  </a:extLst>
                </p:cNvPr>
                <p:cNvSpPr>
                  <a:spLocks/>
                </p:cNvSpPr>
                <p:nvPr/>
              </p:nvSpPr>
              <p:spPr bwMode="auto">
                <a:xfrm>
                  <a:off x="3015995" y="1474573"/>
                  <a:ext cx="1253436" cy="726800"/>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flip="none" rotWithShape="1">
                  <a:gsLst>
                    <a:gs pos="0">
                      <a:srgbClr val="FAFBFF"/>
                    </a:gs>
                    <a:gs pos="100000">
                      <a:srgbClr val="D4D9F7"/>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195" name="组合 194">
            <a:extLst>
              <a:ext uri="{FF2B5EF4-FFF2-40B4-BE49-F238E27FC236}">
                <a16:creationId xmlns:a16="http://schemas.microsoft.com/office/drawing/2014/main" id="{AFD605C8-2D1D-0A7C-E777-5991A9F22636}"/>
              </a:ext>
            </a:extLst>
          </p:cNvPr>
          <p:cNvGrpSpPr/>
          <p:nvPr/>
        </p:nvGrpSpPr>
        <p:grpSpPr>
          <a:xfrm>
            <a:off x="8174693" y="4235130"/>
            <a:ext cx="1322584" cy="1548018"/>
            <a:chOff x="2770060" y="559416"/>
            <a:chExt cx="1690707" cy="1978887"/>
          </a:xfrm>
        </p:grpSpPr>
        <p:sp>
          <p:nvSpPr>
            <p:cNvPr id="196" name="梯形 195">
              <a:extLst>
                <a:ext uri="{FF2B5EF4-FFF2-40B4-BE49-F238E27FC236}">
                  <a16:creationId xmlns:a16="http://schemas.microsoft.com/office/drawing/2014/main" id="{38D2AF56-0AB8-B565-3D3B-4F01B9FC2E68}"/>
                </a:ext>
              </a:extLst>
            </p:cNvPr>
            <p:cNvSpPr/>
            <p:nvPr/>
          </p:nvSpPr>
          <p:spPr>
            <a:xfrm rot="10800000">
              <a:off x="2770060" y="559416"/>
              <a:ext cx="1690707" cy="1413006"/>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Medium" panose="00000600000000000000" pitchFamily="2" charset="-122"/>
                <a:ea typeface="HarmonyOS Sans SC Medium" panose="00000600000000000000" pitchFamily="2" charset="-122"/>
              </a:endParaRPr>
            </a:p>
          </p:txBody>
        </p:sp>
        <p:grpSp>
          <p:nvGrpSpPr>
            <p:cNvPr id="197" name="组合 196">
              <a:extLst>
                <a:ext uri="{FF2B5EF4-FFF2-40B4-BE49-F238E27FC236}">
                  <a16:creationId xmlns:a16="http://schemas.microsoft.com/office/drawing/2014/main" id="{299EF6E4-5DFD-B46D-B9FD-322CD6B8AE1F}"/>
                </a:ext>
              </a:extLst>
            </p:cNvPr>
            <p:cNvGrpSpPr/>
            <p:nvPr/>
          </p:nvGrpSpPr>
          <p:grpSpPr>
            <a:xfrm>
              <a:off x="2988695" y="1581716"/>
              <a:ext cx="1253436" cy="956587"/>
              <a:chOff x="2991671" y="1581716"/>
              <a:chExt cx="1253436" cy="956587"/>
            </a:xfrm>
          </p:grpSpPr>
          <p:grpSp>
            <p:nvGrpSpPr>
              <p:cNvPr id="198" name="组合 197">
                <a:extLst>
                  <a:ext uri="{FF2B5EF4-FFF2-40B4-BE49-F238E27FC236}">
                    <a16:creationId xmlns:a16="http://schemas.microsoft.com/office/drawing/2014/main" id="{05B67EDE-0E63-9172-FB34-412187F3A64D}"/>
                  </a:ext>
                </a:extLst>
              </p:cNvPr>
              <p:cNvGrpSpPr/>
              <p:nvPr/>
            </p:nvGrpSpPr>
            <p:grpSpPr>
              <a:xfrm>
                <a:off x="2991671" y="1752904"/>
                <a:ext cx="1253436" cy="785399"/>
                <a:chOff x="3015995" y="1474573"/>
                <a:chExt cx="1253436" cy="785399"/>
              </a:xfrm>
            </p:grpSpPr>
            <p:sp>
              <p:nvSpPr>
                <p:cNvPr id="202" name="Freeform 9">
                  <a:extLst>
                    <a:ext uri="{FF2B5EF4-FFF2-40B4-BE49-F238E27FC236}">
                      <a16:creationId xmlns:a16="http://schemas.microsoft.com/office/drawing/2014/main" id="{536C9A10-CAA8-1C32-FE0B-C5ACD150CA20}"/>
                    </a:ext>
                  </a:extLst>
                </p:cNvPr>
                <p:cNvSpPr>
                  <a:spLocks/>
                </p:cNvSpPr>
                <p:nvPr/>
              </p:nvSpPr>
              <p:spPr bwMode="auto">
                <a:xfrm>
                  <a:off x="3025227" y="1835726"/>
                  <a:ext cx="1234552" cy="424246"/>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a:gsLst>
                    <a:gs pos="0">
                      <a:srgbClr val="8E9CEF"/>
                    </a:gs>
                    <a:gs pos="100000">
                      <a:srgbClr val="3749CC"/>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3" name="Freeform 10">
                  <a:extLst>
                    <a:ext uri="{FF2B5EF4-FFF2-40B4-BE49-F238E27FC236}">
                      <a16:creationId xmlns:a16="http://schemas.microsoft.com/office/drawing/2014/main" id="{BB6816D1-B97F-64A1-C88C-FFAFA75F8054}"/>
                    </a:ext>
                  </a:extLst>
                </p:cNvPr>
                <p:cNvSpPr>
                  <a:spLocks/>
                </p:cNvSpPr>
                <p:nvPr/>
              </p:nvSpPr>
              <p:spPr bwMode="auto">
                <a:xfrm>
                  <a:off x="3015995" y="1474573"/>
                  <a:ext cx="1253436" cy="726800"/>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flip="none" rotWithShape="1">
                  <a:gsLst>
                    <a:gs pos="0">
                      <a:srgbClr val="FAFBFF"/>
                    </a:gs>
                    <a:gs pos="100000">
                      <a:srgbClr val="D4D9F7"/>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99" name="组合 198">
                <a:extLst>
                  <a:ext uri="{FF2B5EF4-FFF2-40B4-BE49-F238E27FC236}">
                    <a16:creationId xmlns:a16="http://schemas.microsoft.com/office/drawing/2014/main" id="{461CCF99-6342-37CD-607D-17BA1DA5FD73}"/>
                  </a:ext>
                </a:extLst>
              </p:cNvPr>
              <p:cNvGrpSpPr/>
              <p:nvPr/>
            </p:nvGrpSpPr>
            <p:grpSpPr>
              <a:xfrm>
                <a:off x="2991671" y="1581716"/>
                <a:ext cx="1253436" cy="785399"/>
                <a:chOff x="3015995" y="1474573"/>
                <a:chExt cx="1253436" cy="785399"/>
              </a:xfrm>
            </p:grpSpPr>
            <p:sp>
              <p:nvSpPr>
                <p:cNvPr id="200" name="Freeform 9">
                  <a:extLst>
                    <a:ext uri="{FF2B5EF4-FFF2-40B4-BE49-F238E27FC236}">
                      <a16:creationId xmlns:a16="http://schemas.microsoft.com/office/drawing/2014/main" id="{AEA80789-3D67-3E38-C6B6-D75719DD2267}"/>
                    </a:ext>
                  </a:extLst>
                </p:cNvPr>
                <p:cNvSpPr>
                  <a:spLocks/>
                </p:cNvSpPr>
                <p:nvPr/>
              </p:nvSpPr>
              <p:spPr bwMode="auto">
                <a:xfrm>
                  <a:off x="3025227" y="1835726"/>
                  <a:ext cx="1234552" cy="424246"/>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a:gsLst>
                    <a:gs pos="0">
                      <a:srgbClr val="8E9CEF"/>
                    </a:gs>
                    <a:gs pos="100000">
                      <a:srgbClr val="3749CC"/>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1" name="Freeform 10">
                  <a:extLst>
                    <a:ext uri="{FF2B5EF4-FFF2-40B4-BE49-F238E27FC236}">
                      <a16:creationId xmlns:a16="http://schemas.microsoft.com/office/drawing/2014/main" id="{3EE663B3-C0A1-D507-C8B1-AB1D3DB2AFA9}"/>
                    </a:ext>
                  </a:extLst>
                </p:cNvPr>
                <p:cNvSpPr>
                  <a:spLocks/>
                </p:cNvSpPr>
                <p:nvPr/>
              </p:nvSpPr>
              <p:spPr bwMode="auto">
                <a:xfrm>
                  <a:off x="3015995" y="1474573"/>
                  <a:ext cx="1253436" cy="726800"/>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flip="none" rotWithShape="1">
                  <a:gsLst>
                    <a:gs pos="0">
                      <a:srgbClr val="FAFBFF"/>
                    </a:gs>
                    <a:gs pos="100000">
                      <a:srgbClr val="D4D9F7"/>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221" name="组合 220">
            <a:extLst>
              <a:ext uri="{FF2B5EF4-FFF2-40B4-BE49-F238E27FC236}">
                <a16:creationId xmlns:a16="http://schemas.microsoft.com/office/drawing/2014/main" id="{9FCE2808-0D5A-BE6A-7ADB-03854F18C147}"/>
              </a:ext>
            </a:extLst>
          </p:cNvPr>
          <p:cNvGrpSpPr/>
          <p:nvPr/>
        </p:nvGrpSpPr>
        <p:grpSpPr>
          <a:xfrm>
            <a:off x="3196096" y="1307606"/>
            <a:ext cx="1322584" cy="1548018"/>
            <a:chOff x="2770060" y="559416"/>
            <a:chExt cx="1690707" cy="1978887"/>
          </a:xfrm>
        </p:grpSpPr>
        <p:sp>
          <p:nvSpPr>
            <p:cNvPr id="222" name="梯形 221">
              <a:extLst>
                <a:ext uri="{FF2B5EF4-FFF2-40B4-BE49-F238E27FC236}">
                  <a16:creationId xmlns:a16="http://schemas.microsoft.com/office/drawing/2014/main" id="{0D8E6538-5A75-B835-2791-476854A98A3C}"/>
                </a:ext>
              </a:extLst>
            </p:cNvPr>
            <p:cNvSpPr/>
            <p:nvPr/>
          </p:nvSpPr>
          <p:spPr>
            <a:xfrm rot="10800000">
              <a:off x="2770060" y="559416"/>
              <a:ext cx="1690707" cy="1413006"/>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Medium" panose="00000600000000000000" pitchFamily="2" charset="-122"/>
                <a:ea typeface="HarmonyOS Sans SC Medium" panose="00000600000000000000" pitchFamily="2" charset="-122"/>
              </a:endParaRPr>
            </a:p>
          </p:txBody>
        </p:sp>
        <p:grpSp>
          <p:nvGrpSpPr>
            <p:cNvPr id="223" name="组合 222">
              <a:extLst>
                <a:ext uri="{FF2B5EF4-FFF2-40B4-BE49-F238E27FC236}">
                  <a16:creationId xmlns:a16="http://schemas.microsoft.com/office/drawing/2014/main" id="{33CD8B60-E435-237E-F042-D89C90C33363}"/>
                </a:ext>
              </a:extLst>
            </p:cNvPr>
            <p:cNvGrpSpPr/>
            <p:nvPr/>
          </p:nvGrpSpPr>
          <p:grpSpPr>
            <a:xfrm>
              <a:off x="2988695" y="1581716"/>
              <a:ext cx="1253436" cy="956587"/>
              <a:chOff x="2991671" y="1581716"/>
              <a:chExt cx="1253436" cy="956587"/>
            </a:xfrm>
          </p:grpSpPr>
          <p:grpSp>
            <p:nvGrpSpPr>
              <p:cNvPr id="224" name="组合 223">
                <a:extLst>
                  <a:ext uri="{FF2B5EF4-FFF2-40B4-BE49-F238E27FC236}">
                    <a16:creationId xmlns:a16="http://schemas.microsoft.com/office/drawing/2014/main" id="{8615763A-DAC1-7944-CA4F-0991C7523488}"/>
                  </a:ext>
                </a:extLst>
              </p:cNvPr>
              <p:cNvGrpSpPr/>
              <p:nvPr/>
            </p:nvGrpSpPr>
            <p:grpSpPr>
              <a:xfrm>
                <a:off x="2991671" y="1752904"/>
                <a:ext cx="1253436" cy="785399"/>
                <a:chOff x="3015995" y="1474573"/>
                <a:chExt cx="1253436" cy="785399"/>
              </a:xfrm>
            </p:grpSpPr>
            <p:sp>
              <p:nvSpPr>
                <p:cNvPr id="228" name="Freeform 9">
                  <a:extLst>
                    <a:ext uri="{FF2B5EF4-FFF2-40B4-BE49-F238E27FC236}">
                      <a16:creationId xmlns:a16="http://schemas.microsoft.com/office/drawing/2014/main" id="{19F3DCF5-4080-33F4-12F8-0337E506BED6}"/>
                    </a:ext>
                  </a:extLst>
                </p:cNvPr>
                <p:cNvSpPr>
                  <a:spLocks/>
                </p:cNvSpPr>
                <p:nvPr/>
              </p:nvSpPr>
              <p:spPr bwMode="auto">
                <a:xfrm>
                  <a:off x="3025227" y="1835726"/>
                  <a:ext cx="1234552" cy="424246"/>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a:gsLst>
                    <a:gs pos="0">
                      <a:srgbClr val="8E9CEF"/>
                    </a:gs>
                    <a:gs pos="100000">
                      <a:srgbClr val="3749CC"/>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9" name="Freeform 10">
                  <a:extLst>
                    <a:ext uri="{FF2B5EF4-FFF2-40B4-BE49-F238E27FC236}">
                      <a16:creationId xmlns:a16="http://schemas.microsoft.com/office/drawing/2014/main" id="{8A3E93A8-3CD4-E915-7055-1F2B69470F10}"/>
                    </a:ext>
                  </a:extLst>
                </p:cNvPr>
                <p:cNvSpPr>
                  <a:spLocks/>
                </p:cNvSpPr>
                <p:nvPr/>
              </p:nvSpPr>
              <p:spPr bwMode="auto">
                <a:xfrm>
                  <a:off x="3015995" y="1474573"/>
                  <a:ext cx="1253436" cy="726800"/>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flip="none" rotWithShape="1">
                  <a:gsLst>
                    <a:gs pos="0">
                      <a:srgbClr val="FAFBFF"/>
                    </a:gs>
                    <a:gs pos="100000">
                      <a:srgbClr val="D4D9F7"/>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25" name="组合 224">
                <a:extLst>
                  <a:ext uri="{FF2B5EF4-FFF2-40B4-BE49-F238E27FC236}">
                    <a16:creationId xmlns:a16="http://schemas.microsoft.com/office/drawing/2014/main" id="{996EDD20-B3E0-70FF-AB4C-F3AD4A2CFDBE}"/>
                  </a:ext>
                </a:extLst>
              </p:cNvPr>
              <p:cNvGrpSpPr/>
              <p:nvPr/>
            </p:nvGrpSpPr>
            <p:grpSpPr>
              <a:xfrm>
                <a:off x="2991671" y="1581716"/>
                <a:ext cx="1253436" cy="785399"/>
                <a:chOff x="3015995" y="1474573"/>
                <a:chExt cx="1253436" cy="785399"/>
              </a:xfrm>
            </p:grpSpPr>
            <p:sp>
              <p:nvSpPr>
                <p:cNvPr id="226" name="Freeform 9">
                  <a:extLst>
                    <a:ext uri="{FF2B5EF4-FFF2-40B4-BE49-F238E27FC236}">
                      <a16:creationId xmlns:a16="http://schemas.microsoft.com/office/drawing/2014/main" id="{39A2E0BE-9FDC-6E2F-1FF8-7B74630E76D5}"/>
                    </a:ext>
                  </a:extLst>
                </p:cNvPr>
                <p:cNvSpPr>
                  <a:spLocks/>
                </p:cNvSpPr>
                <p:nvPr/>
              </p:nvSpPr>
              <p:spPr bwMode="auto">
                <a:xfrm>
                  <a:off x="3025227" y="1835726"/>
                  <a:ext cx="1234552" cy="424246"/>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a:gsLst>
                    <a:gs pos="0">
                      <a:srgbClr val="8E9CEF"/>
                    </a:gs>
                    <a:gs pos="100000">
                      <a:srgbClr val="3749CC"/>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7" name="Freeform 10">
                  <a:extLst>
                    <a:ext uri="{FF2B5EF4-FFF2-40B4-BE49-F238E27FC236}">
                      <a16:creationId xmlns:a16="http://schemas.microsoft.com/office/drawing/2014/main" id="{297C933D-8600-1704-17FC-49DE2746017F}"/>
                    </a:ext>
                  </a:extLst>
                </p:cNvPr>
                <p:cNvSpPr>
                  <a:spLocks/>
                </p:cNvSpPr>
                <p:nvPr/>
              </p:nvSpPr>
              <p:spPr bwMode="auto">
                <a:xfrm>
                  <a:off x="3015995" y="1474573"/>
                  <a:ext cx="1253436" cy="726800"/>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flip="none" rotWithShape="1">
                  <a:gsLst>
                    <a:gs pos="0">
                      <a:srgbClr val="FAFBFF"/>
                    </a:gs>
                    <a:gs pos="100000">
                      <a:srgbClr val="D4D9F7"/>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230" name="组合 229">
            <a:extLst>
              <a:ext uri="{FF2B5EF4-FFF2-40B4-BE49-F238E27FC236}">
                <a16:creationId xmlns:a16="http://schemas.microsoft.com/office/drawing/2014/main" id="{C6E3DB71-1AE4-CA6E-B035-8DA669A49A43}"/>
              </a:ext>
            </a:extLst>
          </p:cNvPr>
          <p:cNvGrpSpPr/>
          <p:nvPr/>
        </p:nvGrpSpPr>
        <p:grpSpPr>
          <a:xfrm>
            <a:off x="2694723" y="4235130"/>
            <a:ext cx="1322584" cy="1548018"/>
            <a:chOff x="2770060" y="559416"/>
            <a:chExt cx="1690707" cy="1978887"/>
          </a:xfrm>
        </p:grpSpPr>
        <p:sp>
          <p:nvSpPr>
            <p:cNvPr id="231" name="梯形 230">
              <a:extLst>
                <a:ext uri="{FF2B5EF4-FFF2-40B4-BE49-F238E27FC236}">
                  <a16:creationId xmlns:a16="http://schemas.microsoft.com/office/drawing/2014/main" id="{609D3CD5-C8A4-AFF6-5DD4-D8F5BCF0DB5D}"/>
                </a:ext>
              </a:extLst>
            </p:cNvPr>
            <p:cNvSpPr/>
            <p:nvPr/>
          </p:nvSpPr>
          <p:spPr>
            <a:xfrm rot="10800000">
              <a:off x="2770060" y="559416"/>
              <a:ext cx="1690707" cy="1413006"/>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Medium" panose="00000600000000000000" pitchFamily="2" charset="-122"/>
                <a:ea typeface="HarmonyOS Sans SC Medium" panose="00000600000000000000" pitchFamily="2" charset="-122"/>
              </a:endParaRPr>
            </a:p>
          </p:txBody>
        </p:sp>
        <p:grpSp>
          <p:nvGrpSpPr>
            <p:cNvPr id="232" name="组合 231">
              <a:extLst>
                <a:ext uri="{FF2B5EF4-FFF2-40B4-BE49-F238E27FC236}">
                  <a16:creationId xmlns:a16="http://schemas.microsoft.com/office/drawing/2014/main" id="{F5761B43-B3E9-EE04-C6F6-CEF096AED56F}"/>
                </a:ext>
              </a:extLst>
            </p:cNvPr>
            <p:cNvGrpSpPr/>
            <p:nvPr/>
          </p:nvGrpSpPr>
          <p:grpSpPr>
            <a:xfrm>
              <a:off x="2988695" y="1581716"/>
              <a:ext cx="1253436" cy="956587"/>
              <a:chOff x="2991671" y="1581716"/>
              <a:chExt cx="1253436" cy="956587"/>
            </a:xfrm>
          </p:grpSpPr>
          <p:grpSp>
            <p:nvGrpSpPr>
              <p:cNvPr id="233" name="组合 232">
                <a:extLst>
                  <a:ext uri="{FF2B5EF4-FFF2-40B4-BE49-F238E27FC236}">
                    <a16:creationId xmlns:a16="http://schemas.microsoft.com/office/drawing/2014/main" id="{933D5F0C-2ACF-2382-E6B4-441810501B32}"/>
                  </a:ext>
                </a:extLst>
              </p:cNvPr>
              <p:cNvGrpSpPr/>
              <p:nvPr/>
            </p:nvGrpSpPr>
            <p:grpSpPr>
              <a:xfrm>
                <a:off x="2991671" y="1752904"/>
                <a:ext cx="1253436" cy="785399"/>
                <a:chOff x="3015995" y="1474573"/>
                <a:chExt cx="1253436" cy="785399"/>
              </a:xfrm>
            </p:grpSpPr>
            <p:sp>
              <p:nvSpPr>
                <p:cNvPr id="237" name="Freeform 9">
                  <a:extLst>
                    <a:ext uri="{FF2B5EF4-FFF2-40B4-BE49-F238E27FC236}">
                      <a16:creationId xmlns:a16="http://schemas.microsoft.com/office/drawing/2014/main" id="{044D004F-0FED-766C-5AE7-F331649470CD}"/>
                    </a:ext>
                  </a:extLst>
                </p:cNvPr>
                <p:cNvSpPr>
                  <a:spLocks/>
                </p:cNvSpPr>
                <p:nvPr/>
              </p:nvSpPr>
              <p:spPr bwMode="auto">
                <a:xfrm>
                  <a:off x="3025227" y="1835726"/>
                  <a:ext cx="1234552" cy="424246"/>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a:gsLst>
                    <a:gs pos="0">
                      <a:srgbClr val="8E9CEF"/>
                    </a:gs>
                    <a:gs pos="100000">
                      <a:srgbClr val="3749CC"/>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8" name="Freeform 10">
                  <a:extLst>
                    <a:ext uri="{FF2B5EF4-FFF2-40B4-BE49-F238E27FC236}">
                      <a16:creationId xmlns:a16="http://schemas.microsoft.com/office/drawing/2014/main" id="{557C8B73-608F-BC37-F60A-10AF11DCF47F}"/>
                    </a:ext>
                  </a:extLst>
                </p:cNvPr>
                <p:cNvSpPr>
                  <a:spLocks/>
                </p:cNvSpPr>
                <p:nvPr/>
              </p:nvSpPr>
              <p:spPr bwMode="auto">
                <a:xfrm>
                  <a:off x="3015995" y="1474573"/>
                  <a:ext cx="1253436" cy="726800"/>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flip="none" rotWithShape="1">
                  <a:gsLst>
                    <a:gs pos="0">
                      <a:srgbClr val="FAFBFF"/>
                    </a:gs>
                    <a:gs pos="100000">
                      <a:srgbClr val="D4D9F7"/>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34" name="组合 233">
                <a:extLst>
                  <a:ext uri="{FF2B5EF4-FFF2-40B4-BE49-F238E27FC236}">
                    <a16:creationId xmlns:a16="http://schemas.microsoft.com/office/drawing/2014/main" id="{B4DF2FA9-26F1-ACA8-D3F5-CEC8827B0F2E}"/>
                  </a:ext>
                </a:extLst>
              </p:cNvPr>
              <p:cNvGrpSpPr/>
              <p:nvPr/>
            </p:nvGrpSpPr>
            <p:grpSpPr>
              <a:xfrm>
                <a:off x="2991671" y="1581716"/>
                <a:ext cx="1253436" cy="785399"/>
                <a:chOff x="3015995" y="1474573"/>
                <a:chExt cx="1253436" cy="785399"/>
              </a:xfrm>
            </p:grpSpPr>
            <p:sp>
              <p:nvSpPr>
                <p:cNvPr id="235" name="Freeform 9">
                  <a:extLst>
                    <a:ext uri="{FF2B5EF4-FFF2-40B4-BE49-F238E27FC236}">
                      <a16:creationId xmlns:a16="http://schemas.microsoft.com/office/drawing/2014/main" id="{18A66853-5F78-B1A6-378D-92C5B4ACA4B3}"/>
                    </a:ext>
                  </a:extLst>
                </p:cNvPr>
                <p:cNvSpPr>
                  <a:spLocks/>
                </p:cNvSpPr>
                <p:nvPr/>
              </p:nvSpPr>
              <p:spPr bwMode="auto">
                <a:xfrm>
                  <a:off x="3025227" y="1835726"/>
                  <a:ext cx="1234552" cy="424246"/>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a:gsLst>
                    <a:gs pos="0">
                      <a:srgbClr val="8E9CEF"/>
                    </a:gs>
                    <a:gs pos="100000">
                      <a:srgbClr val="3749CC"/>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6" name="Freeform 10">
                  <a:extLst>
                    <a:ext uri="{FF2B5EF4-FFF2-40B4-BE49-F238E27FC236}">
                      <a16:creationId xmlns:a16="http://schemas.microsoft.com/office/drawing/2014/main" id="{CAB9D1C6-9A30-105F-CFB5-E22BF54BDEFE}"/>
                    </a:ext>
                  </a:extLst>
                </p:cNvPr>
                <p:cNvSpPr>
                  <a:spLocks/>
                </p:cNvSpPr>
                <p:nvPr/>
              </p:nvSpPr>
              <p:spPr bwMode="auto">
                <a:xfrm>
                  <a:off x="3015995" y="1474573"/>
                  <a:ext cx="1253436" cy="726800"/>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flip="none" rotWithShape="1">
                  <a:gsLst>
                    <a:gs pos="0">
                      <a:srgbClr val="FAFBFF"/>
                    </a:gs>
                    <a:gs pos="100000">
                      <a:srgbClr val="D4D9F7"/>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257" name="组合 256">
            <a:extLst>
              <a:ext uri="{FF2B5EF4-FFF2-40B4-BE49-F238E27FC236}">
                <a16:creationId xmlns:a16="http://schemas.microsoft.com/office/drawing/2014/main" id="{E69572AE-941E-EE97-2A8A-260E7529B734}"/>
              </a:ext>
            </a:extLst>
          </p:cNvPr>
          <p:cNvGrpSpPr/>
          <p:nvPr/>
        </p:nvGrpSpPr>
        <p:grpSpPr>
          <a:xfrm>
            <a:off x="5645864" y="2925676"/>
            <a:ext cx="918544" cy="623013"/>
            <a:chOff x="5084763" y="377825"/>
            <a:chExt cx="2332038" cy="1581728"/>
          </a:xfrm>
        </p:grpSpPr>
        <p:sp>
          <p:nvSpPr>
            <p:cNvPr id="242" name="AutoShape 12">
              <a:extLst>
                <a:ext uri="{FF2B5EF4-FFF2-40B4-BE49-F238E27FC236}">
                  <a16:creationId xmlns:a16="http://schemas.microsoft.com/office/drawing/2014/main" id="{DCA04F8B-4160-D4B3-626E-9D3BA7D791BC}"/>
                </a:ext>
              </a:extLst>
            </p:cNvPr>
            <p:cNvSpPr>
              <a:spLocks noChangeAspect="1" noChangeArrowheads="1" noTextEdit="1"/>
            </p:cNvSpPr>
            <p:nvPr/>
          </p:nvSpPr>
          <p:spPr bwMode="auto">
            <a:xfrm>
              <a:off x="5187950" y="425450"/>
              <a:ext cx="2127250" cy="149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3" name="Freeform 14">
              <a:extLst>
                <a:ext uri="{FF2B5EF4-FFF2-40B4-BE49-F238E27FC236}">
                  <a16:creationId xmlns:a16="http://schemas.microsoft.com/office/drawing/2014/main" id="{42B54713-FA3C-349C-9E87-CC27ED0F7066}"/>
                </a:ext>
              </a:extLst>
            </p:cNvPr>
            <p:cNvSpPr>
              <a:spLocks/>
            </p:cNvSpPr>
            <p:nvPr/>
          </p:nvSpPr>
          <p:spPr bwMode="auto">
            <a:xfrm>
              <a:off x="5187949" y="1040389"/>
              <a:ext cx="2125664" cy="919164"/>
            </a:xfrm>
            <a:custGeom>
              <a:avLst/>
              <a:gdLst>
                <a:gd name="T0" fmla="*/ 1439 w 1439"/>
                <a:gd name="T1" fmla="*/ 4 h 622"/>
                <a:gd name="T2" fmla="*/ 1438 w 1439"/>
                <a:gd name="T3" fmla="*/ 167 h 622"/>
                <a:gd name="T4" fmla="*/ 1229 w 1439"/>
                <a:gd name="T5" fmla="*/ 460 h 622"/>
                <a:gd name="T6" fmla="*/ 213 w 1439"/>
                <a:gd name="T7" fmla="*/ 460 h 622"/>
                <a:gd name="T8" fmla="*/ 0 w 1439"/>
                <a:gd name="T9" fmla="*/ 163 h 622"/>
                <a:gd name="T10" fmla="*/ 1 w 1439"/>
                <a:gd name="T11" fmla="*/ 0 h 622"/>
                <a:gd name="T12" fmla="*/ 213 w 1439"/>
                <a:gd name="T13" fmla="*/ 297 h 622"/>
                <a:gd name="T14" fmla="*/ 1230 w 1439"/>
                <a:gd name="T15" fmla="*/ 297 h 622"/>
                <a:gd name="T16" fmla="*/ 1439 w 1439"/>
                <a:gd name="T17" fmla="*/ 4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39" h="622">
                  <a:moveTo>
                    <a:pt x="1439" y="4"/>
                  </a:moveTo>
                  <a:cubicBezTo>
                    <a:pt x="1438" y="167"/>
                    <a:pt x="1438" y="167"/>
                    <a:pt x="1438" y="167"/>
                  </a:cubicBezTo>
                  <a:cubicBezTo>
                    <a:pt x="1438" y="273"/>
                    <a:pt x="1368" y="379"/>
                    <a:pt x="1229" y="460"/>
                  </a:cubicBezTo>
                  <a:cubicBezTo>
                    <a:pt x="949" y="622"/>
                    <a:pt x="494" y="622"/>
                    <a:pt x="213" y="460"/>
                  </a:cubicBezTo>
                  <a:cubicBezTo>
                    <a:pt x="71" y="378"/>
                    <a:pt x="0" y="270"/>
                    <a:pt x="0" y="163"/>
                  </a:cubicBezTo>
                  <a:cubicBezTo>
                    <a:pt x="1" y="0"/>
                    <a:pt x="1" y="0"/>
                    <a:pt x="1" y="0"/>
                  </a:cubicBezTo>
                  <a:cubicBezTo>
                    <a:pt x="1" y="107"/>
                    <a:pt x="71" y="215"/>
                    <a:pt x="213" y="297"/>
                  </a:cubicBezTo>
                  <a:cubicBezTo>
                    <a:pt x="495" y="459"/>
                    <a:pt x="950" y="459"/>
                    <a:pt x="1230" y="297"/>
                  </a:cubicBezTo>
                  <a:cubicBezTo>
                    <a:pt x="1369" y="216"/>
                    <a:pt x="1438" y="110"/>
                    <a:pt x="1439" y="4"/>
                  </a:cubicBezTo>
                  <a:close/>
                </a:path>
              </a:pathLst>
            </a:custGeom>
            <a:gradFill flip="none" rotWithShape="1">
              <a:gsLst>
                <a:gs pos="0">
                  <a:srgbClr val="E7EBFF"/>
                </a:gs>
                <a:gs pos="100000">
                  <a:srgbClr val="8E9CEF"/>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4" name="Freeform 15">
              <a:extLst>
                <a:ext uri="{FF2B5EF4-FFF2-40B4-BE49-F238E27FC236}">
                  <a16:creationId xmlns:a16="http://schemas.microsoft.com/office/drawing/2014/main" id="{6D2A72D6-F24A-77B4-AB95-17CC6BA53B1A}"/>
                </a:ext>
              </a:extLst>
            </p:cNvPr>
            <p:cNvSpPr>
              <a:spLocks/>
            </p:cNvSpPr>
            <p:nvPr/>
          </p:nvSpPr>
          <p:spPr bwMode="auto">
            <a:xfrm>
              <a:off x="5084763" y="381000"/>
              <a:ext cx="2332038" cy="1352550"/>
            </a:xfrm>
            <a:custGeom>
              <a:avLst/>
              <a:gdLst>
                <a:gd name="T0" fmla="*/ 1296 w 1579"/>
                <a:gd name="T1" fmla="*/ 163 h 914"/>
                <a:gd name="T2" fmla="*/ 1300 w 1579"/>
                <a:gd name="T3" fmla="*/ 752 h 914"/>
                <a:gd name="T4" fmla="*/ 283 w 1579"/>
                <a:gd name="T5" fmla="*/ 752 h 914"/>
                <a:gd name="T6" fmla="*/ 280 w 1579"/>
                <a:gd name="T7" fmla="*/ 163 h 914"/>
                <a:gd name="T8" fmla="*/ 1296 w 1579"/>
                <a:gd name="T9" fmla="*/ 163 h 914"/>
              </a:gdLst>
              <a:ahLst/>
              <a:cxnLst>
                <a:cxn ang="0">
                  <a:pos x="T0" y="T1"/>
                </a:cxn>
                <a:cxn ang="0">
                  <a:pos x="T2" y="T3"/>
                </a:cxn>
                <a:cxn ang="0">
                  <a:pos x="T4" y="T5"/>
                </a:cxn>
                <a:cxn ang="0">
                  <a:pos x="T6" y="T7"/>
                </a:cxn>
                <a:cxn ang="0">
                  <a:pos x="T8" y="T9"/>
                </a:cxn>
              </a:cxnLst>
              <a:rect l="0" t="0" r="r" b="b"/>
              <a:pathLst>
                <a:path w="1579" h="914">
                  <a:moveTo>
                    <a:pt x="1296" y="163"/>
                  </a:moveTo>
                  <a:cubicBezTo>
                    <a:pt x="1578" y="325"/>
                    <a:pt x="1579" y="589"/>
                    <a:pt x="1300" y="752"/>
                  </a:cubicBezTo>
                  <a:cubicBezTo>
                    <a:pt x="1020" y="914"/>
                    <a:pt x="565" y="914"/>
                    <a:pt x="283" y="752"/>
                  </a:cubicBezTo>
                  <a:cubicBezTo>
                    <a:pt x="1" y="589"/>
                    <a:pt x="0" y="325"/>
                    <a:pt x="280" y="163"/>
                  </a:cubicBezTo>
                  <a:cubicBezTo>
                    <a:pt x="560" y="0"/>
                    <a:pt x="1015" y="0"/>
                    <a:pt x="1296" y="163"/>
                  </a:cubicBezTo>
                  <a:close/>
                </a:path>
              </a:pathLst>
            </a:custGeom>
            <a:gradFill flip="none" rotWithShape="1">
              <a:gsLst>
                <a:gs pos="0">
                  <a:srgbClr val="E7EBFF"/>
                </a:gs>
                <a:gs pos="100000">
                  <a:schemeClr val="bg1"/>
                </a:gs>
              </a:gsLst>
              <a:lin ang="16200000" scaled="1"/>
              <a:tileRect/>
            </a:gradFill>
            <a:ln w="9525">
              <a:solidFill>
                <a:srgbClr val="D4D9F7"/>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45" name="Freeform 16">
              <a:extLst>
                <a:ext uri="{FF2B5EF4-FFF2-40B4-BE49-F238E27FC236}">
                  <a16:creationId xmlns:a16="http://schemas.microsoft.com/office/drawing/2014/main" id="{8913044D-4520-070F-1C97-136D0C772B4F}"/>
                </a:ext>
              </a:extLst>
            </p:cNvPr>
            <p:cNvSpPr>
              <a:spLocks/>
            </p:cNvSpPr>
            <p:nvPr/>
          </p:nvSpPr>
          <p:spPr bwMode="auto">
            <a:xfrm>
              <a:off x="5389563" y="923925"/>
              <a:ext cx="1722438" cy="577850"/>
            </a:xfrm>
            <a:custGeom>
              <a:avLst/>
              <a:gdLst>
                <a:gd name="T0" fmla="*/ 1167 w 1167"/>
                <a:gd name="T1" fmla="*/ 4 h 391"/>
                <a:gd name="T2" fmla="*/ 1167 w 1167"/>
                <a:gd name="T3" fmla="*/ 21 h 391"/>
                <a:gd name="T4" fmla="*/ 997 w 1167"/>
                <a:gd name="T5" fmla="*/ 259 h 391"/>
                <a:gd name="T6" fmla="*/ 172 w 1167"/>
                <a:gd name="T7" fmla="*/ 259 h 391"/>
                <a:gd name="T8" fmla="*/ 0 w 1167"/>
                <a:gd name="T9" fmla="*/ 18 h 391"/>
                <a:gd name="T10" fmla="*/ 0 w 1167"/>
                <a:gd name="T11" fmla="*/ 0 h 391"/>
                <a:gd name="T12" fmla="*/ 172 w 1167"/>
                <a:gd name="T13" fmla="*/ 241 h 391"/>
                <a:gd name="T14" fmla="*/ 998 w 1167"/>
                <a:gd name="T15" fmla="*/ 241 h 391"/>
                <a:gd name="T16" fmla="*/ 1167 w 1167"/>
                <a:gd name="T17" fmla="*/ 4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7" h="391">
                  <a:moveTo>
                    <a:pt x="1167" y="4"/>
                  </a:moveTo>
                  <a:cubicBezTo>
                    <a:pt x="1167" y="21"/>
                    <a:pt x="1167" y="21"/>
                    <a:pt x="1167" y="21"/>
                  </a:cubicBezTo>
                  <a:cubicBezTo>
                    <a:pt x="1167" y="107"/>
                    <a:pt x="1110" y="193"/>
                    <a:pt x="997" y="259"/>
                  </a:cubicBezTo>
                  <a:cubicBezTo>
                    <a:pt x="770" y="391"/>
                    <a:pt x="401" y="391"/>
                    <a:pt x="172" y="259"/>
                  </a:cubicBezTo>
                  <a:cubicBezTo>
                    <a:pt x="57" y="192"/>
                    <a:pt x="0" y="105"/>
                    <a:pt x="0" y="18"/>
                  </a:cubicBezTo>
                  <a:cubicBezTo>
                    <a:pt x="0" y="0"/>
                    <a:pt x="0" y="0"/>
                    <a:pt x="0" y="0"/>
                  </a:cubicBezTo>
                  <a:cubicBezTo>
                    <a:pt x="0" y="87"/>
                    <a:pt x="57" y="175"/>
                    <a:pt x="172" y="241"/>
                  </a:cubicBezTo>
                  <a:cubicBezTo>
                    <a:pt x="401" y="373"/>
                    <a:pt x="770" y="373"/>
                    <a:pt x="998" y="241"/>
                  </a:cubicBezTo>
                  <a:cubicBezTo>
                    <a:pt x="1110" y="175"/>
                    <a:pt x="1167" y="90"/>
                    <a:pt x="1167" y="4"/>
                  </a:cubicBezTo>
                  <a:close/>
                </a:path>
              </a:pathLst>
            </a:custGeom>
            <a:gradFill flip="none" rotWithShape="1">
              <a:gsLst>
                <a:gs pos="0">
                  <a:srgbClr val="E7EBFF"/>
                </a:gs>
                <a:gs pos="100000">
                  <a:srgbClr val="8E9CEF"/>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6" name="Freeform 17">
              <a:extLst>
                <a:ext uri="{FF2B5EF4-FFF2-40B4-BE49-F238E27FC236}">
                  <a16:creationId xmlns:a16="http://schemas.microsoft.com/office/drawing/2014/main" id="{99D3A237-4FC2-4E56-94B2-F2BE9326BAA3}"/>
                </a:ext>
              </a:extLst>
            </p:cNvPr>
            <p:cNvSpPr>
              <a:spLocks/>
            </p:cNvSpPr>
            <p:nvPr/>
          </p:nvSpPr>
          <p:spPr bwMode="auto">
            <a:xfrm>
              <a:off x="5303838" y="377825"/>
              <a:ext cx="1893888" cy="1096963"/>
            </a:xfrm>
            <a:custGeom>
              <a:avLst/>
              <a:gdLst>
                <a:gd name="T0" fmla="*/ 1053 w 1283"/>
                <a:gd name="T1" fmla="*/ 132 h 742"/>
                <a:gd name="T2" fmla="*/ 1056 w 1283"/>
                <a:gd name="T3" fmla="*/ 610 h 742"/>
                <a:gd name="T4" fmla="*/ 230 w 1283"/>
                <a:gd name="T5" fmla="*/ 610 h 742"/>
                <a:gd name="T6" fmla="*/ 227 w 1283"/>
                <a:gd name="T7" fmla="*/ 132 h 742"/>
                <a:gd name="T8" fmla="*/ 1053 w 1283"/>
                <a:gd name="T9" fmla="*/ 132 h 742"/>
              </a:gdLst>
              <a:ahLst/>
              <a:cxnLst>
                <a:cxn ang="0">
                  <a:pos x="T0" y="T1"/>
                </a:cxn>
                <a:cxn ang="0">
                  <a:pos x="T2" y="T3"/>
                </a:cxn>
                <a:cxn ang="0">
                  <a:pos x="T4" y="T5"/>
                </a:cxn>
                <a:cxn ang="0">
                  <a:pos x="T6" y="T7"/>
                </a:cxn>
                <a:cxn ang="0">
                  <a:pos x="T8" y="T9"/>
                </a:cxn>
              </a:cxnLst>
              <a:rect l="0" t="0" r="r" b="b"/>
              <a:pathLst>
                <a:path w="1283" h="742">
                  <a:moveTo>
                    <a:pt x="1053" y="132"/>
                  </a:moveTo>
                  <a:cubicBezTo>
                    <a:pt x="1282" y="264"/>
                    <a:pt x="1283" y="478"/>
                    <a:pt x="1056" y="610"/>
                  </a:cubicBezTo>
                  <a:cubicBezTo>
                    <a:pt x="828" y="742"/>
                    <a:pt x="459" y="742"/>
                    <a:pt x="230" y="610"/>
                  </a:cubicBezTo>
                  <a:cubicBezTo>
                    <a:pt x="2" y="478"/>
                    <a:pt x="0" y="264"/>
                    <a:pt x="227" y="132"/>
                  </a:cubicBezTo>
                  <a:cubicBezTo>
                    <a:pt x="455" y="0"/>
                    <a:pt x="824" y="0"/>
                    <a:pt x="1053" y="132"/>
                  </a:cubicBezTo>
                  <a:close/>
                </a:path>
              </a:pathLst>
            </a:custGeom>
            <a:gradFill flip="none" rotWithShape="1">
              <a:gsLst>
                <a:gs pos="0">
                  <a:srgbClr val="E7EBFF"/>
                </a:gs>
                <a:gs pos="100000">
                  <a:schemeClr val="bg1"/>
                </a:gs>
              </a:gsLst>
              <a:lin ang="13500000" scaled="1"/>
              <a:tileRect/>
            </a:gradFill>
            <a:ln w="6350">
              <a:solidFill>
                <a:srgbClr val="D4D9F7"/>
              </a:solidFill>
            </a:ln>
          </p:spPr>
          <p:txBody>
            <a:bodyPr vert="horz" wrap="square" lIns="91440" tIns="45720" rIns="91440" bIns="45720" numCol="1" anchor="t" anchorCtr="0" compatLnSpc="1">
              <a:prstTxWarp prst="textNoShape">
                <a:avLst/>
              </a:prstTxWarp>
            </a:bodyPr>
            <a:lstStyle/>
            <a:p>
              <a:endParaRPr lang="zh-CN" altLang="en-US"/>
            </a:p>
          </p:txBody>
        </p:sp>
        <p:sp>
          <p:nvSpPr>
            <p:cNvPr id="247" name="Freeform 18">
              <a:extLst>
                <a:ext uri="{FF2B5EF4-FFF2-40B4-BE49-F238E27FC236}">
                  <a16:creationId xmlns:a16="http://schemas.microsoft.com/office/drawing/2014/main" id="{4B863108-F9DE-073A-BE49-73CC2B0AF0A2}"/>
                </a:ext>
              </a:extLst>
            </p:cNvPr>
            <p:cNvSpPr>
              <a:spLocks/>
            </p:cNvSpPr>
            <p:nvPr/>
          </p:nvSpPr>
          <p:spPr bwMode="auto">
            <a:xfrm>
              <a:off x="5613400" y="814388"/>
              <a:ext cx="1274763" cy="442913"/>
            </a:xfrm>
            <a:custGeom>
              <a:avLst/>
              <a:gdLst>
                <a:gd name="T0" fmla="*/ 863 w 863"/>
                <a:gd name="T1" fmla="*/ 2 h 299"/>
                <a:gd name="T2" fmla="*/ 863 w 863"/>
                <a:gd name="T3" fmla="*/ 26 h 299"/>
                <a:gd name="T4" fmla="*/ 737 w 863"/>
                <a:gd name="T5" fmla="*/ 202 h 299"/>
                <a:gd name="T6" fmla="*/ 128 w 863"/>
                <a:gd name="T7" fmla="*/ 202 h 299"/>
                <a:gd name="T8" fmla="*/ 0 w 863"/>
                <a:gd name="T9" fmla="*/ 24 h 299"/>
                <a:gd name="T10" fmla="*/ 0 w 863"/>
                <a:gd name="T11" fmla="*/ 0 h 299"/>
                <a:gd name="T12" fmla="*/ 128 w 863"/>
                <a:gd name="T13" fmla="*/ 178 h 299"/>
                <a:gd name="T14" fmla="*/ 737 w 863"/>
                <a:gd name="T15" fmla="*/ 178 h 299"/>
                <a:gd name="T16" fmla="*/ 863 w 863"/>
                <a:gd name="T17" fmla="*/ 2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3" h="299">
                  <a:moveTo>
                    <a:pt x="863" y="2"/>
                  </a:moveTo>
                  <a:cubicBezTo>
                    <a:pt x="863" y="26"/>
                    <a:pt x="863" y="26"/>
                    <a:pt x="863" y="26"/>
                  </a:cubicBezTo>
                  <a:cubicBezTo>
                    <a:pt x="862" y="90"/>
                    <a:pt x="821" y="153"/>
                    <a:pt x="737" y="202"/>
                  </a:cubicBezTo>
                  <a:cubicBezTo>
                    <a:pt x="569" y="299"/>
                    <a:pt x="297" y="299"/>
                    <a:pt x="128" y="202"/>
                  </a:cubicBezTo>
                  <a:cubicBezTo>
                    <a:pt x="43" y="153"/>
                    <a:pt x="0" y="88"/>
                    <a:pt x="0" y="24"/>
                  </a:cubicBezTo>
                  <a:cubicBezTo>
                    <a:pt x="0" y="0"/>
                    <a:pt x="0" y="0"/>
                    <a:pt x="0" y="0"/>
                  </a:cubicBezTo>
                  <a:cubicBezTo>
                    <a:pt x="0" y="64"/>
                    <a:pt x="43" y="129"/>
                    <a:pt x="128" y="178"/>
                  </a:cubicBezTo>
                  <a:cubicBezTo>
                    <a:pt x="297" y="275"/>
                    <a:pt x="570" y="275"/>
                    <a:pt x="737" y="178"/>
                  </a:cubicBezTo>
                  <a:cubicBezTo>
                    <a:pt x="821" y="129"/>
                    <a:pt x="862" y="66"/>
                    <a:pt x="863" y="2"/>
                  </a:cubicBez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8" name="Freeform 19">
              <a:extLst>
                <a:ext uri="{FF2B5EF4-FFF2-40B4-BE49-F238E27FC236}">
                  <a16:creationId xmlns:a16="http://schemas.microsoft.com/office/drawing/2014/main" id="{119339E7-97FF-D298-E47E-146AFAD1DBDC}"/>
                </a:ext>
              </a:extLst>
            </p:cNvPr>
            <p:cNvSpPr>
              <a:spLocks/>
            </p:cNvSpPr>
            <p:nvPr/>
          </p:nvSpPr>
          <p:spPr bwMode="auto">
            <a:xfrm>
              <a:off x="5551488" y="417935"/>
              <a:ext cx="1398588" cy="809625"/>
            </a:xfrm>
            <a:custGeom>
              <a:avLst/>
              <a:gdLst>
                <a:gd name="T0" fmla="*/ 777 w 947"/>
                <a:gd name="T1" fmla="*/ 97 h 548"/>
                <a:gd name="T2" fmla="*/ 779 w 947"/>
                <a:gd name="T3" fmla="*/ 451 h 548"/>
                <a:gd name="T4" fmla="*/ 170 w 947"/>
                <a:gd name="T5" fmla="*/ 451 h 548"/>
                <a:gd name="T6" fmla="*/ 168 w 947"/>
                <a:gd name="T7" fmla="*/ 97 h 548"/>
                <a:gd name="T8" fmla="*/ 777 w 947"/>
                <a:gd name="T9" fmla="*/ 97 h 548"/>
              </a:gdLst>
              <a:ahLst/>
              <a:cxnLst>
                <a:cxn ang="0">
                  <a:pos x="T0" y="T1"/>
                </a:cxn>
                <a:cxn ang="0">
                  <a:pos x="T2" y="T3"/>
                </a:cxn>
                <a:cxn ang="0">
                  <a:pos x="T4" y="T5"/>
                </a:cxn>
                <a:cxn ang="0">
                  <a:pos x="T6" y="T7"/>
                </a:cxn>
                <a:cxn ang="0">
                  <a:pos x="T8" y="T9"/>
                </a:cxn>
              </a:cxnLst>
              <a:rect l="0" t="0" r="r" b="b"/>
              <a:pathLst>
                <a:path w="947" h="548">
                  <a:moveTo>
                    <a:pt x="777" y="97"/>
                  </a:moveTo>
                  <a:cubicBezTo>
                    <a:pt x="946" y="195"/>
                    <a:pt x="947" y="353"/>
                    <a:pt x="779" y="451"/>
                  </a:cubicBezTo>
                  <a:cubicBezTo>
                    <a:pt x="612" y="548"/>
                    <a:pt x="339" y="548"/>
                    <a:pt x="170" y="451"/>
                  </a:cubicBezTo>
                  <a:cubicBezTo>
                    <a:pt x="1" y="353"/>
                    <a:pt x="0" y="195"/>
                    <a:pt x="168" y="97"/>
                  </a:cubicBezTo>
                  <a:cubicBezTo>
                    <a:pt x="336" y="0"/>
                    <a:pt x="608" y="0"/>
                    <a:pt x="777" y="97"/>
                  </a:cubicBezTo>
                  <a:close/>
                </a:path>
              </a:pathLst>
            </a:cu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58"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D5B5359F-5242-F86B-501C-1EEFCAA98310}"/>
              </a:ext>
            </a:extLst>
          </p:cNvPr>
          <p:cNvSpPr/>
          <p:nvPr/>
        </p:nvSpPr>
        <p:spPr>
          <a:xfrm>
            <a:off x="3742150" y="2153158"/>
            <a:ext cx="230146" cy="281289"/>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3749CC"/>
          </a:solidFill>
          <a:ln w="9525" cap="flat">
            <a:noFill/>
            <a:prstDash val="solid"/>
            <a:miter/>
          </a:ln>
          <a:scene3d>
            <a:camera prst="isometricRightUp"/>
            <a:lightRig rig="threePt" dir="t"/>
          </a:scene3d>
          <a:sp3d extrusionH="38100" prstMaterial="flat">
            <a:extrusionClr>
              <a:srgbClr val="E7EBFF"/>
            </a:extrusionClr>
          </a:sp3d>
        </p:spPr>
        <p:txBody>
          <a:bodyPr rtlCol="0" anchor="ctr"/>
          <a:lstStyle/>
          <a:p>
            <a:endParaRPr lang="zh-CN" altLang="en-US"/>
          </a:p>
        </p:txBody>
      </p:sp>
      <p:sp>
        <p:nvSpPr>
          <p:cNvPr id="259" name="图形 202"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D68E5372-DCEC-7642-3F30-69C457C46E35}"/>
              </a:ext>
            </a:extLst>
          </p:cNvPr>
          <p:cNvSpPr/>
          <p:nvPr/>
        </p:nvSpPr>
        <p:spPr>
          <a:xfrm>
            <a:off x="3214073" y="5128599"/>
            <a:ext cx="255718" cy="255718"/>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42863 w 190500"/>
              <a:gd name="connsiteY5" fmla="*/ 66675 h 190500"/>
              <a:gd name="connsiteX6" fmla="*/ 76200 w 190500"/>
              <a:gd name="connsiteY6" fmla="*/ 33338 h 190500"/>
              <a:gd name="connsiteX7" fmla="*/ 109538 w 190500"/>
              <a:gd name="connsiteY7" fmla="*/ 66675 h 190500"/>
              <a:gd name="connsiteX8" fmla="*/ 85725 w 190500"/>
              <a:gd name="connsiteY8" fmla="*/ 66675 h 190500"/>
              <a:gd name="connsiteX9" fmla="*/ 85725 w 190500"/>
              <a:gd name="connsiteY9" fmla="*/ 104775 h 190500"/>
              <a:gd name="connsiteX10" fmla="*/ 66675 w 190500"/>
              <a:gd name="connsiteY10" fmla="*/ 104775 h 190500"/>
              <a:gd name="connsiteX11" fmla="*/ 66675 w 190500"/>
              <a:gd name="connsiteY11" fmla="*/ 66675 h 190500"/>
              <a:gd name="connsiteX12" fmla="*/ 42863 w 190500"/>
              <a:gd name="connsiteY12" fmla="*/ 66675 h 190500"/>
              <a:gd name="connsiteX13" fmla="*/ 147638 w 190500"/>
              <a:gd name="connsiteY13" fmla="*/ 123825 h 190500"/>
              <a:gd name="connsiteX14" fmla="*/ 114300 w 190500"/>
              <a:gd name="connsiteY14" fmla="*/ 157163 h 190500"/>
              <a:gd name="connsiteX15" fmla="*/ 80963 w 190500"/>
              <a:gd name="connsiteY15" fmla="*/ 123825 h 190500"/>
              <a:gd name="connsiteX16" fmla="*/ 104775 w 190500"/>
              <a:gd name="connsiteY16" fmla="*/ 123825 h 190500"/>
              <a:gd name="connsiteX17" fmla="*/ 104775 w 190500"/>
              <a:gd name="connsiteY17" fmla="*/ 85725 h 190500"/>
              <a:gd name="connsiteX18" fmla="*/ 123825 w 190500"/>
              <a:gd name="connsiteY18" fmla="*/ 85725 h 190500"/>
              <a:gd name="connsiteX19" fmla="*/ 123825 w 190500"/>
              <a:gd name="connsiteY19" fmla="*/ 123825 h 190500"/>
              <a:gd name="connsiteX20" fmla="*/ 147638 w 190500"/>
              <a:gd name="connsiteY20" fmla="*/ 12382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42863" y="66675"/>
                </a:moveTo>
                <a:lnTo>
                  <a:pt x="76200" y="33338"/>
                </a:lnTo>
                <a:lnTo>
                  <a:pt x="109538" y="66675"/>
                </a:lnTo>
                <a:lnTo>
                  <a:pt x="85725" y="66675"/>
                </a:lnTo>
                <a:lnTo>
                  <a:pt x="85725" y="104775"/>
                </a:lnTo>
                <a:lnTo>
                  <a:pt x="66675" y="104775"/>
                </a:lnTo>
                <a:lnTo>
                  <a:pt x="66675" y="66675"/>
                </a:lnTo>
                <a:lnTo>
                  <a:pt x="42863" y="66675"/>
                </a:lnTo>
                <a:close/>
                <a:moveTo>
                  <a:pt x="147638" y="123825"/>
                </a:moveTo>
                <a:lnTo>
                  <a:pt x="114300" y="157163"/>
                </a:lnTo>
                <a:lnTo>
                  <a:pt x="80963" y="123825"/>
                </a:lnTo>
                <a:lnTo>
                  <a:pt x="104775" y="123825"/>
                </a:lnTo>
                <a:lnTo>
                  <a:pt x="104775" y="85725"/>
                </a:lnTo>
                <a:lnTo>
                  <a:pt x="123825" y="85725"/>
                </a:lnTo>
                <a:lnTo>
                  <a:pt x="123825" y="123825"/>
                </a:lnTo>
                <a:lnTo>
                  <a:pt x="147638" y="123825"/>
                </a:lnTo>
                <a:close/>
              </a:path>
            </a:pathLst>
          </a:custGeom>
          <a:solidFill>
            <a:srgbClr val="3749CC"/>
          </a:solidFill>
          <a:ln w="9525" cap="flat">
            <a:noFill/>
            <a:prstDash val="solid"/>
            <a:miter/>
          </a:ln>
          <a:scene3d>
            <a:camera prst="isometricRightUp"/>
            <a:lightRig rig="threePt" dir="t"/>
          </a:scene3d>
          <a:sp3d extrusionH="38100" prstMaterial="flat">
            <a:extrusionClr>
              <a:srgbClr val="E7EBFF"/>
            </a:extrusionClr>
          </a:sp3d>
        </p:spPr>
        <p:txBody>
          <a:bodyPr rtlCol="0" anchor="ctr"/>
          <a:lstStyle/>
          <a:p>
            <a:endParaRPr lang="zh-CN" altLang="en-US"/>
          </a:p>
        </p:txBody>
      </p:sp>
      <p:sp>
        <p:nvSpPr>
          <p:cNvPr id="260" name="图形 212"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B6114097-84FA-802D-C38B-DCBD5558DCC9}"/>
              </a:ext>
            </a:extLst>
          </p:cNvPr>
          <p:cNvSpPr/>
          <p:nvPr/>
        </p:nvSpPr>
        <p:spPr>
          <a:xfrm>
            <a:off x="8689464" y="5061642"/>
            <a:ext cx="255718" cy="255718"/>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29635 w 190500"/>
              <a:gd name="connsiteY5" fmla="*/ 60389 h 190500"/>
              <a:gd name="connsiteX6" fmla="*/ 148019 w 190500"/>
              <a:gd name="connsiteY6" fmla="*/ 78772 h 190500"/>
              <a:gd name="connsiteX7" fmla="*/ 129635 w 190500"/>
              <a:gd name="connsiteY7" fmla="*/ 97155 h 190500"/>
              <a:gd name="connsiteX8" fmla="*/ 111252 w 190500"/>
              <a:gd name="connsiteY8" fmla="*/ 78772 h 190500"/>
              <a:gd name="connsiteX9" fmla="*/ 129635 w 190500"/>
              <a:gd name="connsiteY9" fmla="*/ 60389 h 190500"/>
              <a:gd name="connsiteX10" fmla="*/ 72485 w 190500"/>
              <a:gd name="connsiteY10" fmla="*/ 45339 h 190500"/>
              <a:gd name="connsiteX11" fmla="*/ 94964 w 190500"/>
              <a:gd name="connsiteY11" fmla="*/ 67818 h 190500"/>
              <a:gd name="connsiteX12" fmla="*/ 72485 w 190500"/>
              <a:gd name="connsiteY12" fmla="*/ 90297 h 190500"/>
              <a:gd name="connsiteX13" fmla="*/ 50006 w 190500"/>
              <a:gd name="connsiteY13" fmla="*/ 67818 h 190500"/>
              <a:gd name="connsiteX14" fmla="*/ 72485 w 190500"/>
              <a:gd name="connsiteY14" fmla="*/ 45339 h 190500"/>
              <a:gd name="connsiteX15" fmla="*/ 72485 w 190500"/>
              <a:gd name="connsiteY15" fmla="*/ 132302 h 190500"/>
              <a:gd name="connsiteX16" fmla="*/ 72485 w 190500"/>
              <a:gd name="connsiteY16" fmla="*/ 168021 h 190500"/>
              <a:gd name="connsiteX17" fmla="*/ 23527 w 190500"/>
              <a:gd name="connsiteY17" fmla="*/ 120777 h 190500"/>
              <a:gd name="connsiteX18" fmla="*/ 72485 w 190500"/>
              <a:gd name="connsiteY18" fmla="*/ 104680 h 190500"/>
              <a:gd name="connsiteX19" fmla="*/ 90583 w 190500"/>
              <a:gd name="connsiteY19" fmla="*/ 106775 h 190500"/>
              <a:gd name="connsiteX20" fmla="*/ 72485 w 190500"/>
              <a:gd name="connsiteY20" fmla="*/ 132302 h 190500"/>
              <a:gd name="connsiteX21" fmla="*/ 95250 w 190500"/>
              <a:gd name="connsiteY21" fmla="*/ 171450 h 190500"/>
              <a:gd name="connsiteX22" fmla="*/ 87725 w 190500"/>
              <a:gd name="connsiteY22" fmla="*/ 171069 h 190500"/>
              <a:gd name="connsiteX23" fmla="*/ 87725 w 190500"/>
              <a:gd name="connsiteY23" fmla="*/ 132302 h 190500"/>
              <a:gd name="connsiteX24" fmla="*/ 129635 w 190500"/>
              <a:gd name="connsiteY24" fmla="*/ 112014 h 190500"/>
              <a:gd name="connsiteX25" fmla="*/ 166211 w 190500"/>
              <a:gd name="connsiteY25" fmla="*/ 122968 h 190500"/>
              <a:gd name="connsiteX26" fmla="*/ 95250 w 190500"/>
              <a:gd name="connsiteY26" fmla="*/ 1714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29635" y="60389"/>
                </a:moveTo>
                <a:cubicBezTo>
                  <a:pt x="139827" y="60389"/>
                  <a:pt x="148019" y="68580"/>
                  <a:pt x="148019" y="78772"/>
                </a:cubicBezTo>
                <a:cubicBezTo>
                  <a:pt x="148019" y="88964"/>
                  <a:pt x="139827" y="97155"/>
                  <a:pt x="129635" y="97155"/>
                </a:cubicBezTo>
                <a:cubicBezTo>
                  <a:pt x="119444" y="97155"/>
                  <a:pt x="111252" y="88964"/>
                  <a:pt x="111252" y="78772"/>
                </a:cubicBezTo>
                <a:cubicBezTo>
                  <a:pt x="111157" y="68580"/>
                  <a:pt x="119444" y="60389"/>
                  <a:pt x="129635" y="60389"/>
                </a:cubicBezTo>
                <a:close/>
                <a:moveTo>
                  <a:pt x="72485" y="45339"/>
                </a:moveTo>
                <a:cubicBezTo>
                  <a:pt x="84868" y="45339"/>
                  <a:pt x="94964" y="55436"/>
                  <a:pt x="94964" y="67818"/>
                </a:cubicBezTo>
                <a:cubicBezTo>
                  <a:pt x="94964" y="80201"/>
                  <a:pt x="84868" y="90297"/>
                  <a:pt x="72485" y="90297"/>
                </a:cubicBezTo>
                <a:cubicBezTo>
                  <a:pt x="60103" y="90297"/>
                  <a:pt x="50006" y="80201"/>
                  <a:pt x="50006" y="67818"/>
                </a:cubicBezTo>
                <a:cubicBezTo>
                  <a:pt x="50006" y="55340"/>
                  <a:pt x="60008" y="45339"/>
                  <a:pt x="72485" y="45339"/>
                </a:cubicBezTo>
                <a:close/>
                <a:moveTo>
                  <a:pt x="72485" y="132302"/>
                </a:moveTo>
                <a:lnTo>
                  <a:pt x="72485" y="168021"/>
                </a:lnTo>
                <a:cubicBezTo>
                  <a:pt x="49625" y="160877"/>
                  <a:pt x="31528" y="143256"/>
                  <a:pt x="23527" y="120777"/>
                </a:cubicBezTo>
                <a:cubicBezTo>
                  <a:pt x="33528" y="110109"/>
                  <a:pt x="58484" y="104680"/>
                  <a:pt x="72485" y="104680"/>
                </a:cubicBezTo>
                <a:cubicBezTo>
                  <a:pt x="77534" y="104680"/>
                  <a:pt x="83915" y="105442"/>
                  <a:pt x="90583" y="106775"/>
                </a:cubicBezTo>
                <a:cubicBezTo>
                  <a:pt x="74962" y="115062"/>
                  <a:pt x="72485" y="126016"/>
                  <a:pt x="72485" y="132302"/>
                </a:cubicBezTo>
                <a:close/>
                <a:moveTo>
                  <a:pt x="95250" y="171450"/>
                </a:moveTo>
                <a:cubicBezTo>
                  <a:pt x="92678" y="171450"/>
                  <a:pt x="90202" y="171355"/>
                  <a:pt x="87725" y="171069"/>
                </a:cubicBezTo>
                <a:lnTo>
                  <a:pt x="87725" y="132302"/>
                </a:lnTo>
                <a:cubicBezTo>
                  <a:pt x="87725" y="118777"/>
                  <a:pt x="115729" y="112014"/>
                  <a:pt x="129635" y="112014"/>
                </a:cubicBezTo>
                <a:cubicBezTo>
                  <a:pt x="139827" y="112014"/>
                  <a:pt x="157448" y="115729"/>
                  <a:pt x="166211" y="122968"/>
                </a:cubicBezTo>
                <a:cubicBezTo>
                  <a:pt x="155067" y="151257"/>
                  <a:pt x="127540" y="171450"/>
                  <a:pt x="95250" y="171450"/>
                </a:cubicBezTo>
                <a:close/>
              </a:path>
            </a:pathLst>
          </a:custGeom>
          <a:solidFill>
            <a:srgbClr val="3749CC"/>
          </a:solidFill>
          <a:ln w="9525" cap="flat">
            <a:noFill/>
            <a:prstDash val="solid"/>
            <a:miter/>
          </a:ln>
          <a:scene3d>
            <a:camera prst="isometricRightUp"/>
            <a:lightRig rig="threePt" dir="t"/>
          </a:scene3d>
          <a:sp3d extrusionH="38100" prstMaterial="flat">
            <a:extrusionClr>
              <a:srgbClr val="E7EBFF"/>
            </a:extrusionClr>
          </a:sp3d>
        </p:spPr>
        <p:txBody>
          <a:bodyPr rtlCol="0" anchor="ctr"/>
          <a:lstStyle/>
          <a:p>
            <a:endParaRPr lang="zh-CN" altLang="en-US"/>
          </a:p>
        </p:txBody>
      </p:sp>
      <p:sp>
        <p:nvSpPr>
          <p:cNvPr id="261" name="图形 218"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F3D53858-BDDA-D9A4-B48C-7C273AF0CCBA}"/>
              </a:ext>
            </a:extLst>
          </p:cNvPr>
          <p:cNvSpPr/>
          <p:nvPr/>
        </p:nvSpPr>
        <p:spPr>
          <a:xfrm>
            <a:off x="8174693" y="2104238"/>
            <a:ext cx="255718" cy="255718"/>
          </a:xfrm>
          <a:custGeom>
            <a:avLst/>
            <a:gdLst>
              <a:gd name="connsiteX0" fmla="*/ 95155 w 190500"/>
              <a:gd name="connsiteY0" fmla="*/ 0 h 190500"/>
              <a:gd name="connsiteX1" fmla="*/ 0 w 190500"/>
              <a:gd name="connsiteY1" fmla="*/ 95250 h 190500"/>
              <a:gd name="connsiteX2" fmla="*/ 95155 w 190500"/>
              <a:gd name="connsiteY2" fmla="*/ 190500 h 190500"/>
              <a:gd name="connsiteX3" fmla="*/ 190500 w 190500"/>
              <a:gd name="connsiteY3" fmla="*/ 95250 h 190500"/>
              <a:gd name="connsiteX4" fmla="*/ 95155 w 190500"/>
              <a:gd name="connsiteY4" fmla="*/ 0 h 190500"/>
              <a:gd name="connsiteX5" fmla="*/ 135541 w 190500"/>
              <a:gd name="connsiteY5" fmla="*/ 152400 h 190500"/>
              <a:gd name="connsiteX6" fmla="*/ 95250 w 190500"/>
              <a:gd name="connsiteY6" fmla="*/ 128111 h 190500"/>
              <a:gd name="connsiteX7" fmla="*/ 54959 w 190500"/>
              <a:gd name="connsiteY7" fmla="*/ 152400 h 190500"/>
              <a:gd name="connsiteX8" fmla="*/ 65627 w 190500"/>
              <a:gd name="connsiteY8" fmla="*/ 106585 h 190500"/>
              <a:gd name="connsiteX9" fmla="*/ 30099 w 190500"/>
              <a:gd name="connsiteY9" fmla="*/ 75819 h 190500"/>
              <a:gd name="connsiteX10" fmla="*/ 76962 w 190500"/>
              <a:gd name="connsiteY10" fmla="*/ 71819 h 190500"/>
              <a:gd name="connsiteX11" fmla="*/ 95250 w 190500"/>
              <a:gd name="connsiteY11" fmla="*/ 28575 h 190500"/>
              <a:gd name="connsiteX12" fmla="*/ 113538 w 190500"/>
              <a:gd name="connsiteY12" fmla="*/ 71723 h 190500"/>
              <a:gd name="connsiteX13" fmla="*/ 160401 w 190500"/>
              <a:gd name="connsiteY13" fmla="*/ 75724 h 190500"/>
              <a:gd name="connsiteX14" fmla="*/ 124873 w 190500"/>
              <a:gd name="connsiteY14" fmla="*/ 106490 h 190500"/>
              <a:gd name="connsiteX15" fmla="*/ 135541 w 190500"/>
              <a:gd name="connsiteY15" fmla="*/ 15240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155" y="0"/>
                </a:moveTo>
                <a:cubicBezTo>
                  <a:pt x="42577" y="0"/>
                  <a:pt x="0" y="42672"/>
                  <a:pt x="0" y="95250"/>
                </a:cubicBezTo>
                <a:cubicBezTo>
                  <a:pt x="0" y="147828"/>
                  <a:pt x="42577" y="190500"/>
                  <a:pt x="95155" y="190500"/>
                </a:cubicBezTo>
                <a:cubicBezTo>
                  <a:pt x="147828" y="190500"/>
                  <a:pt x="190500" y="147828"/>
                  <a:pt x="190500" y="95250"/>
                </a:cubicBezTo>
                <a:cubicBezTo>
                  <a:pt x="190500" y="42672"/>
                  <a:pt x="147828" y="0"/>
                  <a:pt x="95155" y="0"/>
                </a:cubicBezTo>
                <a:close/>
                <a:moveTo>
                  <a:pt x="135541" y="152400"/>
                </a:moveTo>
                <a:lnTo>
                  <a:pt x="95250" y="128111"/>
                </a:lnTo>
                <a:lnTo>
                  <a:pt x="54959" y="152400"/>
                </a:lnTo>
                <a:lnTo>
                  <a:pt x="65627" y="106585"/>
                </a:lnTo>
                <a:lnTo>
                  <a:pt x="30099" y="75819"/>
                </a:lnTo>
                <a:lnTo>
                  <a:pt x="76962" y="71819"/>
                </a:lnTo>
                <a:lnTo>
                  <a:pt x="95250" y="28575"/>
                </a:lnTo>
                <a:lnTo>
                  <a:pt x="113538" y="71723"/>
                </a:lnTo>
                <a:lnTo>
                  <a:pt x="160401" y="75724"/>
                </a:lnTo>
                <a:lnTo>
                  <a:pt x="124873" y="106490"/>
                </a:lnTo>
                <a:lnTo>
                  <a:pt x="135541" y="152400"/>
                </a:lnTo>
                <a:close/>
              </a:path>
            </a:pathLst>
          </a:custGeom>
          <a:solidFill>
            <a:srgbClr val="3749CC"/>
          </a:solidFill>
          <a:ln w="9525" cap="flat">
            <a:noFill/>
            <a:prstDash val="solid"/>
            <a:miter/>
          </a:ln>
          <a:scene3d>
            <a:camera prst="isometricRightUp"/>
            <a:lightRig rig="threePt" dir="t"/>
          </a:scene3d>
          <a:sp3d extrusionH="38100" prstMaterial="flat">
            <a:extrusionClr>
              <a:srgbClr val="E7EBFF"/>
            </a:extrusionClr>
          </a:sp3d>
        </p:spPr>
        <p:txBody>
          <a:bodyPr rtlCol="0" anchor="ctr"/>
          <a:lstStyle/>
          <a:p>
            <a:endParaRPr lang="zh-CN" altLang="en-US"/>
          </a:p>
        </p:txBody>
      </p:sp>
      <p:sp>
        <p:nvSpPr>
          <p:cNvPr id="262" name="图形 383"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3C91313-535D-6DBF-093D-E8B5927DAF2E}"/>
              </a:ext>
            </a:extLst>
          </p:cNvPr>
          <p:cNvSpPr/>
          <p:nvPr/>
        </p:nvSpPr>
        <p:spPr>
          <a:xfrm>
            <a:off x="5918565" y="2718347"/>
            <a:ext cx="369641" cy="410713"/>
          </a:xfrm>
          <a:custGeom>
            <a:avLst/>
            <a:gdLst>
              <a:gd name="connsiteX0" fmla="*/ 85725 w 171450"/>
              <a:gd name="connsiteY0" fmla="*/ 0 h 190500"/>
              <a:gd name="connsiteX1" fmla="*/ 0 w 171450"/>
              <a:gd name="connsiteY1" fmla="*/ 85725 h 190500"/>
              <a:gd name="connsiteX2" fmla="*/ 63722 w 171450"/>
              <a:gd name="connsiteY2" fmla="*/ 168497 h 190500"/>
              <a:gd name="connsiteX3" fmla="*/ 85725 w 171450"/>
              <a:gd name="connsiteY3" fmla="*/ 190500 h 190500"/>
              <a:gd name="connsiteX4" fmla="*/ 107728 w 171450"/>
              <a:gd name="connsiteY4" fmla="*/ 168497 h 190500"/>
              <a:gd name="connsiteX5" fmla="*/ 171450 w 171450"/>
              <a:gd name="connsiteY5" fmla="*/ 85725 h 190500"/>
              <a:gd name="connsiteX6" fmla="*/ 85725 w 171450"/>
              <a:gd name="connsiteY6" fmla="*/ 0 h 190500"/>
              <a:gd name="connsiteX7" fmla="*/ 85725 w 171450"/>
              <a:gd name="connsiteY7" fmla="*/ 19050 h 190500"/>
              <a:gd name="connsiteX8" fmla="*/ 114300 w 171450"/>
              <a:gd name="connsiteY8" fmla="*/ 47625 h 190500"/>
              <a:gd name="connsiteX9" fmla="*/ 85725 w 171450"/>
              <a:gd name="connsiteY9" fmla="*/ 76200 h 190500"/>
              <a:gd name="connsiteX10" fmla="*/ 57150 w 171450"/>
              <a:gd name="connsiteY10" fmla="*/ 47625 h 190500"/>
              <a:gd name="connsiteX11" fmla="*/ 85725 w 171450"/>
              <a:gd name="connsiteY11" fmla="*/ 19050 h 190500"/>
              <a:gd name="connsiteX12" fmla="*/ 85725 w 171450"/>
              <a:gd name="connsiteY12" fmla="*/ 155258 h 190500"/>
              <a:gd name="connsiteX13" fmla="*/ 28575 w 171450"/>
              <a:gd name="connsiteY13" fmla="*/ 124587 h 190500"/>
              <a:gd name="connsiteX14" fmla="*/ 85725 w 171450"/>
              <a:gd name="connsiteY14" fmla="*/ 95250 h 190500"/>
              <a:gd name="connsiteX15" fmla="*/ 142875 w 171450"/>
              <a:gd name="connsiteY15" fmla="*/ 124587 h 190500"/>
              <a:gd name="connsiteX16" fmla="*/ 85725 w 171450"/>
              <a:gd name="connsiteY16" fmla="*/ 155258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90500">
                <a:moveTo>
                  <a:pt x="85725" y="0"/>
                </a:moveTo>
                <a:cubicBezTo>
                  <a:pt x="38386" y="0"/>
                  <a:pt x="0" y="38386"/>
                  <a:pt x="0" y="85725"/>
                </a:cubicBezTo>
                <a:cubicBezTo>
                  <a:pt x="0" y="125444"/>
                  <a:pt x="27051" y="158782"/>
                  <a:pt x="63722" y="168497"/>
                </a:cubicBezTo>
                <a:lnTo>
                  <a:pt x="85725" y="190500"/>
                </a:lnTo>
                <a:lnTo>
                  <a:pt x="107728" y="168497"/>
                </a:lnTo>
                <a:cubicBezTo>
                  <a:pt x="144399" y="158782"/>
                  <a:pt x="171450" y="125444"/>
                  <a:pt x="171450" y="85725"/>
                </a:cubicBezTo>
                <a:cubicBezTo>
                  <a:pt x="171450" y="38386"/>
                  <a:pt x="133064" y="0"/>
                  <a:pt x="85725" y="0"/>
                </a:cubicBezTo>
                <a:close/>
                <a:moveTo>
                  <a:pt x="85725" y="19050"/>
                </a:moveTo>
                <a:cubicBezTo>
                  <a:pt x="101537" y="19050"/>
                  <a:pt x="114300" y="31814"/>
                  <a:pt x="114300" y="47625"/>
                </a:cubicBezTo>
                <a:cubicBezTo>
                  <a:pt x="114300" y="63437"/>
                  <a:pt x="101537" y="76200"/>
                  <a:pt x="85725" y="76200"/>
                </a:cubicBezTo>
                <a:cubicBezTo>
                  <a:pt x="69914" y="76200"/>
                  <a:pt x="57150" y="63437"/>
                  <a:pt x="57150" y="47625"/>
                </a:cubicBezTo>
                <a:cubicBezTo>
                  <a:pt x="57150" y="31814"/>
                  <a:pt x="69914" y="19050"/>
                  <a:pt x="85725" y="19050"/>
                </a:cubicBezTo>
                <a:close/>
                <a:moveTo>
                  <a:pt x="85725" y="155258"/>
                </a:moveTo>
                <a:cubicBezTo>
                  <a:pt x="61913" y="155258"/>
                  <a:pt x="40862" y="143066"/>
                  <a:pt x="28575" y="124587"/>
                </a:cubicBezTo>
                <a:cubicBezTo>
                  <a:pt x="28861" y="105632"/>
                  <a:pt x="66675" y="95250"/>
                  <a:pt x="85725" y="95250"/>
                </a:cubicBezTo>
                <a:cubicBezTo>
                  <a:pt x="104680" y="95250"/>
                  <a:pt x="142589" y="105632"/>
                  <a:pt x="142875" y="124587"/>
                </a:cubicBezTo>
                <a:cubicBezTo>
                  <a:pt x="130588" y="143066"/>
                  <a:pt x="109538" y="155258"/>
                  <a:pt x="85725" y="155258"/>
                </a:cubicBezTo>
                <a:close/>
              </a:path>
            </a:pathLst>
          </a:custGeom>
          <a:solidFill>
            <a:srgbClr val="3749CC"/>
          </a:solidFill>
          <a:ln w="9525" cap="flat">
            <a:noFill/>
            <a:prstDash val="solid"/>
            <a:miter/>
          </a:ln>
          <a:scene3d>
            <a:camera prst="isometricRightUp"/>
            <a:lightRig rig="threePt" dir="t"/>
          </a:scene3d>
          <a:sp3d extrusionH="38100" prstMaterial="flat">
            <a:extrusionClr>
              <a:srgbClr val="E7EBFF"/>
            </a:extrusionClr>
          </a:sp3d>
        </p:spPr>
        <p:txBody>
          <a:bodyPr rtlCol="0" anchor="ctr"/>
          <a:lstStyle/>
          <a:p>
            <a:endParaRPr lang="zh-CN" altLang="en-US"/>
          </a:p>
        </p:txBody>
      </p:sp>
      <p:sp>
        <p:nvSpPr>
          <p:cNvPr id="263" name="文本框 262">
            <a:extLst>
              <a:ext uri="{FF2B5EF4-FFF2-40B4-BE49-F238E27FC236}">
                <a16:creationId xmlns:a16="http://schemas.microsoft.com/office/drawing/2014/main" id="{8D89525C-0C7A-D565-3133-E09F29C72DBF}"/>
              </a:ext>
            </a:extLst>
          </p:cNvPr>
          <p:cNvSpPr txBox="1"/>
          <p:nvPr/>
        </p:nvSpPr>
        <p:spPr>
          <a:xfrm>
            <a:off x="8049754" y="1681534"/>
            <a:ext cx="569387" cy="400110"/>
          </a:xfrm>
          <a:prstGeom prst="rect">
            <a:avLst/>
          </a:prstGeom>
          <a:noFill/>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定量性</a:t>
            </a:r>
            <a:endParaRPr lang="en-US" altLang="zh-CN" sz="1000" dirty="0">
              <a:solidFill>
                <a:srgbClr val="3749CC"/>
              </a:solidFill>
              <a:latin typeface="HarmonyOS Sans SC Medium" panose="00000600000000000000" pitchFamily="2" charset="-122"/>
              <a:ea typeface="HarmonyOS Sans SC Medium" panose="00000600000000000000" pitchFamily="2" charset="-122"/>
            </a:endParaRPr>
          </a:p>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趋势</a:t>
            </a:r>
          </a:p>
        </p:txBody>
      </p:sp>
      <p:sp>
        <p:nvSpPr>
          <p:cNvPr id="264" name="文本框 263">
            <a:extLst>
              <a:ext uri="{FF2B5EF4-FFF2-40B4-BE49-F238E27FC236}">
                <a16:creationId xmlns:a16="http://schemas.microsoft.com/office/drawing/2014/main" id="{8D0C0C3E-31BA-F8B6-D686-0E53541412F8}"/>
              </a:ext>
            </a:extLst>
          </p:cNvPr>
          <p:cNvSpPr txBox="1"/>
          <p:nvPr/>
        </p:nvSpPr>
        <p:spPr>
          <a:xfrm>
            <a:off x="3561582" y="1672363"/>
            <a:ext cx="569387" cy="400110"/>
          </a:xfrm>
          <a:prstGeom prst="rect">
            <a:avLst/>
          </a:prstGeom>
          <a:noFill/>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定量性</a:t>
            </a:r>
            <a:endParaRPr lang="en-US" altLang="zh-CN" sz="1000" dirty="0">
              <a:solidFill>
                <a:srgbClr val="3749CC"/>
              </a:solidFill>
              <a:latin typeface="HarmonyOS Sans SC Medium" panose="00000600000000000000" pitchFamily="2" charset="-122"/>
              <a:ea typeface="HarmonyOS Sans SC Medium" panose="00000600000000000000" pitchFamily="2" charset="-122"/>
            </a:endParaRPr>
          </a:p>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趋势</a:t>
            </a:r>
          </a:p>
        </p:txBody>
      </p:sp>
      <p:sp>
        <p:nvSpPr>
          <p:cNvPr id="265" name="文本框 264">
            <a:extLst>
              <a:ext uri="{FF2B5EF4-FFF2-40B4-BE49-F238E27FC236}">
                <a16:creationId xmlns:a16="http://schemas.microsoft.com/office/drawing/2014/main" id="{94A56617-99F1-2191-BDB2-6919631696B2}"/>
              </a:ext>
            </a:extLst>
          </p:cNvPr>
          <p:cNvSpPr txBox="1"/>
          <p:nvPr/>
        </p:nvSpPr>
        <p:spPr>
          <a:xfrm>
            <a:off x="3071156" y="4608479"/>
            <a:ext cx="569387" cy="400110"/>
          </a:xfrm>
          <a:prstGeom prst="rect">
            <a:avLst/>
          </a:prstGeom>
          <a:noFill/>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定量性</a:t>
            </a:r>
            <a:endParaRPr lang="en-US" altLang="zh-CN" sz="1000" dirty="0">
              <a:solidFill>
                <a:srgbClr val="3749CC"/>
              </a:solidFill>
              <a:latin typeface="HarmonyOS Sans SC Medium" panose="00000600000000000000" pitchFamily="2" charset="-122"/>
              <a:ea typeface="HarmonyOS Sans SC Medium" panose="00000600000000000000" pitchFamily="2" charset="-122"/>
            </a:endParaRPr>
          </a:p>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趋势</a:t>
            </a:r>
          </a:p>
        </p:txBody>
      </p:sp>
      <p:sp>
        <p:nvSpPr>
          <p:cNvPr id="266" name="文本框 265">
            <a:extLst>
              <a:ext uri="{FF2B5EF4-FFF2-40B4-BE49-F238E27FC236}">
                <a16:creationId xmlns:a16="http://schemas.microsoft.com/office/drawing/2014/main" id="{5DBD5334-27D3-6498-FC52-407F54E67217}"/>
              </a:ext>
            </a:extLst>
          </p:cNvPr>
          <p:cNvSpPr txBox="1"/>
          <p:nvPr/>
        </p:nvSpPr>
        <p:spPr>
          <a:xfrm>
            <a:off x="8551126" y="4628026"/>
            <a:ext cx="569387" cy="400110"/>
          </a:xfrm>
          <a:prstGeom prst="rect">
            <a:avLst/>
          </a:prstGeom>
          <a:noFill/>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定量性</a:t>
            </a:r>
            <a:endParaRPr lang="en-US" altLang="zh-CN" sz="1000" dirty="0">
              <a:solidFill>
                <a:srgbClr val="3749CC"/>
              </a:solidFill>
              <a:latin typeface="HarmonyOS Sans SC Medium" panose="00000600000000000000" pitchFamily="2" charset="-122"/>
              <a:ea typeface="HarmonyOS Sans SC Medium" panose="00000600000000000000" pitchFamily="2" charset="-122"/>
            </a:endParaRPr>
          </a:p>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趋势</a:t>
            </a:r>
          </a:p>
        </p:txBody>
      </p:sp>
      <p:sp>
        <p:nvSpPr>
          <p:cNvPr id="270" name="文本框 269">
            <a:extLst>
              <a:ext uri="{FF2B5EF4-FFF2-40B4-BE49-F238E27FC236}">
                <a16:creationId xmlns:a16="http://schemas.microsoft.com/office/drawing/2014/main" id="{C20958AE-46D3-2D62-4511-32BA42B517AF}"/>
              </a:ext>
            </a:extLst>
          </p:cNvPr>
          <p:cNvSpPr txBox="1"/>
          <p:nvPr/>
        </p:nvSpPr>
        <p:spPr>
          <a:xfrm>
            <a:off x="6251460" y="4071434"/>
            <a:ext cx="1034257" cy="369332"/>
          </a:xfrm>
          <a:prstGeom prst="rect">
            <a:avLst/>
          </a:prstGeom>
          <a:noFill/>
          <a:scene3d>
            <a:camera prst="isometricTopUp"/>
            <a:lightRig rig="threePt" dir="t"/>
          </a:scene3d>
        </p:spPr>
        <p:txBody>
          <a:bodyPr wrap="none" rtlCol="0">
            <a:spAutoFit/>
          </a:bodyPr>
          <a:lstStyle/>
          <a:p>
            <a:r>
              <a:rPr lang="en-US" altLang="zh-CN" dirty="0">
                <a:solidFill>
                  <a:srgbClr val="3749CC"/>
                </a:solidFill>
                <a:latin typeface="HarmonyOS Sans SC Black" panose="00000A00000000000000" pitchFamily="2" charset="-122"/>
                <a:ea typeface="HarmonyOS Sans SC Black" panose="00000A00000000000000" pitchFamily="2" charset="-122"/>
              </a:rPr>
              <a:t>BRAND</a:t>
            </a:r>
            <a:endParaRPr lang="zh-CN" altLang="en-US" dirty="0">
              <a:solidFill>
                <a:srgbClr val="3749CC"/>
              </a:solidFill>
              <a:latin typeface="HarmonyOS Sans SC Black" panose="00000A00000000000000" pitchFamily="2" charset="-122"/>
              <a:ea typeface="HarmonyOS Sans SC Black" panose="00000A00000000000000" pitchFamily="2" charset="-122"/>
            </a:endParaRPr>
          </a:p>
        </p:txBody>
      </p:sp>
      <p:sp>
        <p:nvSpPr>
          <p:cNvPr id="271" name="文本框 270">
            <a:extLst>
              <a:ext uri="{FF2B5EF4-FFF2-40B4-BE49-F238E27FC236}">
                <a16:creationId xmlns:a16="http://schemas.microsoft.com/office/drawing/2014/main" id="{9AF57646-437A-DB5B-CAD4-53B34F41FCE9}"/>
              </a:ext>
            </a:extLst>
          </p:cNvPr>
          <p:cNvSpPr txBox="1"/>
          <p:nvPr/>
        </p:nvSpPr>
        <p:spPr>
          <a:xfrm>
            <a:off x="5001216" y="4098952"/>
            <a:ext cx="1034257" cy="369332"/>
          </a:xfrm>
          <a:prstGeom prst="rect">
            <a:avLst/>
          </a:prstGeom>
          <a:noFill/>
          <a:scene3d>
            <a:camera prst="isometricBottomDown"/>
            <a:lightRig rig="threePt" dir="t"/>
          </a:scene3d>
        </p:spPr>
        <p:txBody>
          <a:bodyPr wrap="none" rtlCol="0">
            <a:spAutoFit/>
          </a:bodyPr>
          <a:lstStyle/>
          <a:p>
            <a:r>
              <a:rPr lang="en-US" altLang="zh-CN" dirty="0">
                <a:solidFill>
                  <a:srgbClr val="3749CC"/>
                </a:solidFill>
                <a:latin typeface="HarmonyOS Sans SC Black" panose="00000A00000000000000" pitchFamily="2" charset="-122"/>
                <a:ea typeface="HarmonyOS Sans SC Black" panose="00000A00000000000000" pitchFamily="2" charset="-122"/>
              </a:rPr>
              <a:t>BRAND</a:t>
            </a:r>
            <a:endParaRPr lang="zh-CN" altLang="en-US" dirty="0">
              <a:solidFill>
                <a:srgbClr val="3749CC"/>
              </a:solidFill>
              <a:latin typeface="HarmonyOS Sans SC Black" panose="00000A00000000000000" pitchFamily="2" charset="-122"/>
              <a:ea typeface="HarmonyOS Sans SC Black" panose="00000A00000000000000" pitchFamily="2" charset="-122"/>
            </a:endParaRPr>
          </a:p>
        </p:txBody>
      </p:sp>
      <p:sp>
        <p:nvSpPr>
          <p:cNvPr id="272" name="文本框 271">
            <a:extLst>
              <a:ext uri="{FF2B5EF4-FFF2-40B4-BE49-F238E27FC236}">
                <a16:creationId xmlns:a16="http://schemas.microsoft.com/office/drawing/2014/main" id="{60396BD8-201E-9351-C820-28CA8C76E251}"/>
              </a:ext>
            </a:extLst>
          </p:cNvPr>
          <p:cNvSpPr txBox="1"/>
          <p:nvPr/>
        </p:nvSpPr>
        <p:spPr>
          <a:xfrm>
            <a:off x="8235892" y="3407144"/>
            <a:ext cx="3258704" cy="528350"/>
          </a:xfrm>
          <a:prstGeom prst="rect">
            <a:avLst/>
          </a:prstGeom>
          <a:noFill/>
        </p:spPr>
        <p:txBody>
          <a:bodyPr wrap="square" rtlCol="0">
            <a:spAutoFit/>
          </a:bodyPr>
          <a:lstStyle/>
          <a:p>
            <a:pPr>
              <a:lnSpc>
                <a:spcPct val="150000"/>
              </a:lnSpc>
            </a:pPr>
            <a:r>
              <a:rPr lang="zh-CN" altLang="en-US" sz="1000" dirty="0">
                <a:solidFill>
                  <a:srgbClr val="7584E5"/>
                </a:solidFill>
                <a:latin typeface="HarmonyOS Sans SC Light" panose="00000400000000000000" pitchFamily="2" charset="-122"/>
                <a:ea typeface="HarmonyOS Sans SC Light" panose="00000400000000000000" pitchFamily="2" charset="-122"/>
              </a:rPr>
              <a:t>企业形象是企业自身在消费者心日中的地位和价值的体现，也是企业在市场竞争中取胜的有力武器。</a:t>
            </a:r>
          </a:p>
        </p:txBody>
      </p:sp>
      <p:sp>
        <p:nvSpPr>
          <p:cNvPr id="273" name="文本框 272">
            <a:extLst>
              <a:ext uri="{FF2B5EF4-FFF2-40B4-BE49-F238E27FC236}">
                <a16:creationId xmlns:a16="http://schemas.microsoft.com/office/drawing/2014/main" id="{F695A0FB-0859-7E29-4017-8C6B7A67CA70}"/>
              </a:ext>
            </a:extLst>
          </p:cNvPr>
          <p:cNvSpPr txBox="1"/>
          <p:nvPr/>
        </p:nvSpPr>
        <p:spPr>
          <a:xfrm>
            <a:off x="742334" y="3444643"/>
            <a:ext cx="3258704" cy="528350"/>
          </a:xfrm>
          <a:prstGeom prst="rect">
            <a:avLst/>
          </a:prstGeom>
          <a:noFill/>
        </p:spPr>
        <p:txBody>
          <a:bodyPr wrap="square" rtlCol="0">
            <a:spAutoFit/>
          </a:bodyPr>
          <a:lstStyle/>
          <a:p>
            <a:pPr algn="r">
              <a:lnSpc>
                <a:spcPct val="150000"/>
              </a:lnSpc>
            </a:pPr>
            <a:r>
              <a:rPr lang="zh-CN" altLang="en-US" sz="1000" dirty="0">
                <a:solidFill>
                  <a:srgbClr val="7584E5"/>
                </a:solidFill>
                <a:latin typeface="HarmonyOS Sans SC Light" panose="00000400000000000000" pitchFamily="2" charset="-122"/>
                <a:ea typeface="HarmonyOS Sans SC Light" panose="00000400000000000000" pitchFamily="2" charset="-122"/>
              </a:rPr>
              <a:t>企业形象是企业自身在消费者心日中的地位和价值的体现，也是企业在市场竞争中取胜的有力武器</a:t>
            </a:r>
          </a:p>
        </p:txBody>
      </p:sp>
      <p:sp>
        <p:nvSpPr>
          <p:cNvPr id="274" name="文本框 273">
            <a:extLst>
              <a:ext uri="{FF2B5EF4-FFF2-40B4-BE49-F238E27FC236}">
                <a16:creationId xmlns:a16="http://schemas.microsoft.com/office/drawing/2014/main" id="{A1724A85-5124-8815-C3F8-A7F35E7980FC}"/>
              </a:ext>
            </a:extLst>
          </p:cNvPr>
          <p:cNvSpPr txBox="1"/>
          <p:nvPr/>
        </p:nvSpPr>
        <p:spPr>
          <a:xfrm>
            <a:off x="1101243" y="3152089"/>
            <a:ext cx="2872923" cy="369332"/>
          </a:xfrm>
          <a:prstGeom prst="rect">
            <a:avLst/>
          </a:prstGeom>
          <a:noFill/>
        </p:spPr>
        <p:txBody>
          <a:bodyPr wrap="square" rtlCol="0">
            <a:spAutoFit/>
          </a:bodyPr>
          <a:lstStyle/>
          <a:p>
            <a:pPr algn="r"/>
            <a:r>
              <a:rPr lang="zh-CN" altLang="en-US" sz="18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rPr>
              <a:t>图标文字均可</a:t>
            </a:r>
            <a:r>
              <a:rPr lang="zh-CN" altLang="en-US" sz="1800" dirty="0">
                <a:solidFill>
                  <a:srgbClr val="02F276"/>
                </a:solidFill>
                <a:latin typeface="HarmonyOS Sans SC Black" panose="00000A00000000000000" pitchFamily="2" charset="-122"/>
                <a:ea typeface="HarmonyOS Sans SC Black" panose="00000A00000000000000" pitchFamily="2" charset="-122"/>
              </a:rPr>
              <a:t>替换修改</a:t>
            </a:r>
          </a:p>
        </p:txBody>
      </p:sp>
      <p:sp>
        <p:nvSpPr>
          <p:cNvPr id="275" name="文本框 274">
            <a:extLst>
              <a:ext uri="{FF2B5EF4-FFF2-40B4-BE49-F238E27FC236}">
                <a16:creationId xmlns:a16="http://schemas.microsoft.com/office/drawing/2014/main" id="{080B9489-F74C-783A-8BD7-6AA32DC28E2A}"/>
              </a:ext>
            </a:extLst>
          </p:cNvPr>
          <p:cNvSpPr txBox="1"/>
          <p:nvPr/>
        </p:nvSpPr>
        <p:spPr>
          <a:xfrm>
            <a:off x="8217630" y="3125930"/>
            <a:ext cx="2873127" cy="369332"/>
          </a:xfrm>
          <a:prstGeom prst="rect">
            <a:avLst/>
          </a:prstGeom>
          <a:noFill/>
        </p:spPr>
        <p:txBody>
          <a:bodyPr wrap="square" rtlCol="0">
            <a:spAutoFit/>
          </a:bodyPr>
          <a:lstStyle/>
          <a:p>
            <a:r>
              <a:rPr lang="zh-CN" altLang="en-US" sz="18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rPr>
              <a:t>图标文字均可</a:t>
            </a:r>
            <a:r>
              <a:rPr lang="zh-CN" altLang="en-US" sz="1800" dirty="0">
                <a:solidFill>
                  <a:srgbClr val="02F276"/>
                </a:solidFill>
                <a:latin typeface="HarmonyOS Sans SC Black" panose="00000A00000000000000" pitchFamily="2" charset="-122"/>
                <a:ea typeface="HarmonyOS Sans SC Black" panose="00000A00000000000000" pitchFamily="2" charset="-122"/>
              </a:rPr>
              <a:t>替换修改</a:t>
            </a:r>
          </a:p>
        </p:txBody>
      </p:sp>
    </p:spTree>
    <p:extLst>
      <p:ext uri="{BB962C8B-B14F-4D97-AF65-F5344CB8AC3E}">
        <p14:creationId xmlns:p14="http://schemas.microsoft.com/office/powerpoint/2010/main" val="2909703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582B892-1582-B31A-A25F-E6F9778A12FA}"/>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2F7BC30D-998C-F928-CF26-0E345C107524}"/>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67CF0956-824A-84EC-ED5A-3416F48244F4}"/>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1385F297-4488-48E9-842A-E4917F620B52}"/>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8CFBB7BE-D618-9221-F2E0-1619FE59B1B0}"/>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CE3F9C50-B158-2D7A-67CD-ECBC74FC62F6}"/>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8" name="文本框 7">
              <a:extLst>
                <a:ext uri="{FF2B5EF4-FFF2-40B4-BE49-F238E27FC236}">
                  <a16:creationId xmlns:a16="http://schemas.microsoft.com/office/drawing/2014/main" id="{2E7436C7-B1ED-E0A1-BB9B-95FB87B745D0}"/>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9" name="文本框 8">
              <a:extLst>
                <a:ext uri="{FF2B5EF4-FFF2-40B4-BE49-F238E27FC236}">
                  <a16:creationId xmlns:a16="http://schemas.microsoft.com/office/drawing/2014/main" id="{931AC914-2001-D0BB-1512-89F72D70EF5B}"/>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10"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D9D79D38-543B-E942-DA6C-6048A30238F3}"/>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11" name="文本框 10">
              <a:extLst>
                <a:ext uri="{FF2B5EF4-FFF2-40B4-BE49-F238E27FC236}">
                  <a16:creationId xmlns:a16="http://schemas.microsoft.com/office/drawing/2014/main" id="{7666F172-6C52-D7F9-EA3E-7BFEFB2F9D02}"/>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12" name="文本框 11">
              <a:extLst>
                <a:ext uri="{FF2B5EF4-FFF2-40B4-BE49-F238E27FC236}">
                  <a16:creationId xmlns:a16="http://schemas.microsoft.com/office/drawing/2014/main" id="{763293DC-FE79-D5D5-83BE-3B3A95CC2182}"/>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sp>
        <p:nvSpPr>
          <p:cNvPr id="31" name="Freeform 14">
            <a:extLst>
              <a:ext uri="{FF2B5EF4-FFF2-40B4-BE49-F238E27FC236}">
                <a16:creationId xmlns:a16="http://schemas.microsoft.com/office/drawing/2014/main" id="{14744CB2-DE37-88FA-C2EB-174372E2F710}"/>
              </a:ext>
            </a:extLst>
          </p:cNvPr>
          <p:cNvSpPr>
            <a:spLocks/>
          </p:cNvSpPr>
          <p:nvPr/>
        </p:nvSpPr>
        <p:spPr bwMode="auto">
          <a:xfrm>
            <a:off x="1041325" y="3586907"/>
            <a:ext cx="5805570" cy="1902742"/>
          </a:xfrm>
          <a:custGeom>
            <a:avLst/>
            <a:gdLst>
              <a:gd name="T0" fmla="*/ 2687 w 2714"/>
              <a:gd name="T1" fmla="*/ 38 h 889"/>
              <a:gd name="T2" fmla="*/ 1426 w 2714"/>
              <a:gd name="T3" fmla="*/ 771 h 889"/>
              <a:gd name="T4" fmla="*/ 1297 w 2714"/>
              <a:gd name="T5" fmla="*/ 771 h 889"/>
              <a:gd name="T6" fmla="*/ 27 w 2714"/>
              <a:gd name="T7" fmla="*/ 38 h 889"/>
              <a:gd name="T8" fmla="*/ 0 w 2714"/>
              <a:gd name="T9" fmla="*/ 0 h 889"/>
              <a:gd name="T10" fmla="*/ 0 w 2714"/>
              <a:gd name="T11" fmla="*/ 98 h 889"/>
              <a:gd name="T12" fmla="*/ 27 w 2714"/>
              <a:gd name="T13" fmla="*/ 136 h 889"/>
              <a:gd name="T14" fmla="*/ 1296 w 2714"/>
              <a:gd name="T15" fmla="*/ 868 h 889"/>
              <a:gd name="T16" fmla="*/ 1426 w 2714"/>
              <a:gd name="T17" fmla="*/ 868 h 889"/>
              <a:gd name="T18" fmla="*/ 2687 w 2714"/>
              <a:gd name="T19" fmla="*/ 136 h 889"/>
              <a:gd name="T20" fmla="*/ 2714 w 2714"/>
              <a:gd name="T21" fmla="*/ 98 h 889"/>
              <a:gd name="T22" fmla="*/ 2714 w 2714"/>
              <a:gd name="T23" fmla="*/ 0 h 889"/>
              <a:gd name="T24" fmla="*/ 2687 w 2714"/>
              <a:gd name="T25" fmla="*/ 38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14" h="889">
                <a:moveTo>
                  <a:pt x="2687" y="38"/>
                </a:moveTo>
                <a:cubicBezTo>
                  <a:pt x="1426" y="771"/>
                  <a:pt x="1426" y="771"/>
                  <a:pt x="1426" y="771"/>
                </a:cubicBezTo>
                <a:cubicBezTo>
                  <a:pt x="1391" y="791"/>
                  <a:pt x="1333" y="791"/>
                  <a:pt x="1297" y="771"/>
                </a:cubicBezTo>
                <a:cubicBezTo>
                  <a:pt x="27" y="38"/>
                  <a:pt x="27" y="38"/>
                  <a:pt x="27" y="38"/>
                </a:cubicBezTo>
                <a:cubicBezTo>
                  <a:pt x="9" y="27"/>
                  <a:pt x="0" y="14"/>
                  <a:pt x="0" y="0"/>
                </a:cubicBezTo>
                <a:cubicBezTo>
                  <a:pt x="0" y="98"/>
                  <a:pt x="0" y="98"/>
                  <a:pt x="0" y="98"/>
                </a:cubicBezTo>
                <a:cubicBezTo>
                  <a:pt x="0" y="111"/>
                  <a:pt x="9" y="125"/>
                  <a:pt x="27" y="136"/>
                </a:cubicBezTo>
                <a:cubicBezTo>
                  <a:pt x="1296" y="868"/>
                  <a:pt x="1296" y="868"/>
                  <a:pt x="1296" y="868"/>
                </a:cubicBezTo>
                <a:cubicBezTo>
                  <a:pt x="1332" y="889"/>
                  <a:pt x="1390" y="889"/>
                  <a:pt x="1426" y="868"/>
                </a:cubicBezTo>
                <a:cubicBezTo>
                  <a:pt x="2687" y="136"/>
                  <a:pt x="2687" y="136"/>
                  <a:pt x="2687" y="136"/>
                </a:cubicBezTo>
                <a:cubicBezTo>
                  <a:pt x="2705" y="125"/>
                  <a:pt x="2714" y="112"/>
                  <a:pt x="2714" y="98"/>
                </a:cubicBezTo>
                <a:cubicBezTo>
                  <a:pt x="2714" y="0"/>
                  <a:pt x="2714" y="0"/>
                  <a:pt x="2714" y="0"/>
                </a:cubicBezTo>
                <a:cubicBezTo>
                  <a:pt x="2714" y="14"/>
                  <a:pt x="2705" y="27"/>
                  <a:pt x="2687" y="38"/>
                </a:cubicBezTo>
                <a:close/>
              </a:path>
            </a:pathLst>
          </a:custGeom>
          <a:gradFill>
            <a:gsLst>
              <a:gs pos="0">
                <a:srgbClr val="8E9CEF"/>
              </a:gs>
              <a:gs pos="100000">
                <a:srgbClr val="D4D9F7"/>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Freeform 15">
            <a:extLst>
              <a:ext uri="{FF2B5EF4-FFF2-40B4-BE49-F238E27FC236}">
                <a16:creationId xmlns:a16="http://schemas.microsoft.com/office/drawing/2014/main" id="{7D23090C-6EAA-F9C6-4274-AAFEF57BEE9E}"/>
              </a:ext>
            </a:extLst>
          </p:cNvPr>
          <p:cNvSpPr>
            <a:spLocks/>
          </p:cNvSpPr>
          <p:nvPr/>
        </p:nvSpPr>
        <p:spPr bwMode="auto">
          <a:xfrm>
            <a:off x="1021946" y="1894179"/>
            <a:ext cx="5844328" cy="3385456"/>
          </a:xfrm>
          <a:custGeom>
            <a:avLst/>
            <a:gdLst>
              <a:gd name="T0" fmla="*/ 2696 w 2732"/>
              <a:gd name="T1" fmla="*/ 754 h 1582"/>
              <a:gd name="T2" fmla="*/ 2696 w 2732"/>
              <a:gd name="T3" fmla="*/ 829 h 1582"/>
              <a:gd name="T4" fmla="*/ 1435 w 2732"/>
              <a:gd name="T5" fmla="*/ 1562 h 1582"/>
              <a:gd name="T6" fmla="*/ 1306 w 2732"/>
              <a:gd name="T7" fmla="*/ 1562 h 1582"/>
              <a:gd name="T8" fmla="*/ 36 w 2732"/>
              <a:gd name="T9" fmla="*/ 829 h 1582"/>
              <a:gd name="T10" fmla="*/ 36 w 2732"/>
              <a:gd name="T11" fmla="*/ 754 h 1582"/>
              <a:gd name="T12" fmla="*/ 1297 w 2732"/>
              <a:gd name="T13" fmla="*/ 21 h 1582"/>
              <a:gd name="T14" fmla="*/ 1427 w 2732"/>
              <a:gd name="T15" fmla="*/ 21 h 1582"/>
              <a:gd name="T16" fmla="*/ 2696 w 2732"/>
              <a:gd name="T17" fmla="*/ 754 h 1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32" h="1582">
                <a:moveTo>
                  <a:pt x="2696" y="754"/>
                </a:moveTo>
                <a:cubicBezTo>
                  <a:pt x="2732" y="774"/>
                  <a:pt x="2732" y="808"/>
                  <a:pt x="2696" y="829"/>
                </a:cubicBezTo>
                <a:cubicBezTo>
                  <a:pt x="1435" y="1562"/>
                  <a:pt x="1435" y="1562"/>
                  <a:pt x="1435" y="1562"/>
                </a:cubicBezTo>
                <a:cubicBezTo>
                  <a:pt x="1400" y="1582"/>
                  <a:pt x="1342" y="1582"/>
                  <a:pt x="1306" y="1562"/>
                </a:cubicBezTo>
                <a:cubicBezTo>
                  <a:pt x="36" y="829"/>
                  <a:pt x="36" y="829"/>
                  <a:pt x="36" y="829"/>
                </a:cubicBezTo>
                <a:cubicBezTo>
                  <a:pt x="0" y="808"/>
                  <a:pt x="0" y="774"/>
                  <a:pt x="36" y="754"/>
                </a:cubicBezTo>
                <a:cubicBezTo>
                  <a:pt x="1297" y="21"/>
                  <a:pt x="1297" y="21"/>
                  <a:pt x="1297" y="21"/>
                </a:cubicBezTo>
                <a:cubicBezTo>
                  <a:pt x="1333" y="0"/>
                  <a:pt x="1391" y="0"/>
                  <a:pt x="1427" y="21"/>
                </a:cubicBezTo>
                <a:lnTo>
                  <a:pt x="2696" y="754"/>
                </a:lnTo>
                <a:close/>
              </a:path>
            </a:pathLst>
          </a:cu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4" name="菱形 153">
            <a:extLst>
              <a:ext uri="{FF2B5EF4-FFF2-40B4-BE49-F238E27FC236}">
                <a16:creationId xmlns:a16="http://schemas.microsoft.com/office/drawing/2014/main" id="{AA75246C-299D-2901-C5D4-136D36ACB9E9}"/>
              </a:ext>
            </a:extLst>
          </p:cNvPr>
          <p:cNvSpPr/>
          <p:nvPr/>
        </p:nvSpPr>
        <p:spPr>
          <a:xfrm>
            <a:off x="1719663" y="2160352"/>
            <a:ext cx="4448895" cy="2614387"/>
          </a:xfrm>
          <a:prstGeom prst="diamond">
            <a:avLst/>
          </a:prstGeom>
          <a:noFill/>
          <a:ln w="6350">
            <a:solidFill>
              <a:srgbClr val="D4D9F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2" name="组合 81">
            <a:extLst>
              <a:ext uri="{FF2B5EF4-FFF2-40B4-BE49-F238E27FC236}">
                <a16:creationId xmlns:a16="http://schemas.microsoft.com/office/drawing/2014/main" id="{4F424161-840E-6823-E9EF-DB7C512B0C30}"/>
              </a:ext>
            </a:extLst>
          </p:cNvPr>
          <p:cNvGrpSpPr/>
          <p:nvPr/>
        </p:nvGrpSpPr>
        <p:grpSpPr>
          <a:xfrm>
            <a:off x="2916134" y="1537514"/>
            <a:ext cx="654319" cy="1381611"/>
            <a:chOff x="5166631" y="1326428"/>
            <a:chExt cx="702017" cy="1482326"/>
          </a:xfrm>
        </p:grpSpPr>
        <p:grpSp>
          <p:nvGrpSpPr>
            <p:cNvPr id="73" name="组合 72">
              <a:extLst>
                <a:ext uri="{FF2B5EF4-FFF2-40B4-BE49-F238E27FC236}">
                  <a16:creationId xmlns:a16="http://schemas.microsoft.com/office/drawing/2014/main" id="{FFE09A1C-338A-2D7B-0C20-196FB50299F7}"/>
                </a:ext>
              </a:extLst>
            </p:cNvPr>
            <p:cNvGrpSpPr/>
            <p:nvPr/>
          </p:nvGrpSpPr>
          <p:grpSpPr>
            <a:xfrm>
              <a:off x="5166631" y="1998295"/>
              <a:ext cx="702017" cy="810459"/>
              <a:chOff x="3714196" y="2653198"/>
              <a:chExt cx="870316" cy="1004755"/>
            </a:xfrm>
            <a:effectLst>
              <a:outerShdw blurRad="165100" dist="63500" dir="5520000" sx="99000" sy="99000" rotWithShape="0">
                <a:srgbClr val="3749CC">
                  <a:alpha val="44000"/>
                </a:srgbClr>
              </a:outerShdw>
            </a:effectLst>
          </p:grpSpPr>
          <p:grpSp>
            <p:nvGrpSpPr>
              <p:cNvPr id="74" name="组合 73">
                <a:extLst>
                  <a:ext uri="{FF2B5EF4-FFF2-40B4-BE49-F238E27FC236}">
                    <a16:creationId xmlns:a16="http://schemas.microsoft.com/office/drawing/2014/main" id="{97D582C3-A593-01A4-EA9C-B1185F5871BC}"/>
                  </a:ext>
                </a:extLst>
              </p:cNvPr>
              <p:cNvGrpSpPr/>
              <p:nvPr/>
            </p:nvGrpSpPr>
            <p:grpSpPr>
              <a:xfrm>
                <a:off x="3714196" y="2653198"/>
                <a:ext cx="870316" cy="1004755"/>
                <a:chOff x="4883150" y="2301875"/>
                <a:chExt cx="1366838" cy="1577976"/>
              </a:xfrm>
            </p:grpSpPr>
            <p:sp>
              <p:nvSpPr>
                <p:cNvPr id="76" name="Freeform 19">
                  <a:extLst>
                    <a:ext uri="{FF2B5EF4-FFF2-40B4-BE49-F238E27FC236}">
                      <a16:creationId xmlns:a16="http://schemas.microsoft.com/office/drawing/2014/main" id="{F5D5A522-9936-55E9-F2C8-7169DA9AF0BB}"/>
                    </a:ext>
                  </a:extLst>
                </p:cNvPr>
                <p:cNvSpPr>
                  <a:spLocks/>
                </p:cNvSpPr>
                <p:nvPr/>
              </p:nvSpPr>
              <p:spPr bwMode="auto">
                <a:xfrm>
                  <a:off x="5567363" y="2697163"/>
                  <a:ext cx="682625" cy="1182688"/>
                </a:xfrm>
                <a:custGeom>
                  <a:avLst/>
                  <a:gdLst>
                    <a:gd name="T0" fmla="*/ 430 w 430"/>
                    <a:gd name="T1" fmla="*/ 0 h 745"/>
                    <a:gd name="T2" fmla="*/ 429 w 430"/>
                    <a:gd name="T3" fmla="*/ 496 h 745"/>
                    <a:gd name="T4" fmla="*/ 0 w 430"/>
                    <a:gd name="T5" fmla="*/ 745 h 745"/>
                    <a:gd name="T6" fmla="*/ 1 w 430"/>
                    <a:gd name="T7" fmla="*/ 249 h 745"/>
                    <a:gd name="T8" fmla="*/ 430 w 430"/>
                    <a:gd name="T9" fmla="*/ 0 h 745"/>
                  </a:gdLst>
                  <a:ahLst/>
                  <a:cxnLst>
                    <a:cxn ang="0">
                      <a:pos x="T0" y="T1"/>
                    </a:cxn>
                    <a:cxn ang="0">
                      <a:pos x="T2" y="T3"/>
                    </a:cxn>
                    <a:cxn ang="0">
                      <a:pos x="T4" y="T5"/>
                    </a:cxn>
                    <a:cxn ang="0">
                      <a:pos x="T6" y="T7"/>
                    </a:cxn>
                    <a:cxn ang="0">
                      <a:pos x="T8" y="T9"/>
                    </a:cxn>
                  </a:cxnLst>
                  <a:rect l="0" t="0" r="r" b="b"/>
                  <a:pathLst>
                    <a:path w="430" h="745">
                      <a:moveTo>
                        <a:pt x="430" y="0"/>
                      </a:moveTo>
                      <a:lnTo>
                        <a:pt x="429" y="496"/>
                      </a:lnTo>
                      <a:lnTo>
                        <a:pt x="0" y="745"/>
                      </a:lnTo>
                      <a:lnTo>
                        <a:pt x="1" y="249"/>
                      </a:lnTo>
                      <a:lnTo>
                        <a:pt x="430"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7" name="Freeform 20">
                  <a:extLst>
                    <a:ext uri="{FF2B5EF4-FFF2-40B4-BE49-F238E27FC236}">
                      <a16:creationId xmlns:a16="http://schemas.microsoft.com/office/drawing/2014/main" id="{F6836050-8ABB-CC79-7FF2-FFCC9E8F4B04}"/>
                    </a:ext>
                  </a:extLst>
                </p:cNvPr>
                <p:cNvSpPr>
                  <a:spLocks/>
                </p:cNvSpPr>
                <p:nvPr/>
              </p:nvSpPr>
              <p:spPr bwMode="auto">
                <a:xfrm>
                  <a:off x="4883150" y="2697163"/>
                  <a:ext cx="685800" cy="1182688"/>
                </a:xfrm>
                <a:custGeom>
                  <a:avLst/>
                  <a:gdLst>
                    <a:gd name="T0" fmla="*/ 432 w 432"/>
                    <a:gd name="T1" fmla="*/ 249 h 745"/>
                    <a:gd name="T2" fmla="*/ 431 w 432"/>
                    <a:gd name="T3" fmla="*/ 745 h 745"/>
                    <a:gd name="T4" fmla="*/ 0 w 432"/>
                    <a:gd name="T5" fmla="*/ 496 h 745"/>
                    <a:gd name="T6" fmla="*/ 1 w 432"/>
                    <a:gd name="T7" fmla="*/ 0 h 745"/>
                    <a:gd name="T8" fmla="*/ 432 w 432"/>
                    <a:gd name="T9" fmla="*/ 249 h 745"/>
                  </a:gdLst>
                  <a:ahLst/>
                  <a:cxnLst>
                    <a:cxn ang="0">
                      <a:pos x="T0" y="T1"/>
                    </a:cxn>
                    <a:cxn ang="0">
                      <a:pos x="T2" y="T3"/>
                    </a:cxn>
                    <a:cxn ang="0">
                      <a:pos x="T4" y="T5"/>
                    </a:cxn>
                    <a:cxn ang="0">
                      <a:pos x="T6" y="T7"/>
                    </a:cxn>
                    <a:cxn ang="0">
                      <a:pos x="T8" y="T9"/>
                    </a:cxn>
                  </a:cxnLst>
                  <a:rect l="0" t="0" r="r" b="b"/>
                  <a:pathLst>
                    <a:path w="432" h="745">
                      <a:moveTo>
                        <a:pt x="432" y="249"/>
                      </a:moveTo>
                      <a:lnTo>
                        <a:pt x="431" y="745"/>
                      </a:lnTo>
                      <a:lnTo>
                        <a:pt x="0" y="496"/>
                      </a:lnTo>
                      <a:lnTo>
                        <a:pt x="1" y="0"/>
                      </a:lnTo>
                      <a:lnTo>
                        <a:pt x="432" y="249"/>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Freeform 21">
                  <a:extLst>
                    <a:ext uri="{FF2B5EF4-FFF2-40B4-BE49-F238E27FC236}">
                      <a16:creationId xmlns:a16="http://schemas.microsoft.com/office/drawing/2014/main" id="{98358C08-1861-07D5-39F3-3E4A98EB1CD1}"/>
                    </a:ext>
                  </a:extLst>
                </p:cNvPr>
                <p:cNvSpPr>
                  <a:spLocks/>
                </p:cNvSpPr>
                <p:nvPr/>
              </p:nvSpPr>
              <p:spPr bwMode="auto">
                <a:xfrm>
                  <a:off x="4884738" y="2301875"/>
                  <a:ext cx="1365250" cy="790575"/>
                </a:xfrm>
                <a:custGeom>
                  <a:avLst/>
                  <a:gdLst>
                    <a:gd name="T0" fmla="*/ 860 w 860"/>
                    <a:gd name="T1" fmla="*/ 249 h 498"/>
                    <a:gd name="T2" fmla="*/ 431 w 860"/>
                    <a:gd name="T3" fmla="*/ 498 h 498"/>
                    <a:gd name="T4" fmla="*/ 0 w 860"/>
                    <a:gd name="T5" fmla="*/ 249 h 498"/>
                    <a:gd name="T6" fmla="*/ 429 w 860"/>
                    <a:gd name="T7" fmla="*/ 0 h 498"/>
                    <a:gd name="T8" fmla="*/ 860 w 860"/>
                    <a:gd name="T9" fmla="*/ 249 h 498"/>
                  </a:gdLst>
                  <a:ahLst/>
                  <a:cxnLst>
                    <a:cxn ang="0">
                      <a:pos x="T0" y="T1"/>
                    </a:cxn>
                    <a:cxn ang="0">
                      <a:pos x="T2" y="T3"/>
                    </a:cxn>
                    <a:cxn ang="0">
                      <a:pos x="T4" y="T5"/>
                    </a:cxn>
                    <a:cxn ang="0">
                      <a:pos x="T6" y="T7"/>
                    </a:cxn>
                    <a:cxn ang="0">
                      <a:pos x="T8" y="T9"/>
                    </a:cxn>
                  </a:cxnLst>
                  <a:rect l="0" t="0" r="r" b="b"/>
                  <a:pathLst>
                    <a:path w="860" h="498">
                      <a:moveTo>
                        <a:pt x="860" y="249"/>
                      </a:moveTo>
                      <a:lnTo>
                        <a:pt x="431" y="498"/>
                      </a:lnTo>
                      <a:lnTo>
                        <a:pt x="0" y="249"/>
                      </a:lnTo>
                      <a:lnTo>
                        <a:pt x="429" y="0"/>
                      </a:lnTo>
                      <a:lnTo>
                        <a:pt x="860" y="24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75" name="椭圆 74">
                <a:extLst>
                  <a:ext uri="{FF2B5EF4-FFF2-40B4-BE49-F238E27FC236}">
                    <a16:creationId xmlns:a16="http://schemas.microsoft.com/office/drawing/2014/main" id="{8CFF3DDB-1ADC-DA7B-AF60-20685296553A}"/>
                  </a:ext>
                </a:extLst>
              </p:cNvPr>
              <p:cNvSpPr/>
              <p:nvPr/>
            </p:nvSpPr>
            <p:spPr>
              <a:xfrm>
                <a:off x="3999864" y="2816069"/>
                <a:ext cx="298980" cy="156764"/>
              </a:xfrm>
              <a:prstGeom prst="ellipse">
                <a:avLst/>
              </a:pr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grpSp>
        <p:cxnSp>
          <p:nvCxnSpPr>
            <p:cNvPr id="80" name="直接连接符 79">
              <a:extLst>
                <a:ext uri="{FF2B5EF4-FFF2-40B4-BE49-F238E27FC236}">
                  <a16:creationId xmlns:a16="http://schemas.microsoft.com/office/drawing/2014/main" id="{E05B1953-277F-904B-1A74-11E99BD0339A}"/>
                </a:ext>
              </a:extLst>
            </p:cNvPr>
            <p:cNvCxnSpPr/>
            <p:nvPr/>
          </p:nvCxnSpPr>
          <p:spPr>
            <a:xfrm flipV="1">
              <a:off x="5517639" y="1735427"/>
              <a:ext cx="0" cy="513921"/>
            </a:xfrm>
            <a:prstGeom prst="line">
              <a:avLst/>
            </a:prstGeom>
            <a:ln w="6350">
              <a:solidFill>
                <a:srgbClr val="3749CC"/>
              </a:solidFill>
              <a:prstDash val="dash"/>
            </a:ln>
          </p:spPr>
          <p:style>
            <a:lnRef idx="1">
              <a:schemeClr val="accent1"/>
            </a:lnRef>
            <a:fillRef idx="0">
              <a:schemeClr val="accent1"/>
            </a:fillRef>
            <a:effectRef idx="0">
              <a:schemeClr val="accent1"/>
            </a:effectRef>
            <a:fontRef idx="minor">
              <a:schemeClr val="tx1"/>
            </a:fontRef>
          </p:style>
        </p:cxnSp>
        <p:sp>
          <p:nvSpPr>
            <p:cNvPr id="81" name="图形 357"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E8DE3233-CF20-C679-43EB-876DA578BBB4}"/>
                </a:ext>
              </a:extLst>
            </p:cNvPr>
            <p:cNvSpPr/>
            <p:nvPr/>
          </p:nvSpPr>
          <p:spPr>
            <a:xfrm>
              <a:off x="5399198" y="1326428"/>
              <a:ext cx="236882" cy="281297"/>
            </a:xfrm>
            <a:custGeom>
              <a:avLst/>
              <a:gdLst>
                <a:gd name="connsiteX0" fmla="*/ 133350 w 152400"/>
                <a:gd name="connsiteY0" fmla="*/ 128588 h 180975"/>
                <a:gd name="connsiteX1" fmla="*/ 133350 w 152400"/>
                <a:gd name="connsiteY1" fmla="*/ 80963 h 180975"/>
                <a:gd name="connsiteX2" fmla="*/ 90488 w 152400"/>
                <a:gd name="connsiteY2" fmla="*/ 20765 h 180975"/>
                <a:gd name="connsiteX3" fmla="*/ 90488 w 152400"/>
                <a:gd name="connsiteY3" fmla="*/ 14288 h 180975"/>
                <a:gd name="connsiteX4" fmla="*/ 76200 w 152400"/>
                <a:gd name="connsiteY4" fmla="*/ 0 h 180975"/>
                <a:gd name="connsiteX5" fmla="*/ 61913 w 152400"/>
                <a:gd name="connsiteY5" fmla="*/ 14288 h 180975"/>
                <a:gd name="connsiteX6" fmla="*/ 61913 w 152400"/>
                <a:gd name="connsiteY6" fmla="*/ 20765 h 180975"/>
                <a:gd name="connsiteX7" fmla="*/ 19050 w 152400"/>
                <a:gd name="connsiteY7" fmla="*/ 80963 h 180975"/>
                <a:gd name="connsiteX8" fmla="*/ 19050 w 152400"/>
                <a:gd name="connsiteY8" fmla="*/ 128588 h 180975"/>
                <a:gd name="connsiteX9" fmla="*/ 0 w 152400"/>
                <a:gd name="connsiteY9" fmla="*/ 147638 h 180975"/>
                <a:gd name="connsiteX10" fmla="*/ 0 w 152400"/>
                <a:gd name="connsiteY10" fmla="*/ 157163 h 180975"/>
                <a:gd name="connsiteX11" fmla="*/ 152400 w 152400"/>
                <a:gd name="connsiteY11" fmla="*/ 157163 h 180975"/>
                <a:gd name="connsiteX12" fmla="*/ 152400 w 152400"/>
                <a:gd name="connsiteY12" fmla="*/ 147638 h 180975"/>
                <a:gd name="connsiteX13" fmla="*/ 133350 w 152400"/>
                <a:gd name="connsiteY13" fmla="*/ 128588 h 180975"/>
                <a:gd name="connsiteX14" fmla="*/ 85725 w 152400"/>
                <a:gd name="connsiteY14" fmla="*/ 128588 h 180975"/>
                <a:gd name="connsiteX15" fmla="*/ 66675 w 152400"/>
                <a:gd name="connsiteY15" fmla="*/ 128588 h 180975"/>
                <a:gd name="connsiteX16" fmla="*/ 66675 w 152400"/>
                <a:gd name="connsiteY16" fmla="*/ 109538 h 180975"/>
                <a:gd name="connsiteX17" fmla="*/ 85725 w 152400"/>
                <a:gd name="connsiteY17" fmla="*/ 109538 h 180975"/>
                <a:gd name="connsiteX18" fmla="*/ 85725 w 152400"/>
                <a:gd name="connsiteY18" fmla="*/ 128588 h 180975"/>
                <a:gd name="connsiteX19" fmla="*/ 85725 w 152400"/>
                <a:gd name="connsiteY19" fmla="*/ 90488 h 180975"/>
                <a:gd name="connsiteX20" fmla="*/ 66675 w 152400"/>
                <a:gd name="connsiteY20" fmla="*/ 90488 h 180975"/>
                <a:gd name="connsiteX21" fmla="*/ 66675 w 152400"/>
                <a:gd name="connsiteY21" fmla="*/ 52388 h 180975"/>
                <a:gd name="connsiteX22" fmla="*/ 85725 w 152400"/>
                <a:gd name="connsiteY22" fmla="*/ 52388 h 180975"/>
                <a:gd name="connsiteX23" fmla="*/ 85725 w 152400"/>
                <a:gd name="connsiteY23" fmla="*/ 90488 h 180975"/>
                <a:gd name="connsiteX24" fmla="*/ 76200 w 152400"/>
                <a:gd name="connsiteY24" fmla="*/ 185738 h 180975"/>
                <a:gd name="connsiteX25" fmla="*/ 95250 w 152400"/>
                <a:gd name="connsiteY25" fmla="*/ 166688 h 180975"/>
                <a:gd name="connsiteX26" fmla="*/ 57150 w 152400"/>
                <a:gd name="connsiteY26" fmla="*/ 166688 h 180975"/>
                <a:gd name="connsiteX27" fmla="*/ 76200 w 152400"/>
                <a:gd name="connsiteY27" fmla="*/ 185738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2400" h="180975">
                  <a:moveTo>
                    <a:pt x="133350" y="128588"/>
                  </a:moveTo>
                  <a:lnTo>
                    <a:pt x="133350" y="80963"/>
                  </a:lnTo>
                  <a:cubicBezTo>
                    <a:pt x="133350" y="51721"/>
                    <a:pt x="117729" y="27241"/>
                    <a:pt x="90488" y="20765"/>
                  </a:cubicBezTo>
                  <a:lnTo>
                    <a:pt x="90488" y="14288"/>
                  </a:lnTo>
                  <a:cubicBezTo>
                    <a:pt x="90488" y="6382"/>
                    <a:pt x="84106" y="0"/>
                    <a:pt x="76200" y="0"/>
                  </a:cubicBezTo>
                  <a:cubicBezTo>
                    <a:pt x="68294" y="0"/>
                    <a:pt x="61913" y="6382"/>
                    <a:pt x="61913" y="14288"/>
                  </a:cubicBezTo>
                  <a:lnTo>
                    <a:pt x="61913" y="20765"/>
                  </a:lnTo>
                  <a:cubicBezTo>
                    <a:pt x="34576" y="27241"/>
                    <a:pt x="19050" y="51626"/>
                    <a:pt x="19050" y="80963"/>
                  </a:cubicBezTo>
                  <a:lnTo>
                    <a:pt x="19050" y="128588"/>
                  </a:lnTo>
                  <a:lnTo>
                    <a:pt x="0" y="147638"/>
                  </a:lnTo>
                  <a:lnTo>
                    <a:pt x="0" y="157163"/>
                  </a:lnTo>
                  <a:lnTo>
                    <a:pt x="152400" y="157163"/>
                  </a:lnTo>
                  <a:lnTo>
                    <a:pt x="152400" y="147638"/>
                  </a:lnTo>
                  <a:lnTo>
                    <a:pt x="133350" y="128588"/>
                  </a:lnTo>
                  <a:close/>
                  <a:moveTo>
                    <a:pt x="85725" y="128588"/>
                  </a:moveTo>
                  <a:lnTo>
                    <a:pt x="66675" y="128588"/>
                  </a:lnTo>
                  <a:lnTo>
                    <a:pt x="66675" y="109538"/>
                  </a:lnTo>
                  <a:lnTo>
                    <a:pt x="85725" y="109538"/>
                  </a:lnTo>
                  <a:lnTo>
                    <a:pt x="85725" y="128588"/>
                  </a:lnTo>
                  <a:close/>
                  <a:moveTo>
                    <a:pt x="85725" y="90488"/>
                  </a:moveTo>
                  <a:lnTo>
                    <a:pt x="66675" y="90488"/>
                  </a:lnTo>
                  <a:lnTo>
                    <a:pt x="66675" y="52388"/>
                  </a:lnTo>
                  <a:lnTo>
                    <a:pt x="85725" y="52388"/>
                  </a:lnTo>
                  <a:lnTo>
                    <a:pt x="85725" y="90488"/>
                  </a:lnTo>
                  <a:close/>
                  <a:moveTo>
                    <a:pt x="76200" y="185738"/>
                  </a:moveTo>
                  <a:cubicBezTo>
                    <a:pt x="86678" y="185738"/>
                    <a:pt x="95250" y="177165"/>
                    <a:pt x="95250" y="166688"/>
                  </a:cubicBezTo>
                  <a:lnTo>
                    <a:pt x="57150" y="166688"/>
                  </a:lnTo>
                  <a:cubicBezTo>
                    <a:pt x="57150" y="177165"/>
                    <a:pt x="65627" y="185738"/>
                    <a:pt x="76200" y="185738"/>
                  </a:cubicBezTo>
                  <a:close/>
                </a:path>
              </a:pathLst>
            </a:custGeom>
            <a:gradFill flip="none" rotWithShape="1">
              <a:gsLst>
                <a:gs pos="0">
                  <a:srgbClr val="3749CC"/>
                </a:gs>
                <a:gs pos="100000">
                  <a:srgbClr val="8E9CEF"/>
                </a:gs>
              </a:gsLst>
              <a:lin ang="13500000" scaled="1"/>
              <a:tileRect/>
            </a:gradFill>
            <a:ln w="9525" cap="flat">
              <a:noFill/>
              <a:prstDash val="solid"/>
              <a:miter/>
            </a:ln>
          </p:spPr>
          <p:txBody>
            <a:bodyPr rtlCol="0" anchor="ctr"/>
            <a:lstStyle/>
            <a:p>
              <a:endParaRPr lang="zh-CN" altLang="en-US"/>
            </a:p>
          </p:txBody>
        </p:sp>
      </p:grpSp>
      <p:grpSp>
        <p:nvGrpSpPr>
          <p:cNvPr id="83" name="组合 82">
            <a:extLst>
              <a:ext uri="{FF2B5EF4-FFF2-40B4-BE49-F238E27FC236}">
                <a16:creationId xmlns:a16="http://schemas.microsoft.com/office/drawing/2014/main" id="{83836C44-3269-CD90-D7D8-ED94C764E72D}"/>
              </a:ext>
            </a:extLst>
          </p:cNvPr>
          <p:cNvGrpSpPr/>
          <p:nvPr/>
        </p:nvGrpSpPr>
        <p:grpSpPr>
          <a:xfrm>
            <a:off x="1512504" y="2345110"/>
            <a:ext cx="654319" cy="1381611"/>
            <a:chOff x="5166631" y="1326428"/>
            <a:chExt cx="702017" cy="1482326"/>
          </a:xfrm>
        </p:grpSpPr>
        <p:grpSp>
          <p:nvGrpSpPr>
            <p:cNvPr id="84" name="组合 83">
              <a:extLst>
                <a:ext uri="{FF2B5EF4-FFF2-40B4-BE49-F238E27FC236}">
                  <a16:creationId xmlns:a16="http://schemas.microsoft.com/office/drawing/2014/main" id="{98431B76-51B9-2636-597D-9318A95B3767}"/>
                </a:ext>
              </a:extLst>
            </p:cNvPr>
            <p:cNvGrpSpPr/>
            <p:nvPr/>
          </p:nvGrpSpPr>
          <p:grpSpPr>
            <a:xfrm>
              <a:off x="5166631" y="1998295"/>
              <a:ext cx="702017" cy="810459"/>
              <a:chOff x="3714196" y="2653198"/>
              <a:chExt cx="870316" cy="1004755"/>
            </a:xfrm>
            <a:effectLst>
              <a:outerShdw blurRad="165100" dist="63500" dir="5520000" sx="99000" sy="99000" rotWithShape="0">
                <a:srgbClr val="3749CC">
                  <a:alpha val="44000"/>
                </a:srgbClr>
              </a:outerShdw>
            </a:effectLst>
          </p:grpSpPr>
          <p:grpSp>
            <p:nvGrpSpPr>
              <p:cNvPr id="87" name="组合 86">
                <a:extLst>
                  <a:ext uri="{FF2B5EF4-FFF2-40B4-BE49-F238E27FC236}">
                    <a16:creationId xmlns:a16="http://schemas.microsoft.com/office/drawing/2014/main" id="{F95E49FE-FAB6-895B-EDD6-4AFBB6453A7E}"/>
                  </a:ext>
                </a:extLst>
              </p:cNvPr>
              <p:cNvGrpSpPr/>
              <p:nvPr/>
            </p:nvGrpSpPr>
            <p:grpSpPr>
              <a:xfrm>
                <a:off x="3714196" y="2653198"/>
                <a:ext cx="870316" cy="1004755"/>
                <a:chOff x="4883150" y="2301875"/>
                <a:chExt cx="1366838" cy="1577976"/>
              </a:xfrm>
            </p:grpSpPr>
            <p:sp>
              <p:nvSpPr>
                <p:cNvPr id="89" name="Freeform 19">
                  <a:extLst>
                    <a:ext uri="{FF2B5EF4-FFF2-40B4-BE49-F238E27FC236}">
                      <a16:creationId xmlns:a16="http://schemas.microsoft.com/office/drawing/2014/main" id="{8B8AD373-CFA4-71B7-EA84-2A00A929AAED}"/>
                    </a:ext>
                  </a:extLst>
                </p:cNvPr>
                <p:cNvSpPr>
                  <a:spLocks/>
                </p:cNvSpPr>
                <p:nvPr/>
              </p:nvSpPr>
              <p:spPr bwMode="auto">
                <a:xfrm>
                  <a:off x="5567363" y="2697163"/>
                  <a:ext cx="682625" cy="1182688"/>
                </a:xfrm>
                <a:custGeom>
                  <a:avLst/>
                  <a:gdLst>
                    <a:gd name="T0" fmla="*/ 430 w 430"/>
                    <a:gd name="T1" fmla="*/ 0 h 745"/>
                    <a:gd name="T2" fmla="*/ 429 w 430"/>
                    <a:gd name="T3" fmla="*/ 496 h 745"/>
                    <a:gd name="T4" fmla="*/ 0 w 430"/>
                    <a:gd name="T5" fmla="*/ 745 h 745"/>
                    <a:gd name="T6" fmla="*/ 1 w 430"/>
                    <a:gd name="T7" fmla="*/ 249 h 745"/>
                    <a:gd name="T8" fmla="*/ 430 w 430"/>
                    <a:gd name="T9" fmla="*/ 0 h 745"/>
                  </a:gdLst>
                  <a:ahLst/>
                  <a:cxnLst>
                    <a:cxn ang="0">
                      <a:pos x="T0" y="T1"/>
                    </a:cxn>
                    <a:cxn ang="0">
                      <a:pos x="T2" y="T3"/>
                    </a:cxn>
                    <a:cxn ang="0">
                      <a:pos x="T4" y="T5"/>
                    </a:cxn>
                    <a:cxn ang="0">
                      <a:pos x="T6" y="T7"/>
                    </a:cxn>
                    <a:cxn ang="0">
                      <a:pos x="T8" y="T9"/>
                    </a:cxn>
                  </a:cxnLst>
                  <a:rect l="0" t="0" r="r" b="b"/>
                  <a:pathLst>
                    <a:path w="430" h="745">
                      <a:moveTo>
                        <a:pt x="430" y="0"/>
                      </a:moveTo>
                      <a:lnTo>
                        <a:pt x="429" y="496"/>
                      </a:lnTo>
                      <a:lnTo>
                        <a:pt x="0" y="745"/>
                      </a:lnTo>
                      <a:lnTo>
                        <a:pt x="1" y="249"/>
                      </a:lnTo>
                      <a:lnTo>
                        <a:pt x="430"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Freeform 20">
                  <a:extLst>
                    <a:ext uri="{FF2B5EF4-FFF2-40B4-BE49-F238E27FC236}">
                      <a16:creationId xmlns:a16="http://schemas.microsoft.com/office/drawing/2014/main" id="{841DEC60-BCED-A18F-7C81-AF91D8F1D1FA}"/>
                    </a:ext>
                  </a:extLst>
                </p:cNvPr>
                <p:cNvSpPr>
                  <a:spLocks/>
                </p:cNvSpPr>
                <p:nvPr/>
              </p:nvSpPr>
              <p:spPr bwMode="auto">
                <a:xfrm>
                  <a:off x="4883150" y="2697163"/>
                  <a:ext cx="685800" cy="1182688"/>
                </a:xfrm>
                <a:custGeom>
                  <a:avLst/>
                  <a:gdLst>
                    <a:gd name="T0" fmla="*/ 432 w 432"/>
                    <a:gd name="T1" fmla="*/ 249 h 745"/>
                    <a:gd name="T2" fmla="*/ 431 w 432"/>
                    <a:gd name="T3" fmla="*/ 745 h 745"/>
                    <a:gd name="T4" fmla="*/ 0 w 432"/>
                    <a:gd name="T5" fmla="*/ 496 h 745"/>
                    <a:gd name="T6" fmla="*/ 1 w 432"/>
                    <a:gd name="T7" fmla="*/ 0 h 745"/>
                    <a:gd name="T8" fmla="*/ 432 w 432"/>
                    <a:gd name="T9" fmla="*/ 249 h 745"/>
                  </a:gdLst>
                  <a:ahLst/>
                  <a:cxnLst>
                    <a:cxn ang="0">
                      <a:pos x="T0" y="T1"/>
                    </a:cxn>
                    <a:cxn ang="0">
                      <a:pos x="T2" y="T3"/>
                    </a:cxn>
                    <a:cxn ang="0">
                      <a:pos x="T4" y="T5"/>
                    </a:cxn>
                    <a:cxn ang="0">
                      <a:pos x="T6" y="T7"/>
                    </a:cxn>
                    <a:cxn ang="0">
                      <a:pos x="T8" y="T9"/>
                    </a:cxn>
                  </a:cxnLst>
                  <a:rect l="0" t="0" r="r" b="b"/>
                  <a:pathLst>
                    <a:path w="432" h="745">
                      <a:moveTo>
                        <a:pt x="432" y="249"/>
                      </a:moveTo>
                      <a:lnTo>
                        <a:pt x="431" y="745"/>
                      </a:lnTo>
                      <a:lnTo>
                        <a:pt x="0" y="496"/>
                      </a:lnTo>
                      <a:lnTo>
                        <a:pt x="1" y="0"/>
                      </a:lnTo>
                      <a:lnTo>
                        <a:pt x="432" y="249"/>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1" name="Freeform 21">
                  <a:extLst>
                    <a:ext uri="{FF2B5EF4-FFF2-40B4-BE49-F238E27FC236}">
                      <a16:creationId xmlns:a16="http://schemas.microsoft.com/office/drawing/2014/main" id="{837E8CB5-DA4A-BACB-9F55-EAB4BD5FABF3}"/>
                    </a:ext>
                  </a:extLst>
                </p:cNvPr>
                <p:cNvSpPr>
                  <a:spLocks/>
                </p:cNvSpPr>
                <p:nvPr/>
              </p:nvSpPr>
              <p:spPr bwMode="auto">
                <a:xfrm>
                  <a:off x="4884738" y="2301875"/>
                  <a:ext cx="1365250" cy="790575"/>
                </a:xfrm>
                <a:custGeom>
                  <a:avLst/>
                  <a:gdLst>
                    <a:gd name="T0" fmla="*/ 860 w 860"/>
                    <a:gd name="T1" fmla="*/ 249 h 498"/>
                    <a:gd name="T2" fmla="*/ 431 w 860"/>
                    <a:gd name="T3" fmla="*/ 498 h 498"/>
                    <a:gd name="T4" fmla="*/ 0 w 860"/>
                    <a:gd name="T5" fmla="*/ 249 h 498"/>
                    <a:gd name="T6" fmla="*/ 429 w 860"/>
                    <a:gd name="T7" fmla="*/ 0 h 498"/>
                    <a:gd name="T8" fmla="*/ 860 w 860"/>
                    <a:gd name="T9" fmla="*/ 249 h 498"/>
                  </a:gdLst>
                  <a:ahLst/>
                  <a:cxnLst>
                    <a:cxn ang="0">
                      <a:pos x="T0" y="T1"/>
                    </a:cxn>
                    <a:cxn ang="0">
                      <a:pos x="T2" y="T3"/>
                    </a:cxn>
                    <a:cxn ang="0">
                      <a:pos x="T4" y="T5"/>
                    </a:cxn>
                    <a:cxn ang="0">
                      <a:pos x="T6" y="T7"/>
                    </a:cxn>
                    <a:cxn ang="0">
                      <a:pos x="T8" y="T9"/>
                    </a:cxn>
                  </a:cxnLst>
                  <a:rect l="0" t="0" r="r" b="b"/>
                  <a:pathLst>
                    <a:path w="860" h="498">
                      <a:moveTo>
                        <a:pt x="860" y="249"/>
                      </a:moveTo>
                      <a:lnTo>
                        <a:pt x="431" y="498"/>
                      </a:lnTo>
                      <a:lnTo>
                        <a:pt x="0" y="249"/>
                      </a:lnTo>
                      <a:lnTo>
                        <a:pt x="429" y="0"/>
                      </a:lnTo>
                      <a:lnTo>
                        <a:pt x="860" y="24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88" name="椭圆 87">
                <a:extLst>
                  <a:ext uri="{FF2B5EF4-FFF2-40B4-BE49-F238E27FC236}">
                    <a16:creationId xmlns:a16="http://schemas.microsoft.com/office/drawing/2014/main" id="{A2F16CBC-D02C-38F1-38FE-14B6D1533520}"/>
                  </a:ext>
                </a:extLst>
              </p:cNvPr>
              <p:cNvSpPr/>
              <p:nvPr/>
            </p:nvSpPr>
            <p:spPr>
              <a:xfrm>
                <a:off x="3999864" y="2816069"/>
                <a:ext cx="298980" cy="156764"/>
              </a:xfrm>
              <a:prstGeom prst="ellipse">
                <a:avLst/>
              </a:pr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grpSp>
        <p:cxnSp>
          <p:nvCxnSpPr>
            <p:cNvPr id="85" name="直接连接符 84">
              <a:extLst>
                <a:ext uri="{FF2B5EF4-FFF2-40B4-BE49-F238E27FC236}">
                  <a16:creationId xmlns:a16="http://schemas.microsoft.com/office/drawing/2014/main" id="{802DF5A8-518D-9607-4A58-3B9A6E40160E}"/>
                </a:ext>
              </a:extLst>
            </p:cNvPr>
            <p:cNvCxnSpPr/>
            <p:nvPr/>
          </p:nvCxnSpPr>
          <p:spPr>
            <a:xfrm flipV="1">
              <a:off x="5517639" y="1735427"/>
              <a:ext cx="0" cy="513921"/>
            </a:xfrm>
            <a:prstGeom prst="line">
              <a:avLst/>
            </a:prstGeom>
            <a:ln w="6350">
              <a:solidFill>
                <a:srgbClr val="3749CC"/>
              </a:solidFill>
              <a:prstDash val="dash"/>
            </a:ln>
          </p:spPr>
          <p:style>
            <a:lnRef idx="1">
              <a:schemeClr val="accent1"/>
            </a:lnRef>
            <a:fillRef idx="0">
              <a:schemeClr val="accent1"/>
            </a:fillRef>
            <a:effectRef idx="0">
              <a:schemeClr val="accent1"/>
            </a:effectRef>
            <a:fontRef idx="minor">
              <a:schemeClr val="tx1"/>
            </a:fontRef>
          </p:style>
        </p:cxnSp>
        <p:sp>
          <p:nvSpPr>
            <p:cNvPr id="86" name="图形 357"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4FF7D3C3-33F8-45B5-398E-915D8578970E}"/>
                </a:ext>
              </a:extLst>
            </p:cNvPr>
            <p:cNvSpPr/>
            <p:nvPr/>
          </p:nvSpPr>
          <p:spPr>
            <a:xfrm>
              <a:off x="5399198" y="1326428"/>
              <a:ext cx="236882" cy="281297"/>
            </a:xfrm>
            <a:custGeom>
              <a:avLst/>
              <a:gdLst>
                <a:gd name="connsiteX0" fmla="*/ 133350 w 152400"/>
                <a:gd name="connsiteY0" fmla="*/ 128588 h 180975"/>
                <a:gd name="connsiteX1" fmla="*/ 133350 w 152400"/>
                <a:gd name="connsiteY1" fmla="*/ 80963 h 180975"/>
                <a:gd name="connsiteX2" fmla="*/ 90488 w 152400"/>
                <a:gd name="connsiteY2" fmla="*/ 20765 h 180975"/>
                <a:gd name="connsiteX3" fmla="*/ 90488 w 152400"/>
                <a:gd name="connsiteY3" fmla="*/ 14288 h 180975"/>
                <a:gd name="connsiteX4" fmla="*/ 76200 w 152400"/>
                <a:gd name="connsiteY4" fmla="*/ 0 h 180975"/>
                <a:gd name="connsiteX5" fmla="*/ 61913 w 152400"/>
                <a:gd name="connsiteY5" fmla="*/ 14288 h 180975"/>
                <a:gd name="connsiteX6" fmla="*/ 61913 w 152400"/>
                <a:gd name="connsiteY6" fmla="*/ 20765 h 180975"/>
                <a:gd name="connsiteX7" fmla="*/ 19050 w 152400"/>
                <a:gd name="connsiteY7" fmla="*/ 80963 h 180975"/>
                <a:gd name="connsiteX8" fmla="*/ 19050 w 152400"/>
                <a:gd name="connsiteY8" fmla="*/ 128588 h 180975"/>
                <a:gd name="connsiteX9" fmla="*/ 0 w 152400"/>
                <a:gd name="connsiteY9" fmla="*/ 147638 h 180975"/>
                <a:gd name="connsiteX10" fmla="*/ 0 w 152400"/>
                <a:gd name="connsiteY10" fmla="*/ 157163 h 180975"/>
                <a:gd name="connsiteX11" fmla="*/ 152400 w 152400"/>
                <a:gd name="connsiteY11" fmla="*/ 157163 h 180975"/>
                <a:gd name="connsiteX12" fmla="*/ 152400 w 152400"/>
                <a:gd name="connsiteY12" fmla="*/ 147638 h 180975"/>
                <a:gd name="connsiteX13" fmla="*/ 133350 w 152400"/>
                <a:gd name="connsiteY13" fmla="*/ 128588 h 180975"/>
                <a:gd name="connsiteX14" fmla="*/ 85725 w 152400"/>
                <a:gd name="connsiteY14" fmla="*/ 128588 h 180975"/>
                <a:gd name="connsiteX15" fmla="*/ 66675 w 152400"/>
                <a:gd name="connsiteY15" fmla="*/ 128588 h 180975"/>
                <a:gd name="connsiteX16" fmla="*/ 66675 w 152400"/>
                <a:gd name="connsiteY16" fmla="*/ 109538 h 180975"/>
                <a:gd name="connsiteX17" fmla="*/ 85725 w 152400"/>
                <a:gd name="connsiteY17" fmla="*/ 109538 h 180975"/>
                <a:gd name="connsiteX18" fmla="*/ 85725 w 152400"/>
                <a:gd name="connsiteY18" fmla="*/ 128588 h 180975"/>
                <a:gd name="connsiteX19" fmla="*/ 85725 w 152400"/>
                <a:gd name="connsiteY19" fmla="*/ 90488 h 180975"/>
                <a:gd name="connsiteX20" fmla="*/ 66675 w 152400"/>
                <a:gd name="connsiteY20" fmla="*/ 90488 h 180975"/>
                <a:gd name="connsiteX21" fmla="*/ 66675 w 152400"/>
                <a:gd name="connsiteY21" fmla="*/ 52388 h 180975"/>
                <a:gd name="connsiteX22" fmla="*/ 85725 w 152400"/>
                <a:gd name="connsiteY22" fmla="*/ 52388 h 180975"/>
                <a:gd name="connsiteX23" fmla="*/ 85725 w 152400"/>
                <a:gd name="connsiteY23" fmla="*/ 90488 h 180975"/>
                <a:gd name="connsiteX24" fmla="*/ 76200 w 152400"/>
                <a:gd name="connsiteY24" fmla="*/ 185738 h 180975"/>
                <a:gd name="connsiteX25" fmla="*/ 95250 w 152400"/>
                <a:gd name="connsiteY25" fmla="*/ 166688 h 180975"/>
                <a:gd name="connsiteX26" fmla="*/ 57150 w 152400"/>
                <a:gd name="connsiteY26" fmla="*/ 166688 h 180975"/>
                <a:gd name="connsiteX27" fmla="*/ 76200 w 152400"/>
                <a:gd name="connsiteY27" fmla="*/ 185738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2400" h="180975">
                  <a:moveTo>
                    <a:pt x="133350" y="128588"/>
                  </a:moveTo>
                  <a:lnTo>
                    <a:pt x="133350" y="80963"/>
                  </a:lnTo>
                  <a:cubicBezTo>
                    <a:pt x="133350" y="51721"/>
                    <a:pt x="117729" y="27241"/>
                    <a:pt x="90488" y="20765"/>
                  </a:cubicBezTo>
                  <a:lnTo>
                    <a:pt x="90488" y="14288"/>
                  </a:lnTo>
                  <a:cubicBezTo>
                    <a:pt x="90488" y="6382"/>
                    <a:pt x="84106" y="0"/>
                    <a:pt x="76200" y="0"/>
                  </a:cubicBezTo>
                  <a:cubicBezTo>
                    <a:pt x="68294" y="0"/>
                    <a:pt x="61913" y="6382"/>
                    <a:pt x="61913" y="14288"/>
                  </a:cubicBezTo>
                  <a:lnTo>
                    <a:pt x="61913" y="20765"/>
                  </a:lnTo>
                  <a:cubicBezTo>
                    <a:pt x="34576" y="27241"/>
                    <a:pt x="19050" y="51626"/>
                    <a:pt x="19050" y="80963"/>
                  </a:cubicBezTo>
                  <a:lnTo>
                    <a:pt x="19050" y="128588"/>
                  </a:lnTo>
                  <a:lnTo>
                    <a:pt x="0" y="147638"/>
                  </a:lnTo>
                  <a:lnTo>
                    <a:pt x="0" y="157163"/>
                  </a:lnTo>
                  <a:lnTo>
                    <a:pt x="152400" y="157163"/>
                  </a:lnTo>
                  <a:lnTo>
                    <a:pt x="152400" y="147638"/>
                  </a:lnTo>
                  <a:lnTo>
                    <a:pt x="133350" y="128588"/>
                  </a:lnTo>
                  <a:close/>
                  <a:moveTo>
                    <a:pt x="85725" y="128588"/>
                  </a:moveTo>
                  <a:lnTo>
                    <a:pt x="66675" y="128588"/>
                  </a:lnTo>
                  <a:lnTo>
                    <a:pt x="66675" y="109538"/>
                  </a:lnTo>
                  <a:lnTo>
                    <a:pt x="85725" y="109538"/>
                  </a:lnTo>
                  <a:lnTo>
                    <a:pt x="85725" y="128588"/>
                  </a:lnTo>
                  <a:close/>
                  <a:moveTo>
                    <a:pt x="85725" y="90488"/>
                  </a:moveTo>
                  <a:lnTo>
                    <a:pt x="66675" y="90488"/>
                  </a:lnTo>
                  <a:lnTo>
                    <a:pt x="66675" y="52388"/>
                  </a:lnTo>
                  <a:lnTo>
                    <a:pt x="85725" y="52388"/>
                  </a:lnTo>
                  <a:lnTo>
                    <a:pt x="85725" y="90488"/>
                  </a:lnTo>
                  <a:close/>
                  <a:moveTo>
                    <a:pt x="76200" y="185738"/>
                  </a:moveTo>
                  <a:cubicBezTo>
                    <a:pt x="86678" y="185738"/>
                    <a:pt x="95250" y="177165"/>
                    <a:pt x="95250" y="166688"/>
                  </a:cubicBezTo>
                  <a:lnTo>
                    <a:pt x="57150" y="166688"/>
                  </a:lnTo>
                  <a:cubicBezTo>
                    <a:pt x="57150" y="177165"/>
                    <a:pt x="65627" y="185738"/>
                    <a:pt x="76200" y="185738"/>
                  </a:cubicBezTo>
                  <a:close/>
                </a:path>
              </a:pathLst>
            </a:custGeom>
            <a:gradFill flip="none" rotWithShape="1">
              <a:gsLst>
                <a:gs pos="0">
                  <a:srgbClr val="3749CC"/>
                </a:gs>
                <a:gs pos="100000">
                  <a:srgbClr val="8E9CEF"/>
                </a:gs>
              </a:gsLst>
              <a:lin ang="13500000" scaled="1"/>
              <a:tileRect/>
            </a:gradFill>
            <a:ln w="9525" cap="flat">
              <a:noFill/>
              <a:prstDash val="solid"/>
              <a:miter/>
            </a:ln>
          </p:spPr>
          <p:txBody>
            <a:bodyPr rtlCol="0" anchor="ctr"/>
            <a:lstStyle/>
            <a:p>
              <a:endParaRPr lang="zh-CN" altLang="en-US"/>
            </a:p>
          </p:txBody>
        </p:sp>
      </p:grpSp>
      <p:grpSp>
        <p:nvGrpSpPr>
          <p:cNvPr id="112" name="组合 111">
            <a:extLst>
              <a:ext uri="{FF2B5EF4-FFF2-40B4-BE49-F238E27FC236}">
                <a16:creationId xmlns:a16="http://schemas.microsoft.com/office/drawing/2014/main" id="{D56289DC-A386-02BA-23E4-B99EA25B16F5}"/>
              </a:ext>
            </a:extLst>
          </p:cNvPr>
          <p:cNvGrpSpPr/>
          <p:nvPr/>
        </p:nvGrpSpPr>
        <p:grpSpPr>
          <a:xfrm flipH="1">
            <a:off x="4317768" y="1537514"/>
            <a:ext cx="654319" cy="1381611"/>
            <a:chOff x="5166631" y="1326428"/>
            <a:chExt cx="702017" cy="1482326"/>
          </a:xfrm>
        </p:grpSpPr>
        <p:grpSp>
          <p:nvGrpSpPr>
            <p:cNvPr id="122" name="组合 121">
              <a:extLst>
                <a:ext uri="{FF2B5EF4-FFF2-40B4-BE49-F238E27FC236}">
                  <a16:creationId xmlns:a16="http://schemas.microsoft.com/office/drawing/2014/main" id="{10709029-3E1F-8E8A-9ABB-9ED961C795C8}"/>
                </a:ext>
              </a:extLst>
            </p:cNvPr>
            <p:cNvGrpSpPr/>
            <p:nvPr/>
          </p:nvGrpSpPr>
          <p:grpSpPr>
            <a:xfrm>
              <a:off x="5166631" y="1998295"/>
              <a:ext cx="702017" cy="810459"/>
              <a:chOff x="3714196" y="2653198"/>
              <a:chExt cx="870316" cy="1004755"/>
            </a:xfrm>
            <a:effectLst>
              <a:outerShdw blurRad="165100" dist="63500" dir="5520000" sx="99000" sy="99000" rotWithShape="0">
                <a:srgbClr val="3749CC">
                  <a:alpha val="44000"/>
                </a:srgbClr>
              </a:outerShdw>
            </a:effectLst>
          </p:grpSpPr>
          <p:grpSp>
            <p:nvGrpSpPr>
              <p:cNvPr id="125" name="组合 124">
                <a:extLst>
                  <a:ext uri="{FF2B5EF4-FFF2-40B4-BE49-F238E27FC236}">
                    <a16:creationId xmlns:a16="http://schemas.microsoft.com/office/drawing/2014/main" id="{E651639D-1EB1-AA59-680A-138F79BE3034}"/>
                  </a:ext>
                </a:extLst>
              </p:cNvPr>
              <p:cNvGrpSpPr/>
              <p:nvPr/>
            </p:nvGrpSpPr>
            <p:grpSpPr>
              <a:xfrm>
                <a:off x="3714196" y="2653198"/>
                <a:ext cx="870316" cy="1004755"/>
                <a:chOff x="4883150" y="2301875"/>
                <a:chExt cx="1366838" cy="1577976"/>
              </a:xfrm>
            </p:grpSpPr>
            <p:sp>
              <p:nvSpPr>
                <p:cNvPr id="127" name="Freeform 19">
                  <a:extLst>
                    <a:ext uri="{FF2B5EF4-FFF2-40B4-BE49-F238E27FC236}">
                      <a16:creationId xmlns:a16="http://schemas.microsoft.com/office/drawing/2014/main" id="{2F25D943-3822-3B67-FDDC-7A0C3E5B1DF0}"/>
                    </a:ext>
                  </a:extLst>
                </p:cNvPr>
                <p:cNvSpPr>
                  <a:spLocks/>
                </p:cNvSpPr>
                <p:nvPr/>
              </p:nvSpPr>
              <p:spPr bwMode="auto">
                <a:xfrm>
                  <a:off x="5567363" y="2697163"/>
                  <a:ext cx="682625" cy="1182688"/>
                </a:xfrm>
                <a:custGeom>
                  <a:avLst/>
                  <a:gdLst>
                    <a:gd name="T0" fmla="*/ 430 w 430"/>
                    <a:gd name="T1" fmla="*/ 0 h 745"/>
                    <a:gd name="T2" fmla="*/ 429 w 430"/>
                    <a:gd name="T3" fmla="*/ 496 h 745"/>
                    <a:gd name="T4" fmla="*/ 0 w 430"/>
                    <a:gd name="T5" fmla="*/ 745 h 745"/>
                    <a:gd name="T6" fmla="*/ 1 w 430"/>
                    <a:gd name="T7" fmla="*/ 249 h 745"/>
                    <a:gd name="T8" fmla="*/ 430 w 430"/>
                    <a:gd name="T9" fmla="*/ 0 h 745"/>
                  </a:gdLst>
                  <a:ahLst/>
                  <a:cxnLst>
                    <a:cxn ang="0">
                      <a:pos x="T0" y="T1"/>
                    </a:cxn>
                    <a:cxn ang="0">
                      <a:pos x="T2" y="T3"/>
                    </a:cxn>
                    <a:cxn ang="0">
                      <a:pos x="T4" y="T5"/>
                    </a:cxn>
                    <a:cxn ang="0">
                      <a:pos x="T6" y="T7"/>
                    </a:cxn>
                    <a:cxn ang="0">
                      <a:pos x="T8" y="T9"/>
                    </a:cxn>
                  </a:cxnLst>
                  <a:rect l="0" t="0" r="r" b="b"/>
                  <a:pathLst>
                    <a:path w="430" h="745">
                      <a:moveTo>
                        <a:pt x="430" y="0"/>
                      </a:moveTo>
                      <a:lnTo>
                        <a:pt x="429" y="496"/>
                      </a:lnTo>
                      <a:lnTo>
                        <a:pt x="0" y="745"/>
                      </a:lnTo>
                      <a:lnTo>
                        <a:pt x="1" y="249"/>
                      </a:lnTo>
                      <a:lnTo>
                        <a:pt x="430"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 name="Freeform 20">
                  <a:extLst>
                    <a:ext uri="{FF2B5EF4-FFF2-40B4-BE49-F238E27FC236}">
                      <a16:creationId xmlns:a16="http://schemas.microsoft.com/office/drawing/2014/main" id="{9634B8DF-BFEE-3D27-9B9C-6F4E1BD13C1F}"/>
                    </a:ext>
                  </a:extLst>
                </p:cNvPr>
                <p:cNvSpPr>
                  <a:spLocks/>
                </p:cNvSpPr>
                <p:nvPr/>
              </p:nvSpPr>
              <p:spPr bwMode="auto">
                <a:xfrm>
                  <a:off x="4883150" y="2697163"/>
                  <a:ext cx="685800" cy="1182688"/>
                </a:xfrm>
                <a:custGeom>
                  <a:avLst/>
                  <a:gdLst>
                    <a:gd name="T0" fmla="*/ 432 w 432"/>
                    <a:gd name="T1" fmla="*/ 249 h 745"/>
                    <a:gd name="T2" fmla="*/ 431 w 432"/>
                    <a:gd name="T3" fmla="*/ 745 h 745"/>
                    <a:gd name="T4" fmla="*/ 0 w 432"/>
                    <a:gd name="T5" fmla="*/ 496 h 745"/>
                    <a:gd name="T6" fmla="*/ 1 w 432"/>
                    <a:gd name="T7" fmla="*/ 0 h 745"/>
                    <a:gd name="T8" fmla="*/ 432 w 432"/>
                    <a:gd name="T9" fmla="*/ 249 h 745"/>
                  </a:gdLst>
                  <a:ahLst/>
                  <a:cxnLst>
                    <a:cxn ang="0">
                      <a:pos x="T0" y="T1"/>
                    </a:cxn>
                    <a:cxn ang="0">
                      <a:pos x="T2" y="T3"/>
                    </a:cxn>
                    <a:cxn ang="0">
                      <a:pos x="T4" y="T5"/>
                    </a:cxn>
                    <a:cxn ang="0">
                      <a:pos x="T6" y="T7"/>
                    </a:cxn>
                    <a:cxn ang="0">
                      <a:pos x="T8" y="T9"/>
                    </a:cxn>
                  </a:cxnLst>
                  <a:rect l="0" t="0" r="r" b="b"/>
                  <a:pathLst>
                    <a:path w="432" h="745">
                      <a:moveTo>
                        <a:pt x="432" y="249"/>
                      </a:moveTo>
                      <a:lnTo>
                        <a:pt x="431" y="745"/>
                      </a:lnTo>
                      <a:lnTo>
                        <a:pt x="0" y="496"/>
                      </a:lnTo>
                      <a:lnTo>
                        <a:pt x="1" y="0"/>
                      </a:lnTo>
                      <a:lnTo>
                        <a:pt x="432" y="249"/>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9" name="Freeform 21">
                  <a:extLst>
                    <a:ext uri="{FF2B5EF4-FFF2-40B4-BE49-F238E27FC236}">
                      <a16:creationId xmlns:a16="http://schemas.microsoft.com/office/drawing/2014/main" id="{4AE504E0-7B95-00F2-4C9C-D858E2531490}"/>
                    </a:ext>
                  </a:extLst>
                </p:cNvPr>
                <p:cNvSpPr>
                  <a:spLocks/>
                </p:cNvSpPr>
                <p:nvPr/>
              </p:nvSpPr>
              <p:spPr bwMode="auto">
                <a:xfrm>
                  <a:off x="4884738" y="2301875"/>
                  <a:ext cx="1365250" cy="790575"/>
                </a:xfrm>
                <a:custGeom>
                  <a:avLst/>
                  <a:gdLst>
                    <a:gd name="T0" fmla="*/ 860 w 860"/>
                    <a:gd name="T1" fmla="*/ 249 h 498"/>
                    <a:gd name="T2" fmla="*/ 431 w 860"/>
                    <a:gd name="T3" fmla="*/ 498 h 498"/>
                    <a:gd name="T4" fmla="*/ 0 w 860"/>
                    <a:gd name="T5" fmla="*/ 249 h 498"/>
                    <a:gd name="T6" fmla="*/ 429 w 860"/>
                    <a:gd name="T7" fmla="*/ 0 h 498"/>
                    <a:gd name="T8" fmla="*/ 860 w 860"/>
                    <a:gd name="T9" fmla="*/ 249 h 498"/>
                  </a:gdLst>
                  <a:ahLst/>
                  <a:cxnLst>
                    <a:cxn ang="0">
                      <a:pos x="T0" y="T1"/>
                    </a:cxn>
                    <a:cxn ang="0">
                      <a:pos x="T2" y="T3"/>
                    </a:cxn>
                    <a:cxn ang="0">
                      <a:pos x="T4" y="T5"/>
                    </a:cxn>
                    <a:cxn ang="0">
                      <a:pos x="T6" y="T7"/>
                    </a:cxn>
                    <a:cxn ang="0">
                      <a:pos x="T8" y="T9"/>
                    </a:cxn>
                  </a:cxnLst>
                  <a:rect l="0" t="0" r="r" b="b"/>
                  <a:pathLst>
                    <a:path w="860" h="498">
                      <a:moveTo>
                        <a:pt x="860" y="249"/>
                      </a:moveTo>
                      <a:lnTo>
                        <a:pt x="431" y="498"/>
                      </a:lnTo>
                      <a:lnTo>
                        <a:pt x="0" y="249"/>
                      </a:lnTo>
                      <a:lnTo>
                        <a:pt x="429" y="0"/>
                      </a:lnTo>
                      <a:lnTo>
                        <a:pt x="860" y="24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26" name="椭圆 125">
                <a:extLst>
                  <a:ext uri="{FF2B5EF4-FFF2-40B4-BE49-F238E27FC236}">
                    <a16:creationId xmlns:a16="http://schemas.microsoft.com/office/drawing/2014/main" id="{1E1517C9-0418-1EEB-64FA-190937823351}"/>
                  </a:ext>
                </a:extLst>
              </p:cNvPr>
              <p:cNvSpPr/>
              <p:nvPr/>
            </p:nvSpPr>
            <p:spPr>
              <a:xfrm>
                <a:off x="3999864" y="2816069"/>
                <a:ext cx="298980" cy="156764"/>
              </a:xfrm>
              <a:prstGeom prst="ellipse">
                <a:avLst/>
              </a:pr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grpSp>
        <p:cxnSp>
          <p:nvCxnSpPr>
            <p:cNvPr id="123" name="直接连接符 122">
              <a:extLst>
                <a:ext uri="{FF2B5EF4-FFF2-40B4-BE49-F238E27FC236}">
                  <a16:creationId xmlns:a16="http://schemas.microsoft.com/office/drawing/2014/main" id="{C9A73984-006E-2762-EB68-782685A4CEAB}"/>
                </a:ext>
              </a:extLst>
            </p:cNvPr>
            <p:cNvCxnSpPr/>
            <p:nvPr/>
          </p:nvCxnSpPr>
          <p:spPr>
            <a:xfrm flipV="1">
              <a:off x="5517639" y="1735427"/>
              <a:ext cx="0" cy="513921"/>
            </a:xfrm>
            <a:prstGeom prst="line">
              <a:avLst/>
            </a:prstGeom>
            <a:ln w="6350">
              <a:solidFill>
                <a:srgbClr val="3749CC"/>
              </a:solidFill>
              <a:prstDash val="dash"/>
            </a:ln>
          </p:spPr>
          <p:style>
            <a:lnRef idx="1">
              <a:schemeClr val="accent1"/>
            </a:lnRef>
            <a:fillRef idx="0">
              <a:schemeClr val="accent1"/>
            </a:fillRef>
            <a:effectRef idx="0">
              <a:schemeClr val="accent1"/>
            </a:effectRef>
            <a:fontRef idx="minor">
              <a:schemeClr val="tx1"/>
            </a:fontRef>
          </p:style>
        </p:cxnSp>
        <p:sp>
          <p:nvSpPr>
            <p:cNvPr id="124" name="图形 357"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0CDA6534-6172-9AF1-8131-7569529D8C1E}"/>
                </a:ext>
              </a:extLst>
            </p:cNvPr>
            <p:cNvSpPr/>
            <p:nvPr/>
          </p:nvSpPr>
          <p:spPr>
            <a:xfrm>
              <a:off x="5399198" y="1326428"/>
              <a:ext cx="236882" cy="281297"/>
            </a:xfrm>
            <a:custGeom>
              <a:avLst/>
              <a:gdLst>
                <a:gd name="connsiteX0" fmla="*/ 133350 w 152400"/>
                <a:gd name="connsiteY0" fmla="*/ 128588 h 180975"/>
                <a:gd name="connsiteX1" fmla="*/ 133350 w 152400"/>
                <a:gd name="connsiteY1" fmla="*/ 80963 h 180975"/>
                <a:gd name="connsiteX2" fmla="*/ 90488 w 152400"/>
                <a:gd name="connsiteY2" fmla="*/ 20765 h 180975"/>
                <a:gd name="connsiteX3" fmla="*/ 90488 w 152400"/>
                <a:gd name="connsiteY3" fmla="*/ 14288 h 180975"/>
                <a:gd name="connsiteX4" fmla="*/ 76200 w 152400"/>
                <a:gd name="connsiteY4" fmla="*/ 0 h 180975"/>
                <a:gd name="connsiteX5" fmla="*/ 61913 w 152400"/>
                <a:gd name="connsiteY5" fmla="*/ 14288 h 180975"/>
                <a:gd name="connsiteX6" fmla="*/ 61913 w 152400"/>
                <a:gd name="connsiteY6" fmla="*/ 20765 h 180975"/>
                <a:gd name="connsiteX7" fmla="*/ 19050 w 152400"/>
                <a:gd name="connsiteY7" fmla="*/ 80963 h 180975"/>
                <a:gd name="connsiteX8" fmla="*/ 19050 w 152400"/>
                <a:gd name="connsiteY8" fmla="*/ 128588 h 180975"/>
                <a:gd name="connsiteX9" fmla="*/ 0 w 152400"/>
                <a:gd name="connsiteY9" fmla="*/ 147638 h 180975"/>
                <a:gd name="connsiteX10" fmla="*/ 0 w 152400"/>
                <a:gd name="connsiteY10" fmla="*/ 157163 h 180975"/>
                <a:gd name="connsiteX11" fmla="*/ 152400 w 152400"/>
                <a:gd name="connsiteY11" fmla="*/ 157163 h 180975"/>
                <a:gd name="connsiteX12" fmla="*/ 152400 w 152400"/>
                <a:gd name="connsiteY12" fmla="*/ 147638 h 180975"/>
                <a:gd name="connsiteX13" fmla="*/ 133350 w 152400"/>
                <a:gd name="connsiteY13" fmla="*/ 128588 h 180975"/>
                <a:gd name="connsiteX14" fmla="*/ 85725 w 152400"/>
                <a:gd name="connsiteY14" fmla="*/ 128588 h 180975"/>
                <a:gd name="connsiteX15" fmla="*/ 66675 w 152400"/>
                <a:gd name="connsiteY15" fmla="*/ 128588 h 180975"/>
                <a:gd name="connsiteX16" fmla="*/ 66675 w 152400"/>
                <a:gd name="connsiteY16" fmla="*/ 109538 h 180975"/>
                <a:gd name="connsiteX17" fmla="*/ 85725 w 152400"/>
                <a:gd name="connsiteY17" fmla="*/ 109538 h 180975"/>
                <a:gd name="connsiteX18" fmla="*/ 85725 w 152400"/>
                <a:gd name="connsiteY18" fmla="*/ 128588 h 180975"/>
                <a:gd name="connsiteX19" fmla="*/ 85725 w 152400"/>
                <a:gd name="connsiteY19" fmla="*/ 90488 h 180975"/>
                <a:gd name="connsiteX20" fmla="*/ 66675 w 152400"/>
                <a:gd name="connsiteY20" fmla="*/ 90488 h 180975"/>
                <a:gd name="connsiteX21" fmla="*/ 66675 w 152400"/>
                <a:gd name="connsiteY21" fmla="*/ 52388 h 180975"/>
                <a:gd name="connsiteX22" fmla="*/ 85725 w 152400"/>
                <a:gd name="connsiteY22" fmla="*/ 52388 h 180975"/>
                <a:gd name="connsiteX23" fmla="*/ 85725 w 152400"/>
                <a:gd name="connsiteY23" fmla="*/ 90488 h 180975"/>
                <a:gd name="connsiteX24" fmla="*/ 76200 w 152400"/>
                <a:gd name="connsiteY24" fmla="*/ 185738 h 180975"/>
                <a:gd name="connsiteX25" fmla="*/ 95250 w 152400"/>
                <a:gd name="connsiteY25" fmla="*/ 166688 h 180975"/>
                <a:gd name="connsiteX26" fmla="*/ 57150 w 152400"/>
                <a:gd name="connsiteY26" fmla="*/ 166688 h 180975"/>
                <a:gd name="connsiteX27" fmla="*/ 76200 w 152400"/>
                <a:gd name="connsiteY27" fmla="*/ 185738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2400" h="180975">
                  <a:moveTo>
                    <a:pt x="133350" y="128588"/>
                  </a:moveTo>
                  <a:lnTo>
                    <a:pt x="133350" y="80963"/>
                  </a:lnTo>
                  <a:cubicBezTo>
                    <a:pt x="133350" y="51721"/>
                    <a:pt x="117729" y="27241"/>
                    <a:pt x="90488" y="20765"/>
                  </a:cubicBezTo>
                  <a:lnTo>
                    <a:pt x="90488" y="14288"/>
                  </a:lnTo>
                  <a:cubicBezTo>
                    <a:pt x="90488" y="6382"/>
                    <a:pt x="84106" y="0"/>
                    <a:pt x="76200" y="0"/>
                  </a:cubicBezTo>
                  <a:cubicBezTo>
                    <a:pt x="68294" y="0"/>
                    <a:pt x="61913" y="6382"/>
                    <a:pt x="61913" y="14288"/>
                  </a:cubicBezTo>
                  <a:lnTo>
                    <a:pt x="61913" y="20765"/>
                  </a:lnTo>
                  <a:cubicBezTo>
                    <a:pt x="34576" y="27241"/>
                    <a:pt x="19050" y="51626"/>
                    <a:pt x="19050" y="80963"/>
                  </a:cubicBezTo>
                  <a:lnTo>
                    <a:pt x="19050" y="128588"/>
                  </a:lnTo>
                  <a:lnTo>
                    <a:pt x="0" y="147638"/>
                  </a:lnTo>
                  <a:lnTo>
                    <a:pt x="0" y="157163"/>
                  </a:lnTo>
                  <a:lnTo>
                    <a:pt x="152400" y="157163"/>
                  </a:lnTo>
                  <a:lnTo>
                    <a:pt x="152400" y="147638"/>
                  </a:lnTo>
                  <a:lnTo>
                    <a:pt x="133350" y="128588"/>
                  </a:lnTo>
                  <a:close/>
                  <a:moveTo>
                    <a:pt x="85725" y="128588"/>
                  </a:moveTo>
                  <a:lnTo>
                    <a:pt x="66675" y="128588"/>
                  </a:lnTo>
                  <a:lnTo>
                    <a:pt x="66675" y="109538"/>
                  </a:lnTo>
                  <a:lnTo>
                    <a:pt x="85725" y="109538"/>
                  </a:lnTo>
                  <a:lnTo>
                    <a:pt x="85725" y="128588"/>
                  </a:lnTo>
                  <a:close/>
                  <a:moveTo>
                    <a:pt x="85725" y="90488"/>
                  </a:moveTo>
                  <a:lnTo>
                    <a:pt x="66675" y="90488"/>
                  </a:lnTo>
                  <a:lnTo>
                    <a:pt x="66675" y="52388"/>
                  </a:lnTo>
                  <a:lnTo>
                    <a:pt x="85725" y="52388"/>
                  </a:lnTo>
                  <a:lnTo>
                    <a:pt x="85725" y="90488"/>
                  </a:lnTo>
                  <a:close/>
                  <a:moveTo>
                    <a:pt x="76200" y="185738"/>
                  </a:moveTo>
                  <a:cubicBezTo>
                    <a:pt x="86678" y="185738"/>
                    <a:pt x="95250" y="177165"/>
                    <a:pt x="95250" y="166688"/>
                  </a:cubicBezTo>
                  <a:lnTo>
                    <a:pt x="57150" y="166688"/>
                  </a:lnTo>
                  <a:cubicBezTo>
                    <a:pt x="57150" y="177165"/>
                    <a:pt x="65627" y="185738"/>
                    <a:pt x="76200" y="185738"/>
                  </a:cubicBezTo>
                  <a:close/>
                </a:path>
              </a:pathLst>
            </a:custGeom>
            <a:gradFill flip="none" rotWithShape="1">
              <a:gsLst>
                <a:gs pos="0">
                  <a:srgbClr val="3749CC"/>
                </a:gs>
                <a:gs pos="100000">
                  <a:srgbClr val="8E9CEF"/>
                </a:gs>
              </a:gsLst>
              <a:lin ang="13500000" scaled="1"/>
              <a:tileRect/>
            </a:gradFill>
            <a:ln w="9525" cap="flat">
              <a:noFill/>
              <a:prstDash val="solid"/>
              <a:miter/>
            </a:ln>
          </p:spPr>
          <p:txBody>
            <a:bodyPr rtlCol="0" anchor="ctr"/>
            <a:lstStyle/>
            <a:p>
              <a:endParaRPr lang="zh-CN" altLang="en-US"/>
            </a:p>
          </p:txBody>
        </p:sp>
      </p:grpSp>
      <p:grpSp>
        <p:nvGrpSpPr>
          <p:cNvPr id="113" name="组合 112">
            <a:extLst>
              <a:ext uri="{FF2B5EF4-FFF2-40B4-BE49-F238E27FC236}">
                <a16:creationId xmlns:a16="http://schemas.microsoft.com/office/drawing/2014/main" id="{7BC11F9C-5CFC-67C8-3346-8214D470B3AE}"/>
              </a:ext>
            </a:extLst>
          </p:cNvPr>
          <p:cNvGrpSpPr/>
          <p:nvPr/>
        </p:nvGrpSpPr>
        <p:grpSpPr>
          <a:xfrm flipH="1">
            <a:off x="5718642" y="2345110"/>
            <a:ext cx="654319" cy="1381611"/>
            <a:chOff x="5166631" y="1326428"/>
            <a:chExt cx="702017" cy="1482326"/>
          </a:xfrm>
        </p:grpSpPr>
        <p:grpSp>
          <p:nvGrpSpPr>
            <p:cNvPr id="114" name="组合 113">
              <a:extLst>
                <a:ext uri="{FF2B5EF4-FFF2-40B4-BE49-F238E27FC236}">
                  <a16:creationId xmlns:a16="http://schemas.microsoft.com/office/drawing/2014/main" id="{122A2CF2-EFA0-63EF-71AD-4DFE1A502E54}"/>
                </a:ext>
              </a:extLst>
            </p:cNvPr>
            <p:cNvGrpSpPr/>
            <p:nvPr/>
          </p:nvGrpSpPr>
          <p:grpSpPr>
            <a:xfrm>
              <a:off x="5166631" y="1998295"/>
              <a:ext cx="702017" cy="810459"/>
              <a:chOff x="3714196" y="2653198"/>
              <a:chExt cx="870316" cy="1004755"/>
            </a:xfrm>
            <a:effectLst>
              <a:outerShdw blurRad="165100" dist="63500" dir="5520000" sx="99000" sy="99000" rotWithShape="0">
                <a:srgbClr val="3749CC">
                  <a:alpha val="44000"/>
                </a:srgbClr>
              </a:outerShdw>
            </a:effectLst>
          </p:grpSpPr>
          <p:grpSp>
            <p:nvGrpSpPr>
              <p:cNvPr id="117" name="组合 116">
                <a:extLst>
                  <a:ext uri="{FF2B5EF4-FFF2-40B4-BE49-F238E27FC236}">
                    <a16:creationId xmlns:a16="http://schemas.microsoft.com/office/drawing/2014/main" id="{A98D147F-1CE8-B2BD-A45B-18641B69BA89}"/>
                  </a:ext>
                </a:extLst>
              </p:cNvPr>
              <p:cNvGrpSpPr/>
              <p:nvPr/>
            </p:nvGrpSpPr>
            <p:grpSpPr>
              <a:xfrm>
                <a:off x="3714196" y="2653198"/>
                <a:ext cx="870316" cy="1004755"/>
                <a:chOff x="4883150" y="2301875"/>
                <a:chExt cx="1366838" cy="1577976"/>
              </a:xfrm>
            </p:grpSpPr>
            <p:sp>
              <p:nvSpPr>
                <p:cNvPr id="119" name="Freeform 19">
                  <a:extLst>
                    <a:ext uri="{FF2B5EF4-FFF2-40B4-BE49-F238E27FC236}">
                      <a16:creationId xmlns:a16="http://schemas.microsoft.com/office/drawing/2014/main" id="{0CE23065-1DDD-1B40-CF2D-230AE6651889}"/>
                    </a:ext>
                  </a:extLst>
                </p:cNvPr>
                <p:cNvSpPr>
                  <a:spLocks/>
                </p:cNvSpPr>
                <p:nvPr/>
              </p:nvSpPr>
              <p:spPr bwMode="auto">
                <a:xfrm>
                  <a:off x="5567363" y="2697163"/>
                  <a:ext cx="682625" cy="1182688"/>
                </a:xfrm>
                <a:custGeom>
                  <a:avLst/>
                  <a:gdLst>
                    <a:gd name="T0" fmla="*/ 430 w 430"/>
                    <a:gd name="T1" fmla="*/ 0 h 745"/>
                    <a:gd name="T2" fmla="*/ 429 w 430"/>
                    <a:gd name="T3" fmla="*/ 496 h 745"/>
                    <a:gd name="T4" fmla="*/ 0 w 430"/>
                    <a:gd name="T5" fmla="*/ 745 h 745"/>
                    <a:gd name="T6" fmla="*/ 1 w 430"/>
                    <a:gd name="T7" fmla="*/ 249 h 745"/>
                    <a:gd name="T8" fmla="*/ 430 w 430"/>
                    <a:gd name="T9" fmla="*/ 0 h 745"/>
                  </a:gdLst>
                  <a:ahLst/>
                  <a:cxnLst>
                    <a:cxn ang="0">
                      <a:pos x="T0" y="T1"/>
                    </a:cxn>
                    <a:cxn ang="0">
                      <a:pos x="T2" y="T3"/>
                    </a:cxn>
                    <a:cxn ang="0">
                      <a:pos x="T4" y="T5"/>
                    </a:cxn>
                    <a:cxn ang="0">
                      <a:pos x="T6" y="T7"/>
                    </a:cxn>
                    <a:cxn ang="0">
                      <a:pos x="T8" y="T9"/>
                    </a:cxn>
                  </a:cxnLst>
                  <a:rect l="0" t="0" r="r" b="b"/>
                  <a:pathLst>
                    <a:path w="430" h="745">
                      <a:moveTo>
                        <a:pt x="430" y="0"/>
                      </a:moveTo>
                      <a:lnTo>
                        <a:pt x="429" y="496"/>
                      </a:lnTo>
                      <a:lnTo>
                        <a:pt x="0" y="745"/>
                      </a:lnTo>
                      <a:lnTo>
                        <a:pt x="1" y="249"/>
                      </a:lnTo>
                      <a:lnTo>
                        <a:pt x="430"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0" name="Freeform 20">
                  <a:extLst>
                    <a:ext uri="{FF2B5EF4-FFF2-40B4-BE49-F238E27FC236}">
                      <a16:creationId xmlns:a16="http://schemas.microsoft.com/office/drawing/2014/main" id="{913BA736-CC48-23A9-F891-1687ED59A841}"/>
                    </a:ext>
                  </a:extLst>
                </p:cNvPr>
                <p:cNvSpPr>
                  <a:spLocks/>
                </p:cNvSpPr>
                <p:nvPr/>
              </p:nvSpPr>
              <p:spPr bwMode="auto">
                <a:xfrm>
                  <a:off x="4883150" y="2697163"/>
                  <a:ext cx="685800" cy="1182688"/>
                </a:xfrm>
                <a:custGeom>
                  <a:avLst/>
                  <a:gdLst>
                    <a:gd name="T0" fmla="*/ 432 w 432"/>
                    <a:gd name="T1" fmla="*/ 249 h 745"/>
                    <a:gd name="T2" fmla="*/ 431 w 432"/>
                    <a:gd name="T3" fmla="*/ 745 h 745"/>
                    <a:gd name="T4" fmla="*/ 0 w 432"/>
                    <a:gd name="T5" fmla="*/ 496 h 745"/>
                    <a:gd name="T6" fmla="*/ 1 w 432"/>
                    <a:gd name="T7" fmla="*/ 0 h 745"/>
                    <a:gd name="T8" fmla="*/ 432 w 432"/>
                    <a:gd name="T9" fmla="*/ 249 h 745"/>
                  </a:gdLst>
                  <a:ahLst/>
                  <a:cxnLst>
                    <a:cxn ang="0">
                      <a:pos x="T0" y="T1"/>
                    </a:cxn>
                    <a:cxn ang="0">
                      <a:pos x="T2" y="T3"/>
                    </a:cxn>
                    <a:cxn ang="0">
                      <a:pos x="T4" y="T5"/>
                    </a:cxn>
                    <a:cxn ang="0">
                      <a:pos x="T6" y="T7"/>
                    </a:cxn>
                    <a:cxn ang="0">
                      <a:pos x="T8" y="T9"/>
                    </a:cxn>
                  </a:cxnLst>
                  <a:rect l="0" t="0" r="r" b="b"/>
                  <a:pathLst>
                    <a:path w="432" h="745">
                      <a:moveTo>
                        <a:pt x="432" y="249"/>
                      </a:moveTo>
                      <a:lnTo>
                        <a:pt x="431" y="745"/>
                      </a:lnTo>
                      <a:lnTo>
                        <a:pt x="0" y="496"/>
                      </a:lnTo>
                      <a:lnTo>
                        <a:pt x="1" y="0"/>
                      </a:lnTo>
                      <a:lnTo>
                        <a:pt x="432" y="249"/>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1" name="Freeform 21">
                  <a:extLst>
                    <a:ext uri="{FF2B5EF4-FFF2-40B4-BE49-F238E27FC236}">
                      <a16:creationId xmlns:a16="http://schemas.microsoft.com/office/drawing/2014/main" id="{BA0F2C60-0F6F-4EC0-2F1A-D9591CDC706D}"/>
                    </a:ext>
                  </a:extLst>
                </p:cNvPr>
                <p:cNvSpPr>
                  <a:spLocks/>
                </p:cNvSpPr>
                <p:nvPr/>
              </p:nvSpPr>
              <p:spPr bwMode="auto">
                <a:xfrm>
                  <a:off x="4884738" y="2301875"/>
                  <a:ext cx="1365250" cy="790575"/>
                </a:xfrm>
                <a:custGeom>
                  <a:avLst/>
                  <a:gdLst>
                    <a:gd name="T0" fmla="*/ 860 w 860"/>
                    <a:gd name="T1" fmla="*/ 249 h 498"/>
                    <a:gd name="T2" fmla="*/ 431 w 860"/>
                    <a:gd name="T3" fmla="*/ 498 h 498"/>
                    <a:gd name="T4" fmla="*/ 0 w 860"/>
                    <a:gd name="T5" fmla="*/ 249 h 498"/>
                    <a:gd name="T6" fmla="*/ 429 w 860"/>
                    <a:gd name="T7" fmla="*/ 0 h 498"/>
                    <a:gd name="T8" fmla="*/ 860 w 860"/>
                    <a:gd name="T9" fmla="*/ 249 h 498"/>
                  </a:gdLst>
                  <a:ahLst/>
                  <a:cxnLst>
                    <a:cxn ang="0">
                      <a:pos x="T0" y="T1"/>
                    </a:cxn>
                    <a:cxn ang="0">
                      <a:pos x="T2" y="T3"/>
                    </a:cxn>
                    <a:cxn ang="0">
                      <a:pos x="T4" y="T5"/>
                    </a:cxn>
                    <a:cxn ang="0">
                      <a:pos x="T6" y="T7"/>
                    </a:cxn>
                    <a:cxn ang="0">
                      <a:pos x="T8" y="T9"/>
                    </a:cxn>
                  </a:cxnLst>
                  <a:rect l="0" t="0" r="r" b="b"/>
                  <a:pathLst>
                    <a:path w="860" h="498">
                      <a:moveTo>
                        <a:pt x="860" y="249"/>
                      </a:moveTo>
                      <a:lnTo>
                        <a:pt x="431" y="498"/>
                      </a:lnTo>
                      <a:lnTo>
                        <a:pt x="0" y="249"/>
                      </a:lnTo>
                      <a:lnTo>
                        <a:pt x="429" y="0"/>
                      </a:lnTo>
                      <a:lnTo>
                        <a:pt x="860" y="24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18" name="椭圆 117">
                <a:extLst>
                  <a:ext uri="{FF2B5EF4-FFF2-40B4-BE49-F238E27FC236}">
                    <a16:creationId xmlns:a16="http://schemas.microsoft.com/office/drawing/2014/main" id="{A12CA179-945A-83F1-771D-4E8476E015AD}"/>
                  </a:ext>
                </a:extLst>
              </p:cNvPr>
              <p:cNvSpPr/>
              <p:nvPr/>
            </p:nvSpPr>
            <p:spPr>
              <a:xfrm>
                <a:off x="3999864" y="2816069"/>
                <a:ext cx="298980" cy="156764"/>
              </a:xfrm>
              <a:prstGeom prst="ellipse">
                <a:avLst/>
              </a:prstGeom>
              <a:gradFill>
                <a:gsLst>
                  <a:gs pos="0">
                    <a:srgbClr val="3749CC"/>
                  </a:gs>
                  <a:gs pos="100000">
                    <a:srgbClr val="8E9CEF"/>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grpSp>
        <p:cxnSp>
          <p:nvCxnSpPr>
            <p:cNvPr id="115" name="直接连接符 114">
              <a:extLst>
                <a:ext uri="{FF2B5EF4-FFF2-40B4-BE49-F238E27FC236}">
                  <a16:creationId xmlns:a16="http://schemas.microsoft.com/office/drawing/2014/main" id="{4A1571F9-A855-8DD2-C785-80E88A2D977E}"/>
                </a:ext>
              </a:extLst>
            </p:cNvPr>
            <p:cNvCxnSpPr/>
            <p:nvPr/>
          </p:nvCxnSpPr>
          <p:spPr>
            <a:xfrm flipV="1">
              <a:off x="5517639" y="1735427"/>
              <a:ext cx="0" cy="513921"/>
            </a:xfrm>
            <a:prstGeom prst="line">
              <a:avLst/>
            </a:prstGeom>
            <a:ln w="6350">
              <a:solidFill>
                <a:srgbClr val="3749CC"/>
              </a:solidFill>
              <a:prstDash val="dash"/>
            </a:ln>
          </p:spPr>
          <p:style>
            <a:lnRef idx="1">
              <a:schemeClr val="accent1"/>
            </a:lnRef>
            <a:fillRef idx="0">
              <a:schemeClr val="accent1"/>
            </a:fillRef>
            <a:effectRef idx="0">
              <a:schemeClr val="accent1"/>
            </a:effectRef>
            <a:fontRef idx="minor">
              <a:schemeClr val="tx1"/>
            </a:fontRef>
          </p:style>
        </p:cxnSp>
        <p:sp>
          <p:nvSpPr>
            <p:cNvPr id="116" name="图形 357"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C1713852-FABF-ED0D-D435-3729BCA0A9E4}"/>
                </a:ext>
              </a:extLst>
            </p:cNvPr>
            <p:cNvSpPr/>
            <p:nvPr/>
          </p:nvSpPr>
          <p:spPr>
            <a:xfrm>
              <a:off x="5399198" y="1326428"/>
              <a:ext cx="236882" cy="281297"/>
            </a:xfrm>
            <a:custGeom>
              <a:avLst/>
              <a:gdLst>
                <a:gd name="connsiteX0" fmla="*/ 133350 w 152400"/>
                <a:gd name="connsiteY0" fmla="*/ 128588 h 180975"/>
                <a:gd name="connsiteX1" fmla="*/ 133350 w 152400"/>
                <a:gd name="connsiteY1" fmla="*/ 80963 h 180975"/>
                <a:gd name="connsiteX2" fmla="*/ 90488 w 152400"/>
                <a:gd name="connsiteY2" fmla="*/ 20765 h 180975"/>
                <a:gd name="connsiteX3" fmla="*/ 90488 w 152400"/>
                <a:gd name="connsiteY3" fmla="*/ 14288 h 180975"/>
                <a:gd name="connsiteX4" fmla="*/ 76200 w 152400"/>
                <a:gd name="connsiteY4" fmla="*/ 0 h 180975"/>
                <a:gd name="connsiteX5" fmla="*/ 61913 w 152400"/>
                <a:gd name="connsiteY5" fmla="*/ 14288 h 180975"/>
                <a:gd name="connsiteX6" fmla="*/ 61913 w 152400"/>
                <a:gd name="connsiteY6" fmla="*/ 20765 h 180975"/>
                <a:gd name="connsiteX7" fmla="*/ 19050 w 152400"/>
                <a:gd name="connsiteY7" fmla="*/ 80963 h 180975"/>
                <a:gd name="connsiteX8" fmla="*/ 19050 w 152400"/>
                <a:gd name="connsiteY8" fmla="*/ 128588 h 180975"/>
                <a:gd name="connsiteX9" fmla="*/ 0 w 152400"/>
                <a:gd name="connsiteY9" fmla="*/ 147638 h 180975"/>
                <a:gd name="connsiteX10" fmla="*/ 0 w 152400"/>
                <a:gd name="connsiteY10" fmla="*/ 157163 h 180975"/>
                <a:gd name="connsiteX11" fmla="*/ 152400 w 152400"/>
                <a:gd name="connsiteY11" fmla="*/ 157163 h 180975"/>
                <a:gd name="connsiteX12" fmla="*/ 152400 w 152400"/>
                <a:gd name="connsiteY12" fmla="*/ 147638 h 180975"/>
                <a:gd name="connsiteX13" fmla="*/ 133350 w 152400"/>
                <a:gd name="connsiteY13" fmla="*/ 128588 h 180975"/>
                <a:gd name="connsiteX14" fmla="*/ 85725 w 152400"/>
                <a:gd name="connsiteY14" fmla="*/ 128588 h 180975"/>
                <a:gd name="connsiteX15" fmla="*/ 66675 w 152400"/>
                <a:gd name="connsiteY15" fmla="*/ 128588 h 180975"/>
                <a:gd name="connsiteX16" fmla="*/ 66675 w 152400"/>
                <a:gd name="connsiteY16" fmla="*/ 109538 h 180975"/>
                <a:gd name="connsiteX17" fmla="*/ 85725 w 152400"/>
                <a:gd name="connsiteY17" fmla="*/ 109538 h 180975"/>
                <a:gd name="connsiteX18" fmla="*/ 85725 w 152400"/>
                <a:gd name="connsiteY18" fmla="*/ 128588 h 180975"/>
                <a:gd name="connsiteX19" fmla="*/ 85725 w 152400"/>
                <a:gd name="connsiteY19" fmla="*/ 90488 h 180975"/>
                <a:gd name="connsiteX20" fmla="*/ 66675 w 152400"/>
                <a:gd name="connsiteY20" fmla="*/ 90488 h 180975"/>
                <a:gd name="connsiteX21" fmla="*/ 66675 w 152400"/>
                <a:gd name="connsiteY21" fmla="*/ 52388 h 180975"/>
                <a:gd name="connsiteX22" fmla="*/ 85725 w 152400"/>
                <a:gd name="connsiteY22" fmla="*/ 52388 h 180975"/>
                <a:gd name="connsiteX23" fmla="*/ 85725 w 152400"/>
                <a:gd name="connsiteY23" fmla="*/ 90488 h 180975"/>
                <a:gd name="connsiteX24" fmla="*/ 76200 w 152400"/>
                <a:gd name="connsiteY24" fmla="*/ 185738 h 180975"/>
                <a:gd name="connsiteX25" fmla="*/ 95250 w 152400"/>
                <a:gd name="connsiteY25" fmla="*/ 166688 h 180975"/>
                <a:gd name="connsiteX26" fmla="*/ 57150 w 152400"/>
                <a:gd name="connsiteY26" fmla="*/ 166688 h 180975"/>
                <a:gd name="connsiteX27" fmla="*/ 76200 w 152400"/>
                <a:gd name="connsiteY27" fmla="*/ 185738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2400" h="180975">
                  <a:moveTo>
                    <a:pt x="133350" y="128588"/>
                  </a:moveTo>
                  <a:lnTo>
                    <a:pt x="133350" y="80963"/>
                  </a:lnTo>
                  <a:cubicBezTo>
                    <a:pt x="133350" y="51721"/>
                    <a:pt x="117729" y="27241"/>
                    <a:pt x="90488" y="20765"/>
                  </a:cubicBezTo>
                  <a:lnTo>
                    <a:pt x="90488" y="14288"/>
                  </a:lnTo>
                  <a:cubicBezTo>
                    <a:pt x="90488" y="6382"/>
                    <a:pt x="84106" y="0"/>
                    <a:pt x="76200" y="0"/>
                  </a:cubicBezTo>
                  <a:cubicBezTo>
                    <a:pt x="68294" y="0"/>
                    <a:pt x="61913" y="6382"/>
                    <a:pt x="61913" y="14288"/>
                  </a:cubicBezTo>
                  <a:lnTo>
                    <a:pt x="61913" y="20765"/>
                  </a:lnTo>
                  <a:cubicBezTo>
                    <a:pt x="34576" y="27241"/>
                    <a:pt x="19050" y="51626"/>
                    <a:pt x="19050" y="80963"/>
                  </a:cubicBezTo>
                  <a:lnTo>
                    <a:pt x="19050" y="128588"/>
                  </a:lnTo>
                  <a:lnTo>
                    <a:pt x="0" y="147638"/>
                  </a:lnTo>
                  <a:lnTo>
                    <a:pt x="0" y="157163"/>
                  </a:lnTo>
                  <a:lnTo>
                    <a:pt x="152400" y="157163"/>
                  </a:lnTo>
                  <a:lnTo>
                    <a:pt x="152400" y="147638"/>
                  </a:lnTo>
                  <a:lnTo>
                    <a:pt x="133350" y="128588"/>
                  </a:lnTo>
                  <a:close/>
                  <a:moveTo>
                    <a:pt x="85725" y="128588"/>
                  </a:moveTo>
                  <a:lnTo>
                    <a:pt x="66675" y="128588"/>
                  </a:lnTo>
                  <a:lnTo>
                    <a:pt x="66675" y="109538"/>
                  </a:lnTo>
                  <a:lnTo>
                    <a:pt x="85725" y="109538"/>
                  </a:lnTo>
                  <a:lnTo>
                    <a:pt x="85725" y="128588"/>
                  </a:lnTo>
                  <a:close/>
                  <a:moveTo>
                    <a:pt x="85725" y="90488"/>
                  </a:moveTo>
                  <a:lnTo>
                    <a:pt x="66675" y="90488"/>
                  </a:lnTo>
                  <a:lnTo>
                    <a:pt x="66675" y="52388"/>
                  </a:lnTo>
                  <a:lnTo>
                    <a:pt x="85725" y="52388"/>
                  </a:lnTo>
                  <a:lnTo>
                    <a:pt x="85725" y="90488"/>
                  </a:lnTo>
                  <a:close/>
                  <a:moveTo>
                    <a:pt x="76200" y="185738"/>
                  </a:moveTo>
                  <a:cubicBezTo>
                    <a:pt x="86678" y="185738"/>
                    <a:pt x="95250" y="177165"/>
                    <a:pt x="95250" y="166688"/>
                  </a:cubicBezTo>
                  <a:lnTo>
                    <a:pt x="57150" y="166688"/>
                  </a:lnTo>
                  <a:cubicBezTo>
                    <a:pt x="57150" y="177165"/>
                    <a:pt x="65627" y="185738"/>
                    <a:pt x="76200" y="185738"/>
                  </a:cubicBezTo>
                  <a:close/>
                </a:path>
              </a:pathLst>
            </a:custGeom>
            <a:gradFill flip="none" rotWithShape="1">
              <a:gsLst>
                <a:gs pos="0">
                  <a:srgbClr val="3749CC"/>
                </a:gs>
                <a:gs pos="100000">
                  <a:srgbClr val="8E9CEF"/>
                </a:gs>
              </a:gsLst>
              <a:lin ang="13500000" scaled="1"/>
              <a:tileRect/>
            </a:gradFill>
            <a:ln w="9525" cap="flat">
              <a:noFill/>
              <a:prstDash val="solid"/>
              <a:miter/>
            </a:ln>
          </p:spPr>
          <p:txBody>
            <a:bodyPr rtlCol="0" anchor="ctr"/>
            <a:lstStyle/>
            <a:p>
              <a:endParaRPr lang="zh-CN" altLang="en-US"/>
            </a:p>
          </p:txBody>
        </p:sp>
      </p:grpSp>
      <p:grpSp>
        <p:nvGrpSpPr>
          <p:cNvPr id="137" name="组合 136">
            <a:extLst>
              <a:ext uri="{FF2B5EF4-FFF2-40B4-BE49-F238E27FC236}">
                <a16:creationId xmlns:a16="http://schemas.microsoft.com/office/drawing/2014/main" id="{CAF0848D-CDEB-C0CA-E9F7-88DE4579E495}"/>
              </a:ext>
            </a:extLst>
          </p:cNvPr>
          <p:cNvGrpSpPr/>
          <p:nvPr/>
        </p:nvGrpSpPr>
        <p:grpSpPr>
          <a:xfrm>
            <a:off x="4755321" y="3956464"/>
            <a:ext cx="516021" cy="353651"/>
            <a:chOff x="6450510" y="4076109"/>
            <a:chExt cx="516021" cy="387518"/>
          </a:xfrm>
        </p:grpSpPr>
        <p:sp>
          <p:nvSpPr>
            <p:cNvPr id="132" name="椭圆 131">
              <a:extLst>
                <a:ext uri="{FF2B5EF4-FFF2-40B4-BE49-F238E27FC236}">
                  <a16:creationId xmlns:a16="http://schemas.microsoft.com/office/drawing/2014/main" id="{313A3943-B2B2-3DD3-FAC3-CAC9EA71AE05}"/>
                </a:ext>
              </a:extLst>
            </p:cNvPr>
            <p:cNvSpPr/>
            <p:nvPr/>
          </p:nvSpPr>
          <p:spPr>
            <a:xfrm>
              <a:off x="6450510" y="4076109"/>
              <a:ext cx="516021" cy="387518"/>
            </a:xfrm>
            <a:prstGeom prst="ellipse">
              <a:avLst/>
            </a:prstGeom>
            <a:noFill/>
            <a:ln w="6350">
              <a:solidFill>
                <a:srgbClr val="D4D9F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a:extLst>
                <a:ext uri="{FF2B5EF4-FFF2-40B4-BE49-F238E27FC236}">
                  <a16:creationId xmlns:a16="http://schemas.microsoft.com/office/drawing/2014/main" id="{BA86CF87-D6D3-24ED-7F67-F7C134733152}"/>
                </a:ext>
              </a:extLst>
            </p:cNvPr>
            <p:cNvSpPr/>
            <p:nvPr/>
          </p:nvSpPr>
          <p:spPr>
            <a:xfrm flipH="1">
              <a:off x="6597150" y="4184941"/>
              <a:ext cx="222740" cy="169854"/>
            </a:xfrm>
            <a:prstGeom prst="ellipse">
              <a:avLst/>
            </a:prstGeom>
            <a:gradFill flip="none" rotWithShape="1">
              <a:gsLst>
                <a:gs pos="0">
                  <a:srgbClr val="3749CC">
                    <a:lumMod val="48000"/>
                  </a:srgbClr>
                </a:gs>
                <a:gs pos="100000">
                  <a:srgbClr val="3749CC"/>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38" name="组合 137">
            <a:extLst>
              <a:ext uri="{FF2B5EF4-FFF2-40B4-BE49-F238E27FC236}">
                <a16:creationId xmlns:a16="http://schemas.microsoft.com/office/drawing/2014/main" id="{7DBB7213-8B66-C302-224A-BD385F212C39}"/>
              </a:ext>
            </a:extLst>
          </p:cNvPr>
          <p:cNvGrpSpPr/>
          <p:nvPr/>
        </p:nvGrpSpPr>
        <p:grpSpPr>
          <a:xfrm>
            <a:off x="2621664" y="3955157"/>
            <a:ext cx="516021" cy="353651"/>
            <a:chOff x="6450510" y="4076109"/>
            <a:chExt cx="516021" cy="387518"/>
          </a:xfrm>
        </p:grpSpPr>
        <p:sp>
          <p:nvSpPr>
            <p:cNvPr id="139" name="椭圆 138">
              <a:extLst>
                <a:ext uri="{FF2B5EF4-FFF2-40B4-BE49-F238E27FC236}">
                  <a16:creationId xmlns:a16="http://schemas.microsoft.com/office/drawing/2014/main" id="{D8DEE377-F7F3-9376-A658-2B5B63E95BCA}"/>
                </a:ext>
              </a:extLst>
            </p:cNvPr>
            <p:cNvSpPr/>
            <p:nvPr/>
          </p:nvSpPr>
          <p:spPr>
            <a:xfrm>
              <a:off x="6450510" y="4076109"/>
              <a:ext cx="516021" cy="387518"/>
            </a:xfrm>
            <a:prstGeom prst="ellipse">
              <a:avLst/>
            </a:prstGeom>
            <a:noFill/>
            <a:ln w="6350">
              <a:solidFill>
                <a:srgbClr val="D4D9F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椭圆 139">
              <a:extLst>
                <a:ext uri="{FF2B5EF4-FFF2-40B4-BE49-F238E27FC236}">
                  <a16:creationId xmlns:a16="http://schemas.microsoft.com/office/drawing/2014/main" id="{C253FB61-C7E6-10E6-02F8-CFF43E2CBAFF}"/>
                </a:ext>
              </a:extLst>
            </p:cNvPr>
            <p:cNvSpPr/>
            <p:nvPr/>
          </p:nvSpPr>
          <p:spPr>
            <a:xfrm flipH="1">
              <a:off x="6597150" y="4184941"/>
              <a:ext cx="222740" cy="169854"/>
            </a:xfrm>
            <a:prstGeom prst="ellipse">
              <a:avLst/>
            </a:prstGeom>
            <a:gradFill flip="none" rotWithShape="1">
              <a:gsLst>
                <a:gs pos="0">
                  <a:srgbClr val="3749CC">
                    <a:lumMod val="48000"/>
                  </a:srgbClr>
                </a:gs>
                <a:gs pos="100000">
                  <a:srgbClr val="3749CC"/>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41" name="组合 140">
            <a:extLst>
              <a:ext uri="{FF2B5EF4-FFF2-40B4-BE49-F238E27FC236}">
                <a16:creationId xmlns:a16="http://schemas.microsoft.com/office/drawing/2014/main" id="{1F1D4EB7-FD67-3B7E-41EC-F59F12AF081A}"/>
              </a:ext>
            </a:extLst>
          </p:cNvPr>
          <p:cNvGrpSpPr/>
          <p:nvPr/>
        </p:nvGrpSpPr>
        <p:grpSpPr>
          <a:xfrm>
            <a:off x="3008073" y="1675704"/>
            <a:ext cx="1847227" cy="2354227"/>
            <a:chOff x="2770060" y="383554"/>
            <a:chExt cx="1690707" cy="2154749"/>
          </a:xfrm>
        </p:grpSpPr>
        <p:sp>
          <p:nvSpPr>
            <p:cNvPr id="142" name="梯形 141">
              <a:extLst>
                <a:ext uri="{FF2B5EF4-FFF2-40B4-BE49-F238E27FC236}">
                  <a16:creationId xmlns:a16="http://schemas.microsoft.com/office/drawing/2014/main" id="{5ED06D97-BC86-B1AC-2590-8F715CD69E4E}"/>
                </a:ext>
              </a:extLst>
            </p:cNvPr>
            <p:cNvSpPr/>
            <p:nvPr/>
          </p:nvSpPr>
          <p:spPr>
            <a:xfrm rot="10800000">
              <a:off x="2770060" y="383554"/>
              <a:ext cx="1690707" cy="1413006"/>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Medium" panose="00000600000000000000" pitchFamily="2" charset="-122"/>
                <a:ea typeface="HarmonyOS Sans SC Medium" panose="00000600000000000000" pitchFamily="2" charset="-122"/>
              </a:endParaRPr>
            </a:p>
          </p:txBody>
        </p:sp>
        <p:grpSp>
          <p:nvGrpSpPr>
            <p:cNvPr id="143" name="组合 142">
              <a:extLst>
                <a:ext uri="{FF2B5EF4-FFF2-40B4-BE49-F238E27FC236}">
                  <a16:creationId xmlns:a16="http://schemas.microsoft.com/office/drawing/2014/main" id="{25101AA6-D8A0-554D-F92F-5D7BA0E8BAD3}"/>
                </a:ext>
              </a:extLst>
            </p:cNvPr>
            <p:cNvGrpSpPr/>
            <p:nvPr/>
          </p:nvGrpSpPr>
          <p:grpSpPr>
            <a:xfrm>
              <a:off x="2988695" y="1391866"/>
              <a:ext cx="1257942" cy="1146437"/>
              <a:chOff x="2991671" y="1391866"/>
              <a:chExt cx="1257942" cy="1146437"/>
            </a:xfrm>
          </p:grpSpPr>
          <p:grpSp>
            <p:nvGrpSpPr>
              <p:cNvPr id="144" name="组合 143">
                <a:extLst>
                  <a:ext uri="{FF2B5EF4-FFF2-40B4-BE49-F238E27FC236}">
                    <a16:creationId xmlns:a16="http://schemas.microsoft.com/office/drawing/2014/main" id="{4E2D4A90-59C2-E3BB-6B43-BA36C539551D}"/>
                  </a:ext>
                </a:extLst>
              </p:cNvPr>
              <p:cNvGrpSpPr/>
              <p:nvPr/>
            </p:nvGrpSpPr>
            <p:grpSpPr>
              <a:xfrm>
                <a:off x="2991671" y="1752904"/>
                <a:ext cx="1253436" cy="785399"/>
                <a:chOff x="3015995" y="1474573"/>
                <a:chExt cx="1253436" cy="785399"/>
              </a:xfrm>
            </p:grpSpPr>
            <p:sp>
              <p:nvSpPr>
                <p:cNvPr id="148" name="Freeform 9">
                  <a:extLst>
                    <a:ext uri="{FF2B5EF4-FFF2-40B4-BE49-F238E27FC236}">
                      <a16:creationId xmlns:a16="http://schemas.microsoft.com/office/drawing/2014/main" id="{109F2BA1-C809-642A-1DBF-916F712FE6FF}"/>
                    </a:ext>
                  </a:extLst>
                </p:cNvPr>
                <p:cNvSpPr>
                  <a:spLocks/>
                </p:cNvSpPr>
                <p:nvPr/>
              </p:nvSpPr>
              <p:spPr bwMode="auto">
                <a:xfrm>
                  <a:off x="3025227" y="1835726"/>
                  <a:ext cx="1234552" cy="424246"/>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a:gsLst>
                    <a:gs pos="0">
                      <a:srgbClr val="8E9CEF"/>
                    </a:gs>
                    <a:gs pos="100000">
                      <a:srgbClr val="3749CC"/>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9" name="Freeform 10">
                  <a:extLst>
                    <a:ext uri="{FF2B5EF4-FFF2-40B4-BE49-F238E27FC236}">
                      <a16:creationId xmlns:a16="http://schemas.microsoft.com/office/drawing/2014/main" id="{B436C2F1-6CAC-B735-6C05-D0162BDEE5E1}"/>
                    </a:ext>
                  </a:extLst>
                </p:cNvPr>
                <p:cNvSpPr>
                  <a:spLocks/>
                </p:cNvSpPr>
                <p:nvPr/>
              </p:nvSpPr>
              <p:spPr bwMode="auto">
                <a:xfrm>
                  <a:off x="3015995" y="1474573"/>
                  <a:ext cx="1253436" cy="726800"/>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flip="none" rotWithShape="1">
                  <a:gsLst>
                    <a:gs pos="0">
                      <a:srgbClr val="FAFBFF"/>
                    </a:gs>
                    <a:gs pos="100000">
                      <a:srgbClr val="D4D9F7"/>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45" name="组合 144">
                <a:extLst>
                  <a:ext uri="{FF2B5EF4-FFF2-40B4-BE49-F238E27FC236}">
                    <a16:creationId xmlns:a16="http://schemas.microsoft.com/office/drawing/2014/main" id="{B05C44EA-E649-BFDD-A876-0FD9FA42FC9D}"/>
                  </a:ext>
                </a:extLst>
              </p:cNvPr>
              <p:cNvGrpSpPr/>
              <p:nvPr/>
            </p:nvGrpSpPr>
            <p:grpSpPr>
              <a:xfrm>
                <a:off x="2991671" y="1391866"/>
                <a:ext cx="1257942" cy="975249"/>
                <a:chOff x="3015995" y="1284723"/>
                <a:chExt cx="1257942" cy="975249"/>
              </a:xfrm>
            </p:grpSpPr>
            <p:sp>
              <p:nvSpPr>
                <p:cNvPr id="146" name="Freeform 9">
                  <a:extLst>
                    <a:ext uri="{FF2B5EF4-FFF2-40B4-BE49-F238E27FC236}">
                      <a16:creationId xmlns:a16="http://schemas.microsoft.com/office/drawing/2014/main" id="{2EFBD377-21E1-1B12-37FE-CA884B99DFF8}"/>
                    </a:ext>
                  </a:extLst>
                </p:cNvPr>
                <p:cNvSpPr>
                  <a:spLocks/>
                </p:cNvSpPr>
                <p:nvPr/>
              </p:nvSpPr>
              <p:spPr bwMode="auto">
                <a:xfrm>
                  <a:off x="3025227" y="1835726"/>
                  <a:ext cx="1234552" cy="424246"/>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a:gsLst>
                    <a:gs pos="0">
                      <a:srgbClr val="8E9CEF"/>
                    </a:gs>
                    <a:gs pos="100000">
                      <a:srgbClr val="3749CC"/>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7" name="Freeform 10">
                  <a:extLst>
                    <a:ext uri="{FF2B5EF4-FFF2-40B4-BE49-F238E27FC236}">
                      <a16:creationId xmlns:a16="http://schemas.microsoft.com/office/drawing/2014/main" id="{5338DB6F-1024-2677-1D6E-4227A00FE89F}"/>
                    </a:ext>
                  </a:extLst>
                </p:cNvPr>
                <p:cNvSpPr>
                  <a:spLocks/>
                </p:cNvSpPr>
                <p:nvPr/>
              </p:nvSpPr>
              <p:spPr bwMode="auto">
                <a:xfrm>
                  <a:off x="3015995" y="1474573"/>
                  <a:ext cx="1253436" cy="726800"/>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flip="none" rotWithShape="1">
                  <a:gsLst>
                    <a:gs pos="0">
                      <a:srgbClr val="FAFBFF"/>
                    </a:gs>
                    <a:gs pos="100000">
                      <a:srgbClr val="D4D9F7"/>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2" name="Freeform 9">
                  <a:extLst>
                    <a:ext uri="{FF2B5EF4-FFF2-40B4-BE49-F238E27FC236}">
                      <a16:creationId xmlns:a16="http://schemas.microsoft.com/office/drawing/2014/main" id="{09891EE0-92DD-4C78-453F-5266B2649A22}"/>
                    </a:ext>
                  </a:extLst>
                </p:cNvPr>
                <p:cNvSpPr>
                  <a:spLocks/>
                </p:cNvSpPr>
                <p:nvPr/>
              </p:nvSpPr>
              <p:spPr bwMode="auto">
                <a:xfrm>
                  <a:off x="3029733" y="1645876"/>
                  <a:ext cx="1234552" cy="424246"/>
                </a:xfrm>
                <a:custGeom>
                  <a:avLst/>
                  <a:gdLst>
                    <a:gd name="T0" fmla="*/ 1941 w 1986"/>
                    <a:gd name="T1" fmla="*/ 64 h 682"/>
                    <a:gd name="T2" fmla="*/ 1106 w 1986"/>
                    <a:gd name="T3" fmla="*/ 549 h 682"/>
                    <a:gd name="T4" fmla="*/ 887 w 1986"/>
                    <a:gd name="T5" fmla="*/ 549 h 682"/>
                    <a:gd name="T6" fmla="*/ 46 w 1986"/>
                    <a:gd name="T7" fmla="*/ 64 h 682"/>
                    <a:gd name="T8" fmla="*/ 0 w 1986"/>
                    <a:gd name="T9" fmla="*/ 0 h 682"/>
                    <a:gd name="T10" fmla="*/ 0 w 1986"/>
                    <a:gd name="T11" fmla="*/ 98 h 682"/>
                    <a:gd name="T12" fmla="*/ 46 w 1986"/>
                    <a:gd name="T13" fmla="*/ 161 h 682"/>
                    <a:gd name="T14" fmla="*/ 887 w 1986"/>
                    <a:gd name="T15" fmla="*/ 647 h 682"/>
                    <a:gd name="T16" fmla="*/ 1105 w 1986"/>
                    <a:gd name="T17" fmla="*/ 647 h 682"/>
                    <a:gd name="T18" fmla="*/ 1941 w 1986"/>
                    <a:gd name="T19" fmla="*/ 161 h 682"/>
                    <a:gd name="T20" fmla="*/ 1986 w 1986"/>
                    <a:gd name="T21" fmla="*/ 98 h 682"/>
                    <a:gd name="T22" fmla="*/ 1986 w 1986"/>
                    <a:gd name="T23" fmla="*/ 1 h 682"/>
                    <a:gd name="T24" fmla="*/ 1941 w 1986"/>
                    <a:gd name="T25" fmla="*/ 64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6" h="682">
                      <a:moveTo>
                        <a:pt x="1941" y="64"/>
                      </a:moveTo>
                      <a:cubicBezTo>
                        <a:pt x="1106" y="549"/>
                        <a:pt x="1106" y="549"/>
                        <a:pt x="1106" y="549"/>
                      </a:cubicBezTo>
                      <a:cubicBezTo>
                        <a:pt x="1045" y="584"/>
                        <a:pt x="947" y="584"/>
                        <a:pt x="887" y="549"/>
                      </a:cubicBezTo>
                      <a:cubicBezTo>
                        <a:pt x="46" y="64"/>
                        <a:pt x="46" y="64"/>
                        <a:pt x="46" y="64"/>
                      </a:cubicBezTo>
                      <a:cubicBezTo>
                        <a:pt x="16" y="46"/>
                        <a:pt x="0" y="23"/>
                        <a:pt x="0" y="0"/>
                      </a:cubicBezTo>
                      <a:cubicBezTo>
                        <a:pt x="0" y="98"/>
                        <a:pt x="0" y="98"/>
                        <a:pt x="0" y="98"/>
                      </a:cubicBezTo>
                      <a:cubicBezTo>
                        <a:pt x="0" y="121"/>
                        <a:pt x="15" y="144"/>
                        <a:pt x="46" y="161"/>
                      </a:cubicBezTo>
                      <a:cubicBezTo>
                        <a:pt x="887" y="647"/>
                        <a:pt x="887" y="647"/>
                        <a:pt x="887" y="647"/>
                      </a:cubicBezTo>
                      <a:cubicBezTo>
                        <a:pt x="947" y="682"/>
                        <a:pt x="1045" y="682"/>
                        <a:pt x="1105" y="647"/>
                      </a:cubicBezTo>
                      <a:cubicBezTo>
                        <a:pt x="1941" y="161"/>
                        <a:pt x="1941" y="161"/>
                        <a:pt x="1941" y="161"/>
                      </a:cubicBezTo>
                      <a:cubicBezTo>
                        <a:pt x="1971" y="144"/>
                        <a:pt x="1986" y="121"/>
                        <a:pt x="1986" y="98"/>
                      </a:cubicBezTo>
                      <a:cubicBezTo>
                        <a:pt x="1986" y="1"/>
                        <a:pt x="1986" y="1"/>
                        <a:pt x="1986" y="1"/>
                      </a:cubicBezTo>
                      <a:cubicBezTo>
                        <a:pt x="1986" y="23"/>
                        <a:pt x="1971" y="46"/>
                        <a:pt x="1941" y="64"/>
                      </a:cubicBezTo>
                      <a:close/>
                    </a:path>
                  </a:pathLst>
                </a:custGeom>
                <a:gradFill>
                  <a:gsLst>
                    <a:gs pos="0">
                      <a:srgbClr val="8E9CEF"/>
                    </a:gs>
                    <a:gs pos="100000">
                      <a:srgbClr val="3749CC"/>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3" name="Freeform 10">
                  <a:extLst>
                    <a:ext uri="{FF2B5EF4-FFF2-40B4-BE49-F238E27FC236}">
                      <a16:creationId xmlns:a16="http://schemas.microsoft.com/office/drawing/2014/main" id="{F2B8C0A2-31AA-1C9F-7CB3-8402D20CB10A}"/>
                    </a:ext>
                  </a:extLst>
                </p:cNvPr>
                <p:cNvSpPr>
                  <a:spLocks/>
                </p:cNvSpPr>
                <p:nvPr/>
              </p:nvSpPr>
              <p:spPr bwMode="auto">
                <a:xfrm>
                  <a:off x="3020501" y="1284723"/>
                  <a:ext cx="1253436" cy="726800"/>
                </a:xfrm>
                <a:custGeom>
                  <a:avLst/>
                  <a:gdLst>
                    <a:gd name="T0" fmla="*/ 1955 w 2016"/>
                    <a:gd name="T1" fmla="*/ 521 h 1168"/>
                    <a:gd name="T2" fmla="*/ 1956 w 2016"/>
                    <a:gd name="T3" fmla="*/ 648 h 1168"/>
                    <a:gd name="T4" fmla="*/ 1121 w 2016"/>
                    <a:gd name="T5" fmla="*/ 1133 h 1168"/>
                    <a:gd name="T6" fmla="*/ 902 w 2016"/>
                    <a:gd name="T7" fmla="*/ 1133 h 1168"/>
                    <a:gd name="T8" fmla="*/ 61 w 2016"/>
                    <a:gd name="T9" fmla="*/ 648 h 1168"/>
                    <a:gd name="T10" fmla="*/ 60 w 2016"/>
                    <a:gd name="T11" fmla="*/ 521 h 1168"/>
                    <a:gd name="T12" fmla="*/ 896 w 2016"/>
                    <a:gd name="T13" fmla="*/ 35 h 1168"/>
                    <a:gd name="T14" fmla="*/ 1115 w 2016"/>
                    <a:gd name="T15" fmla="*/ 35 h 1168"/>
                    <a:gd name="T16" fmla="*/ 1955 w 2016"/>
                    <a:gd name="T17" fmla="*/ 521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16" h="1168">
                      <a:moveTo>
                        <a:pt x="1955" y="521"/>
                      </a:moveTo>
                      <a:cubicBezTo>
                        <a:pt x="2016" y="556"/>
                        <a:pt x="2016" y="613"/>
                        <a:pt x="1956" y="648"/>
                      </a:cubicBezTo>
                      <a:cubicBezTo>
                        <a:pt x="1121" y="1133"/>
                        <a:pt x="1121" y="1133"/>
                        <a:pt x="1121" y="1133"/>
                      </a:cubicBezTo>
                      <a:cubicBezTo>
                        <a:pt x="1060" y="1168"/>
                        <a:pt x="962" y="1168"/>
                        <a:pt x="902" y="1133"/>
                      </a:cubicBezTo>
                      <a:cubicBezTo>
                        <a:pt x="61" y="648"/>
                        <a:pt x="61" y="648"/>
                        <a:pt x="61" y="648"/>
                      </a:cubicBezTo>
                      <a:cubicBezTo>
                        <a:pt x="0" y="613"/>
                        <a:pt x="0" y="556"/>
                        <a:pt x="60" y="521"/>
                      </a:cubicBezTo>
                      <a:cubicBezTo>
                        <a:pt x="896" y="35"/>
                        <a:pt x="896" y="35"/>
                        <a:pt x="896" y="35"/>
                      </a:cubicBezTo>
                      <a:cubicBezTo>
                        <a:pt x="956" y="0"/>
                        <a:pt x="1054" y="0"/>
                        <a:pt x="1115" y="35"/>
                      </a:cubicBezTo>
                      <a:lnTo>
                        <a:pt x="1955" y="521"/>
                      </a:lnTo>
                      <a:close/>
                    </a:path>
                  </a:pathLst>
                </a:custGeom>
                <a:gradFill flip="none" rotWithShape="1">
                  <a:gsLst>
                    <a:gs pos="0">
                      <a:srgbClr val="FAFBFF"/>
                    </a:gs>
                    <a:gs pos="100000">
                      <a:srgbClr val="D4D9F7"/>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
        <p:nvSpPr>
          <p:cNvPr id="155" name="图形 383"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7D57AE52-3D72-F98A-503A-B238BCB868E0}"/>
              </a:ext>
            </a:extLst>
          </p:cNvPr>
          <p:cNvSpPr/>
          <p:nvPr/>
        </p:nvSpPr>
        <p:spPr>
          <a:xfrm>
            <a:off x="2640808" y="3649514"/>
            <a:ext cx="428016" cy="475575"/>
          </a:xfrm>
          <a:custGeom>
            <a:avLst/>
            <a:gdLst>
              <a:gd name="connsiteX0" fmla="*/ 85725 w 171450"/>
              <a:gd name="connsiteY0" fmla="*/ 0 h 190500"/>
              <a:gd name="connsiteX1" fmla="*/ 0 w 171450"/>
              <a:gd name="connsiteY1" fmla="*/ 85725 h 190500"/>
              <a:gd name="connsiteX2" fmla="*/ 63722 w 171450"/>
              <a:gd name="connsiteY2" fmla="*/ 168497 h 190500"/>
              <a:gd name="connsiteX3" fmla="*/ 85725 w 171450"/>
              <a:gd name="connsiteY3" fmla="*/ 190500 h 190500"/>
              <a:gd name="connsiteX4" fmla="*/ 107728 w 171450"/>
              <a:gd name="connsiteY4" fmla="*/ 168497 h 190500"/>
              <a:gd name="connsiteX5" fmla="*/ 171450 w 171450"/>
              <a:gd name="connsiteY5" fmla="*/ 85725 h 190500"/>
              <a:gd name="connsiteX6" fmla="*/ 85725 w 171450"/>
              <a:gd name="connsiteY6" fmla="*/ 0 h 190500"/>
              <a:gd name="connsiteX7" fmla="*/ 85725 w 171450"/>
              <a:gd name="connsiteY7" fmla="*/ 19050 h 190500"/>
              <a:gd name="connsiteX8" fmla="*/ 114300 w 171450"/>
              <a:gd name="connsiteY8" fmla="*/ 47625 h 190500"/>
              <a:gd name="connsiteX9" fmla="*/ 85725 w 171450"/>
              <a:gd name="connsiteY9" fmla="*/ 76200 h 190500"/>
              <a:gd name="connsiteX10" fmla="*/ 57150 w 171450"/>
              <a:gd name="connsiteY10" fmla="*/ 47625 h 190500"/>
              <a:gd name="connsiteX11" fmla="*/ 85725 w 171450"/>
              <a:gd name="connsiteY11" fmla="*/ 19050 h 190500"/>
              <a:gd name="connsiteX12" fmla="*/ 85725 w 171450"/>
              <a:gd name="connsiteY12" fmla="*/ 155258 h 190500"/>
              <a:gd name="connsiteX13" fmla="*/ 28575 w 171450"/>
              <a:gd name="connsiteY13" fmla="*/ 124587 h 190500"/>
              <a:gd name="connsiteX14" fmla="*/ 85725 w 171450"/>
              <a:gd name="connsiteY14" fmla="*/ 95250 h 190500"/>
              <a:gd name="connsiteX15" fmla="*/ 142875 w 171450"/>
              <a:gd name="connsiteY15" fmla="*/ 124587 h 190500"/>
              <a:gd name="connsiteX16" fmla="*/ 85725 w 171450"/>
              <a:gd name="connsiteY16" fmla="*/ 155258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90500">
                <a:moveTo>
                  <a:pt x="85725" y="0"/>
                </a:moveTo>
                <a:cubicBezTo>
                  <a:pt x="38386" y="0"/>
                  <a:pt x="0" y="38386"/>
                  <a:pt x="0" y="85725"/>
                </a:cubicBezTo>
                <a:cubicBezTo>
                  <a:pt x="0" y="125444"/>
                  <a:pt x="27051" y="158782"/>
                  <a:pt x="63722" y="168497"/>
                </a:cubicBezTo>
                <a:lnTo>
                  <a:pt x="85725" y="190500"/>
                </a:lnTo>
                <a:lnTo>
                  <a:pt x="107728" y="168497"/>
                </a:lnTo>
                <a:cubicBezTo>
                  <a:pt x="144399" y="158782"/>
                  <a:pt x="171450" y="125444"/>
                  <a:pt x="171450" y="85725"/>
                </a:cubicBezTo>
                <a:cubicBezTo>
                  <a:pt x="171450" y="38386"/>
                  <a:pt x="133064" y="0"/>
                  <a:pt x="85725" y="0"/>
                </a:cubicBezTo>
                <a:close/>
                <a:moveTo>
                  <a:pt x="85725" y="19050"/>
                </a:moveTo>
                <a:cubicBezTo>
                  <a:pt x="101537" y="19050"/>
                  <a:pt x="114300" y="31814"/>
                  <a:pt x="114300" y="47625"/>
                </a:cubicBezTo>
                <a:cubicBezTo>
                  <a:pt x="114300" y="63437"/>
                  <a:pt x="101537" y="76200"/>
                  <a:pt x="85725" y="76200"/>
                </a:cubicBezTo>
                <a:cubicBezTo>
                  <a:pt x="69914" y="76200"/>
                  <a:pt x="57150" y="63437"/>
                  <a:pt x="57150" y="47625"/>
                </a:cubicBezTo>
                <a:cubicBezTo>
                  <a:pt x="57150" y="31814"/>
                  <a:pt x="69914" y="19050"/>
                  <a:pt x="85725" y="19050"/>
                </a:cubicBezTo>
                <a:close/>
                <a:moveTo>
                  <a:pt x="85725" y="155258"/>
                </a:moveTo>
                <a:cubicBezTo>
                  <a:pt x="61913" y="155258"/>
                  <a:pt x="40862" y="143066"/>
                  <a:pt x="28575" y="124587"/>
                </a:cubicBezTo>
                <a:cubicBezTo>
                  <a:pt x="28861" y="105632"/>
                  <a:pt x="66675" y="95250"/>
                  <a:pt x="85725" y="95250"/>
                </a:cubicBezTo>
                <a:cubicBezTo>
                  <a:pt x="104680" y="95250"/>
                  <a:pt x="142589" y="105632"/>
                  <a:pt x="142875" y="124587"/>
                </a:cubicBezTo>
                <a:cubicBezTo>
                  <a:pt x="130588" y="143066"/>
                  <a:pt x="109538" y="155258"/>
                  <a:pt x="85725" y="155258"/>
                </a:cubicBezTo>
                <a:close/>
              </a:path>
            </a:pathLst>
          </a:custGeom>
          <a:solidFill>
            <a:srgbClr val="02F276"/>
          </a:solidFill>
          <a:ln w="9525" cap="flat">
            <a:noFill/>
            <a:prstDash val="solid"/>
            <a:miter/>
          </a:ln>
          <a:scene3d>
            <a:camera prst="isometricLeftDown"/>
            <a:lightRig rig="threePt" dir="t"/>
          </a:scene3d>
          <a:sp3d extrusionH="38100" prstMaterial="flat">
            <a:extrusionClr>
              <a:srgbClr val="00B050"/>
            </a:extrusionClr>
          </a:sp3d>
        </p:spPr>
        <p:txBody>
          <a:bodyPr rtlCol="0" anchor="ctr"/>
          <a:lstStyle/>
          <a:p>
            <a:endParaRPr lang="zh-CN" altLang="en-US"/>
          </a:p>
        </p:txBody>
      </p:sp>
      <p:sp>
        <p:nvSpPr>
          <p:cNvPr id="156" name="图形 383"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3A3F183-E94E-6B09-762A-CA5D7B319B8A}"/>
              </a:ext>
            </a:extLst>
          </p:cNvPr>
          <p:cNvSpPr/>
          <p:nvPr/>
        </p:nvSpPr>
        <p:spPr>
          <a:xfrm>
            <a:off x="4798027" y="3683073"/>
            <a:ext cx="428016" cy="475575"/>
          </a:xfrm>
          <a:custGeom>
            <a:avLst/>
            <a:gdLst>
              <a:gd name="connsiteX0" fmla="*/ 85725 w 171450"/>
              <a:gd name="connsiteY0" fmla="*/ 0 h 190500"/>
              <a:gd name="connsiteX1" fmla="*/ 0 w 171450"/>
              <a:gd name="connsiteY1" fmla="*/ 85725 h 190500"/>
              <a:gd name="connsiteX2" fmla="*/ 63722 w 171450"/>
              <a:gd name="connsiteY2" fmla="*/ 168497 h 190500"/>
              <a:gd name="connsiteX3" fmla="*/ 85725 w 171450"/>
              <a:gd name="connsiteY3" fmla="*/ 190500 h 190500"/>
              <a:gd name="connsiteX4" fmla="*/ 107728 w 171450"/>
              <a:gd name="connsiteY4" fmla="*/ 168497 h 190500"/>
              <a:gd name="connsiteX5" fmla="*/ 171450 w 171450"/>
              <a:gd name="connsiteY5" fmla="*/ 85725 h 190500"/>
              <a:gd name="connsiteX6" fmla="*/ 85725 w 171450"/>
              <a:gd name="connsiteY6" fmla="*/ 0 h 190500"/>
              <a:gd name="connsiteX7" fmla="*/ 85725 w 171450"/>
              <a:gd name="connsiteY7" fmla="*/ 19050 h 190500"/>
              <a:gd name="connsiteX8" fmla="*/ 114300 w 171450"/>
              <a:gd name="connsiteY8" fmla="*/ 47625 h 190500"/>
              <a:gd name="connsiteX9" fmla="*/ 85725 w 171450"/>
              <a:gd name="connsiteY9" fmla="*/ 76200 h 190500"/>
              <a:gd name="connsiteX10" fmla="*/ 57150 w 171450"/>
              <a:gd name="connsiteY10" fmla="*/ 47625 h 190500"/>
              <a:gd name="connsiteX11" fmla="*/ 85725 w 171450"/>
              <a:gd name="connsiteY11" fmla="*/ 19050 h 190500"/>
              <a:gd name="connsiteX12" fmla="*/ 85725 w 171450"/>
              <a:gd name="connsiteY12" fmla="*/ 155258 h 190500"/>
              <a:gd name="connsiteX13" fmla="*/ 28575 w 171450"/>
              <a:gd name="connsiteY13" fmla="*/ 124587 h 190500"/>
              <a:gd name="connsiteX14" fmla="*/ 85725 w 171450"/>
              <a:gd name="connsiteY14" fmla="*/ 95250 h 190500"/>
              <a:gd name="connsiteX15" fmla="*/ 142875 w 171450"/>
              <a:gd name="connsiteY15" fmla="*/ 124587 h 190500"/>
              <a:gd name="connsiteX16" fmla="*/ 85725 w 171450"/>
              <a:gd name="connsiteY16" fmla="*/ 155258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90500">
                <a:moveTo>
                  <a:pt x="85725" y="0"/>
                </a:moveTo>
                <a:cubicBezTo>
                  <a:pt x="38386" y="0"/>
                  <a:pt x="0" y="38386"/>
                  <a:pt x="0" y="85725"/>
                </a:cubicBezTo>
                <a:cubicBezTo>
                  <a:pt x="0" y="125444"/>
                  <a:pt x="27051" y="158782"/>
                  <a:pt x="63722" y="168497"/>
                </a:cubicBezTo>
                <a:lnTo>
                  <a:pt x="85725" y="190500"/>
                </a:lnTo>
                <a:lnTo>
                  <a:pt x="107728" y="168497"/>
                </a:lnTo>
                <a:cubicBezTo>
                  <a:pt x="144399" y="158782"/>
                  <a:pt x="171450" y="125444"/>
                  <a:pt x="171450" y="85725"/>
                </a:cubicBezTo>
                <a:cubicBezTo>
                  <a:pt x="171450" y="38386"/>
                  <a:pt x="133064" y="0"/>
                  <a:pt x="85725" y="0"/>
                </a:cubicBezTo>
                <a:close/>
                <a:moveTo>
                  <a:pt x="85725" y="19050"/>
                </a:moveTo>
                <a:cubicBezTo>
                  <a:pt x="101537" y="19050"/>
                  <a:pt x="114300" y="31814"/>
                  <a:pt x="114300" y="47625"/>
                </a:cubicBezTo>
                <a:cubicBezTo>
                  <a:pt x="114300" y="63437"/>
                  <a:pt x="101537" y="76200"/>
                  <a:pt x="85725" y="76200"/>
                </a:cubicBezTo>
                <a:cubicBezTo>
                  <a:pt x="69914" y="76200"/>
                  <a:pt x="57150" y="63437"/>
                  <a:pt x="57150" y="47625"/>
                </a:cubicBezTo>
                <a:cubicBezTo>
                  <a:pt x="57150" y="31814"/>
                  <a:pt x="69914" y="19050"/>
                  <a:pt x="85725" y="19050"/>
                </a:cubicBezTo>
                <a:close/>
                <a:moveTo>
                  <a:pt x="85725" y="155258"/>
                </a:moveTo>
                <a:cubicBezTo>
                  <a:pt x="61913" y="155258"/>
                  <a:pt x="40862" y="143066"/>
                  <a:pt x="28575" y="124587"/>
                </a:cubicBezTo>
                <a:cubicBezTo>
                  <a:pt x="28861" y="105632"/>
                  <a:pt x="66675" y="95250"/>
                  <a:pt x="85725" y="95250"/>
                </a:cubicBezTo>
                <a:cubicBezTo>
                  <a:pt x="104680" y="95250"/>
                  <a:pt x="142589" y="105632"/>
                  <a:pt x="142875" y="124587"/>
                </a:cubicBezTo>
                <a:cubicBezTo>
                  <a:pt x="130588" y="143066"/>
                  <a:pt x="109538" y="155258"/>
                  <a:pt x="85725" y="155258"/>
                </a:cubicBezTo>
                <a:close/>
              </a:path>
            </a:pathLst>
          </a:custGeom>
          <a:solidFill>
            <a:srgbClr val="02F276"/>
          </a:solidFill>
          <a:ln w="9525" cap="flat">
            <a:noFill/>
            <a:prstDash val="solid"/>
            <a:miter/>
          </a:ln>
          <a:scene3d>
            <a:camera prst="isometricLeftDown"/>
            <a:lightRig rig="threePt" dir="t"/>
          </a:scene3d>
          <a:sp3d extrusionH="38100" prstMaterial="flat">
            <a:extrusionClr>
              <a:srgbClr val="00B050"/>
            </a:extrusionClr>
          </a:sp3d>
        </p:spPr>
        <p:txBody>
          <a:bodyPr rtlCol="0" anchor="ctr"/>
          <a:lstStyle/>
          <a:p>
            <a:endParaRPr lang="zh-CN" altLang="en-US"/>
          </a:p>
        </p:txBody>
      </p:sp>
      <p:sp>
        <p:nvSpPr>
          <p:cNvPr id="161" name="图形 406"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ED544BA1-4A2E-CC4F-C697-7DAB575CCB12}"/>
              </a:ext>
            </a:extLst>
          </p:cNvPr>
          <p:cNvSpPr/>
          <p:nvPr/>
        </p:nvSpPr>
        <p:spPr>
          <a:xfrm>
            <a:off x="3772049" y="2884554"/>
            <a:ext cx="334966" cy="334966"/>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61925 h 190500"/>
              <a:gd name="connsiteX6" fmla="*/ 85725 w 190500"/>
              <a:gd name="connsiteY6" fmla="*/ 161925 h 190500"/>
              <a:gd name="connsiteX7" fmla="*/ 85725 w 190500"/>
              <a:gd name="connsiteY7" fmla="*/ 142875 h 190500"/>
              <a:gd name="connsiteX8" fmla="*/ 104775 w 190500"/>
              <a:gd name="connsiteY8" fmla="*/ 142875 h 190500"/>
              <a:gd name="connsiteX9" fmla="*/ 104775 w 190500"/>
              <a:gd name="connsiteY9" fmla="*/ 161925 h 190500"/>
              <a:gd name="connsiteX10" fmla="*/ 124492 w 190500"/>
              <a:gd name="connsiteY10" fmla="*/ 88106 h 190500"/>
              <a:gd name="connsiteX11" fmla="*/ 115919 w 190500"/>
              <a:gd name="connsiteY11" fmla="*/ 96869 h 190500"/>
              <a:gd name="connsiteX12" fmla="*/ 104775 w 190500"/>
              <a:gd name="connsiteY12" fmla="*/ 123825 h 190500"/>
              <a:gd name="connsiteX13" fmla="*/ 85725 w 190500"/>
              <a:gd name="connsiteY13" fmla="*/ 123825 h 190500"/>
              <a:gd name="connsiteX14" fmla="*/ 85725 w 190500"/>
              <a:gd name="connsiteY14" fmla="*/ 119063 h 190500"/>
              <a:gd name="connsiteX15" fmla="*/ 96869 w 190500"/>
              <a:gd name="connsiteY15" fmla="*/ 92107 h 190500"/>
              <a:gd name="connsiteX16" fmla="*/ 108680 w 190500"/>
              <a:gd name="connsiteY16" fmla="*/ 80105 h 190500"/>
              <a:gd name="connsiteX17" fmla="*/ 114300 w 190500"/>
              <a:gd name="connsiteY17" fmla="*/ 66675 h 190500"/>
              <a:gd name="connsiteX18" fmla="*/ 95250 w 190500"/>
              <a:gd name="connsiteY18" fmla="*/ 47625 h 190500"/>
              <a:gd name="connsiteX19" fmla="*/ 76200 w 190500"/>
              <a:gd name="connsiteY19" fmla="*/ 66675 h 190500"/>
              <a:gd name="connsiteX20" fmla="*/ 57150 w 190500"/>
              <a:gd name="connsiteY20" fmla="*/ 66675 h 190500"/>
              <a:gd name="connsiteX21" fmla="*/ 95250 w 190500"/>
              <a:gd name="connsiteY21" fmla="*/ 28575 h 190500"/>
              <a:gd name="connsiteX22" fmla="*/ 133350 w 190500"/>
              <a:gd name="connsiteY22" fmla="*/ 66675 h 190500"/>
              <a:gd name="connsiteX23" fmla="*/ 124492 w 190500"/>
              <a:gd name="connsiteY23" fmla="*/ 88106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61925"/>
                </a:moveTo>
                <a:lnTo>
                  <a:pt x="85725" y="161925"/>
                </a:lnTo>
                <a:lnTo>
                  <a:pt x="85725" y="142875"/>
                </a:lnTo>
                <a:lnTo>
                  <a:pt x="104775" y="142875"/>
                </a:lnTo>
                <a:lnTo>
                  <a:pt x="104775" y="161925"/>
                </a:lnTo>
                <a:close/>
                <a:moveTo>
                  <a:pt x="124492" y="88106"/>
                </a:moveTo>
                <a:lnTo>
                  <a:pt x="115919" y="96869"/>
                </a:lnTo>
                <a:cubicBezTo>
                  <a:pt x="109061" y="103823"/>
                  <a:pt x="104775" y="109538"/>
                  <a:pt x="104775" y="123825"/>
                </a:cubicBezTo>
                <a:lnTo>
                  <a:pt x="85725" y="123825"/>
                </a:lnTo>
                <a:lnTo>
                  <a:pt x="85725" y="119063"/>
                </a:lnTo>
                <a:cubicBezTo>
                  <a:pt x="85725" y="108585"/>
                  <a:pt x="90011" y="99060"/>
                  <a:pt x="96869" y="92107"/>
                </a:cubicBezTo>
                <a:lnTo>
                  <a:pt x="108680" y="80105"/>
                </a:lnTo>
                <a:cubicBezTo>
                  <a:pt x="112205" y="76676"/>
                  <a:pt x="114300" y="71914"/>
                  <a:pt x="114300" y="66675"/>
                </a:cubicBezTo>
                <a:cubicBezTo>
                  <a:pt x="114300" y="56198"/>
                  <a:pt x="105728" y="47625"/>
                  <a:pt x="95250" y="47625"/>
                </a:cubicBezTo>
                <a:cubicBezTo>
                  <a:pt x="84773" y="47625"/>
                  <a:pt x="76200" y="56198"/>
                  <a:pt x="76200" y="66675"/>
                </a:cubicBezTo>
                <a:lnTo>
                  <a:pt x="57150" y="66675"/>
                </a:lnTo>
                <a:cubicBezTo>
                  <a:pt x="57150" y="45625"/>
                  <a:pt x="74200" y="28575"/>
                  <a:pt x="95250" y="28575"/>
                </a:cubicBezTo>
                <a:cubicBezTo>
                  <a:pt x="116300" y="28575"/>
                  <a:pt x="133350" y="45625"/>
                  <a:pt x="133350" y="66675"/>
                </a:cubicBezTo>
                <a:cubicBezTo>
                  <a:pt x="133350" y="75057"/>
                  <a:pt x="129921" y="82677"/>
                  <a:pt x="124492" y="88106"/>
                </a:cubicBezTo>
                <a:close/>
              </a:path>
            </a:pathLst>
          </a:custGeom>
          <a:gradFill flip="none" rotWithShape="1">
            <a:gsLst>
              <a:gs pos="0">
                <a:srgbClr val="3749CC"/>
              </a:gs>
              <a:gs pos="100000">
                <a:srgbClr val="6578F0"/>
              </a:gs>
            </a:gsLst>
            <a:lin ang="16200000" scaled="1"/>
            <a:tileRect/>
          </a:gradFill>
          <a:ln w="9525">
            <a:noFill/>
            <a:round/>
          </a:ln>
          <a:effectLst>
            <a:outerShdw blurRad="152400" dir="5400000" sx="90000" sy="-19000" rotWithShape="0">
              <a:srgbClr val="3749CC"/>
            </a:outerShdw>
          </a:effectLst>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grpSp>
        <p:nvGrpSpPr>
          <p:cNvPr id="162" name="组合 161">
            <a:extLst>
              <a:ext uri="{FF2B5EF4-FFF2-40B4-BE49-F238E27FC236}">
                <a16:creationId xmlns:a16="http://schemas.microsoft.com/office/drawing/2014/main" id="{017FF438-0124-4F3B-A6F6-344C865406B3}"/>
              </a:ext>
            </a:extLst>
          </p:cNvPr>
          <p:cNvGrpSpPr/>
          <p:nvPr/>
        </p:nvGrpSpPr>
        <p:grpSpPr>
          <a:xfrm>
            <a:off x="7727917" y="2096796"/>
            <a:ext cx="3489741" cy="1174065"/>
            <a:chOff x="474580" y="1511573"/>
            <a:chExt cx="3489741" cy="1174065"/>
          </a:xfrm>
        </p:grpSpPr>
        <p:sp>
          <p:nvSpPr>
            <p:cNvPr id="163" name="文本框 162">
              <a:extLst>
                <a:ext uri="{FF2B5EF4-FFF2-40B4-BE49-F238E27FC236}">
                  <a16:creationId xmlns:a16="http://schemas.microsoft.com/office/drawing/2014/main" id="{DAAC1905-3758-A4D8-A9BB-13946E2AFE2B}"/>
                </a:ext>
              </a:extLst>
            </p:cNvPr>
            <p:cNvSpPr txBox="1"/>
            <p:nvPr/>
          </p:nvSpPr>
          <p:spPr>
            <a:xfrm>
              <a:off x="474580" y="1696972"/>
              <a:ext cx="3023585" cy="584775"/>
            </a:xfrm>
            <a:prstGeom prst="rect">
              <a:avLst/>
            </a:prstGeom>
            <a:noFill/>
          </p:spPr>
          <p:txBody>
            <a:bodyPr wrap="none" rtlCol="0">
              <a:spAutoFit/>
            </a:bodyPr>
            <a:lstStyle/>
            <a:p>
              <a:r>
                <a:rPr lang="en-US" altLang="zh-CN"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rPr>
                <a:t>YOUR BRAND</a:t>
              </a:r>
              <a:endParaRPr lang="zh-CN" altLang="en-US"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endParaRPr>
            </a:p>
          </p:txBody>
        </p:sp>
        <p:sp>
          <p:nvSpPr>
            <p:cNvPr id="164" name="文本框 163">
              <a:extLst>
                <a:ext uri="{FF2B5EF4-FFF2-40B4-BE49-F238E27FC236}">
                  <a16:creationId xmlns:a16="http://schemas.microsoft.com/office/drawing/2014/main" id="{B908862D-9316-B058-7EE0-03B0A9891BFD}"/>
                </a:ext>
              </a:extLst>
            </p:cNvPr>
            <p:cNvSpPr txBox="1"/>
            <p:nvPr/>
          </p:nvSpPr>
          <p:spPr>
            <a:xfrm>
              <a:off x="474580" y="1511573"/>
              <a:ext cx="1197764" cy="307777"/>
            </a:xfrm>
            <a:prstGeom prst="rect">
              <a:avLst/>
            </a:prstGeom>
            <a:noFill/>
          </p:spPr>
          <p:txBody>
            <a:bodyPr wrap="none" rtlCol="0">
              <a:spAutoFit/>
            </a:bodyPr>
            <a:lstStyle/>
            <a:p>
              <a:r>
                <a:rPr lang="en-US" altLang="zh-CN" sz="1400" dirty="0">
                  <a:solidFill>
                    <a:srgbClr val="02F276"/>
                  </a:solidFill>
                  <a:latin typeface="HarmonyOS Sans SC Black" panose="00000A00000000000000" pitchFamily="2" charset="-122"/>
                  <a:ea typeface="HarmonyOS Sans SC Black" panose="00000A00000000000000" pitchFamily="2" charset="-122"/>
                </a:rPr>
                <a:t>TEXT TITLE</a:t>
              </a:r>
              <a:endParaRPr lang="zh-CN" altLang="en-US" sz="1400" dirty="0">
                <a:solidFill>
                  <a:srgbClr val="02F276"/>
                </a:solidFill>
                <a:latin typeface="HarmonyOS Sans SC Black" panose="00000A00000000000000" pitchFamily="2" charset="-122"/>
                <a:ea typeface="HarmonyOS Sans SC Black" panose="00000A00000000000000" pitchFamily="2" charset="-122"/>
              </a:endParaRPr>
            </a:p>
          </p:txBody>
        </p:sp>
        <p:sp>
          <p:nvSpPr>
            <p:cNvPr id="165" name="文本框 164">
              <a:extLst>
                <a:ext uri="{FF2B5EF4-FFF2-40B4-BE49-F238E27FC236}">
                  <a16:creationId xmlns:a16="http://schemas.microsoft.com/office/drawing/2014/main" id="{1642C70B-3BE6-5DA6-FF50-40103980BB17}"/>
                </a:ext>
              </a:extLst>
            </p:cNvPr>
            <p:cNvSpPr txBox="1"/>
            <p:nvPr/>
          </p:nvSpPr>
          <p:spPr>
            <a:xfrm>
              <a:off x="474580" y="2223973"/>
              <a:ext cx="3489741" cy="461665"/>
            </a:xfrm>
            <a:prstGeom prst="rect">
              <a:avLst/>
            </a:prstGeom>
            <a:noFill/>
          </p:spPr>
          <p:txBody>
            <a:bodyPr wrap="square" rtlCol="0">
              <a:spAutoFit/>
            </a:bodyPr>
            <a:lstStyle/>
            <a:p>
              <a:r>
                <a:rPr lang="zh-CN" altLang="en-US" sz="24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rPr>
                <a:t>图标文字均可</a:t>
              </a:r>
              <a:r>
                <a:rPr lang="zh-CN" altLang="en-US" sz="2400" dirty="0">
                  <a:solidFill>
                    <a:srgbClr val="02F276"/>
                  </a:solidFill>
                  <a:latin typeface="HarmonyOS Sans SC Black" panose="00000A00000000000000" pitchFamily="2" charset="-122"/>
                  <a:ea typeface="HarmonyOS Sans SC Black" panose="00000A00000000000000" pitchFamily="2" charset="-122"/>
                </a:rPr>
                <a:t>替换修改</a:t>
              </a:r>
            </a:p>
          </p:txBody>
        </p:sp>
      </p:grpSp>
      <p:sp>
        <p:nvSpPr>
          <p:cNvPr id="166" name="文本框 165">
            <a:extLst>
              <a:ext uri="{FF2B5EF4-FFF2-40B4-BE49-F238E27FC236}">
                <a16:creationId xmlns:a16="http://schemas.microsoft.com/office/drawing/2014/main" id="{1F87BA8F-0F8A-51B7-212B-F399426B2039}"/>
              </a:ext>
            </a:extLst>
          </p:cNvPr>
          <p:cNvSpPr txBox="1"/>
          <p:nvPr/>
        </p:nvSpPr>
        <p:spPr>
          <a:xfrm>
            <a:off x="7756975" y="3469666"/>
            <a:ext cx="3258704" cy="550087"/>
          </a:xfrm>
          <a:prstGeom prst="rect">
            <a:avLst/>
          </a:prstGeom>
          <a:noFill/>
        </p:spPr>
        <p:txBody>
          <a:bodyPr wrap="square" rtlCol="0">
            <a:spAutoFit/>
          </a:bodyPr>
          <a:lstStyle/>
          <a:p>
            <a:pPr>
              <a:lnSpc>
                <a:spcPct val="150000"/>
              </a:lnSpc>
            </a:pPr>
            <a:r>
              <a:rPr lang="zh-CN" altLang="en-US" sz="1050" dirty="0">
                <a:solidFill>
                  <a:schemeClr val="bg1">
                    <a:lumMod val="50000"/>
                  </a:schemeClr>
                </a:solidFill>
                <a:latin typeface="HarmonyOS Sans SC Light" panose="00000400000000000000" pitchFamily="2" charset="-122"/>
                <a:ea typeface="HarmonyOS Sans SC Light" panose="00000400000000000000" pitchFamily="2" charset="-122"/>
              </a:rPr>
              <a:t>企业形象是企业自身在消费者心日中的地位和价值的体现，也是企业在市场竞争中取胜的有力武器。</a:t>
            </a:r>
          </a:p>
        </p:txBody>
      </p:sp>
    </p:spTree>
    <p:extLst>
      <p:ext uri="{BB962C8B-B14F-4D97-AF65-F5344CB8AC3E}">
        <p14:creationId xmlns:p14="http://schemas.microsoft.com/office/powerpoint/2010/main" val="38856281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0C4269F8-DA99-963C-631D-A7A0D00CA780}"/>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DBDD1B8A-8051-7A8A-8870-44631D3E27EF}"/>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A8DBABE3-5ABF-EB3B-B04B-0B431E67B51C}"/>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82475469-0D15-CA15-4B49-666B822291DD}"/>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C908EF76-2CA5-36CC-E1A2-82ADFD513BAA}"/>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CDD4D670-C573-C99B-DFBD-DC06C9D4FA48}"/>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8" name="文本框 7">
              <a:extLst>
                <a:ext uri="{FF2B5EF4-FFF2-40B4-BE49-F238E27FC236}">
                  <a16:creationId xmlns:a16="http://schemas.microsoft.com/office/drawing/2014/main" id="{1173A26A-D343-4A2B-117C-7D7054ECA77B}"/>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9" name="文本框 8">
              <a:extLst>
                <a:ext uri="{FF2B5EF4-FFF2-40B4-BE49-F238E27FC236}">
                  <a16:creationId xmlns:a16="http://schemas.microsoft.com/office/drawing/2014/main" id="{F19C23C9-B451-C14A-B33C-A775539D108B}"/>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10"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C0E0D46D-B0C5-E7F1-AA5F-FBA2277388D0}"/>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11" name="文本框 10">
              <a:extLst>
                <a:ext uri="{FF2B5EF4-FFF2-40B4-BE49-F238E27FC236}">
                  <a16:creationId xmlns:a16="http://schemas.microsoft.com/office/drawing/2014/main" id="{C461891A-3CD6-F01E-8898-E9083BD59CD2}"/>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12" name="文本框 11">
              <a:extLst>
                <a:ext uri="{FF2B5EF4-FFF2-40B4-BE49-F238E27FC236}">
                  <a16:creationId xmlns:a16="http://schemas.microsoft.com/office/drawing/2014/main" id="{3478DFF8-A6F7-C947-ECB7-4D5DE3013453}"/>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grpSp>
        <p:nvGrpSpPr>
          <p:cNvPr id="237" name="组合 236">
            <a:extLst>
              <a:ext uri="{FF2B5EF4-FFF2-40B4-BE49-F238E27FC236}">
                <a16:creationId xmlns:a16="http://schemas.microsoft.com/office/drawing/2014/main" id="{BB05EEC6-BA3C-4CAF-7656-F5DB5599F529}"/>
              </a:ext>
            </a:extLst>
          </p:cNvPr>
          <p:cNvGrpSpPr/>
          <p:nvPr/>
        </p:nvGrpSpPr>
        <p:grpSpPr>
          <a:xfrm>
            <a:off x="1590881" y="1271958"/>
            <a:ext cx="9220414" cy="4927534"/>
            <a:chOff x="900866" y="925127"/>
            <a:chExt cx="10536668" cy="5630960"/>
          </a:xfrm>
        </p:grpSpPr>
        <p:sp>
          <p:nvSpPr>
            <p:cNvPr id="236" name="Freeform 98">
              <a:extLst>
                <a:ext uri="{FF2B5EF4-FFF2-40B4-BE49-F238E27FC236}">
                  <a16:creationId xmlns:a16="http://schemas.microsoft.com/office/drawing/2014/main" id="{02AC1B43-A6C3-DAA9-6B65-A8D7BA8B3ACB}"/>
                </a:ext>
              </a:extLst>
            </p:cNvPr>
            <p:cNvSpPr>
              <a:spLocks/>
            </p:cNvSpPr>
            <p:nvPr/>
          </p:nvSpPr>
          <p:spPr bwMode="auto">
            <a:xfrm>
              <a:off x="3029948" y="1446951"/>
              <a:ext cx="6071540" cy="3514905"/>
            </a:xfrm>
            <a:custGeom>
              <a:avLst/>
              <a:gdLst>
                <a:gd name="T0" fmla="*/ 2832 w 3449"/>
                <a:gd name="T1" fmla="*/ 354 h 1996"/>
                <a:gd name="T2" fmla="*/ 2839 w 3449"/>
                <a:gd name="T3" fmla="*/ 1641 h 1996"/>
                <a:gd name="T4" fmla="*/ 617 w 3449"/>
                <a:gd name="T5" fmla="*/ 1641 h 1996"/>
                <a:gd name="T6" fmla="*/ 610 w 3449"/>
                <a:gd name="T7" fmla="*/ 354 h 1996"/>
                <a:gd name="T8" fmla="*/ 2832 w 3449"/>
                <a:gd name="T9" fmla="*/ 354 h 1996"/>
              </a:gdLst>
              <a:ahLst/>
              <a:cxnLst>
                <a:cxn ang="0">
                  <a:pos x="T0" y="T1"/>
                </a:cxn>
                <a:cxn ang="0">
                  <a:pos x="T2" y="T3"/>
                </a:cxn>
                <a:cxn ang="0">
                  <a:pos x="T4" y="T5"/>
                </a:cxn>
                <a:cxn ang="0">
                  <a:pos x="T6" y="T7"/>
                </a:cxn>
                <a:cxn ang="0">
                  <a:pos x="T8" y="T9"/>
                </a:cxn>
              </a:cxnLst>
              <a:rect l="0" t="0" r="r" b="b"/>
              <a:pathLst>
                <a:path w="3449" h="1996">
                  <a:moveTo>
                    <a:pt x="2832" y="354"/>
                  </a:moveTo>
                  <a:cubicBezTo>
                    <a:pt x="3446" y="709"/>
                    <a:pt x="3449" y="1286"/>
                    <a:pt x="2839" y="1641"/>
                  </a:cubicBezTo>
                  <a:cubicBezTo>
                    <a:pt x="2228" y="1996"/>
                    <a:pt x="1232" y="1996"/>
                    <a:pt x="617" y="1641"/>
                  </a:cubicBezTo>
                  <a:cubicBezTo>
                    <a:pt x="3" y="1286"/>
                    <a:pt x="0" y="709"/>
                    <a:pt x="610" y="354"/>
                  </a:cubicBezTo>
                  <a:cubicBezTo>
                    <a:pt x="1221" y="0"/>
                    <a:pt x="2217" y="0"/>
                    <a:pt x="2832" y="354"/>
                  </a:cubicBezTo>
                  <a:close/>
                </a:path>
              </a:pathLst>
            </a:custGeom>
            <a:noFill/>
            <a:ln>
              <a:solidFill>
                <a:srgbClr val="CDD2F8"/>
              </a:solidFill>
            </a:ln>
          </p:spPr>
          <p:txBody>
            <a:bodyPr vert="horz" wrap="square" lIns="91440" tIns="45720" rIns="91440" bIns="45720" numCol="1" anchor="t" anchorCtr="0" compatLnSpc="1">
              <a:prstTxWarp prst="textNoShape">
                <a:avLst/>
              </a:prstTxWarp>
            </a:bodyPr>
            <a:lstStyle/>
            <a:p>
              <a:endParaRPr lang="zh-CN" altLang="en-US"/>
            </a:p>
          </p:txBody>
        </p:sp>
        <p:sp>
          <p:nvSpPr>
            <p:cNvPr id="235" name="Freeform 98">
              <a:extLst>
                <a:ext uri="{FF2B5EF4-FFF2-40B4-BE49-F238E27FC236}">
                  <a16:creationId xmlns:a16="http://schemas.microsoft.com/office/drawing/2014/main" id="{9C80EDE0-B1B0-5BB1-4E23-12307B048BD1}"/>
                </a:ext>
              </a:extLst>
            </p:cNvPr>
            <p:cNvSpPr>
              <a:spLocks/>
            </p:cNvSpPr>
            <p:nvPr/>
          </p:nvSpPr>
          <p:spPr bwMode="auto">
            <a:xfrm>
              <a:off x="3581664" y="1630918"/>
              <a:ext cx="4968108" cy="2876112"/>
            </a:xfrm>
            <a:custGeom>
              <a:avLst/>
              <a:gdLst>
                <a:gd name="T0" fmla="*/ 2832 w 3449"/>
                <a:gd name="T1" fmla="*/ 354 h 1996"/>
                <a:gd name="T2" fmla="*/ 2839 w 3449"/>
                <a:gd name="T3" fmla="*/ 1641 h 1996"/>
                <a:gd name="T4" fmla="*/ 617 w 3449"/>
                <a:gd name="T5" fmla="*/ 1641 h 1996"/>
                <a:gd name="T6" fmla="*/ 610 w 3449"/>
                <a:gd name="T7" fmla="*/ 354 h 1996"/>
                <a:gd name="T8" fmla="*/ 2832 w 3449"/>
                <a:gd name="T9" fmla="*/ 354 h 1996"/>
              </a:gdLst>
              <a:ahLst/>
              <a:cxnLst>
                <a:cxn ang="0">
                  <a:pos x="T0" y="T1"/>
                </a:cxn>
                <a:cxn ang="0">
                  <a:pos x="T2" y="T3"/>
                </a:cxn>
                <a:cxn ang="0">
                  <a:pos x="T4" y="T5"/>
                </a:cxn>
                <a:cxn ang="0">
                  <a:pos x="T6" y="T7"/>
                </a:cxn>
                <a:cxn ang="0">
                  <a:pos x="T8" y="T9"/>
                </a:cxn>
              </a:cxnLst>
              <a:rect l="0" t="0" r="r" b="b"/>
              <a:pathLst>
                <a:path w="3449" h="1996">
                  <a:moveTo>
                    <a:pt x="2832" y="354"/>
                  </a:moveTo>
                  <a:cubicBezTo>
                    <a:pt x="3446" y="709"/>
                    <a:pt x="3449" y="1286"/>
                    <a:pt x="2839" y="1641"/>
                  </a:cubicBezTo>
                  <a:cubicBezTo>
                    <a:pt x="2228" y="1996"/>
                    <a:pt x="1232" y="1996"/>
                    <a:pt x="617" y="1641"/>
                  </a:cubicBezTo>
                  <a:cubicBezTo>
                    <a:pt x="3" y="1286"/>
                    <a:pt x="0" y="709"/>
                    <a:pt x="610" y="354"/>
                  </a:cubicBezTo>
                  <a:cubicBezTo>
                    <a:pt x="1221" y="0"/>
                    <a:pt x="2217" y="0"/>
                    <a:pt x="2832" y="354"/>
                  </a:cubicBezTo>
                  <a:close/>
                </a:path>
              </a:pathLst>
            </a:custGeom>
            <a:solidFill>
              <a:srgbClr val="E7EBFF">
                <a:alpha val="3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224" name="组合 223">
              <a:extLst>
                <a:ext uri="{FF2B5EF4-FFF2-40B4-BE49-F238E27FC236}">
                  <a16:creationId xmlns:a16="http://schemas.microsoft.com/office/drawing/2014/main" id="{58313E2D-57C3-6312-0C78-258E3566A1A1}"/>
                </a:ext>
              </a:extLst>
            </p:cNvPr>
            <p:cNvGrpSpPr/>
            <p:nvPr/>
          </p:nvGrpSpPr>
          <p:grpSpPr>
            <a:xfrm>
              <a:off x="4343900" y="1591786"/>
              <a:ext cx="3443636" cy="2537464"/>
              <a:chOff x="4484135" y="2018818"/>
              <a:chExt cx="3443636" cy="2537464"/>
            </a:xfrm>
          </p:grpSpPr>
          <p:grpSp>
            <p:nvGrpSpPr>
              <p:cNvPr id="141" name="组合 140">
                <a:extLst>
                  <a:ext uri="{FF2B5EF4-FFF2-40B4-BE49-F238E27FC236}">
                    <a16:creationId xmlns:a16="http://schemas.microsoft.com/office/drawing/2014/main" id="{61B424D5-1E14-33DD-846A-3A07F3F3F14D}"/>
                  </a:ext>
                </a:extLst>
              </p:cNvPr>
              <p:cNvGrpSpPr/>
              <p:nvPr/>
            </p:nvGrpSpPr>
            <p:grpSpPr>
              <a:xfrm>
                <a:off x="4484135" y="2018818"/>
                <a:ext cx="3443636" cy="2537464"/>
                <a:chOff x="4582764" y="1200475"/>
                <a:chExt cx="5180014" cy="3816925"/>
              </a:xfrm>
            </p:grpSpPr>
            <p:grpSp>
              <p:nvGrpSpPr>
                <p:cNvPr id="135" name="组合 134">
                  <a:extLst>
                    <a:ext uri="{FF2B5EF4-FFF2-40B4-BE49-F238E27FC236}">
                      <a16:creationId xmlns:a16="http://schemas.microsoft.com/office/drawing/2014/main" id="{EEAF6BF7-FF3C-623E-8650-01E41FD17D68}"/>
                    </a:ext>
                  </a:extLst>
                </p:cNvPr>
                <p:cNvGrpSpPr/>
                <p:nvPr/>
              </p:nvGrpSpPr>
              <p:grpSpPr>
                <a:xfrm>
                  <a:off x="4582764" y="1872562"/>
                  <a:ext cx="5180013" cy="3144838"/>
                  <a:chOff x="4582765" y="1563370"/>
                  <a:chExt cx="5180013" cy="3144838"/>
                </a:xfrm>
              </p:grpSpPr>
              <p:sp>
                <p:nvSpPr>
                  <p:cNvPr id="136" name="Freeform 95">
                    <a:extLst>
                      <a:ext uri="{FF2B5EF4-FFF2-40B4-BE49-F238E27FC236}">
                        <a16:creationId xmlns:a16="http://schemas.microsoft.com/office/drawing/2014/main" id="{DF794F3B-B19D-6C00-6E35-A4565D05746C}"/>
                      </a:ext>
                    </a:extLst>
                  </p:cNvPr>
                  <p:cNvSpPr>
                    <a:spLocks/>
                  </p:cNvSpPr>
                  <p:nvPr/>
                </p:nvSpPr>
                <p:spPr bwMode="auto">
                  <a:xfrm>
                    <a:off x="4814540" y="3061970"/>
                    <a:ext cx="4718050" cy="1646238"/>
                  </a:xfrm>
                  <a:custGeom>
                    <a:avLst/>
                    <a:gdLst>
                      <a:gd name="T0" fmla="*/ 463 w 3142"/>
                      <a:gd name="T1" fmla="*/ 741 h 1096"/>
                      <a:gd name="T2" fmla="*/ 0 w 3142"/>
                      <a:gd name="T3" fmla="*/ 98 h 1096"/>
                      <a:gd name="T4" fmla="*/ 0 w 3142"/>
                      <a:gd name="T5" fmla="*/ 0 h 1096"/>
                      <a:gd name="T6" fmla="*/ 463 w 3142"/>
                      <a:gd name="T7" fmla="*/ 643 h 1096"/>
                      <a:gd name="T8" fmla="*/ 2685 w 3142"/>
                      <a:gd name="T9" fmla="*/ 643 h 1096"/>
                      <a:gd name="T10" fmla="*/ 3141 w 3142"/>
                      <a:gd name="T11" fmla="*/ 0 h 1096"/>
                      <a:gd name="T12" fmla="*/ 3140 w 3142"/>
                      <a:gd name="T13" fmla="*/ 98 h 1096"/>
                      <a:gd name="T14" fmla="*/ 2685 w 3142"/>
                      <a:gd name="T15" fmla="*/ 741 h 1096"/>
                      <a:gd name="T16" fmla="*/ 463 w 3142"/>
                      <a:gd name="T17" fmla="*/ 741 h 1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42" h="1096">
                        <a:moveTo>
                          <a:pt x="463" y="741"/>
                        </a:moveTo>
                        <a:cubicBezTo>
                          <a:pt x="156" y="564"/>
                          <a:pt x="1" y="331"/>
                          <a:pt x="0" y="98"/>
                        </a:cubicBezTo>
                        <a:cubicBezTo>
                          <a:pt x="0" y="0"/>
                          <a:pt x="0" y="0"/>
                          <a:pt x="0" y="0"/>
                        </a:cubicBezTo>
                        <a:cubicBezTo>
                          <a:pt x="2" y="233"/>
                          <a:pt x="156" y="466"/>
                          <a:pt x="463" y="643"/>
                        </a:cubicBezTo>
                        <a:cubicBezTo>
                          <a:pt x="1078" y="998"/>
                          <a:pt x="2074" y="998"/>
                          <a:pt x="2685" y="643"/>
                        </a:cubicBezTo>
                        <a:cubicBezTo>
                          <a:pt x="2990" y="466"/>
                          <a:pt x="3142" y="233"/>
                          <a:pt x="3141" y="0"/>
                        </a:cubicBezTo>
                        <a:cubicBezTo>
                          <a:pt x="3140" y="98"/>
                          <a:pt x="3140" y="98"/>
                          <a:pt x="3140" y="98"/>
                        </a:cubicBezTo>
                        <a:cubicBezTo>
                          <a:pt x="3142" y="331"/>
                          <a:pt x="2990" y="564"/>
                          <a:pt x="2685" y="741"/>
                        </a:cubicBezTo>
                        <a:cubicBezTo>
                          <a:pt x="2074" y="1096"/>
                          <a:pt x="1078" y="1096"/>
                          <a:pt x="463" y="741"/>
                        </a:cubicBezTo>
                        <a:close/>
                      </a:path>
                    </a:pathLst>
                  </a:custGeom>
                  <a:gradFill flip="none" rotWithShape="1">
                    <a:gsLst>
                      <a:gs pos="0">
                        <a:srgbClr val="8E9CEF"/>
                      </a:gs>
                      <a:gs pos="100000">
                        <a:srgbClr val="D4D9F7"/>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7" name="Freeform 98">
                    <a:extLst>
                      <a:ext uri="{FF2B5EF4-FFF2-40B4-BE49-F238E27FC236}">
                        <a16:creationId xmlns:a16="http://schemas.microsoft.com/office/drawing/2014/main" id="{374F722C-5D8E-0875-CEA8-B5A9E5D5B077}"/>
                      </a:ext>
                    </a:extLst>
                  </p:cNvPr>
                  <p:cNvSpPr>
                    <a:spLocks/>
                  </p:cNvSpPr>
                  <p:nvPr/>
                </p:nvSpPr>
                <p:spPr bwMode="auto">
                  <a:xfrm>
                    <a:off x="4582765" y="1563370"/>
                    <a:ext cx="5180013" cy="2998788"/>
                  </a:xfrm>
                  <a:custGeom>
                    <a:avLst/>
                    <a:gdLst>
                      <a:gd name="T0" fmla="*/ 2832 w 3449"/>
                      <a:gd name="T1" fmla="*/ 354 h 1996"/>
                      <a:gd name="T2" fmla="*/ 2839 w 3449"/>
                      <a:gd name="T3" fmla="*/ 1641 h 1996"/>
                      <a:gd name="T4" fmla="*/ 617 w 3449"/>
                      <a:gd name="T5" fmla="*/ 1641 h 1996"/>
                      <a:gd name="T6" fmla="*/ 610 w 3449"/>
                      <a:gd name="T7" fmla="*/ 354 h 1996"/>
                      <a:gd name="T8" fmla="*/ 2832 w 3449"/>
                      <a:gd name="T9" fmla="*/ 354 h 1996"/>
                    </a:gdLst>
                    <a:ahLst/>
                    <a:cxnLst>
                      <a:cxn ang="0">
                        <a:pos x="T0" y="T1"/>
                      </a:cxn>
                      <a:cxn ang="0">
                        <a:pos x="T2" y="T3"/>
                      </a:cxn>
                      <a:cxn ang="0">
                        <a:pos x="T4" y="T5"/>
                      </a:cxn>
                      <a:cxn ang="0">
                        <a:pos x="T6" y="T7"/>
                      </a:cxn>
                      <a:cxn ang="0">
                        <a:pos x="T8" y="T9"/>
                      </a:cxn>
                    </a:cxnLst>
                    <a:rect l="0" t="0" r="r" b="b"/>
                    <a:pathLst>
                      <a:path w="3449" h="1996">
                        <a:moveTo>
                          <a:pt x="2832" y="354"/>
                        </a:moveTo>
                        <a:cubicBezTo>
                          <a:pt x="3446" y="709"/>
                          <a:pt x="3449" y="1286"/>
                          <a:pt x="2839" y="1641"/>
                        </a:cubicBezTo>
                        <a:cubicBezTo>
                          <a:pt x="2228" y="1996"/>
                          <a:pt x="1232" y="1996"/>
                          <a:pt x="617" y="1641"/>
                        </a:cubicBezTo>
                        <a:cubicBezTo>
                          <a:pt x="3" y="1286"/>
                          <a:pt x="0" y="709"/>
                          <a:pt x="610" y="354"/>
                        </a:cubicBezTo>
                        <a:cubicBezTo>
                          <a:pt x="1221" y="0"/>
                          <a:pt x="2217" y="0"/>
                          <a:pt x="2832" y="354"/>
                        </a:cubicBezTo>
                        <a:close/>
                      </a:path>
                    </a:pathLst>
                  </a:custGeom>
                  <a:gradFill>
                    <a:gsLst>
                      <a:gs pos="0">
                        <a:srgbClr val="6578F0"/>
                      </a:gs>
                      <a:gs pos="100000">
                        <a:srgbClr val="3749CC"/>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34" name="组合 133">
                  <a:extLst>
                    <a:ext uri="{FF2B5EF4-FFF2-40B4-BE49-F238E27FC236}">
                      <a16:creationId xmlns:a16="http://schemas.microsoft.com/office/drawing/2014/main" id="{66B290C0-0A16-D7A6-4E8E-D8D52F1F1132}"/>
                    </a:ext>
                  </a:extLst>
                </p:cNvPr>
                <p:cNvGrpSpPr/>
                <p:nvPr/>
              </p:nvGrpSpPr>
              <p:grpSpPr>
                <a:xfrm>
                  <a:off x="4582765" y="1645937"/>
                  <a:ext cx="5180013" cy="3144838"/>
                  <a:chOff x="4582765" y="1645937"/>
                  <a:chExt cx="5180013" cy="3144838"/>
                </a:xfrm>
              </p:grpSpPr>
              <p:sp>
                <p:nvSpPr>
                  <p:cNvPr id="101" name="Freeform 95">
                    <a:extLst>
                      <a:ext uri="{FF2B5EF4-FFF2-40B4-BE49-F238E27FC236}">
                        <a16:creationId xmlns:a16="http://schemas.microsoft.com/office/drawing/2014/main" id="{37D501EE-3D86-0FEA-4875-7DB77B2DBDDE}"/>
                      </a:ext>
                    </a:extLst>
                  </p:cNvPr>
                  <p:cNvSpPr>
                    <a:spLocks/>
                  </p:cNvSpPr>
                  <p:nvPr/>
                </p:nvSpPr>
                <p:spPr bwMode="auto">
                  <a:xfrm>
                    <a:off x="4814540" y="3144537"/>
                    <a:ext cx="4718050" cy="1646238"/>
                  </a:xfrm>
                  <a:custGeom>
                    <a:avLst/>
                    <a:gdLst>
                      <a:gd name="T0" fmla="*/ 463 w 3142"/>
                      <a:gd name="T1" fmla="*/ 741 h 1096"/>
                      <a:gd name="T2" fmla="*/ 0 w 3142"/>
                      <a:gd name="T3" fmla="*/ 98 h 1096"/>
                      <a:gd name="T4" fmla="*/ 0 w 3142"/>
                      <a:gd name="T5" fmla="*/ 0 h 1096"/>
                      <a:gd name="T6" fmla="*/ 463 w 3142"/>
                      <a:gd name="T7" fmla="*/ 643 h 1096"/>
                      <a:gd name="T8" fmla="*/ 2685 w 3142"/>
                      <a:gd name="T9" fmla="*/ 643 h 1096"/>
                      <a:gd name="T10" fmla="*/ 3141 w 3142"/>
                      <a:gd name="T11" fmla="*/ 0 h 1096"/>
                      <a:gd name="T12" fmla="*/ 3140 w 3142"/>
                      <a:gd name="T13" fmla="*/ 98 h 1096"/>
                      <a:gd name="T14" fmla="*/ 2685 w 3142"/>
                      <a:gd name="T15" fmla="*/ 741 h 1096"/>
                      <a:gd name="T16" fmla="*/ 463 w 3142"/>
                      <a:gd name="T17" fmla="*/ 741 h 1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42" h="1096">
                        <a:moveTo>
                          <a:pt x="463" y="741"/>
                        </a:moveTo>
                        <a:cubicBezTo>
                          <a:pt x="156" y="564"/>
                          <a:pt x="1" y="331"/>
                          <a:pt x="0" y="98"/>
                        </a:cubicBezTo>
                        <a:cubicBezTo>
                          <a:pt x="0" y="0"/>
                          <a:pt x="0" y="0"/>
                          <a:pt x="0" y="0"/>
                        </a:cubicBezTo>
                        <a:cubicBezTo>
                          <a:pt x="2" y="233"/>
                          <a:pt x="156" y="466"/>
                          <a:pt x="463" y="643"/>
                        </a:cubicBezTo>
                        <a:cubicBezTo>
                          <a:pt x="1078" y="998"/>
                          <a:pt x="2074" y="998"/>
                          <a:pt x="2685" y="643"/>
                        </a:cubicBezTo>
                        <a:cubicBezTo>
                          <a:pt x="2990" y="466"/>
                          <a:pt x="3142" y="233"/>
                          <a:pt x="3141" y="0"/>
                        </a:cubicBezTo>
                        <a:cubicBezTo>
                          <a:pt x="3140" y="98"/>
                          <a:pt x="3140" y="98"/>
                          <a:pt x="3140" y="98"/>
                        </a:cubicBezTo>
                        <a:cubicBezTo>
                          <a:pt x="3142" y="331"/>
                          <a:pt x="2990" y="564"/>
                          <a:pt x="2685" y="741"/>
                        </a:cubicBezTo>
                        <a:cubicBezTo>
                          <a:pt x="2074" y="1096"/>
                          <a:pt x="1078" y="1096"/>
                          <a:pt x="463" y="741"/>
                        </a:cubicBezTo>
                        <a:close/>
                      </a:path>
                    </a:pathLst>
                  </a:custGeom>
                  <a:gradFill flip="none" rotWithShape="1">
                    <a:gsLst>
                      <a:gs pos="0">
                        <a:srgbClr val="8E9CEF"/>
                      </a:gs>
                      <a:gs pos="100000">
                        <a:srgbClr val="D4D9F7"/>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4" name="Freeform 98">
                    <a:extLst>
                      <a:ext uri="{FF2B5EF4-FFF2-40B4-BE49-F238E27FC236}">
                        <a16:creationId xmlns:a16="http://schemas.microsoft.com/office/drawing/2014/main" id="{5C66F5D5-A44C-84C4-0DD3-1B08876A70AB}"/>
                      </a:ext>
                    </a:extLst>
                  </p:cNvPr>
                  <p:cNvSpPr>
                    <a:spLocks/>
                  </p:cNvSpPr>
                  <p:nvPr/>
                </p:nvSpPr>
                <p:spPr bwMode="auto">
                  <a:xfrm>
                    <a:off x="4582765" y="1645937"/>
                    <a:ext cx="5180013" cy="2998788"/>
                  </a:xfrm>
                  <a:custGeom>
                    <a:avLst/>
                    <a:gdLst>
                      <a:gd name="T0" fmla="*/ 2832 w 3449"/>
                      <a:gd name="T1" fmla="*/ 354 h 1996"/>
                      <a:gd name="T2" fmla="*/ 2839 w 3449"/>
                      <a:gd name="T3" fmla="*/ 1641 h 1996"/>
                      <a:gd name="T4" fmla="*/ 617 w 3449"/>
                      <a:gd name="T5" fmla="*/ 1641 h 1996"/>
                      <a:gd name="T6" fmla="*/ 610 w 3449"/>
                      <a:gd name="T7" fmla="*/ 354 h 1996"/>
                      <a:gd name="T8" fmla="*/ 2832 w 3449"/>
                      <a:gd name="T9" fmla="*/ 354 h 1996"/>
                    </a:gdLst>
                    <a:ahLst/>
                    <a:cxnLst>
                      <a:cxn ang="0">
                        <a:pos x="T0" y="T1"/>
                      </a:cxn>
                      <a:cxn ang="0">
                        <a:pos x="T2" y="T3"/>
                      </a:cxn>
                      <a:cxn ang="0">
                        <a:pos x="T4" y="T5"/>
                      </a:cxn>
                      <a:cxn ang="0">
                        <a:pos x="T6" y="T7"/>
                      </a:cxn>
                      <a:cxn ang="0">
                        <a:pos x="T8" y="T9"/>
                      </a:cxn>
                    </a:cxnLst>
                    <a:rect l="0" t="0" r="r" b="b"/>
                    <a:pathLst>
                      <a:path w="3449" h="1996">
                        <a:moveTo>
                          <a:pt x="2832" y="354"/>
                        </a:moveTo>
                        <a:cubicBezTo>
                          <a:pt x="3446" y="709"/>
                          <a:pt x="3449" y="1286"/>
                          <a:pt x="2839" y="1641"/>
                        </a:cubicBezTo>
                        <a:cubicBezTo>
                          <a:pt x="2228" y="1996"/>
                          <a:pt x="1232" y="1996"/>
                          <a:pt x="617" y="1641"/>
                        </a:cubicBezTo>
                        <a:cubicBezTo>
                          <a:pt x="3" y="1286"/>
                          <a:pt x="0" y="709"/>
                          <a:pt x="610" y="354"/>
                        </a:cubicBezTo>
                        <a:cubicBezTo>
                          <a:pt x="1221" y="0"/>
                          <a:pt x="2217" y="0"/>
                          <a:pt x="2832" y="354"/>
                        </a:cubicBezTo>
                        <a:close/>
                      </a:path>
                    </a:pathLst>
                  </a:custGeom>
                  <a:solidFill>
                    <a:srgbClr val="E7E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40" name="组合 139">
                  <a:extLst>
                    <a:ext uri="{FF2B5EF4-FFF2-40B4-BE49-F238E27FC236}">
                      <a16:creationId xmlns:a16="http://schemas.microsoft.com/office/drawing/2014/main" id="{E5C34617-6C51-D160-1CF0-55B52A6AD2D7}"/>
                    </a:ext>
                  </a:extLst>
                </p:cNvPr>
                <p:cNvGrpSpPr/>
                <p:nvPr/>
              </p:nvGrpSpPr>
              <p:grpSpPr>
                <a:xfrm>
                  <a:off x="4811365" y="1200475"/>
                  <a:ext cx="4722812" cy="2972965"/>
                  <a:chOff x="4811365" y="1200475"/>
                  <a:chExt cx="4722812" cy="2972965"/>
                </a:xfrm>
              </p:grpSpPr>
              <p:grpSp>
                <p:nvGrpSpPr>
                  <p:cNvPr id="138" name="组合 137">
                    <a:extLst>
                      <a:ext uri="{FF2B5EF4-FFF2-40B4-BE49-F238E27FC236}">
                        <a16:creationId xmlns:a16="http://schemas.microsoft.com/office/drawing/2014/main" id="{F1471373-5CE3-6BD9-57C9-B0F914DEEC3F}"/>
                      </a:ext>
                    </a:extLst>
                  </p:cNvPr>
                  <p:cNvGrpSpPr/>
                  <p:nvPr/>
                </p:nvGrpSpPr>
                <p:grpSpPr>
                  <a:xfrm>
                    <a:off x="4811365" y="1200475"/>
                    <a:ext cx="3559175" cy="2303040"/>
                    <a:chOff x="4811365" y="1368849"/>
                    <a:chExt cx="3559175" cy="2303040"/>
                  </a:xfrm>
                </p:grpSpPr>
                <p:sp>
                  <p:nvSpPr>
                    <p:cNvPr id="105" name="Freeform 99">
                      <a:extLst>
                        <a:ext uri="{FF2B5EF4-FFF2-40B4-BE49-F238E27FC236}">
                          <a16:creationId xmlns:a16="http://schemas.microsoft.com/office/drawing/2014/main" id="{6B4188CE-B148-1C20-5626-123E8EBA3700}"/>
                        </a:ext>
                      </a:extLst>
                    </p:cNvPr>
                    <p:cNvSpPr>
                      <a:spLocks/>
                    </p:cNvSpPr>
                    <p:nvPr/>
                  </p:nvSpPr>
                  <p:spPr bwMode="auto">
                    <a:xfrm>
                      <a:off x="7927627" y="1552576"/>
                      <a:ext cx="442913" cy="501650"/>
                    </a:xfrm>
                    <a:custGeom>
                      <a:avLst/>
                      <a:gdLst>
                        <a:gd name="T0" fmla="*/ 279 w 279"/>
                        <a:gd name="T1" fmla="*/ 0 h 316"/>
                        <a:gd name="T2" fmla="*/ 278 w 279"/>
                        <a:gd name="T3" fmla="*/ 155 h 316"/>
                        <a:gd name="T4" fmla="*/ 0 w 279"/>
                        <a:gd name="T5" fmla="*/ 316 h 316"/>
                        <a:gd name="T6" fmla="*/ 0 w 279"/>
                        <a:gd name="T7" fmla="*/ 162 h 316"/>
                        <a:gd name="T8" fmla="*/ 279 w 279"/>
                        <a:gd name="T9" fmla="*/ 0 h 316"/>
                      </a:gdLst>
                      <a:ahLst/>
                      <a:cxnLst>
                        <a:cxn ang="0">
                          <a:pos x="T0" y="T1"/>
                        </a:cxn>
                        <a:cxn ang="0">
                          <a:pos x="T2" y="T3"/>
                        </a:cxn>
                        <a:cxn ang="0">
                          <a:pos x="T4" y="T5"/>
                        </a:cxn>
                        <a:cxn ang="0">
                          <a:pos x="T6" y="T7"/>
                        </a:cxn>
                        <a:cxn ang="0">
                          <a:pos x="T8" y="T9"/>
                        </a:cxn>
                      </a:cxnLst>
                      <a:rect l="0" t="0" r="r" b="b"/>
                      <a:pathLst>
                        <a:path w="279" h="316">
                          <a:moveTo>
                            <a:pt x="279" y="0"/>
                          </a:moveTo>
                          <a:lnTo>
                            <a:pt x="278" y="155"/>
                          </a:lnTo>
                          <a:lnTo>
                            <a:pt x="0" y="316"/>
                          </a:lnTo>
                          <a:lnTo>
                            <a:pt x="0" y="162"/>
                          </a:lnTo>
                          <a:lnTo>
                            <a:pt x="279" y="0"/>
                          </a:lnTo>
                          <a:close/>
                        </a:path>
                      </a:pathLst>
                    </a:custGeom>
                    <a:solidFill>
                      <a:srgbClr val="6578F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6" name="Freeform 100">
                      <a:extLst>
                        <a:ext uri="{FF2B5EF4-FFF2-40B4-BE49-F238E27FC236}">
                          <a16:creationId xmlns:a16="http://schemas.microsoft.com/office/drawing/2014/main" id="{B45F812E-01A8-FEEA-34F8-EDECB7E23602}"/>
                        </a:ext>
                      </a:extLst>
                    </p:cNvPr>
                    <p:cNvSpPr>
                      <a:spLocks/>
                    </p:cNvSpPr>
                    <p:nvPr/>
                  </p:nvSpPr>
                  <p:spPr bwMode="auto">
                    <a:xfrm>
                      <a:off x="5413027" y="1630363"/>
                      <a:ext cx="2514600" cy="1338263"/>
                    </a:xfrm>
                    <a:custGeom>
                      <a:avLst/>
                      <a:gdLst>
                        <a:gd name="T0" fmla="*/ 0 w 1674"/>
                        <a:gd name="T1" fmla="*/ 892 h 892"/>
                        <a:gd name="T2" fmla="*/ 1 w 1674"/>
                        <a:gd name="T3" fmla="*/ 729 h 892"/>
                        <a:gd name="T4" fmla="*/ 340 w 1674"/>
                        <a:gd name="T5" fmla="*/ 252 h 892"/>
                        <a:gd name="T6" fmla="*/ 1674 w 1674"/>
                        <a:gd name="T7" fmla="*/ 120 h 892"/>
                        <a:gd name="T8" fmla="*/ 1674 w 1674"/>
                        <a:gd name="T9" fmla="*/ 283 h 892"/>
                        <a:gd name="T10" fmla="*/ 340 w 1674"/>
                        <a:gd name="T11" fmla="*/ 415 h 892"/>
                        <a:gd name="T12" fmla="*/ 0 w 1674"/>
                        <a:gd name="T13" fmla="*/ 892 h 892"/>
                      </a:gdLst>
                      <a:ahLst/>
                      <a:cxnLst>
                        <a:cxn ang="0">
                          <a:pos x="T0" y="T1"/>
                        </a:cxn>
                        <a:cxn ang="0">
                          <a:pos x="T2" y="T3"/>
                        </a:cxn>
                        <a:cxn ang="0">
                          <a:pos x="T4" y="T5"/>
                        </a:cxn>
                        <a:cxn ang="0">
                          <a:pos x="T6" y="T7"/>
                        </a:cxn>
                        <a:cxn ang="0">
                          <a:pos x="T8" y="T9"/>
                        </a:cxn>
                        <a:cxn ang="0">
                          <a:pos x="T10" y="T11"/>
                        </a:cxn>
                        <a:cxn ang="0">
                          <a:pos x="T12" y="T13"/>
                        </a:cxn>
                      </a:cxnLst>
                      <a:rect l="0" t="0" r="r" b="b"/>
                      <a:pathLst>
                        <a:path w="1674" h="892">
                          <a:moveTo>
                            <a:pt x="0" y="892"/>
                          </a:moveTo>
                          <a:cubicBezTo>
                            <a:pt x="1" y="729"/>
                            <a:pt x="1" y="729"/>
                            <a:pt x="1" y="729"/>
                          </a:cubicBezTo>
                          <a:cubicBezTo>
                            <a:pt x="1" y="556"/>
                            <a:pt x="114" y="384"/>
                            <a:pt x="340" y="252"/>
                          </a:cubicBezTo>
                          <a:cubicBezTo>
                            <a:pt x="700" y="44"/>
                            <a:pt x="1238" y="0"/>
                            <a:pt x="1674" y="120"/>
                          </a:cubicBezTo>
                          <a:cubicBezTo>
                            <a:pt x="1674" y="283"/>
                            <a:pt x="1674" y="283"/>
                            <a:pt x="1674" y="283"/>
                          </a:cubicBezTo>
                          <a:cubicBezTo>
                            <a:pt x="1237" y="163"/>
                            <a:pt x="699" y="207"/>
                            <a:pt x="340" y="415"/>
                          </a:cubicBezTo>
                          <a:cubicBezTo>
                            <a:pt x="114" y="547"/>
                            <a:pt x="1" y="719"/>
                            <a:pt x="0" y="892"/>
                          </a:cubicBezTo>
                          <a:close/>
                        </a:path>
                      </a:pathLst>
                    </a:custGeom>
                    <a:gradFill flip="none" rotWithShape="1">
                      <a:gsLst>
                        <a:gs pos="0">
                          <a:srgbClr val="3749CC"/>
                        </a:gs>
                        <a:gs pos="100000">
                          <a:srgbClr val="6578F0"/>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7" name="Freeform 101">
                      <a:extLst>
                        <a:ext uri="{FF2B5EF4-FFF2-40B4-BE49-F238E27FC236}">
                          <a16:creationId xmlns:a16="http://schemas.microsoft.com/office/drawing/2014/main" id="{CBC785F4-357A-7F63-5862-6D02E60764F0}"/>
                        </a:ext>
                      </a:extLst>
                    </p:cNvPr>
                    <p:cNvSpPr>
                      <a:spLocks/>
                    </p:cNvSpPr>
                    <p:nvPr/>
                  </p:nvSpPr>
                  <p:spPr bwMode="auto">
                    <a:xfrm>
                      <a:off x="5144740" y="3168651"/>
                      <a:ext cx="444500" cy="503238"/>
                    </a:xfrm>
                    <a:custGeom>
                      <a:avLst/>
                      <a:gdLst>
                        <a:gd name="T0" fmla="*/ 280 w 280"/>
                        <a:gd name="T1" fmla="*/ 0 h 317"/>
                        <a:gd name="T2" fmla="*/ 279 w 280"/>
                        <a:gd name="T3" fmla="*/ 155 h 317"/>
                        <a:gd name="T4" fmla="*/ 0 w 280"/>
                        <a:gd name="T5" fmla="*/ 317 h 317"/>
                        <a:gd name="T6" fmla="*/ 1 w 280"/>
                        <a:gd name="T7" fmla="*/ 163 h 317"/>
                        <a:gd name="T8" fmla="*/ 280 w 280"/>
                        <a:gd name="T9" fmla="*/ 0 h 317"/>
                      </a:gdLst>
                      <a:ahLst/>
                      <a:cxnLst>
                        <a:cxn ang="0">
                          <a:pos x="T0" y="T1"/>
                        </a:cxn>
                        <a:cxn ang="0">
                          <a:pos x="T2" y="T3"/>
                        </a:cxn>
                        <a:cxn ang="0">
                          <a:pos x="T4" y="T5"/>
                        </a:cxn>
                        <a:cxn ang="0">
                          <a:pos x="T6" y="T7"/>
                        </a:cxn>
                        <a:cxn ang="0">
                          <a:pos x="T8" y="T9"/>
                        </a:cxn>
                      </a:cxnLst>
                      <a:rect l="0" t="0" r="r" b="b"/>
                      <a:pathLst>
                        <a:path w="280" h="317">
                          <a:moveTo>
                            <a:pt x="280" y="0"/>
                          </a:moveTo>
                          <a:lnTo>
                            <a:pt x="279" y="155"/>
                          </a:lnTo>
                          <a:lnTo>
                            <a:pt x="0" y="317"/>
                          </a:lnTo>
                          <a:lnTo>
                            <a:pt x="1" y="163"/>
                          </a:lnTo>
                          <a:lnTo>
                            <a:pt x="280" y="0"/>
                          </a:lnTo>
                          <a:close/>
                        </a:path>
                      </a:pathLst>
                    </a:custGeom>
                    <a:solidFill>
                      <a:srgbClr val="6578F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8" name="Freeform 102">
                      <a:extLst>
                        <a:ext uri="{FF2B5EF4-FFF2-40B4-BE49-F238E27FC236}">
                          <a16:creationId xmlns:a16="http://schemas.microsoft.com/office/drawing/2014/main" id="{0BF87979-3036-CE96-9BA1-45564F2FF5B5}"/>
                        </a:ext>
                      </a:extLst>
                    </p:cNvPr>
                    <p:cNvSpPr>
                      <a:spLocks/>
                    </p:cNvSpPr>
                    <p:nvPr/>
                  </p:nvSpPr>
                  <p:spPr bwMode="auto">
                    <a:xfrm>
                      <a:off x="4812952" y="2722563"/>
                      <a:ext cx="333375" cy="949325"/>
                    </a:xfrm>
                    <a:custGeom>
                      <a:avLst/>
                      <a:gdLst>
                        <a:gd name="T0" fmla="*/ 0 w 222"/>
                        <a:gd name="T1" fmla="*/ 163 h 632"/>
                        <a:gd name="T2" fmla="*/ 0 w 222"/>
                        <a:gd name="T3" fmla="*/ 0 h 632"/>
                        <a:gd name="T4" fmla="*/ 0 w 222"/>
                        <a:gd name="T5" fmla="*/ 4 h 632"/>
                        <a:gd name="T6" fmla="*/ 117 w 222"/>
                        <a:gd name="T7" fmla="*/ 347 h 632"/>
                        <a:gd name="T8" fmla="*/ 222 w 222"/>
                        <a:gd name="T9" fmla="*/ 469 h 632"/>
                        <a:gd name="T10" fmla="*/ 221 w 222"/>
                        <a:gd name="T11" fmla="*/ 632 h 632"/>
                        <a:gd name="T12" fmla="*/ 117 w 222"/>
                        <a:gd name="T13" fmla="*/ 510 h 632"/>
                        <a:gd name="T14" fmla="*/ 0 w 222"/>
                        <a:gd name="T15" fmla="*/ 167 h 632"/>
                        <a:gd name="T16" fmla="*/ 0 w 222"/>
                        <a:gd name="T17" fmla="*/ 163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2" h="632">
                          <a:moveTo>
                            <a:pt x="0" y="163"/>
                          </a:moveTo>
                          <a:cubicBezTo>
                            <a:pt x="0" y="0"/>
                            <a:pt x="0" y="0"/>
                            <a:pt x="0" y="0"/>
                          </a:cubicBezTo>
                          <a:cubicBezTo>
                            <a:pt x="0" y="1"/>
                            <a:pt x="0" y="3"/>
                            <a:pt x="0" y="4"/>
                          </a:cubicBezTo>
                          <a:cubicBezTo>
                            <a:pt x="1" y="122"/>
                            <a:pt x="40" y="238"/>
                            <a:pt x="117" y="347"/>
                          </a:cubicBezTo>
                          <a:cubicBezTo>
                            <a:pt x="147" y="389"/>
                            <a:pt x="182" y="430"/>
                            <a:pt x="222" y="469"/>
                          </a:cubicBezTo>
                          <a:cubicBezTo>
                            <a:pt x="221" y="632"/>
                            <a:pt x="221" y="632"/>
                            <a:pt x="221" y="632"/>
                          </a:cubicBezTo>
                          <a:cubicBezTo>
                            <a:pt x="181" y="593"/>
                            <a:pt x="146" y="552"/>
                            <a:pt x="117" y="510"/>
                          </a:cubicBezTo>
                          <a:cubicBezTo>
                            <a:pt x="40" y="401"/>
                            <a:pt x="0" y="286"/>
                            <a:pt x="0" y="167"/>
                          </a:cubicBezTo>
                          <a:cubicBezTo>
                            <a:pt x="0" y="166"/>
                            <a:pt x="0" y="164"/>
                            <a:pt x="0" y="163"/>
                          </a:cubicBezTo>
                          <a:close/>
                        </a:path>
                      </a:pathLst>
                    </a:custGeom>
                    <a:gradFill flip="none" rotWithShape="1">
                      <a:gsLst>
                        <a:gs pos="0">
                          <a:srgbClr val="3749CC"/>
                        </a:gs>
                        <a:gs pos="100000">
                          <a:srgbClr val="6578F0"/>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9" name="Freeform 103">
                      <a:extLst>
                        <a:ext uri="{FF2B5EF4-FFF2-40B4-BE49-F238E27FC236}">
                          <a16:creationId xmlns:a16="http://schemas.microsoft.com/office/drawing/2014/main" id="{88B0B219-A94D-1244-C4F6-A37C9BCECD56}"/>
                        </a:ext>
                      </a:extLst>
                    </p:cNvPr>
                    <p:cNvSpPr>
                      <a:spLocks/>
                    </p:cNvSpPr>
                    <p:nvPr/>
                  </p:nvSpPr>
                  <p:spPr bwMode="auto">
                    <a:xfrm>
                      <a:off x="4811365" y="1368849"/>
                      <a:ext cx="3559175" cy="2065338"/>
                    </a:xfrm>
                    <a:custGeom>
                      <a:avLst/>
                      <a:gdLst>
                        <a:gd name="T0" fmla="*/ 1567 w 2370"/>
                        <a:gd name="T1" fmla="*/ 0 h 1375"/>
                        <a:gd name="T2" fmla="*/ 2159 w 2370"/>
                        <a:gd name="T3" fmla="*/ 67 h 1375"/>
                        <a:gd name="T4" fmla="*/ 2370 w 2370"/>
                        <a:gd name="T5" fmla="*/ 127 h 1375"/>
                        <a:gd name="T6" fmla="*/ 2075 w 2370"/>
                        <a:gd name="T7" fmla="*/ 298 h 1375"/>
                        <a:gd name="T8" fmla="*/ 741 w 2370"/>
                        <a:gd name="T9" fmla="*/ 430 h 1375"/>
                        <a:gd name="T10" fmla="*/ 518 w 2370"/>
                        <a:gd name="T11" fmla="*/ 1203 h 1375"/>
                        <a:gd name="T12" fmla="*/ 223 w 2370"/>
                        <a:gd name="T13" fmla="*/ 1375 h 1375"/>
                        <a:gd name="T14" fmla="*/ 118 w 2370"/>
                        <a:gd name="T15" fmla="*/ 1253 h 1375"/>
                        <a:gd name="T16" fmla="*/ 1 w 2370"/>
                        <a:gd name="T17" fmla="*/ 910 h 1375"/>
                        <a:gd name="T18" fmla="*/ 114 w 2370"/>
                        <a:gd name="T19" fmla="*/ 568 h 1375"/>
                        <a:gd name="T20" fmla="*/ 458 w 2370"/>
                        <a:gd name="T21" fmla="*/ 267 h 1375"/>
                        <a:gd name="T22" fmla="*/ 977 w 2370"/>
                        <a:gd name="T23" fmla="*/ 67 h 1375"/>
                        <a:gd name="T24" fmla="*/ 1567 w 2370"/>
                        <a:gd name="T25" fmla="*/ 0 h 1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70" h="1375">
                          <a:moveTo>
                            <a:pt x="1567" y="0"/>
                          </a:moveTo>
                          <a:cubicBezTo>
                            <a:pt x="1772" y="0"/>
                            <a:pt x="1971" y="22"/>
                            <a:pt x="2159" y="67"/>
                          </a:cubicBezTo>
                          <a:cubicBezTo>
                            <a:pt x="2232" y="84"/>
                            <a:pt x="2302" y="104"/>
                            <a:pt x="2370" y="127"/>
                          </a:cubicBezTo>
                          <a:cubicBezTo>
                            <a:pt x="2075" y="298"/>
                            <a:pt x="2075" y="298"/>
                            <a:pt x="2075" y="298"/>
                          </a:cubicBezTo>
                          <a:cubicBezTo>
                            <a:pt x="1639" y="178"/>
                            <a:pt x="1101" y="222"/>
                            <a:pt x="741" y="430"/>
                          </a:cubicBezTo>
                          <a:cubicBezTo>
                            <a:pt x="382" y="639"/>
                            <a:pt x="308" y="951"/>
                            <a:pt x="518" y="1203"/>
                          </a:cubicBezTo>
                          <a:cubicBezTo>
                            <a:pt x="223" y="1375"/>
                            <a:pt x="223" y="1375"/>
                            <a:pt x="223" y="1375"/>
                          </a:cubicBezTo>
                          <a:cubicBezTo>
                            <a:pt x="183" y="1336"/>
                            <a:pt x="148" y="1295"/>
                            <a:pt x="118" y="1253"/>
                          </a:cubicBezTo>
                          <a:cubicBezTo>
                            <a:pt x="41" y="1144"/>
                            <a:pt x="2" y="1028"/>
                            <a:pt x="1" y="910"/>
                          </a:cubicBezTo>
                          <a:cubicBezTo>
                            <a:pt x="0" y="792"/>
                            <a:pt x="39" y="677"/>
                            <a:pt x="114" y="568"/>
                          </a:cubicBezTo>
                          <a:cubicBezTo>
                            <a:pt x="193" y="455"/>
                            <a:pt x="308" y="353"/>
                            <a:pt x="458" y="267"/>
                          </a:cubicBezTo>
                          <a:cubicBezTo>
                            <a:pt x="607" y="180"/>
                            <a:pt x="782" y="112"/>
                            <a:pt x="977" y="67"/>
                          </a:cubicBezTo>
                          <a:cubicBezTo>
                            <a:pt x="1165" y="22"/>
                            <a:pt x="1363" y="0"/>
                            <a:pt x="1567" y="0"/>
                          </a:cubicBezTo>
                          <a:close/>
                        </a:path>
                      </a:pathLst>
                    </a:custGeom>
                    <a:gradFill flip="none" rotWithShape="1">
                      <a:gsLst>
                        <a:gs pos="0">
                          <a:srgbClr val="8E9CEF"/>
                        </a:gs>
                        <a:gs pos="100000">
                          <a:srgbClr val="D4D9F7"/>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39" name="组合 138">
                    <a:extLst>
                      <a:ext uri="{FF2B5EF4-FFF2-40B4-BE49-F238E27FC236}">
                        <a16:creationId xmlns:a16="http://schemas.microsoft.com/office/drawing/2014/main" id="{724C938E-0E84-5B33-362A-87DB04A0BADC}"/>
                      </a:ext>
                    </a:extLst>
                  </p:cNvPr>
                  <p:cNvGrpSpPr/>
                  <p:nvPr/>
                </p:nvGrpSpPr>
                <p:grpSpPr>
                  <a:xfrm>
                    <a:off x="5975002" y="1863627"/>
                    <a:ext cx="3559175" cy="2309813"/>
                    <a:chOff x="5975002" y="2032001"/>
                    <a:chExt cx="3559175" cy="2309813"/>
                  </a:xfrm>
                </p:grpSpPr>
                <p:sp>
                  <p:nvSpPr>
                    <p:cNvPr id="110" name="Freeform 104">
                      <a:extLst>
                        <a:ext uri="{FF2B5EF4-FFF2-40B4-BE49-F238E27FC236}">
                          <a16:creationId xmlns:a16="http://schemas.microsoft.com/office/drawing/2014/main" id="{6EA360FA-8CF1-8A55-3C4F-EFADED1CC26A}"/>
                        </a:ext>
                      </a:extLst>
                    </p:cNvPr>
                    <p:cNvSpPr>
                      <a:spLocks/>
                    </p:cNvSpPr>
                    <p:nvPr/>
                  </p:nvSpPr>
                  <p:spPr bwMode="auto">
                    <a:xfrm>
                      <a:off x="8756302" y="2289176"/>
                      <a:ext cx="176213" cy="690563"/>
                    </a:xfrm>
                    <a:custGeom>
                      <a:avLst/>
                      <a:gdLst>
                        <a:gd name="T0" fmla="*/ 117 w 117"/>
                        <a:gd name="T1" fmla="*/ 297 h 460"/>
                        <a:gd name="T2" fmla="*/ 116 w 117"/>
                        <a:gd name="T3" fmla="*/ 460 h 460"/>
                        <a:gd name="T4" fmla="*/ 0 w 117"/>
                        <a:gd name="T5" fmla="*/ 163 h 460"/>
                        <a:gd name="T6" fmla="*/ 1 w 117"/>
                        <a:gd name="T7" fmla="*/ 0 h 460"/>
                        <a:gd name="T8" fmla="*/ 117 w 117"/>
                        <a:gd name="T9" fmla="*/ 297 h 460"/>
                      </a:gdLst>
                      <a:ahLst/>
                      <a:cxnLst>
                        <a:cxn ang="0">
                          <a:pos x="T0" y="T1"/>
                        </a:cxn>
                        <a:cxn ang="0">
                          <a:pos x="T2" y="T3"/>
                        </a:cxn>
                        <a:cxn ang="0">
                          <a:pos x="T4" y="T5"/>
                        </a:cxn>
                        <a:cxn ang="0">
                          <a:pos x="T6" y="T7"/>
                        </a:cxn>
                        <a:cxn ang="0">
                          <a:pos x="T8" y="T9"/>
                        </a:cxn>
                      </a:cxnLst>
                      <a:rect l="0" t="0" r="r" b="b"/>
                      <a:pathLst>
                        <a:path w="117" h="460">
                          <a:moveTo>
                            <a:pt x="117" y="297"/>
                          </a:moveTo>
                          <a:cubicBezTo>
                            <a:pt x="116" y="460"/>
                            <a:pt x="116" y="460"/>
                            <a:pt x="116" y="460"/>
                          </a:cubicBezTo>
                          <a:cubicBezTo>
                            <a:pt x="116" y="358"/>
                            <a:pt x="78" y="257"/>
                            <a:pt x="0" y="163"/>
                          </a:cubicBezTo>
                          <a:cubicBezTo>
                            <a:pt x="1" y="0"/>
                            <a:pt x="1" y="0"/>
                            <a:pt x="1" y="0"/>
                          </a:cubicBezTo>
                          <a:cubicBezTo>
                            <a:pt x="78" y="94"/>
                            <a:pt x="117" y="195"/>
                            <a:pt x="117" y="297"/>
                          </a:cubicBezTo>
                          <a:close/>
                        </a:path>
                      </a:pathLst>
                    </a:custGeom>
                    <a:gradFill flip="none" rotWithShape="1">
                      <a:gsLst>
                        <a:gs pos="0">
                          <a:srgbClr val="3749CC"/>
                        </a:gs>
                        <a:gs pos="100000">
                          <a:srgbClr val="6578F0"/>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1" name="Freeform 105">
                      <a:extLst>
                        <a:ext uri="{FF2B5EF4-FFF2-40B4-BE49-F238E27FC236}">
                          <a16:creationId xmlns:a16="http://schemas.microsoft.com/office/drawing/2014/main" id="{966FD3DD-2834-E34F-A85D-A7F9C066C849}"/>
                        </a:ext>
                      </a:extLst>
                    </p:cNvPr>
                    <p:cNvSpPr>
                      <a:spLocks/>
                    </p:cNvSpPr>
                    <p:nvPr/>
                  </p:nvSpPr>
                  <p:spPr bwMode="auto">
                    <a:xfrm>
                      <a:off x="5975002" y="2736851"/>
                      <a:ext cx="3557588" cy="1604963"/>
                    </a:xfrm>
                    <a:custGeom>
                      <a:avLst/>
                      <a:gdLst>
                        <a:gd name="T0" fmla="*/ 2256 w 2369"/>
                        <a:gd name="T1" fmla="*/ 338 h 1069"/>
                        <a:gd name="T2" fmla="*/ 1912 w 2369"/>
                        <a:gd name="T3" fmla="*/ 639 h 1069"/>
                        <a:gd name="T4" fmla="*/ 1394 w 2369"/>
                        <a:gd name="T5" fmla="*/ 839 h 1069"/>
                        <a:gd name="T6" fmla="*/ 803 w 2369"/>
                        <a:gd name="T7" fmla="*/ 906 h 1069"/>
                        <a:gd name="T8" fmla="*/ 211 w 2369"/>
                        <a:gd name="T9" fmla="*/ 839 h 1069"/>
                        <a:gd name="T10" fmla="*/ 0 w 2369"/>
                        <a:gd name="T11" fmla="*/ 779 h 1069"/>
                        <a:gd name="T12" fmla="*/ 0 w 2369"/>
                        <a:gd name="T13" fmla="*/ 942 h 1069"/>
                        <a:gd name="T14" fmla="*/ 211 w 2369"/>
                        <a:gd name="T15" fmla="*/ 1002 h 1069"/>
                        <a:gd name="T16" fmla="*/ 802 w 2369"/>
                        <a:gd name="T17" fmla="*/ 1069 h 1069"/>
                        <a:gd name="T18" fmla="*/ 1393 w 2369"/>
                        <a:gd name="T19" fmla="*/ 1002 h 1069"/>
                        <a:gd name="T20" fmla="*/ 1912 w 2369"/>
                        <a:gd name="T21" fmla="*/ 802 h 1069"/>
                        <a:gd name="T22" fmla="*/ 2256 w 2369"/>
                        <a:gd name="T23" fmla="*/ 501 h 1069"/>
                        <a:gd name="T24" fmla="*/ 2369 w 2369"/>
                        <a:gd name="T25" fmla="*/ 163 h 1069"/>
                        <a:gd name="T26" fmla="*/ 2369 w 2369"/>
                        <a:gd name="T27" fmla="*/ 0 h 1069"/>
                        <a:gd name="T28" fmla="*/ 2256 w 2369"/>
                        <a:gd name="T29" fmla="*/ 338 h 1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9" h="1069">
                          <a:moveTo>
                            <a:pt x="2256" y="338"/>
                          </a:moveTo>
                          <a:cubicBezTo>
                            <a:pt x="2178" y="451"/>
                            <a:pt x="2062" y="552"/>
                            <a:pt x="1912" y="639"/>
                          </a:cubicBezTo>
                          <a:cubicBezTo>
                            <a:pt x="1763" y="726"/>
                            <a:pt x="1588" y="793"/>
                            <a:pt x="1394" y="839"/>
                          </a:cubicBezTo>
                          <a:cubicBezTo>
                            <a:pt x="1206" y="883"/>
                            <a:pt x="1007" y="906"/>
                            <a:pt x="803" y="906"/>
                          </a:cubicBezTo>
                          <a:cubicBezTo>
                            <a:pt x="599" y="906"/>
                            <a:pt x="400" y="883"/>
                            <a:pt x="211" y="839"/>
                          </a:cubicBezTo>
                          <a:cubicBezTo>
                            <a:pt x="138" y="822"/>
                            <a:pt x="68" y="802"/>
                            <a:pt x="0" y="779"/>
                          </a:cubicBezTo>
                          <a:cubicBezTo>
                            <a:pt x="0" y="942"/>
                            <a:pt x="0" y="942"/>
                            <a:pt x="0" y="942"/>
                          </a:cubicBezTo>
                          <a:cubicBezTo>
                            <a:pt x="67" y="965"/>
                            <a:pt x="138" y="985"/>
                            <a:pt x="211" y="1002"/>
                          </a:cubicBezTo>
                          <a:cubicBezTo>
                            <a:pt x="399" y="1046"/>
                            <a:pt x="598" y="1069"/>
                            <a:pt x="802" y="1069"/>
                          </a:cubicBezTo>
                          <a:cubicBezTo>
                            <a:pt x="1006" y="1069"/>
                            <a:pt x="1205" y="1046"/>
                            <a:pt x="1393" y="1002"/>
                          </a:cubicBezTo>
                          <a:cubicBezTo>
                            <a:pt x="1588" y="956"/>
                            <a:pt x="1763" y="889"/>
                            <a:pt x="1912" y="802"/>
                          </a:cubicBezTo>
                          <a:cubicBezTo>
                            <a:pt x="2061" y="715"/>
                            <a:pt x="2177" y="614"/>
                            <a:pt x="2256" y="501"/>
                          </a:cubicBezTo>
                          <a:cubicBezTo>
                            <a:pt x="2330" y="393"/>
                            <a:pt x="2368" y="280"/>
                            <a:pt x="2369" y="163"/>
                          </a:cubicBezTo>
                          <a:cubicBezTo>
                            <a:pt x="2369" y="0"/>
                            <a:pt x="2369" y="0"/>
                            <a:pt x="2369" y="0"/>
                          </a:cubicBezTo>
                          <a:cubicBezTo>
                            <a:pt x="2369" y="117"/>
                            <a:pt x="2331" y="230"/>
                            <a:pt x="2256" y="338"/>
                          </a:cubicBezTo>
                          <a:close/>
                        </a:path>
                      </a:pathLst>
                    </a:custGeom>
                    <a:gradFill flip="none" rotWithShape="1">
                      <a:gsLst>
                        <a:gs pos="0">
                          <a:srgbClr val="3749CC"/>
                        </a:gs>
                        <a:gs pos="100000">
                          <a:srgbClr val="6578F0"/>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106">
                      <a:extLst>
                        <a:ext uri="{FF2B5EF4-FFF2-40B4-BE49-F238E27FC236}">
                          <a16:creationId xmlns:a16="http://schemas.microsoft.com/office/drawing/2014/main" id="{EA206B23-6389-799F-22A8-9610BF2FCF56}"/>
                        </a:ext>
                      </a:extLst>
                    </p:cNvPr>
                    <p:cNvSpPr>
                      <a:spLocks/>
                    </p:cNvSpPr>
                    <p:nvPr/>
                  </p:nvSpPr>
                  <p:spPr bwMode="auto">
                    <a:xfrm>
                      <a:off x="5975002" y="2032001"/>
                      <a:ext cx="3559175" cy="2065338"/>
                    </a:xfrm>
                    <a:custGeom>
                      <a:avLst/>
                      <a:gdLst>
                        <a:gd name="T0" fmla="*/ 2256 w 2370"/>
                        <a:gd name="T1" fmla="*/ 807 h 1375"/>
                        <a:gd name="T2" fmla="*/ 1912 w 2370"/>
                        <a:gd name="T3" fmla="*/ 1108 h 1375"/>
                        <a:gd name="T4" fmla="*/ 1394 w 2370"/>
                        <a:gd name="T5" fmla="*/ 1308 h 1375"/>
                        <a:gd name="T6" fmla="*/ 803 w 2370"/>
                        <a:gd name="T7" fmla="*/ 1375 h 1375"/>
                        <a:gd name="T8" fmla="*/ 211 w 2370"/>
                        <a:gd name="T9" fmla="*/ 1308 h 1375"/>
                        <a:gd name="T10" fmla="*/ 0 w 2370"/>
                        <a:gd name="T11" fmla="*/ 1248 h 1375"/>
                        <a:gd name="T12" fmla="*/ 295 w 2370"/>
                        <a:gd name="T13" fmla="*/ 1076 h 1375"/>
                        <a:gd name="T14" fmla="*/ 1629 w 2370"/>
                        <a:gd name="T15" fmla="*/ 944 h 1375"/>
                        <a:gd name="T16" fmla="*/ 1853 w 2370"/>
                        <a:gd name="T17" fmla="*/ 171 h 1375"/>
                        <a:gd name="T18" fmla="*/ 2147 w 2370"/>
                        <a:gd name="T19" fmla="*/ 0 h 1375"/>
                        <a:gd name="T20" fmla="*/ 2252 w 2370"/>
                        <a:gd name="T21" fmla="*/ 122 h 1375"/>
                        <a:gd name="T22" fmla="*/ 2369 w 2370"/>
                        <a:gd name="T23" fmla="*/ 464 h 1375"/>
                        <a:gd name="T24" fmla="*/ 2256 w 2370"/>
                        <a:gd name="T25" fmla="*/ 807 h 1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70" h="1375">
                          <a:moveTo>
                            <a:pt x="2256" y="807"/>
                          </a:moveTo>
                          <a:cubicBezTo>
                            <a:pt x="2178" y="920"/>
                            <a:pt x="2062" y="1021"/>
                            <a:pt x="1912" y="1108"/>
                          </a:cubicBezTo>
                          <a:cubicBezTo>
                            <a:pt x="1763" y="1195"/>
                            <a:pt x="1588" y="1262"/>
                            <a:pt x="1394" y="1308"/>
                          </a:cubicBezTo>
                          <a:cubicBezTo>
                            <a:pt x="1206" y="1352"/>
                            <a:pt x="1007" y="1375"/>
                            <a:pt x="803" y="1375"/>
                          </a:cubicBezTo>
                          <a:cubicBezTo>
                            <a:pt x="599" y="1375"/>
                            <a:pt x="400" y="1352"/>
                            <a:pt x="211" y="1308"/>
                          </a:cubicBezTo>
                          <a:cubicBezTo>
                            <a:pt x="138" y="1291"/>
                            <a:pt x="68" y="1271"/>
                            <a:pt x="0" y="1248"/>
                          </a:cubicBezTo>
                          <a:cubicBezTo>
                            <a:pt x="295" y="1076"/>
                            <a:pt x="295" y="1076"/>
                            <a:pt x="295" y="1076"/>
                          </a:cubicBezTo>
                          <a:cubicBezTo>
                            <a:pt x="731" y="1197"/>
                            <a:pt x="1270" y="1153"/>
                            <a:pt x="1629" y="944"/>
                          </a:cubicBezTo>
                          <a:cubicBezTo>
                            <a:pt x="1988" y="735"/>
                            <a:pt x="2062" y="424"/>
                            <a:pt x="1853" y="171"/>
                          </a:cubicBezTo>
                          <a:cubicBezTo>
                            <a:pt x="2147" y="0"/>
                            <a:pt x="2147" y="0"/>
                            <a:pt x="2147" y="0"/>
                          </a:cubicBezTo>
                          <a:cubicBezTo>
                            <a:pt x="2187" y="39"/>
                            <a:pt x="2222" y="80"/>
                            <a:pt x="2252" y="122"/>
                          </a:cubicBezTo>
                          <a:cubicBezTo>
                            <a:pt x="2329" y="231"/>
                            <a:pt x="2369" y="346"/>
                            <a:pt x="2369" y="464"/>
                          </a:cubicBezTo>
                          <a:cubicBezTo>
                            <a:pt x="2370" y="582"/>
                            <a:pt x="2332" y="698"/>
                            <a:pt x="2256" y="807"/>
                          </a:cubicBezTo>
                          <a:close/>
                        </a:path>
                      </a:pathLst>
                    </a:custGeom>
                    <a:gradFill flip="none" rotWithShape="1">
                      <a:gsLst>
                        <a:gs pos="0">
                          <a:srgbClr val="8E9CEF"/>
                        </a:gs>
                        <a:gs pos="100000">
                          <a:srgbClr val="D4D9F7"/>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142" name="组合 141">
                <a:extLst>
                  <a:ext uri="{FF2B5EF4-FFF2-40B4-BE49-F238E27FC236}">
                    <a16:creationId xmlns:a16="http://schemas.microsoft.com/office/drawing/2014/main" id="{22EBD1A5-B5C5-420F-C7ED-CF4455C4CF1D}"/>
                  </a:ext>
                </a:extLst>
              </p:cNvPr>
              <p:cNvGrpSpPr/>
              <p:nvPr/>
            </p:nvGrpSpPr>
            <p:grpSpPr>
              <a:xfrm>
                <a:off x="5436303" y="2414280"/>
                <a:ext cx="1539301" cy="1044048"/>
                <a:chOff x="5084763" y="377825"/>
                <a:chExt cx="2332038" cy="1581728"/>
              </a:xfrm>
            </p:grpSpPr>
            <p:sp>
              <p:nvSpPr>
                <p:cNvPr id="143" name="AutoShape 12">
                  <a:extLst>
                    <a:ext uri="{FF2B5EF4-FFF2-40B4-BE49-F238E27FC236}">
                      <a16:creationId xmlns:a16="http://schemas.microsoft.com/office/drawing/2014/main" id="{503F48FF-EAF6-F3C9-2116-AAF9D7AD12F2}"/>
                    </a:ext>
                  </a:extLst>
                </p:cNvPr>
                <p:cNvSpPr>
                  <a:spLocks noChangeAspect="1" noChangeArrowheads="1" noTextEdit="1"/>
                </p:cNvSpPr>
                <p:nvPr/>
              </p:nvSpPr>
              <p:spPr bwMode="auto">
                <a:xfrm>
                  <a:off x="5187950" y="425450"/>
                  <a:ext cx="2127250" cy="149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4" name="Freeform 14">
                  <a:extLst>
                    <a:ext uri="{FF2B5EF4-FFF2-40B4-BE49-F238E27FC236}">
                      <a16:creationId xmlns:a16="http://schemas.microsoft.com/office/drawing/2014/main" id="{53A36928-839A-1BCE-163E-864F3B05EE75}"/>
                    </a:ext>
                  </a:extLst>
                </p:cNvPr>
                <p:cNvSpPr>
                  <a:spLocks/>
                </p:cNvSpPr>
                <p:nvPr/>
              </p:nvSpPr>
              <p:spPr bwMode="auto">
                <a:xfrm>
                  <a:off x="5187949" y="1040389"/>
                  <a:ext cx="2125664" cy="919164"/>
                </a:xfrm>
                <a:custGeom>
                  <a:avLst/>
                  <a:gdLst>
                    <a:gd name="T0" fmla="*/ 1439 w 1439"/>
                    <a:gd name="T1" fmla="*/ 4 h 622"/>
                    <a:gd name="T2" fmla="*/ 1438 w 1439"/>
                    <a:gd name="T3" fmla="*/ 167 h 622"/>
                    <a:gd name="T4" fmla="*/ 1229 w 1439"/>
                    <a:gd name="T5" fmla="*/ 460 h 622"/>
                    <a:gd name="T6" fmla="*/ 213 w 1439"/>
                    <a:gd name="T7" fmla="*/ 460 h 622"/>
                    <a:gd name="T8" fmla="*/ 0 w 1439"/>
                    <a:gd name="T9" fmla="*/ 163 h 622"/>
                    <a:gd name="T10" fmla="*/ 1 w 1439"/>
                    <a:gd name="T11" fmla="*/ 0 h 622"/>
                    <a:gd name="T12" fmla="*/ 213 w 1439"/>
                    <a:gd name="T13" fmla="*/ 297 h 622"/>
                    <a:gd name="T14" fmla="*/ 1230 w 1439"/>
                    <a:gd name="T15" fmla="*/ 297 h 622"/>
                    <a:gd name="T16" fmla="*/ 1439 w 1439"/>
                    <a:gd name="T17" fmla="*/ 4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39" h="622">
                      <a:moveTo>
                        <a:pt x="1439" y="4"/>
                      </a:moveTo>
                      <a:cubicBezTo>
                        <a:pt x="1438" y="167"/>
                        <a:pt x="1438" y="167"/>
                        <a:pt x="1438" y="167"/>
                      </a:cubicBezTo>
                      <a:cubicBezTo>
                        <a:pt x="1438" y="273"/>
                        <a:pt x="1368" y="379"/>
                        <a:pt x="1229" y="460"/>
                      </a:cubicBezTo>
                      <a:cubicBezTo>
                        <a:pt x="949" y="622"/>
                        <a:pt x="494" y="622"/>
                        <a:pt x="213" y="460"/>
                      </a:cubicBezTo>
                      <a:cubicBezTo>
                        <a:pt x="71" y="378"/>
                        <a:pt x="0" y="270"/>
                        <a:pt x="0" y="163"/>
                      </a:cubicBezTo>
                      <a:cubicBezTo>
                        <a:pt x="1" y="0"/>
                        <a:pt x="1" y="0"/>
                        <a:pt x="1" y="0"/>
                      </a:cubicBezTo>
                      <a:cubicBezTo>
                        <a:pt x="1" y="107"/>
                        <a:pt x="71" y="215"/>
                        <a:pt x="213" y="297"/>
                      </a:cubicBezTo>
                      <a:cubicBezTo>
                        <a:pt x="495" y="459"/>
                        <a:pt x="950" y="459"/>
                        <a:pt x="1230" y="297"/>
                      </a:cubicBezTo>
                      <a:cubicBezTo>
                        <a:pt x="1369" y="216"/>
                        <a:pt x="1438" y="110"/>
                        <a:pt x="1439" y="4"/>
                      </a:cubicBezTo>
                      <a:close/>
                    </a:path>
                  </a:pathLst>
                </a:custGeom>
                <a:gradFill flip="none" rotWithShape="1">
                  <a:gsLst>
                    <a:gs pos="0">
                      <a:srgbClr val="E7EBFF"/>
                    </a:gs>
                    <a:gs pos="100000">
                      <a:srgbClr val="8E9CEF"/>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5" name="Freeform 15">
                  <a:extLst>
                    <a:ext uri="{FF2B5EF4-FFF2-40B4-BE49-F238E27FC236}">
                      <a16:creationId xmlns:a16="http://schemas.microsoft.com/office/drawing/2014/main" id="{30C99C05-C3A5-4F60-059B-DB4F0C9F41DA}"/>
                    </a:ext>
                  </a:extLst>
                </p:cNvPr>
                <p:cNvSpPr>
                  <a:spLocks/>
                </p:cNvSpPr>
                <p:nvPr/>
              </p:nvSpPr>
              <p:spPr bwMode="auto">
                <a:xfrm>
                  <a:off x="5084763" y="381000"/>
                  <a:ext cx="2332038" cy="1352550"/>
                </a:xfrm>
                <a:custGeom>
                  <a:avLst/>
                  <a:gdLst>
                    <a:gd name="T0" fmla="*/ 1296 w 1579"/>
                    <a:gd name="T1" fmla="*/ 163 h 914"/>
                    <a:gd name="T2" fmla="*/ 1300 w 1579"/>
                    <a:gd name="T3" fmla="*/ 752 h 914"/>
                    <a:gd name="T4" fmla="*/ 283 w 1579"/>
                    <a:gd name="T5" fmla="*/ 752 h 914"/>
                    <a:gd name="T6" fmla="*/ 280 w 1579"/>
                    <a:gd name="T7" fmla="*/ 163 h 914"/>
                    <a:gd name="T8" fmla="*/ 1296 w 1579"/>
                    <a:gd name="T9" fmla="*/ 163 h 914"/>
                  </a:gdLst>
                  <a:ahLst/>
                  <a:cxnLst>
                    <a:cxn ang="0">
                      <a:pos x="T0" y="T1"/>
                    </a:cxn>
                    <a:cxn ang="0">
                      <a:pos x="T2" y="T3"/>
                    </a:cxn>
                    <a:cxn ang="0">
                      <a:pos x="T4" y="T5"/>
                    </a:cxn>
                    <a:cxn ang="0">
                      <a:pos x="T6" y="T7"/>
                    </a:cxn>
                    <a:cxn ang="0">
                      <a:pos x="T8" y="T9"/>
                    </a:cxn>
                  </a:cxnLst>
                  <a:rect l="0" t="0" r="r" b="b"/>
                  <a:pathLst>
                    <a:path w="1579" h="914">
                      <a:moveTo>
                        <a:pt x="1296" y="163"/>
                      </a:moveTo>
                      <a:cubicBezTo>
                        <a:pt x="1578" y="325"/>
                        <a:pt x="1579" y="589"/>
                        <a:pt x="1300" y="752"/>
                      </a:cubicBezTo>
                      <a:cubicBezTo>
                        <a:pt x="1020" y="914"/>
                        <a:pt x="565" y="914"/>
                        <a:pt x="283" y="752"/>
                      </a:cubicBezTo>
                      <a:cubicBezTo>
                        <a:pt x="1" y="589"/>
                        <a:pt x="0" y="325"/>
                        <a:pt x="280" y="163"/>
                      </a:cubicBezTo>
                      <a:cubicBezTo>
                        <a:pt x="560" y="0"/>
                        <a:pt x="1015" y="0"/>
                        <a:pt x="1296" y="163"/>
                      </a:cubicBezTo>
                      <a:close/>
                    </a:path>
                  </a:pathLst>
                </a:custGeom>
                <a:gradFill flip="none" rotWithShape="1">
                  <a:gsLst>
                    <a:gs pos="0">
                      <a:srgbClr val="E7EBFF"/>
                    </a:gs>
                    <a:gs pos="100000">
                      <a:schemeClr val="bg1"/>
                    </a:gs>
                  </a:gsLst>
                  <a:lin ang="16200000" scaled="1"/>
                  <a:tileRect/>
                </a:gradFill>
                <a:ln w="9525">
                  <a:solidFill>
                    <a:srgbClr val="D4D9F7"/>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46" name="Freeform 16">
                  <a:extLst>
                    <a:ext uri="{FF2B5EF4-FFF2-40B4-BE49-F238E27FC236}">
                      <a16:creationId xmlns:a16="http://schemas.microsoft.com/office/drawing/2014/main" id="{A1DB48A5-8D07-6F47-74A8-BA2EAC8F6616}"/>
                    </a:ext>
                  </a:extLst>
                </p:cNvPr>
                <p:cNvSpPr>
                  <a:spLocks/>
                </p:cNvSpPr>
                <p:nvPr/>
              </p:nvSpPr>
              <p:spPr bwMode="auto">
                <a:xfrm>
                  <a:off x="5389563" y="923925"/>
                  <a:ext cx="1722438" cy="577850"/>
                </a:xfrm>
                <a:custGeom>
                  <a:avLst/>
                  <a:gdLst>
                    <a:gd name="T0" fmla="*/ 1167 w 1167"/>
                    <a:gd name="T1" fmla="*/ 4 h 391"/>
                    <a:gd name="T2" fmla="*/ 1167 w 1167"/>
                    <a:gd name="T3" fmla="*/ 21 h 391"/>
                    <a:gd name="T4" fmla="*/ 997 w 1167"/>
                    <a:gd name="T5" fmla="*/ 259 h 391"/>
                    <a:gd name="T6" fmla="*/ 172 w 1167"/>
                    <a:gd name="T7" fmla="*/ 259 h 391"/>
                    <a:gd name="T8" fmla="*/ 0 w 1167"/>
                    <a:gd name="T9" fmla="*/ 18 h 391"/>
                    <a:gd name="T10" fmla="*/ 0 w 1167"/>
                    <a:gd name="T11" fmla="*/ 0 h 391"/>
                    <a:gd name="T12" fmla="*/ 172 w 1167"/>
                    <a:gd name="T13" fmla="*/ 241 h 391"/>
                    <a:gd name="T14" fmla="*/ 998 w 1167"/>
                    <a:gd name="T15" fmla="*/ 241 h 391"/>
                    <a:gd name="T16" fmla="*/ 1167 w 1167"/>
                    <a:gd name="T17" fmla="*/ 4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7" h="391">
                      <a:moveTo>
                        <a:pt x="1167" y="4"/>
                      </a:moveTo>
                      <a:cubicBezTo>
                        <a:pt x="1167" y="21"/>
                        <a:pt x="1167" y="21"/>
                        <a:pt x="1167" y="21"/>
                      </a:cubicBezTo>
                      <a:cubicBezTo>
                        <a:pt x="1167" y="107"/>
                        <a:pt x="1110" y="193"/>
                        <a:pt x="997" y="259"/>
                      </a:cubicBezTo>
                      <a:cubicBezTo>
                        <a:pt x="770" y="391"/>
                        <a:pt x="401" y="391"/>
                        <a:pt x="172" y="259"/>
                      </a:cubicBezTo>
                      <a:cubicBezTo>
                        <a:pt x="57" y="192"/>
                        <a:pt x="0" y="105"/>
                        <a:pt x="0" y="18"/>
                      </a:cubicBezTo>
                      <a:cubicBezTo>
                        <a:pt x="0" y="0"/>
                        <a:pt x="0" y="0"/>
                        <a:pt x="0" y="0"/>
                      </a:cubicBezTo>
                      <a:cubicBezTo>
                        <a:pt x="0" y="87"/>
                        <a:pt x="57" y="175"/>
                        <a:pt x="172" y="241"/>
                      </a:cubicBezTo>
                      <a:cubicBezTo>
                        <a:pt x="401" y="373"/>
                        <a:pt x="770" y="373"/>
                        <a:pt x="998" y="241"/>
                      </a:cubicBezTo>
                      <a:cubicBezTo>
                        <a:pt x="1110" y="175"/>
                        <a:pt x="1167" y="90"/>
                        <a:pt x="1167" y="4"/>
                      </a:cubicBezTo>
                      <a:close/>
                    </a:path>
                  </a:pathLst>
                </a:custGeom>
                <a:gradFill flip="none" rotWithShape="1">
                  <a:gsLst>
                    <a:gs pos="0">
                      <a:srgbClr val="E7EBFF"/>
                    </a:gs>
                    <a:gs pos="100000">
                      <a:srgbClr val="8E9CEF"/>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7" name="Freeform 17">
                  <a:extLst>
                    <a:ext uri="{FF2B5EF4-FFF2-40B4-BE49-F238E27FC236}">
                      <a16:creationId xmlns:a16="http://schemas.microsoft.com/office/drawing/2014/main" id="{FF75613B-0A75-F0FD-AAAC-E30A579DBC59}"/>
                    </a:ext>
                  </a:extLst>
                </p:cNvPr>
                <p:cNvSpPr>
                  <a:spLocks/>
                </p:cNvSpPr>
                <p:nvPr/>
              </p:nvSpPr>
              <p:spPr bwMode="auto">
                <a:xfrm>
                  <a:off x="5303838" y="377825"/>
                  <a:ext cx="1893888" cy="1096963"/>
                </a:xfrm>
                <a:custGeom>
                  <a:avLst/>
                  <a:gdLst>
                    <a:gd name="T0" fmla="*/ 1053 w 1283"/>
                    <a:gd name="T1" fmla="*/ 132 h 742"/>
                    <a:gd name="T2" fmla="*/ 1056 w 1283"/>
                    <a:gd name="T3" fmla="*/ 610 h 742"/>
                    <a:gd name="T4" fmla="*/ 230 w 1283"/>
                    <a:gd name="T5" fmla="*/ 610 h 742"/>
                    <a:gd name="T6" fmla="*/ 227 w 1283"/>
                    <a:gd name="T7" fmla="*/ 132 h 742"/>
                    <a:gd name="T8" fmla="*/ 1053 w 1283"/>
                    <a:gd name="T9" fmla="*/ 132 h 742"/>
                  </a:gdLst>
                  <a:ahLst/>
                  <a:cxnLst>
                    <a:cxn ang="0">
                      <a:pos x="T0" y="T1"/>
                    </a:cxn>
                    <a:cxn ang="0">
                      <a:pos x="T2" y="T3"/>
                    </a:cxn>
                    <a:cxn ang="0">
                      <a:pos x="T4" y="T5"/>
                    </a:cxn>
                    <a:cxn ang="0">
                      <a:pos x="T6" y="T7"/>
                    </a:cxn>
                    <a:cxn ang="0">
                      <a:pos x="T8" y="T9"/>
                    </a:cxn>
                  </a:cxnLst>
                  <a:rect l="0" t="0" r="r" b="b"/>
                  <a:pathLst>
                    <a:path w="1283" h="742">
                      <a:moveTo>
                        <a:pt x="1053" y="132"/>
                      </a:moveTo>
                      <a:cubicBezTo>
                        <a:pt x="1282" y="264"/>
                        <a:pt x="1283" y="478"/>
                        <a:pt x="1056" y="610"/>
                      </a:cubicBezTo>
                      <a:cubicBezTo>
                        <a:pt x="828" y="742"/>
                        <a:pt x="459" y="742"/>
                        <a:pt x="230" y="610"/>
                      </a:cubicBezTo>
                      <a:cubicBezTo>
                        <a:pt x="2" y="478"/>
                        <a:pt x="0" y="264"/>
                        <a:pt x="227" y="132"/>
                      </a:cubicBezTo>
                      <a:cubicBezTo>
                        <a:pt x="455" y="0"/>
                        <a:pt x="824" y="0"/>
                        <a:pt x="1053" y="132"/>
                      </a:cubicBezTo>
                      <a:close/>
                    </a:path>
                  </a:pathLst>
                </a:custGeom>
                <a:gradFill flip="none" rotWithShape="1">
                  <a:gsLst>
                    <a:gs pos="0">
                      <a:srgbClr val="E7EBFF"/>
                    </a:gs>
                    <a:gs pos="100000">
                      <a:schemeClr val="bg1"/>
                    </a:gs>
                  </a:gsLst>
                  <a:lin ang="13500000" scaled="1"/>
                  <a:tileRect/>
                </a:gradFill>
                <a:ln w="6350">
                  <a:solidFill>
                    <a:srgbClr val="D4D9F7"/>
                  </a:solidFill>
                </a:ln>
              </p:spPr>
              <p:txBody>
                <a:bodyPr vert="horz" wrap="square" lIns="91440" tIns="45720" rIns="91440" bIns="45720" numCol="1" anchor="t" anchorCtr="0" compatLnSpc="1">
                  <a:prstTxWarp prst="textNoShape">
                    <a:avLst/>
                  </a:prstTxWarp>
                </a:bodyPr>
                <a:lstStyle/>
                <a:p>
                  <a:endParaRPr lang="zh-CN" altLang="en-US"/>
                </a:p>
              </p:txBody>
            </p:sp>
          </p:grpSp>
        </p:grpSp>
        <p:sp>
          <p:nvSpPr>
            <p:cNvPr id="13413" name="Freeform 98">
              <a:extLst>
                <a:ext uri="{FF2B5EF4-FFF2-40B4-BE49-F238E27FC236}">
                  <a16:creationId xmlns:a16="http://schemas.microsoft.com/office/drawing/2014/main" id="{8F6F13D9-6A13-8EEC-E6C0-05ACE004F440}"/>
                </a:ext>
              </a:extLst>
            </p:cNvPr>
            <p:cNvSpPr>
              <a:spLocks/>
            </p:cNvSpPr>
            <p:nvPr/>
          </p:nvSpPr>
          <p:spPr bwMode="auto">
            <a:xfrm>
              <a:off x="900866" y="925127"/>
              <a:ext cx="10536668" cy="5630960"/>
            </a:xfrm>
            <a:custGeom>
              <a:avLst/>
              <a:gdLst>
                <a:gd name="T0" fmla="*/ 2832 w 3449"/>
                <a:gd name="T1" fmla="*/ 354 h 1996"/>
                <a:gd name="T2" fmla="*/ 2839 w 3449"/>
                <a:gd name="T3" fmla="*/ 1641 h 1996"/>
                <a:gd name="T4" fmla="*/ 617 w 3449"/>
                <a:gd name="T5" fmla="*/ 1641 h 1996"/>
                <a:gd name="T6" fmla="*/ 610 w 3449"/>
                <a:gd name="T7" fmla="*/ 354 h 1996"/>
                <a:gd name="T8" fmla="*/ 2832 w 3449"/>
                <a:gd name="T9" fmla="*/ 354 h 1996"/>
              </a:gdLst>
              <a:ahLst/>
              <a:cxnLst>
                <a:cxn ang="0">
                  <a:pos x="T0" y="T1"/>
                </a:cxn>
                <a:cxn ang="0">
                  <a:pos x="T2" y="T3"/>
                </a:cxn>
                <a:cxn ang="0">
                  <a:pos x="T4" y="T5"/>
                </a:cxn>
                <a:cxn ang="0">
                  <a:pos x="T6" y="T7"/>
                </a:cxn>
                <a:cxn ang="0">
                  <a:pos x="T8" y="T9"/>
                </a:cxn>
              </a:cxnLst>
              <a:rect l="0" t="0" r="r" b="b"/>
              <a:pathLst>
                <a:path w="3449" h="1996">
                  <a:moveTo>
                    <a:pt x="2832" y="354"/>
                  </a:moveTo>
                  <a:cubicBezTo>
                    <a:pt x="3446" y="709"/>
                    <a:pt x="3449" y="1286"/>
                    <a:pt x="2839" y="1641"/>
                  </a:cubicBezTo>
                  <a:cubicBezTo>
                    <a:pt x="2228" y="1996"/>
                    <a:pt x="1232" y="1996"/>
                    <a:pt x="617" y="1641"/>
                  </a:cubicBezTo>
                  <a:cubicBezTo>
                    <a:pt x="3" y="1286"/>
                    <a:pt x="0" y="709"/>
                    <a:pt x="610" y="354"/>
                  </a:cubicBezTo>
                  <a:cubicBezTo>
                    <a:pt x="1221" y="0"/>
                    <a:pt x="2217" y="0"/>
                    <a:pt x="2832" y="354"/>
                  </a:cubicBezTo>
                  <a:close/>
                </a:path>
              </a:pathLst>
            </a:custGeom>
            <a:noFill/>
            <a:ln>
              <a:solidFill>
                <a:srgbClr val="CDD2F8"/>
              </a:solid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05" name="组合 204">
            <a:extLst>
              <a:ext uri="{FF2B5EF4-FFF2-40B4-BE49-F238E27FC236}">
                <a16:creationId xmlns:a16="http://schemas.microsoft.com/office/drawing/2014/main" id="{54DA74A2-8E1D-0AA3-D033-8803C7E2F2C5}"/>
              </a:ext>
            </a:extLst>
          </p:cNvPr>
          <p:cNvGrpSpPr/>
          <p:nvPr/>
        </p:nvGrpSpPr>
        <p:grpSpPr>
          <a:xfrm>
            <a:off x="1823654" y="1939834"/>
            <a:ext cx="1631059" cy="3314276"/>
            <a:chOff x="8877600" y="1687453"/>
            <a:chExt cx="1631059" cy="3314276"/>
          </a:xfrm>
        </p:grpSpPr>
        <p:grpSp>
          <p:nvGrpSpPr>
            <p:cNvPr id="206" name="组合 205">
              <a:extLst>
                <a:ext uri="{FF2B5EF4-FFF2-40B4-BE49-F238E27FC236}">
                  <a16:creationId xmlns:a16="http://schemas.microsoft.com/office/drawing/2014/main" id="{A2ACDA4B-15D5-6E77-66DC-C3AA767762A8}"/>
                </a:ext>
              </a:extLst>
            </p:cNvPr>
            <p:cNvGrpSpPr/>
            <p:nvPr/>
          </p:nvGrpSpPr>
          <p:grpSpPr>
            <a:xfrm>
              <a:off x="8877600" y="1687453"/>
              <a:ext cx="1631059" cy="1085080"/>
              <a:chOff x="8215353" y="1662462"/>
              <a:chExt cx="2036775" cy="1354987"/>
            </a:xfrm>
          </p:grpSpPr>
          <p:sp>
            <p:nvSpPr>
              <p:cNvPr id="216" name="Freeform 111">
                <a:extLst>
                  <a:ext uri="{FF2B5EF4-FFF2-40B4-BE49-F238E27FC236}">
                    <a16:creationId xmlns:a16="http://schemas.microsoft.com/office/drawing/2014/main" id="{7BDD9401-1F52-0BCF-8A90-AD3DEEC831BB}"/>
                  </a:ext>
                </a:extLst>
              </p:cNvPr>
              <p:cNvSpPr>
                <a:spLocks/>
              </p:cNvSpPr>
              <p:nvPr/>
            </p:nvSpPr>
            <p:spPr bwMode="auto">
              <a:xfrm>
                <a:off x="8215353" y="1837071"/>
                <a:ext cx="2036775" cy="1180378"/>
              </a:xfrm>
              <a:custGeom>
                <a:avLst/>
                <a:gdLst>
                  <a:gd name="T0" fmla="*/ 893 w 912"/>
                  <a:gd name="T1" fmla="*/ 245 h 528"/>
                  <a:gd name="T2" fmla="*/ 893 w 912"/>
                  <a:gd name="T3" fmla="*/ 284 h 528"/>
                  <a:gd name="T4" fmla="*/ 492 w 912"/>
                  <a:gd name="T5" fmla="*/ 518 h 528"/>
                  <a:gd name="T6" fmla="*/ 424 w 912"/>
                  <a:gd name="T7" fmla="*/ 518 h 528"/>
                  <a:gd name="T8" fmla="*/ 19 w 912"/>
                  <a:gd name="T9" fmla="*/ 284 h 528"/>
                  <a:gd name="T10" fmla="*/ 19 w 912"/>
                  <a:gd name="T11" fmla="*/ 245 h 528"/>
                  <a:gd name="T12" fmla="*/ 421 w 912"/>
                  <a:gd name="T13" fmla="*/ 11 h 528"/>
                  <a:gd name="T14" fmla="*/ 489 w 912"/>
                  <a:gd name="T15" fmla="*/ 11 h 528"/>
                  <a:gd name="T16" fmla="*/ 893 w 912"/>
                  <a:gd name="T17" fmla="*/ 24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2" h="528">
                    <a:moveTo>
                      <a:pt x="893" y="245"/>
                    </a:moveTo>
                    <a:cubicBezTo>
                      <a:pt x="912" y="255"/>
                      <a:pt x="912" y="273"/>
                      <a:pt x="893" y="284"/>
                    </a:cubicBezTo>
                    <a:cubicBezTo>
                      <a:pt x="492" y="518"/>
                      <a:pt x="492" y="518"/>
                      <a:pt x="492" y="518"/>
                    </a:cubicBezTo>
                    <a:cubicBezTo>
                      <a:pt x="473" y="528"/>
                      <a:pt x="442" y="528"/>
                      <a:pt x="424" y="518"/>
                    </a:cubicBezTo>
                    <a:cubicBezTo>
                      <a:pt x="19" y="284"/>
                      <a:pt x="19" y="284"/>
                      <a:pt x="19" y="284"/>
                    </a:cubicBezTo>
                    <a:cubicBezTo>
                      <a:pt x="0" y="273"/>
                      <a:pt x="0" y="255"/>
                      <a:pt x="19" y="245"/>
                    </a:cubicBezTo>
                    <a:cubicBezTo>
                      <a:pt x="421" y="11"/>
                      <a:pt x="421" y="11"/>
                      <a:pt x="421" y="11"/>
                    </a:cubicBezTo>
                    <a:cubicBezTo>
                      <a:pt x="439" y="0"/>
                      <a:pt x="470" y="0"/>
                      <a:pt x="489" y="11"/>
                    </a:cubicBezTo>
                    <a:lnTo>
                      <a:pt x="893" y="245"/>
                    </a:lnTo>
                    <a:close/>
                  </a:path>
                </a:pathLst>
              </a:custGeom>
              <a:solidFill>
                <a:srgbClr val="E7EBFF">
                  <a:alpha val="50000"/>
                </a:srgbClr>
              </a:solidFill>
              <a:ln>
                <a:solidFill>
                  <a:srgbClr val="CDD2F8"/>
                </a:solidFill>
              </a:ln>
            </p:spPr>
            <p:txBody>
              <a:bodyPr vert="horz" wrap="square" lIns="91440" tIns="45720" rIns="91440" bIns="45720" numCol="1" anchor="t" anchorCtr="0" compatLnSpc="1">
                <a:prstTxWarp prst="textNoShape">
                  <a:avLst/>
                </a:prstTxWarp>
              </a:bodyPr>
              <a:lstStyle/>
              <a:p>
                <a:endParaRPr lang="zh-CN" altLang="en-US" dirty="0"/>
              </a:p>
            </p:txBody>
          </p:sp>
          <p:grpSp>
            <p:nvGrpSpPr>
              <p:cNvPr id="217" name="组合 216">
                <a:extLst>
                  <a:ext uri="{FF2B5EF4-FFF2-40B4-BE49-F238E27FC236}">
                    <a16:creationId xmlns:a16="http://schemas.microsoft.com/office/drawing/2014/main" id="{FDD2CB90-563A-9E85-AA85-1DB630C8FADC}"/>
                  </a:ext>
                </a:extLst>
              </p:cNvPr>
              <p:cNvGrpSpPr/>
              <p:nvPr/>
            </p:nvGrpSpPr>
            <p:grpSpPr>
              <a:xfrm>
                <a:off x="8520160" y="1662462"/>
                <a:ext cx="1427163" cy="1135062"/>
                <a:chOff x="8435976" y="2074863"/>
                <a:chExt cx="1427163" cy="1135062"/>
              </a:xfrm>
            </p:grpSpPr>
            <p:sp>
              <p:nvSpPr>
                <p:cNvPr id="218" name="AutoShape 108">
                  <a:extLst>
                    <a:ext uri="{FF2B5EF4-FFF2-40B4-BE49-F238E27FC236}">
                      <a16:creationId xmlns:a16="http://schemas.microsoft.com/office/drawing/2014/main" id="{93F19F7C-FBD6-C60D-0546-573137D36564}"/>
                    </a:ext>
                  </a:extLst>
                </p:cNvPr>
                <p:cNvSpPr>
                  <a:spLocks noChangeAspect="1" noChangeArrowheads="1" noTextEdit="1"/>
                </p:cNvSpPr>
                <p:nvPr/>
              </p:nvSpPr>
              <p:spPr bwMode="auto">
                <a:xfrm>
                  <a:off x="8443120" y="2079625"/>
                  <a:ext cx="141287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9" name="Freeform 110">
                  <a:extLst>
                    <a:ext uri="{FF2B5EF4-FFF2-40B4-BE49-F238E27FC236}">
                      <a16:creationId xmlns:a16="http://schemas.microsoft.com/office/drawing/2014/main" id="{6C745D98-5E98-C815-EAB4-54E4B0CE0D2A}"/>
                    </a:ext>
                  </a:extLst>
                </p:cNvPr>
                <p:cNvSpPr>
                  <a:spLocks/>
                </p:cNvSpPr>
                <p:nvPr/>
              </p:nvSpPr>
              <p:spPr bwMode="auto">
                <a:xfrm>
                  <a:off x="8443913" y="2489200"/>
                  <a:ext cx="1411288" cy="720725"/>
                </a:xfrm>
                <a:custGeom>
                  <a:avLst/>
                  <a:gdLst>
                    <a:gd name="T0" fmla="*/ 888 w 902"/>
                    <a:gd name="T1" fmla="*/ 20 h 460"/>
                    <a:gd name="T2" fmla="*/ 487 w 902"/>
                    <a:gd name="T3" fmla="*/ 254 h 460"/>
                    <a:gd name="T4" fmla="*/ 419 w 902"/>
                    <a:gd name="T5" fmla="*/ 254 h 460"/>
                    <a:gd name="T6" fmla="*/ 14 w 902"/>
                    <a:gd name="T7" fmla="*/ 20 h 460"/>
                    <a:gd name="T8" fmla="*/ 0 w 902"/>
                    <a:gd name="T9" fmla="*/ 0 h 460"/>
                    <a:gd name="T10" fmla="*/ 0 w 902"/>
                    <a:gd name="T11" fmla="*/ 196 h 460"/>
                    <a:gd name="T12" fmla="*/ 14 w 902"/>
                    <a:gd name="T13" fmla="*/ 216 h 460"/>
                    <a:gd name="T14" fmla="*/ 418 w 902"/>
                    <a:gd name="T15" fmla="*/ 449 h 460"/>
                    <a:gd name="T16" fmla="*/ 486 w 902"/>
                    <a:gd name="T17" fmla="*/ 449 h 460"/>
                    <a:gd name="T18" fmla="*/ 888 w 902"/>
                    <a:gd name="T19" fmla="*/ 216 h 460"/>
                    <a:gd name="T20" fmla="*/ 902 w 902"/>
                    <a:gd name="T21" fmla="*/ 196 h 460"/>
                    <a:gd name="T22" fmla="*/ 902 w 902"/>
                    <a:gd name="T23" fmla="*/ 0 h 460"/>
                    <a:gd name="T24" fmla="*/ 888 w 902"/>
                    <a:gd name="T25" fmla="*/ 20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2" h="460">
                      <a:moveTo>
                        <a:pt x="888" y="20"/>
                      </a:moveTo>
                      <a:cubicBezTo>
                        <a:pt x="487" y="254"/>
                        <a:pt x="487" y="254"/>
                        <a:pt x="487" y="254"/>
                      </a:cubicBezTo>
                      <a:cubicBezTo>
                        <a:pt x="468" y="264"/>
                        <a:pt x="437" y="264"/>
                        <a:pt x="419" y="254"/>
                      </a:cubicBezTo>
                      <a:cubicBezTo>
                        <a:pt x="14" y="20"/>
                        <a:pt x="14" y="20"/>
                        <a:pt x="14" y="20"/>
                      </a:cubicBezTo>
                      <a:cubicBezTo>
                        <a:pt x="5" y="15"/>
                        <a:pt x="0" y="7"/>
                        <a:pt x="0" y="0"/>
                      </a:cubicBezTo>
                      <a:cubicBezTo>
                        <a:pt x="0" y="196"/>
                        <a:pt x="0" y="196"/>
                        <a:pt x="0" y="196"/>
                      </a:cubicBezTo>
                      <a:cubicBezTo>
                        <a:pt x="0" y="203"/>
                        <a:pt x="4" y="210"/>
                        <a:pt x="14" y="216"/>
                      </a:cubicBezTo>
                      <a:cubicBezTo>
                        <a:pt x="418" y="449"/>
                        <a:pt x="418" y="449"/>
                        <a:pt x="418" y="449"/>
                      </a:cubicBezTo>
                      <a:cubicBezTo>
                        <a:pt x="437" y="460"/>
                        <a:pt x="467" y="460"/>
                        <a:pt x="486" y="449"/>
                      </a:cubicBezTo>
                      <a:cubicBezTo>
                        <a:pt x="888" y="216"/>
                        <a:pt x="888" y="216"/>
                        <a:pt x="888" y="216"/>
                      </a:cubicBezTo>
                      <a:cubicBezTo>
                        <a:pt x="897" y="210"/>
                        <a:pt x="902" y="203"/>
                        <a:pt x="902" y="196"/>
                      </a:cubicBezTo>
                      <a:cubicBezTo>
                        <a:pt x="902" y="0"/>
                        <a:pt x="902" y="0"/>
                        <a:pt x="902" y="0"/>
                      </a:cubicBezTo>
                      <a:cubicBezTo>
                        <a:pt x="902" y="8"/>
                        <a:pt x="898" y="15"/>
                        <a:pt x="888" y="20"/>
                      </a:cubicBezTo>
                      <a:close/>
                    </a:path>
                  </a:pathLst>
                </a:custGeom>
                <a:gradFill flip="none" rotWithShape="1">
                  <a:gsLst>
                    <a:gs pos="0">
                      <a:srgbClr val="E7EBFF"/>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0" name="Freeform 111">
                  <a:extLst>
                    <a:ext uri="{FF2B5EF4-FFF2-40B4-BE49-F238E27FC236}">
                      <a16:creationId xmlns:a16="http://schemas.microsoft.com/office/drawing/2014/main" id="{E4C52569-A82D-499F-F2B5-4A4FE0DDAB2C}"/>
                    </a:ext>
                  </a:extLst>
                </p:cNvPr>
                <p:cNvSpPr>
                  <a:spLocks/>
                </p:cNvSpPr>
                <p:nvPr/>
              </p:nvSpPr>
              <p:spPr bwMode="auto">
                <a:xfrm>
                  <a:off x="8435976" y="2074863"/>
                  <a:ext cx="1427163" cy="827088"/>
                </a:xfrm>
                <a:custGeom>
                  <a:avLst/>
                  <a:gdLst>
                    <a:gd name="T0" fmla="*/ 893 w 912"/>
                    <a:gd name="T1" fmla="*/ 245 h 528"/>
                    <a:gd name="T2" fmla="*/ 893 w 912"/>
                    <a:gd name="T3" fmla="*/ 284 h 528"/>
                    <a:gd name="T4" fmla="*/ 492 w 912"/>
                    <a:gd name="T5" fmla="*/ 518 h 528"/>
                    <a:gd name="T6" fmla="*/ 424 w 912"/>
                    <a:gd name="T7" fmla="*/ 518 h 528"/>
                    <a:gd name="T8" fmla="*/ 19 w 912"/>
                    <a:gd name="T9" fmla="*/ 284 h 528"/>
                    <a:gd name="T10" fmla="*/ 19 w 912"/>
                    <a:gd name="T11" fmla="*/ 245 h 528"/>
                    <a:gd name="T12" fmla="*/ 421 w 912"/>
                    <a:gd name="T13" fmla="*/ 11 h 528"/>
                    <a:gd name="T14" fmla="*/ 489 w 912"/>
                    <a:gd name="T15" fmla="*/ 11 h 528"/>
                    <a:gd name="T16" fmla="*/ 893 w 912"/>
                    <a:gd name="T17" fmla="*/ 24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2" h="528">
                      <a:moveTo>
                        <a:pt x="893" y="245"/>
                      </a:moveTo>
                      <a:cubicBezTo>
                        <a:pt x="912" y="255"/>
                        <a:pt x="912" y="273"/>
                        <a:pt x="893" y="284"/>
                      </a:cubicBezTo>
                      <a:cubicBezTo>
                        <a:pt x="492" y="518"/>
                        <a:pt x="492" y="518"/>
                        <a:pt x="492" y="518"/>
                      </a:cubicBezTo>
                      <a:cubicBezTo>
                        <a:pt x="473" y="528"/>
                        <a:pt x="442" y="528"/>
                        <a:pt x="424" y="518"/>
                      </a:cubicBezTo>
                      <a:cubicBezTo>
                        <a:pt x="19" y="284"/>
                        <a:pt x="19" y="284"/>
                        <a:pt x="19" y="284"/>
                      </a:cubicBezTo>
                      <a:cubicBezTo>
                        <a:pt x="0" y="273"/>
                        <a:pt x="0" y="255"/>
                        <a:pt x="19" y="245"/>
                      </a:cubicBezTo>
                      <a:cubicBezTo>
                        <a:pt x="421" y="11"/>
                        <a:pt x="421" y="11"/>
                        <a:pt x="421" y="11"/>
                      </a:cubicBezTo>
                      <a:cubicBezTo>
                        <a:pt x="439" y="0"/>
                        <a:pt x="470" y="0"/>
                        <a:pt x="489" y="11"/>
                      </a:cubicBezTo>
                      <a:lnTo>
                        <a:pt x="893" y="245"/>
                      </a:lnTo>
                      <a:close/>
                    </a:path>
                  </a:pathLst>
                </a:custGeom>
                <a:gradFill flip="none" rotWithShape="1">
                  <a:gsLst>
                    <a:gs pos="63000">
                      <a:srgbClr val="F7F8FE"/>
                    </a:gs>
                    <a:gs pos="0">
                      <a:schemeClr val="bg1"/>
                    </a:gs>
                    <a:gs pos="100000">
                      <a:srgbClr val="D4D9F7"/>
                    </a:gs>
                  </a:gsLst>
                  <a:lin ang="2700000" scaled="1"/>
                  <a:tileRect/>
                </a:gradFill>
                <a:ln>
                  <a:solidFill>
                    <a:srgbClr val="8E9CEF"/>
                  </a:solidFill>
                </a:ln>
              </p:spPr>
              <p:txBody>
                <a:bodyPr vert="horz" wrap="square" lIns="91440" tIns="45720" rIns="91440" bIns="45720" numCol="1" anchor="t" anchorCtr="0" compatLnSpc="1">
                  <a:prstTxWarp prst="textNoShape">
                    <a:avLst/>
                  </a:prstTxWarp>
                </a:bodyPr>
                <a:lstStyle/>
                <a:p>
                  <a:endParaRPr lang="zh-CN" altLang="en-US" dirty="0"/>
                </a:p>
              </p:txBody>
            </p:sp>
            <p:grpSp>
              <p:nvGrpSpPr>
                <p:cNvPr id="221" name="组合 220">
                  <a:extLst>
                    <a:ext uri="{FF2B5EF4-FFF2-40B4-BE49-F238E27FC236}">
                      <a16:creationId xmlns:a16="http://schemas.microsoft.com/office/drawing/2014/main" id="{382CE7E4-F36C-873E-730B-C19B14FA73EF}"/>
                    </a:ext>
                  </a:extLst>
                </p:cNvPr>
                <p:cNvGrpSpPr/>
                <p:nvPr/>
              </p:nvGrpSpPr>
              <p:grpSpPr>
                <a:xfrm>
                  <a:off x="8793163" y="2231526"/>
                  <a:ext cx="712788" cy="463550"/>
                  <a:chOff x="8793163" y="2231526"/>
                  <a:chExt cx="712788" cy="463550"/>
                </a:xfrm>
              </p:grpSpPr>
              <p:sp>
                <p:nvSpPr>
                  <p:cNvPr id="222" name="Freeform 112">
                    <a:extLst>
                      <a:ext uri="{FF2B5EF4-FFF2-40B4-BE49-F238E27FC236}">
                        <a16:creationId xmlns:a16="http://schemas.microsoft.com/office/drawing/2014/main" id="{A44E8CA7-0C51-9D26-8553-AE5304A2CC44}"/>
                      </a:ext>
                    </a:extLst>
                  </p:cNvPr>
                  <p:cNvSpPr>
                    <a:spLocks/>
                  </p:cNvSpPr>
                  <p:nvPr/>
                </p:nvSpPr>
                <p:spPr bwMode="auto">
                  <a:xfrm>
                    <a:off x="8798720" y="2437901"/>
                    <a:ext cx="701675" cy="257175"/>
                  </a:xfrm>
                  <a:custGeom>
                    <a:avLst/>
                    <a:gdLst>
                      <a:gd name="T0" fmla="*/ 439 w 449"/>
                      <a:gd name="T1" fmla="*/ 15 h 164"/>
                      <a:gd name="T2" fmla="*/ 252 w 449"/>
                      <a:gd name="T3" fmla="*/ 124 h 164"/>
                      <a:gd name="T4" fmla="*/ 200 w 449"/>
                      <a:gd name="T5" fmla="*/ 124 h 164"/>
                      <a:gd name="T6" fmla="*/ 11 w 449"/>
                      <a:gd name="T7" fmla="*/ 15 h 164"/>
                      <a:gd name="T8" fmla="*/ 0 w 449"/>
                      <a:gd name="T9" fmla="*/ 0 h 164"/>
                      <a:gd name="T10" fmla="*/ 0 w 449"/>
                      <a:gd name="T11" fmla="*/ 32 h 164"/>
                      <a:gd name="T12" fmla="*/ 11 w 449"/>
                      <a:gd name="T13" fmla="*/ 47 h 164"/>
                      <a:gd name="T14" fmla="*/ 200 w 449"/>
                      <a:gd name="T15" fmla="*/ 156 h 164"/>
                      <a:gd name="T16" fmla="*/ 252 w 449"/>
                      <a:gd name="T17" fmla="*/ 156 h 164"/>
                      <a:gd name="T18" fmla="*/ 439 w 449"/>
                      <a:gd name="T19" fmla="*/ 47 h 164"/>
                      <a:gd name="T20" fmla="*/ 449 w 449"/>
                      <a:gd name="T21" fmla="*/ 32 h 164"/>
                      <a:gd name="T22" fmla="*/ 449 w 449"/>
                      <a:gd name="T23" fmla="*/ 0 h 164"/>
                      <a:gd name="T24" fmla="*/ 439 w 449"/>
                      <a:gd name="T25" fmla="*/ 15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9" h="164">
                        <a:moveTo>
                          <a:pt x="439" y="15"/>
                        </a:moveTo>
                        <a:cubicBezTo>
                          <a:pt x="252" y="124"/>
                          <a:pt x="252" y="124"/>
                          <a:pt x="252" y="124"/>
                        </a:cubicBezTo>
                        <a:cubicBezTo>
                          <a:pt x="237" y="132"/>
                          <a:pt x="214" y="132"/>
                          <a:pt x="200" y="124"/>
                        </a:cubicBezTo>
                        <a:cubicBezTo>
                          <a:pt x="11" y="15"/>
                          <a:pt x="11" y="15"/>
                          <a:pt x="11" y="15"/>
                        </a:cubicBezTo>
                        <a:cubicBezTo>
                          <a:pt x="4" y="11"/>
                          <a:pt x="0" y="5"/>
                          <a:pt x="0" y="0"/>
                        </a:cubicBezTo>
                        <a:cubicBezTo>
                          <a:pt x="0" y="32"/>
                          <a:pt x="0" y="32"/>
                          <a:pt x="0" y="32"/>
                        </a:cubicBezTo>
                        <a:cubicBezTo>
                          <a:pt x="0" y="38"/>
                          <a:pt x="4" y="43"/>
                          <a:pt x="11" y="47"/>
                        </a:cubicBezTo>
                        <a:cubicBezTo>
                          <a:pt x="200" y="156"/>
                          <a:pt x="200" y="156"/>
                          <a:pt x="200" y="156"/>
                        </a:cubicBezTo>
                        <a:cubicBezTo>
                          <a:pt x="214" y="164"/>
                          <a:pt x="237" y="164"/>
                          <a:pt x="252" y="156"/>
                        </a:cubicBezTo>
                        <a:cubicBezTo>
                          <a:pt x="439" y="47"/>
                          <a:pt x="439" y="47"/>
                          <a:pt x="439" y="47"/>
                        </a:cubicBezTo>
                        <a:cubicBezTo>
                          <a:pt x="446" y="43"/>
                          <a:pt x="449" y="38"/>
                          <a:pt x="449" y="32"/>
                        </a:cubicBezTo>
                        <a:cubicBezTo>
                          <a:pt x="449" y="0"/>
                          <a:pt x="449" y="0"/>
                          <a:pt x="449" y="0"/>
                        </a:cubicBezTo>
                        <a:cubicBezTo>
                          <a:pt x="449" y="5"/>
                          <a:pt x="446" y="11"/>
                          <a:pt x="439" y="15"/>
                        </a:cubicBezTo>
                        <a:close/>
                      </a:path>
                    </a:pathLst>
                  </a:custGeom>
                  <a:gradFill>
                    <a:gsLst>
                      <a:gs pos="0">
                        <a:srgbClr val="8E9CEF"/>
                      </a:gs>
                      <a:gs pos="100000">
                        <a:srgbClr val="3749CC"/>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3" name="Freeform 113">
                    <a:extLst>
                      <a:ext uri="{FF2B5EF4-FFF2-40B4-BE49-F238E27FC236}">
                        <a16:creationId xmlns:a16="http://schemas.microsoft.com/office/drawing/2014/main" id="{8AFAA387-EF4E-2561-D0B8-F6E1BEBA6200}"/>
                      </a:ext>
                    </a:extLst>
                  </p:cNvPr>
                  <p:cNvSpPr>
                    <a:spLocks/>
                  </p:cNvSpPr>
                  <p:nvPr/>
                </p:nvSpPr>
                <p:spPr bwMode="auto">
                  <a:xfrm>
                    <a:off x="8793163" y="2231526"/>
                    <a:ext cx="712788" cy="412750"/>
                  </a:xfrm>
                  <a:custGeom>
                    <a:avLst/>
                    <a:gdLst>
                      <a:gd name="T0" fmla="*/ 442 w 456"/>
                      <a:gd name="T1" fmla="*/ 117 h 264"/>
                      <a:gd name="T2" fmla="*/ 442 w 456"/>
                      <a:gd name="T3" fmla="*/ 147 h 264"/>
                      <a:gd name="T4" fmla="*/ 255 w 456"/>
                      <a:gd name="T5" fmla="*/ 256 h 264"/>
                      <a:gd name="T6" fmla="*/ 203 w 456"/>
                      <a:gd name="T7" fmla="*/ 256 h 264"/>
                      <a:gd name="T8" fmla="*/ 14 w 456"/>
                      <a:gd name="T9" fmla="*/ 147 h 264"/>
                      <a:gd name="T10" fmla="*/ 14 w 456"/>
                      <a:gd name="T11" fmla="*/ 117 h 264"/>
                      <a:gd name="T12" fmla="*/ 201 w 456"/>
                      <a:gd name="T13" fmla="*/ 8 h 264"/>
                      <a:gd name="T14" fmla="*/ 253 w 456"/>
                      <a:gd name="T15" fmla="*/ 8 h 264"/>
                      <a:gd name="T16" fmla="*/ 442 w 456"/>
                      <a:gd name="T17" fmla="*/ 117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6" h="264">
                        <a:moveTo>
                          <a:pt x="442" y="117"/>
                        </a:moveTo>
                        <a:cubicBezTo>
                          <a:pt x="456" y="125"/>
                          <a:pt x="456" y="138"/>
                          <a:pt x="442" y="147"/>
                        </a:cubicBezTo>
                        <a:cubicBezTo>
                          <a:pt x="255" y="256"/>
                          <a:pt x="255" y="256"/>
                          <a:pt x="255" y="256"/>
                        </a:cubicBezTo>
                        <a:cubicBezTo>
                          <a:pt x="240" y="264"/>
                          <a:pt x="217" y="264"/>
                          <a:pt x="203" y="256"/>
                        </a:cubicBezTo>
                        <a:cubicBezTo>
                          <a:pt x="14" y="147"/>
                          <a:pt x="14" y="147"/>
                          <a:pt x="14" y="147"/>
                        </a:cubicBezTo>
                        <a:cubicBezTo>
                          <a:pt x="0" y="138"/>
                          <a:pt x="0" y="125"/>
                          <a:pt x="14" y="117"/>
                        </a:cubicBezTo>
                        <a:cubicBezTo>
                          <a:pt x="201" y="8"/>
                          <a:pt x="201" y="8"/>
                          <a:pt x="201" y="8"/>
                        </a:cubicBezTo>
                        <a:cubicBezTo>
                          <a:pt x="216" y="0"/>
                          <a:pt x="239" y="0"/>
                          <a:pt x="253" y="8"/>
                        </a:cubicBezTo>
                        <a:lnTo>
                          <a:pt x="442" y="117"/>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207" name="组合 206">
              <a:extLst>
                <a:ext uri="{FF2B5EF4-FFF2-40B4-BE49-F238E27FC236}">
                  <a16:creationId xmlns:a16="http://schemas.microsoft.com/office/drawing/2014/main" id="{690D06CE-4913-4CA8-CD58-16767AD786FD}"/>
                </a:ext>
              </a:extLst>
            </p:cNvPr>
            <p:cNvGrpSpPr/>
            <p:nvPr/>
          </p:nvGrpSpPr>
          <p:grpSpPr>
            <a:xfrm>
              <a:off x="8877600" y="3916649"/>
              <a:ext cx="1631059" cy="1085080"/>
              <a:chOff x="8215353" y="1662462"/>
              <a:chExt cx="2036775" cy="1354987"/>
            </a:xfrm>
          </p:grpSpPr>
          <p:sp>
            <p:nvSpPr>
              <p:cNvPr id="208" name="Freeform 111">
                <a:extLst>
                  <a:ext uri="{FF2B5EF4-FFF2-40B4-BE49-F238E27FC236}">
                    <a16:creationId xmlns:a16="http://schemas.microsoft.com/office/drawing/2014/main" id="{396DD5D0-3244-9D26-97B7-F55C9CB42C7B}"/>
                  </a:ext>
                </a:extLst>
              </p:cNvPr>
              <p:cNvSpPr>
                <a:spLocks/>
              </p:cNvSpPr>
              <p:nvPr/>
            </p:nvSpPr>
            <p:spPr bwMode="auto">
              <a:xfrm>
                <a:off x="8215353" y="1837071"/>
                <a:ext cx="2036775" cy="1180378"/>
              </a:xfrm>
              <a:custGeom>
                <a:avLst/>
                <a:gdLst>
                  <a:gd name="T0" fmla="*/ 893 w 912"/>
                  <a:gd name="T1" fmla="*/ 245 h 528"/>
                  <a:gd name="T2" fmla="*/ 893 w 912"/>
                  <a:gd name="T3" fmla="*/ 284 h 528"/>
                  <a:gd name="T4" fmla="*/ 492 w 912"/>
                  <a:gd name="T5" fmla="*/ 518 h 528"/>
                  <a:gd name="T6" fmla="*/ 424 w 912"/>
                  <a:gd name="T7" fmla="*/ 518 h 528"/>
                  <a:gd name="T8" fmla="*/ 19 w 912"/>
                  <a:gd name="T9" fmla="*/ 284 h 528"/>
                  <a:gd name="T10" fmla="*/ 19 w 912"/>
                  <a:gd name="T11" fmla="*/ 245 h 528"/>
                  <a:gd name="T12" fmla="*/ 421 w 912"/>
                  <a:gd name="T13" fmla="*/ 11 h 528"/>
                  <a:gd name="T14" fmla="*/ 489 w 912"/>
                  <a:gd name="T15" fmla="*/ 11 h 528"/>
                  <a:gd name="T16" fmla="*/ 893 w 912"/>
                  <a:gd name="T17" fmla="*/ 24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2" h="528">
                    <a:moveTo>
                      <a:pt x="893" y="245"/>
                    </a:moveTo>
                    <a:cubicBezTo>
                      <a:pt x="912" y="255"/>
                      <a:pt x="912" y="273"/>
                      <a:pt x="893" y="284"/>
                    </a:cubicBezTo>
                    <a:cubicBezTo>
                      <a:pt x="492" y="518"/>
                      <a:pt x="492" y="518"/>
                      <a:pt x="492" y="518"/>
                    </a:cubicBezTo>
                    <a:cubicBezTo>
                      <a:pt x="473" y="528"/>
                      <a:pt x="442" y="528"/>
                      <a:pt x="424" y="518"/>
                    </a:cubicBezTo>
                    <a:cubicBezTo>
                      <a:pt x="19" y="284"/>
                      <a:pt x="19" y="284"/>
                      <a:pt x="19" y="284"/>
                    </a:cubicBezTo>
                    <a:cubicBezTo>
                      <a:pt x="0" y="273"/>
                      <a:pt x="0" y="255"/>
                      <a:pt x="19" y="245"/>
                    </a:cubicBezTo>
                    <a:cubicBezTo>
                      <a:pt x="421" y="11"/>
                      <a:pt x="421" y="11"/>
                      <a:pt x="421" y="11"/>
                    </a:cubicBezTo>
                    <a:cubicBezTo>
                      <a:pt x="439" y="0"/>
                      <a:pt x="470" y="0"/>
                      <a:pt x="489" y="11"/>
                    </a:cubicBezTo>
                    <a:lnTo>
                      <a:pt x="893" y="245"/>
                    </a:lnTo>
                    <a:close/>
                  </a:path>
                </a:pathLst>
              </a:custGeom>
              <a:solidFill>
                <a:srgbClr val="E7EBFF">
                  <a:alpha val="50000"/>
                </a:srgbClr>
              </a:solidFill>
              <a:ln>
                <a:solidFill>
                  <a:srgbClr val="CDD2F8"/>
                </a:solidFill>
              </a:ln>
            </p:spPr>
            <p:txBody>
              <a:bodyPr vert="horz" wrap="square" lIns="91440" tIns="45720" rIns="91440" bIns="45720" numCol="1" anchor="t" anchorCtr="0" compatLnSpc="1">
                <a:prstTxWarp prst="textNoShape">
                  <a:avLst/>
                </a:prstTxWarp>
              </a:bodyPr>
              <a:lstStyle/>
              <a:p>
                <a:endParaRPr lang="zh-CN" altLang="en-US" dirty="0"/>
              </a:p>
            </p:txBody>
          </p:sp>
          <p:grpSp>
            <p:nvGrpSpPr>
              <p:cNvPr id="209" name="组合 208">
                <a:extLst>
                  <a:ext uri="{FF2B5EF4-FFF2-40B4-BE49-F238E27FC236}">
                    <a16:creationId xmlns:a16="http://schemas.microsoft.com/office/drawing/2014/main" id="{A79659BD-1274-BDB8-116E-144E0B7CD913}"/>
                  </a:ext>
                </a:extLst>
              </p:cNvPr>
              <p:cNvGrpSpPr/>
              <p:nvPr/>
            </p:nvGrpSpPr>
            <p:grpSpPr>
              <a:xfrm>
                <a:off x="8520160" y="1662462"/>
                <a:ext cx="1427163" cy="1135062"/>
                <a:chOff x="8435976" y="2074863"/>
                <a:chExt cx="1427163" cy="1135062"/>
              </a:xfrm>
            </p:grpSpPr>
            <p:sp>
              <p:nvSpPr>
                <p:cNvPr id="210" name="AutoShape 108">
                  <a:extLst>
                    <a:ext uri="{FF2B5EF4-FFF2-40B4-BE49-F238E27FC236}">
                      <a16:creationId xmlns:a16="http://schemas.microsoft.com/office/drawing/2014/main" id="{87F61689-4EC3-4428-9552-F19B0A85A8C4}"/>
                    </a:ext>
                  </a:extLst>
                </p:cNvPr>
                <p:cNvSpPr>
                  <a:spLocks noChangeAspect="1" noChangeArrowheads="1" noTextEdit="1"/>
                </p:cNvSpPr>
                <p:nvPr/>
              </p:nvSpPr>
              <p:spPr bwMode="auto">
                <a:xfrm>
                  <a:off x="8443120" y="2079625"/>
                  <a:ext cx="141287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1" name="Freeform 110">
                  <a:extLst>
                    <a:ext uri="{FF2B5EF4-FFF2-40B4-BE49-F238E27FC236}">
                      <a16:creationId xmlns:a16="http://schemas.microsoft.com/office/drawing/2014/main" id="{9D4C179D-5E77-62BE-A915-FFA1E1DD10E0}"/>
                    </a:ext>
                  </a:extLst>
                </p:cNvPr>
                <p:cNvSpPr>
                  <a:spLocks/>
                </p:cNvSpPr>
                <p:nvPr/>
              </p:nvSpPr>
              <p:spPr bwMode="auto">
                <a:xfrm>
                  <a:off x="8443913" y="2489200"/>
                  <a:ext cx="1411288" cy="720725"/>
                </a:xfrm>
                <a:custGeom>
                  <a:avLst/>
                  <a:gdLst>
                    <a:gd name="T0" fmla="*/ 888 w 902"/>
                    <a:gd name="T1" fmla="*/ 20 h 460"/>
                    <a:gd name="T2" fmla="*/ 487 w 902"/>
                    <a:gd name="T3" fmla="*/ 254 h 460"/>
                    <a:gd name="T4" fmla="*/ 419 w 902"/>
                    <a:gd name="T5" fmla="*/ 254 h 460"/>
                    <a:gd name="T6" fmla="*/ 14 w 902"/>
                    <a:gd name="T7" fmla="*/ 20 h 460"/>
                    <a:gd name="T8" fmla="*/ 0 w 902"/>
                    <a:gd name="T9" fmla="*/ 0 h 460"/>
                    <a:gd name="T10" fmla="*/ 0 w 902"/>
                    <a:gd name="T11" fmla="*/ 196 h 460"/>
                    <a:gd name="T12" fmla="*/ 14 w 902"/>
                    <a:gd name="T13" fmla="*/ 216 h 460"/>
                    <a:gd name="T14" fmla="*/ 418 w 902"/>
                    <a:gd name="T15" fmla="*/ 449 h 460"/>
                    <a:gd name="T16" fmla="*/ 486 w 902"/>
                    <a:gd name="T17" fmla="*/ 449 h 460"/>
                    <a:gd name="T18" fmla="*/ 888 w 902"/>
                    <a:gd name="T19" fmla="*/ 216 h 460"/>
                    <a:gd name="T20" fmla="*/ 902 w 902"/>
                    <a:gd name="T21" fmla="*/ 196 h 460"/>
                    <a:gd name="T22" fmla="*/ 902 w 902"/>
                    <a:gd name="T23" fmla="*/ 0 h 460"/>
                    <a:gd name="T24" fmla="*/ 888 w 902"/>
                    <a:gd name="T25" fmla="*/ 20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2" h="460">
                      <a:moveTo>
                        <a:pt x="888" y="20"/>
                      </a:moveTo>
                      <a:cubicBezTo>
                        <a:pt x="487" y="254"/>
                        <a:pt x="487" y="254"/>
                        <a:pt x="487" y="254"/>
                      </a:cubicBezTo>
                      <a:cubicBezTo>
                        <a:pt x="468" y="264"/>
                        <a:pt x="437" y="264"/>
                        <a:pt x="419" y="254"/>
                      </a:cubicBezTo>
                      <a:cubicBezTo>
                        <a:pt x="14" y="20"/>
                        <a:pt x="14" y="20"/>
                        <a:pt x="14" y="20"/>
                      </a:cubicBezTo>
                      <a:cubicBezTo>
                        <a:pt x="5" y="15"/>
                        <a:pt x="0" y="7"/>
                        <a:pt x="0" y="0"/>
                      </a:cubicBezTo>
                      <a:cubicBezTo>
                        <a:pt x="0" y="196"/>
                        <a:pt x="0" y="196"/>
                        <a:pt x="0" y="196"/>
                      </a:cubicBezTo>
                      <a:cubicBezTo>
                        <a:pt x="0" y="203"/>
                        <a:pt x="4" y="210"/>
                        <a:pt x="14" y="216"/>
                      </a:cubicBezTo>
                      <a:cubicBezTo>
                        <a:pt x="418" y="449"/>
                        <a:pt x="418" y="449"/>
                        <a:pt x="418" y="449"/>
                      </a:cubicBezTo>
                      <a:cubicBezTo>
                        <a:pt x="437" y="460"/>
                        <a:pt x="467" y="460"/>
                        <a:pt x="486" y="449"/>
                      </a:cubicBezTo>
                      <a:cubicBezTo>
                        <a:pt x="888" y="216"/>
                        <a:pt x="888" y="216"/>
                        <a:pt x="888" y="216"/>
                      </a:cubicBezTo>
                      <a:cubicBezTo>
                        <a:pt x="897" y="210"/>
                        <a:pt x="902" y="203"/>
                        <a:pt x="902" y="196"/>
                      </a:cubicBezTo>
                      <a:cubicBezTo>
                        <a:pt x="902" y="0"/>
                        <a:pt x="902" y="0"/>
                        <a:pt x="902" y="0"/>
                      </a:cubicBezTo>
                      <a:cubicBezTo>
                        <a:pt x="902" y="8"/>
                        <a:pt x="898" y="15"/>
                        <a:pt x="888" y="20"/>
                      </a:cubicBezTo>
                      <a:close/>
                    </a:path>
                  </a:pathLst>
                </a:custGeom>
                <a:gradFill flip="none" rotWithShape="1">
                  <a:gsLst>
                    <a:gs pos="0">
                      <a:srgbClr val="E7EBFF"/>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2" name="Freeform 111">
                  <a:extLst>
                    <a:ext uri="{FF2B5EF4-FFF2-40B4-BE49-F238E27FC236}">
                      <a16:creationId xmlns:a16="http://schemas.microsoft.com/office/drawing/2014/main" id="{0D65B189-9E3C-515E-7E0C-BABDEAA3AF62}"/>
                    </a:ext>
                  </a:extLst>
                </p:cNvPr>
                <p:cNvSpPr>
                  <a:spLocks/>
                </p:cNvSpPr>
                <p:nvPr/>
              </p:nvSpPr>
              <p:spPr bwMode="auto">
                <a:xfrm>
                  <a:off x="8435976" y="2074863"/>
                  <a:ext cx="1427163" cy="827088"/>
                </a:xfrm>
                <a:custGeom>
                  <a:avLst/>
                  <a:gdLst>
                    <a:gd name="T0" fmla="*/ 893 w 912"/>
                    <a:gd name="T1" fmla="*/ 245 h 528"/>
                    <a:gd name="T2" fmla="*/ 893 w 912"/>
                    <a:gd name="T3" fmla="*/ 284 h 528"/>
                    <a:gd name="T4" fmla="*/ 492 w 912"/>
                    <a:gd name="T5" fmla="*/ 518 h 528"/>
                    <a:gd name="T6" fmla="*/ 424 w 912"/>
                    <a:gd name="T7" fmla="*/ 518 h 528"/>
                    <a:gd name="T8" fmla="*/ 19 w 912"/>
                    <a:gd name="T9" fmla="*/ 284 h 528"/>
                    <a:gd name="T10" fmla="*/ 19 w 912"/>
                    <a:gd name="T11" fmla="*/ 245 h 528"/>
                    <a:gd name="T12" fmla="*/ 421 w 912"/>
                    <a:gd name="T13" fmla="*/ 11 h 528"/>
                    <a:gd name="T14" fmla="*/ 489 w 912"/>
                    <a:gd name="T15" fmla="*/ 11 h 528"/>
                    <a:gd name="T16" fmla="*/ 893 w 912"/>
                    <a:gd name="T17" fmla="*/ 24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2" h="528">
                      <a:moveTo>
                        <a:pt x="893" y="245"/>
                      </a:moveTo>
                      <a:cubicBezTo>
                        <a:pt x="912" y="255"/>
                        <a:pt x="912" y="273"/>
                        <a:pt x="893" y="284"/>
                      </a:cubicBezTo>
                      <a:cubicBezTo>
                        <a:pt x="492" y="518"/>
                        <a:pt x="492" y="518"/>
                        <a:pt x="492" y="518"/>
                      </a:cubicBezTo>
                      <a:cubicBezTo>
                        <a:pt x="473" y="528"/>
                        <a:pt x="442" y="528"/>
                        <a:pt x="424" y="518"/>
                      </a:cubicBezTo>
                      <a:cubicBezTo>
                        <a:pt x="19" y="284"/>
                        <a:pt x="19" y="284"/>
                        <a:pt x="19" y="284"/>
                      </a:cubicBezTo>
                      <a:cubicBezTo>
                        <a:pt x="0" y="273"/>
                        <a:pt x="0" y="255"/>
                        <a:pt x="19" y="245"/>
                      </a:cubicBezTo>
                      <a:cubicBezTo>
                        <a:pt x="421" y="11"/>
                        <a:pt x="421" y="11"/>
                        <a:pt x="421" y="11"/>
                      </a:cubicBezTo>
                      <a:cubicBezTo>
                        <a:pt x="439" y="0"/>
                        <a:pt x="470" y="0"/>
                        <a:pt x="489" y="11"/>
                      </a:cubicBezTo>
                      <a:lnTo>
                        <a:pt x="893" y="245"/>
                      </a:lnTo>
                      <a:close/>
                    </a:path>
                  </a:pathLst>
                </a:custGeom>
                <a:gradFill flip="none" rotWithShape="1">
                  <a:gsLst>
                    <a:gs pos="63000">
                      <a:srgbClr val="F7F8FE"/>
                    </a:gs>
                    <a:gs pos="0">
                      <a:schemeClr val="bg1"/>
                    </a:gs>
                    <a:gs pos="100000">
                      <a:srgbClr val="D4D9F7"/>
                    </a:gs>
                  </a:gsLst>
                  <a:lin ang="2700000" scaled="1"/>
                  <a:tileRect/>
                </a:gradFill>
                <a:ln>
                  <a:solidFill>
                    <a:srgbClr val="8E9CEF"/>
                  </a:solidFill>
                </a:ln>
              </p:spPr>
              <p:txBody>
                <a:bodyPr vert="horz" wrap="square" lIns="91440" tIns="45720" rIns="91440" bIns="45720" numCol="1" anchor="t" anchorCtr="0" compatLnSpc="1">
                  <a:prstTxWarp prst="textNoShape">
                    <a:avLst/>
                  </a:prstTxWarp>
                </a:bodyPr>
                <a:lstStyle/>
                <a:p>
                  <a:endParaRPr lang="zh-CN" altLang="en-US" dirty="0"/>
                </a:p>
              </p:txBody>
            </p:sp>
            <p:grpSp>
              <p:nvGrpSpPr>
                <p:cNvPr id="213" name="组合 212">
                  <a:extLst>
                    <a:ext uri="{FF2B5EF4-FFF2-40B4-BE49-F238E27FC236}">
                      <a16:creationId xmlns:a16="http://schemas.microsoft.com/office/drawing/2014/main" id="{02205FD0-1F7F-A406-AA73-3DCEBEC21B3B}"/>
                    </a:ext>
                  </a:extLst>
                </p:cNvPr>
                <p:cNvGrpSpPr/>
                <p:nvPr/>
              </p:nvGrpSpPr>
              <p:grpSpPr>
                <a:xfrm>
                  <a:off x="8793163" y="2231526"/>
                  <a:ext cx="712788" cy="463550"/>
                  <a:chOff x="8793163" y="2231526"/>
                  <a:chExt cx="712788" cy="463550"/>
                </a:xfrm>
              </p:grpSpPr>
              <p:sp>
                <p:nvSpPr>
                  <p:cNvPr id="214" name="Freeform 112">
                    <a:extLst>
                      <a:ext uri="{FF2B5EF4-FFF2-40B4-BE49-F238E27FC236}">
                        <a16:creationId xmlns:a16="http://schemas.microsoft.com/office/drawing/2014/main" id="{0571BC2C-5C1A-FAA0-29F6-B71FAAF17780}"/>
                      </a:ext>
                    </a:extLst>
                  </p:cNvPr>
                  <p:cNvSpPr>
                    <a:spLocks/>
                  </p:cNvSpPr>
                  <p:nvPr/>
                </p:nvSpPr>
                <p:spPr bwMode="auto">
                  <a:xfrm>
                    <a:off x="8798720" y="2437901"/>
                    <a:ext cx="701675" cy="257175"/>
                  </a:xfrm>
                  <a:custGeom>
                    <a:avLst/>
                    <a:gdLst>
                      <a:gd name="T0" fmla="*/ 439 w 449"/>
                      <a:gd name="T1" fmla="*/ 15 h 164"/>
                      <a:gd name="T2" fmla="*/ 252 w 449"/>
                      <a:gd name="T3" fmla="*/ 124 h 164"/>
                      <a:gd name="T4" fmla="*/ 200 w 449"/>
                      <a:gd name="T5" fmla="*/ 124 h 164"/>
                      <a:gd name="T6" fmla="*/ 11 w 449"/>
                      <a:gd name="T7" fmla="*/ 15 h 164"/>
                      <a:gd name="T8" fmla="*/ 0 w 449"/>
                      <a:gd name="T9" fmla="*/ 0 h 164"/>
                      <a:gd name="T10" fmla="*/ 0 w 449"/>
                      <a:gd name="T11" fmla="*/ 32 h 164"/>
                      <a:gd name="T12" fmla="*/ 11 w 449"/>
                      <a:gd name="T13" fmla="*/ 47 h 164"/>
                      <a:gd name="T14" fmla="*/ 200 w 449"/>
                      <a:gd name="T15" fmla="*/ 156 h 164"/>
                      <a:gd name="T16" fmla="*/ 252 w 449"/>
                      <a:gd name="T17" fmla="*/ 156 h 164"/>
                      <a:gd name="T18" fmla="*/ 439 w 449"/>
                      <a:gd name="T19" fmla="*/ 47 h 164"/>
                      <a:gd name="T20" fmla="*/ 449 w 449"/>
                      <a:gd name="T21" fmla="*/ 32 h 164"/>
                      <a:gd name="T22" fmla="*/ 449 w 449"/>
                      <a:gd name="T23" fmla="*/ 0 h 164"/>
                      <a:gd name="T24" fmla="*/ 439 w 449"/>
                      <a:gd name="T25" fmla="*/ 15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9" h="164">
                        <a:moveTo>
                          <a:pt x="439" y="15"/>
                        </a:moveTo>
                        <a:cubicBezTo>
                          <a:pt x="252" y="124"/>
                          <a:pt x="252" y="124"/>
                          <a:pt x="252" y="124"/>
                        </a:cubicBezTo>
                        <a:cubicBezTo>
                          <a:pt x="237" y="132"/>
                          <a:pt x="214" y="132"/>
                          <a:pt x="200" y="124"/>
                        </a:cubicBezTo>
                        <a:cubicBezTo>
                          <a:pt x="11" y="15"/>
                          <a:pt x="11" y="15"/>
                          <a:pt x="11" y="15"/>
                        </a:cubicBezTo>
                        <a:cubicBezTo>
                          <a:pt x="4" y="11"/>
                          <a:pt x="0" y="5"/>
                          <a:pt x="0" y="0"/>
                        </a:cubicBezTo>
                        <a:cubicBezTo>
                          <a:pt x="0" y="32"/>
                          <a:pt x="0" y="32"/>
                          <a:pt x="0" y="32"/>
                        </a:cubicBezTo>
                        <a:cubicBezTo>
                          <a:pt x="0" y="38"/>
                          <a:pt x="4" y="43"/>
                          <a:pt x="11" y="47"/>
                        </a:cubicBezTo>
                        <a:cubicBezTo>
                          <a:pt x="200" y="156"/>
                          <a:pt x="200" y="156"/>
                          <a:pt x="200" y="156"/>
                        </a:cubicBezTo>
                        <a:cubicBezTo>
                          <a:pt x="214" y="164"/>
                          <a:pt x="237" y="164"/>
                          <a:pt x="252" y="156"/>
                        </a:cubicBezTo>
                        <a:cubicBezTo>
                          <a:pt x="439" y="47"/>
                          <a:pt x="439" y="47"/>
                          <a:pt x="439" y="47"/>
                        </a:cubicBezTo>
                        <a:cubicBezTo>
                          <a:pt x="446" y="43"/>
                          <a:pt x="449" y="38"/>
                          <a:pt x="449" y="32"/>
                        </a:cubicBezTo>
                        <a:cubicBezTo>
                          <a:pt x="449" y="0"/>
                          <a:pt x="449" y="0"/>
                          <a:pt x="449" y="0"/>
                        </a:cubicBezTo>
                        <a:cubicBezTo>
                          <a:pt x="449" y="5"/>
                          <a:pt x="446" y="11"/>
                          <a:pt x="439" y="15"/>
                        </a:cubicBezTo>
                        <a:close/>
                      </a:path>
                    </a:pathLst>
                  </a:custGeom>
                  <a:gradFill>
                    <a:gsLst>
                      <a:gs pos="0">
                        <a:srgbClr val="8E9CEF"/>
                      </a:gs>
                      <a:gs pos="100000">
                        <a:srgbClr val="3749CC"/>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5" name="Freeform 113">
                    <a:extLst>
                      <a:ext uri="{FF2B5EF4-FFF2-40B4-BE49-F238E27FC236}">
                        <a16:creationId xmlns:a16="http://schemas.microsoft.com/office/drawing/2014/main" id="{7BF40723-F727-0212-3866-76C600AEEDE2}"/>
                      </a:ext>
                    </a:extLst>
                  </p:cNvPr>
                  <p:cNvSpPr>
                    <a:spLocks/>
                  </p:cNvSpPr>
                  <p:nvPr/>
                </p:nvSpPr>
                <p:spPr bwMode="auto">
                  <a:xfrm>
                    <a:off x="8793163" y="2231526"/>
                    <a:ext cx="712788" cy="412750"/>
                  </a:xfrm>
                  <a:custGeom>
                    <a:avLst/>
                    <a:gdLst>
                      <a:gd name="T0" fmla="*/ 442 w 456"/>
                      <a:gd name="T1" fmla="*/ 117 h 264"/>
                      <a:gd name="T2" fmla="*/ 442 w 456"/>
                      <a:gd name="T3" fmla="*/ 147 h 264"/>
                      <a:gd name="T4" fmla="*/ 255 w 456"/>
                      <a:gd name="T5" fmla="*/ 256 h 264"/>
                      <a:gd name="T6" fmla="*/ 203 w 456"/>
                      <a:gd name="T7" fmla="*/ 256 h 264"/>
                      <a:gd name="T8" fmla="*/ 14 w 456"/>
                      <a:gd name="T9" fmla="*/ 147 h 264"/>
                      <a:gd name="T10" fmla="*/ 14 w 456"/>
                      <a:gd name="T11" fmla="*/ 117 h 264"/>
                      <a:gd name="T12" fmla="*/ 201 w 456"/>
                      <a:gd name="T13" fmla="*/ 8 h 264"/>
                      <a:gd name="T14" fmla="*/ 253 w 456"/>
                      <a:gd name="T15" fmla="*/ 8 h 264"/>
                      <a:gd name="T16" fmla="*/ 442 w 456"/>
                      <a:gd name="T17" fmla="*/ 117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6" h="264">
                        <a:moveTo>
                          <a:pt x="442" y="117"/>
                        </a:moveTo>
                        <a:cubicBezTo>
                          <a:pt x="456" y="125"/>
                          <a:pt x="456" y="138"/>
                          <a:pt x="442" y="147"/>
                        </a:cubicBezTo>
                        <a:cubicBezTo>
                          <a:pt x="255" y="256"/>
                          <a:pt x="255" y="256"/>
                          <a:pt x="255" y="256"/>
                        </a:cubicBezTo>
                        <a:cubicBezTo>
                          <a:pt x="240" y="264"/>
                          <a:pt x="217" y="264"/>
                          <a:pt x="203" y="256"/>
                        </a:cubicBezTo>
                        <a:cubicBezTo>
                          <a:pt x="14" y="147"/>
                          <a:pt x="14" y="147"/>
                          <a:pt x="14" y="147"/>
                        </a:cubicBezTo>
                        <a:cubicBezTo>
                          <a:pt x="0" y="138"/>
                          <a:pt x="0" y="125"/>
                          <a:pt x="14" y="117"/>
                        </a:cubicBezTo>
                        <a:cubicBezTo>
                          <a:pt x="201" y="8"/>
                          <a:pt x="201" y="8"/>
                          <a:pt x="201" y="8"/>
                        </a:cubicBezTo>
                        <a:cubicBezTo>
                          <a:pt x="216" y="0"/>
                          <a:pt x="239" y="0"/>
                          <a:pt x="253" y="8"/>
                        </a:cubicBezTo>
                        <a:lnTo>
                          <a:pt x="442" y="117"/>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grpSp>
      <p:grpSp>
        <p:nvGrpSpPr>
          <p:cNvPr id="225" name="组合 224">
            <a:extLst>
              <a:ext uri="{FF2B5EF4-FFF2-40B4-BE49-F238E27FC236}">
                <a16:creationId xmlns:a16="http://schemas.microsoft.com/office/drawing/2014/main" id="{64B6321B-5ECE-468A-F926-A961795C8CA6}"/>
              </a:ext>
            </a:extLst>
          </p:cNvPr>
          <p:cNvGrpSpPr/>
          <p:nvPr/>
        </p:nvGrpSpPr>
        <p:grpSpPr>
          <a:xfrm>
            <a:off x="5346774" y="5181478"/>
            <a:ext cx="1631059" cy="1085080"/>
            <a:chOff x="8215353" y="1662462"/>
            <a:chExt cx="2036775" cy="1354987"/>
          </a:xfrm>
        </p:grpSpPr>
        <p:sp>
          <p:nvSpPr>
            <p:cNvPr id="226" name="Freeform 111">
              <a:extLst>
                <a:ext uri="{FF2B5EF4-FFF2-40B4-BE49-F238E27FC236}">
                  <a16:creationId xmlns:a16="http://schemas.microsoft.com/office/drawing/2014/main" id="{42DE8860-C2D5-F95C-4647-371246365429}"/>
                </a:ext>
              </a:extLst>
            </p:cNvPr>
            <p:cNvSpPr>
              <a:spLocks/>
            </p:cNvSpPr>
            <p:nvPr/>
          </p:nvSpPr>
          <p:spPr bwMode="auto">
            <a:xfrm>
              <a:off x="8215353" y="1837071"/>
              <a:ext cx="2036775" cy="1180378"/>
            </a:xfrm>
            <a:custGeom>
              <a:avLst/>
              <a:gdLst>
                <a:gd name="T0" fmla="*/ 893 w 912"/>
                <a:gd name="T1" fmla="*/ 245 h 528"/>
                <a:gd name="T2" fmla="*/ 893 w 912"/>
                <a:gd name="T3" fmla="*/ 284 h 528"/>
                <a:gd name="T4" fmla="*/ 492 w 912"/>
                <a:gd name="T5" fmla="*/ 518 h 528"/>
                <a:gd name="T6" fmla="*/ 424 w 912"/>
                <a:gd name="T7" fmla="*/ 518 h 528"/>
                <a:gd name="T8" fmla="*/ 19 w 912"/>
                <a:gd name="T9" fmla="*/ 284 h 528"/>
                <a:gd name="T10" fmla="*/ 19 w 912"/>
                <a:gd name="T11" fmla="*/ 245 h 528"/>
                <a:gd name="T12" fmla="*/ 421 w 912"/>
                <a:gd name="T13" fmla="*/ 11 h 528"/>
                <a:gd name="T14" fmla="*/ 489 w 912"/>
                <a:gd name="T15" fmla="*/ 11 h 528"/>
                <a:gd name="T16" fmla="*/ 893 w 912"/>
                <a:gd name="T17" fmla="*/ 24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2" h="528">
                  <a:moveTo>
                    <a:pt x="893" y="245"/>
                  </a:moveTo>
                  <a:cubicBezTo>
                    <a:pt x="912" y="255"/>
                    <a:pt x="912" y="273"/>
                    <a:pt x="893" y="284"/>
                  </a:cubicBezTo>
                  <a:cubicBezTo>
                    <a:pt x="492" y="518"/>
                    <a:pt x="492" y="518"/>
                    <a:pt x="492" y="518"/>
                  </a:cubicBezTo>
                  <a:cubicBezTo>
                    <a:pt x="473" y="528"/>
                    <a:pt x="442" y="528"/>
                    <a:pt x="424" y="518"/>
                  </a:cubicBezTo>
                  <a:cubicBezTo>
                    <a:pt x="19" y="284"/>
                    <a:pt x="19" y="284"/>
                    <a:pt x="19" y="284"/>
                  </a:cubicBezTo>
                  <a:cubicBezTo>
                    <a:pt x="0" y="273"/>
                    <a:pt x="0" y="255"/>
                    <a:pt x="19" y="245"/>
                  </a:cubicBezTo>
                  <a:cubicBezTo>
                    <a:pt x="421" y="11"/>
                    <a:pt x="421" y="11"/>
                    <a:pt x="421" y="11"/>
                  </a:cubicBezTo>
                  <a:cubicBezTo>
                    <a:pt x="439" y="0"/>
                    <a:pt x="470" y="0"/>
                    <a:pt x="489" y="11"/>
                  </a:cubicBezTo>
                  <a:lnTo>
                    <a:pt x="893" y="245"/>
                  </a:lnTo>
                  <a:close/>
                </a:path>
              </a:pathLst>
            </a:custGeom>
            <a:solidFill>
              <a:srgbClr val="E7EBFF">
                <a:alpha val="50000"/>
              </a:srgbClr>
            </a:solidFill>
            <a:ln>
              <a:solidFill>
                <a:srgbClr val="CDD2F8"/>
              </a:solidFill>
            </a:ln>
          </p:spPr>
          <p:txBody>
            <a:bodyPr vert="horz" wrap="square" lIns="91440" tIns="45720" rIns="91440" bIns="45720" numCol="1" anchor="t" anchorCtr="0" compatLnSpc="1">
              <a:prstTxWarp prst="textNoShape">
                <a:avLst/>
              </a:prstTxWarp>
            </a:bodyPr>
            <a:lstStyle/>
            <a:p>
              <a:endParaRPr lang="zh-CN" altLang="en-US" dirty="0"/>
            </a:p>
          </p:txBody>
        </p:sp>
        <p:grpSp>
          <p:nvGrpSpPr>
            <p:cNvPr id="227" name="组合 226">
              <a:extLst>
                <a:ext uri="{FF2B5EF4-FFF2-40B4-BE49-F238E27FC236}">
                  <a16:creationId xmlns:a16="http://schemas.microsoft.com/office/drawing/2014/main" id="{691C263C-6059-9098-0568-7C1BBB3D381E}"/>
                </a:ext>
              </a:extLst>
            </p:cNvPr>
            <p:cNvGrpSpPr/>
            <p:nvPr/>
          </p:nvGrpSpPr>
          <p:grpSpPr>
            <a:xfrm>
              <a:off x="8520160" y="1662462"/>
              <a:ext cx="1427163" cy="1135062"/>
              <a:chOff x="8435976" y="2074863"/>
              <a:chExt cx="1427163" cy="1135062"/>
            </a:xfrm>
          </p:grpSpPr>
          <p:sp>
            <p:nvSpPr>
              <p:cNvPr id="228" name="AutoShape 108">
                <a:extLst>
                  <a:ext uri="{FF2B5EF4-FFF2-40B4-BE49-F238E27FC236}">
                    <a16:creationId xmlns:a16="http://schemas.microsoft.com/office/drawing/2014/main" id="{E8E57F4C-166B-3C9B-F57C-D5CB384CC6D9}"/>
                  </a:ext>
                </a:extLst>
              </p:cNvPr>
              <p:cNvSpPr>
                <a:spLocks noChangeAspect="1" noChangeArrowheads="1" noTextEdit="1"/>
              </p:cNvSpPr>
              <p:nvPr/>
            </p:nvSpPr>
            <p:spPr bwMode="auto">
              <a:xfrm>
                <a:off x="8443120" y="2079625"/>
                <a:ext cx="141287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9" name="Freeform 110">
                <a:extLst>
                  <a:ext uri="{FF2B5EF4-FFF2-40B4-BE49-F238E27FC236}">
                    <a16:creationId xmlns:a16="http://schemas.microsoft.com/office/drawing/2014/main" id="{7AE55823-A290-90AE-B099-29FA93253F56}"/>
                  </a:ext>
                </a:extLst>
              </p:cNvPr>
              <p:cNvSpPr>
                <a:spLocks/>
              </p:cNvSpPr>
              <p:nvPr/>
            </p:nvSpPr>
            <p:spPr bwMode="auto">
              <a:xfrm>
                <a:off x="8443913" y="2489200"/>
                <a:ext cx="1411288" cy="720725"/>
              </a:xfrm>
              <a:custGeom>
                <a:avLst/>
                <a:gdLst>
                  <a:gd name="T0" fmla="*/ 888 w 902"/>
                  <a:gd name="T1" fmla="*/ 20 h 460"/>
                  <a:gd name="T2" fmla="*/ 487 w 902"/>
                  <a:gd name="T3" fmla="*/ 254 h 460"/>
                  <a:gd name="T4" fmla="*/ 419 w 902"/>
                  <a:gd name="T5" fmla="*/ 254 h 460"/>
                  <a:gd name="T6" fmla="*/ 14 w 902"/>
                  <a:gd name="T7" fmla="*/ 20 h 460"/>
                  <a:gd name="T8" fmla="*/ 0 w 902"/>
                  <a:gd name="T9" fmla="*/ 0 h 460"/>
                  <a:gd name="T10" fmla="*/ 0 w 902"/>
                  <a:gd name="T11" fmla="*/ 196 h 460"/>
                  <a:gd name="T12" fmla="*/ 14 w 902"/>
                  <a:gd name="T13" fmla="*/ 216 h 460"/>
                  <a:gd name="T14" fmla="*/ 418 w 902"/>
                  <a:gd name="T15" fmla="*/ 449 h 460"/>
                  <a:gd name="T16" fmla="*/ 486 w 902"/>
                  <a:gd name="T17" fmla="*/ 449 h 460"/>
                  <a:gd name="T18" fmla="*/ 888 w 902"/>
                  <a:gd name="T19" fmla="*/ 216 h 460"/>
                  <a:gd name="T20" fmla="*/ 902 w 902"/>
                  <a:gd name="T21" fmla="*/ 196 h 460"/>
                  <a:gd name="T22" fmla="*/ 902 w 902"/>
                  <a:gd name="T23" fmla="*/ 0 h 460"/>
                  <a:gd name="T24" fmla="*/ 888 w 902"/>
                  <a:gd name="T25" fmla="*/ 20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2" h="460">
                    <a:moveTo>
                      <a:pt x="888" y="20"/>
                    </a:moveTo>
                    <a:cubicBezTo>
                      <a:pt x="487" y="254"/>
                      <a:pt x="487" y="254"/>
                      <a:pt x="487" y="254"/>
                    </a:cubicBezTo>
                    <a:cubicBezTo>
                      <a:pt x="468" y="264"/>
                      <a:pt x="437" y="264"/>
                      <a:pt x="419" y="254"/>
                    </a:cubicBezTo>
                    <a:cubicBezTo>
                      <a:pt x="14" y="20"/>
                      <a:pt x="14" y="20"/>
                      <a:pt x="14" y="20"/>
                    </a:cubicBezTo>
                    <a:cubicBezTo>
                      <a:pt x="5" y="15"/>
                      <a:pt x="0" y="7"/>
                      <a:pt x="0" y="0"/>
                    </a:cubicBezTo>
                    <a:cubicBezTo>
                      <a:pt x="0" y="196"/>
                      <a:pt x="0" y="196"/>
                      <a:pt x="0" y="196"/>
                    </a:cubicBezTo>
                    <a:cubicBezTo>
                      <a:pt x="0" y="203"/>
                      <a:pt x="4" y="210"/>
                      <a:pt x="14" y="216"/>
                    </a:cubicBezTo>
                    <a:cubicBezTo>
                      <a:pt x="418" y="449"/>
                      <a:pt x="418" y="449"/>
                      <a:pt x="418" y="449"/>
                    </a:cubicBezTo>
                    <a:cubicBezTo>
                      <a:pt x="437" y="460"/>
                      <a:pt x="467" y="460"/>
                      <a:pt x="486" y="449"/>
                    </a:cubicBezTo>
                    <a:cubicBezTo>
                      <a:pt x="888" y="216"/>
                      <a:pt x="888" y="216"/>
                      <a:pt x="888" y="216"/>
                    </a:cubicBezTo>
                    <a:cubicBezTo>
                      <a:pt x="897" y="210"/>
                      <a:pt x="902" y="203"/>
                      <a:pt x="902" y="196"/>
                    </a:cubicBezTo>
                    <a:cubicBezTo>
                      <a:pt x="902" y="0"/>
                      <a:pt x="902" y="0"/>
                      <a:pt x="902" y="0"/>
                    </a:cubicBezTo>
                    <a:cubicBezTo>
                      <a:pt x="902" y="8"/>
                      <a:pt x="898" y="15"/>
                      <a:pt x="888" y="20"/>
                    </a:cubicBezTo>
                    <a:close/>
                  </a:path>
                </a:pathLst>
              </a:custGeom>
              <a:gradFill flip="none" rotWithShape="1">
                <a:gsLst>
                  <a:gs pos="0">
                    <a:srgbClr val="E7EBFF"/>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0" name="Freeform 111">
                <a:extLst>
                  <a:ext uri="{FF2B5EF4-FFF2-40B4-BE49-F238E27FC236}">
                    <a16:creationId xmlns:a16="http://schemas.microsoft.com/office/drawing/2014/main" id="{7B35CEF2-F559-400A-E237-146AD848F614}"/>
                  </a:ext>
                </a:extLst>
              </p:cNvPr>
              <p:cNvSpPr>
                <a:spLocks/>
              </p:cNvSpPr>
              <p:nvPr/>
            </p:nvSpPr>
            <p:spPr bwMode="auto">
              <a:xfrm>
                <a:off x="8435976" y="2074863"/>
                <a:ext cx="1427163" cy="827088"/>
              </a:xfrm>
              <a:custGeom>
                <a:avLst/>
                <a:gdLst>
                  <a:gd name="T0" fmla="*/ 893 w 912"/>
                  <a:gd name="T1" fmla="*/ 245 h 528"/>
                  <a:gd name="T2" fmla="*/ 893 w 912"/>
                  <a:gd name="T3" fmla="*/ 284 h 528"/>
                  <a:gd name="T4" fmla="*/ 492 w 912"/>
                  <a:gd name="T5" fmla="*/ 518 h 528"/>
                  <a:gd name="T6" fmla="*/ 424 w 912"/>
                  <a:gd name="T7" fmla="*/ 518 h 528"/>
                  <a:gd name="T8" fmla="*/ 19 w 912"/>
                  <a:gd name="T9" fmla="*/ 284 h 528"/>
                  <a:gd name="T10" fmla="*/ 19 w 912"/>
                  <a:gd name="T11" fmla="*/ 245 h 528"/>
                  <a:gd name="T12" fmla="*/ 421 w 912"/>
                  <a:gd name="T13" fmla="*/ 11 h 528"/>
                  <a:gd name="T14" fmla="*/ 489 w 912"/>
                  <a:gd name="T15" fmla="*/ 11 h 528"/>
                  <a:gd name="T16" fmla="*/ 893 w 912"/>
                  <a:gd name="T17" fmla="*/ 24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2" h="528">
                    <a:moveTo>
                      <a:pt x="893" y="245"/>
                    </a:moveTo>
                    <a:cubicBezTo>
                      <a:pt x="912" y="255"/>
                      <a:pt x="912" y="273"/>
                      <a:pt x="893" y="284"/>
                    </a:cubicBezTo>
                    <a:cubicBezTo>
                      <a:pt x="492" y="518"/>
                      <a:pt x="492" y="518"/>
                      <a:pt x="492" y="518"/>
                    </a:cubicBezTo>
                    <a:cubicBezTo>
                      <a:pt x="473" y="528"/>
                      <a:pt x="442" y="528"/>
                      <a:pt x="424" y="518"/>
                    </a:cubicBezTo>
                    <a:cubicBezTo>
                      <a:pt x="19" y="284"/>
                      <a:pt x="19" y="284"/>
                      <a:pt x="19" y="284"/>
                    </a:cubicBezTo>
                    <a:cubicBezTo>
                      <a:pt x="0" y="273"/>
                      <a:pt x="0" y="255"/>
                      <a:pt x="19" y="245"/>
                    </a:cubicBezTo>
                    <a:cubicBezTo>
                      <a:pt x="421" y="11"/>
                      <a:pt x="421" y="11"/>
                      <a:pt x="421" y="11"/>
                    </a:cubicBezTo>
                    <a:cubicBezTo>
                      <a:pt x="439" y="0"/>
                      <a:pt x="470" y="0"/>
                      <a:pt x="489" y="11"/>
                    </a:cubicBezTo>
                    <a:lnTo>
                      <a:pt x="893" y="245"/>
                    </a:lnTo>
                    <a:close/>
                  </a:path>
                </a:pathLst>
              </a:custGeom>
              <a:gradFill flip="none" rotWithShape="1">
                <a:gsLst>
                  <a:gs pos="63000">
                    <a:srgbClr val="F7F8FE"/>
                  </a:gs>
                  <a:gs pos="0">
                    <a:schemeClr val="bg1"/>
                  </a:gs>
                  <a:gs pos="100000">
                    <a:srgbClr val="D4D9F7"/>
                  </a:gs>
                </a:gsLst>
                <a:lin ang="2700000" scaled="1"/>
                <a:tileRect/>
              </a:gradFill>
              <a:ln>
                <a:solidFill>
                  <a:srgbClr val="8E9CEF"/>
                </a:solidFill>
              </a:ln>
            </p:spPr>
            <p:txBody>
              <a:bodyPr vert="horz" wrap="square" lIns="91440" tIns="45720" rIns="91440" bIns="45720" numCol="1" anchor="t" anchorCtr="0" compatLnSpc="1">
                <a:prstTxWarp prst="textNoShape">
                  <a:avLst/>
                </a:prstTxWarp>
              </a:bodyPr>
              <a:lstStyle/>
              <a:p>
                <a:endParaRPr lang="zh-CN" altLang="en-US" dirty="0"/>
              </a:p>
            </p:txBody>
          </p:sp>
          <p:grpSp>
            <p:nvGrpSpPr>
              <p:cNvPr id="231" name="组合 230">
                <a:extLst>
                  <a:ext uri="{FF2B5EF4-FFF2-40B4-BE49-F238E27FC236}">
                    <a16:creationId xmlns:a16="http://schemas.microsoft.com/office/drawing/2014/main" id="{1C7D91AD-A903-8104-4DA9-DEACC008515A}"/>
                  </a:ext>
                </a:extLst>
              </p:cNvPr>
              <p:cNvGrpSpPr/>
              <p:nvPr/>
            </p:nvGrpSpPr>
            <p:grpSpPr>
              <a:xfrm>
                <a:off x="8793163" y="2231526"/>
                <a:ext cx="712788" cy="463550"/>
                <a:chOff x="8793163" y="2231526"/>
                <a:chExt cx="712788" cy="463550"/>
              </a:xfrm>
            </p:grpSpPr>
            <p:sp>
              <p:nvSpPr>
                <p:cNvPr id="232" name="Freeform 112">
                  <a:extLst>
                    <a:ext uri="{FF2B5EF4-FFF2-40B4-BE49-F238E27FC236}">
                      <a16:creationId xmlns:a16="http://schemas.microsoft.com/office/drawing/2014/main" id="{BF835EEE-A89A-AE6A-F45E-1B6EF4FA357B}"/>
                    </a:ext>
                  </a:extLst>
                </p:cNvPr>
                <p:cNvSpPr>
                  <a:spLocks/>
                </p:cNvSpPr>
                <p:nvPr/>
              </p:nvSpPr>
              <p:spPr bwMode="auto">
                <a:xfrm>
                  <a:off x="8798720" y="2437901"/>
                  <a:ext cx="701675" cy="257175"/>
                </a:xfrm>
                <a:custGeom>
                  <a:avLst/>
                  <a:gdLst>
                    <a:gd name="T0" fmla="*/ 439 w 449"/>
                    <a:gd name="T1" fmla="*/ 15 h 164"/>
                    <a:gd name="T2" fmla="*/ 252 w 449"/>
                    <a:gd name="T3" fmla="*/ 124 h 164"/>
                    <a:gd name="T4" fmla="*/ 200 w 449"/>
                    <a:gd name="T5" fmla="*/ 124 h 164"/>
                    <a:gd name="T6" fmla="*/ 11 w 449"/>
                    <a:gd name="T7" fmla="*/ 15 h 164"/>
                    <a:gd name="T8" fmla="*/ 0 w 449"/>
                    <a:gd name="T9" fmla="*/ 0 h 164"/>
                    <a:gd name="T10" fmla="*/ 0 w 449"/>
                    <a:gd name="T11" fmla="*/ 32 h 164"/>
                    <a:gd name="T12" fmla="*/ 11 w 449"/>
                    <a:gd name="T13" fmla="*/ 47 h 164"/>
                    <a:gd name="T14" fmla="*/ 200 w 449"/>
                    <a:gd name="T15" fmla="*/ 156 h 164"/>
                    <a:gd name="T16" fmla="*/ 252 w 449"/>
                    <a:gd name="T17" fmla="*/ 156 h 164"/>
                    <a:gd name="T18" fmla="*/ 439 w 449"/>
                    <a:gd name="T19" fmla="*/ 47 h 164"/>
                    <a:gd name="T20" fmla="*/ 449 w 449"/>
                    <a:gd name="T21" fmla="*/ 32 h 164"/>
                    <a:gd name="T22" fmla="*/ 449 w 449"/>
                    <a:gd name="T23" fmla="*/ 0 h 164"/>
                    <a:gd name="T24" fmla="*/ 439 w 449"/>
                    <a:gd name="T25" fmla="*/ 15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9" h="164">
                      <a:moveTo>
                        <a:pt x="439" y="15"/>
                      </a:moveTo>
                      <a:cubicBezTo>
                        <a:pt x="252" y="124"/>
                        <a:pt x="252" y="124"/>
                        <a:pt x="252" y="124"/>
                      </a:cubicBezTo>
                      <a:cubicBezTo>
                        <a:pt x="237" y="132"/>
                        <a:pt x="214" y="132"/>
                        <a:pt x="200" y="124"/>
                      </a:cubicBezTo>
                      <a:cubicBezTo>
                        <a:pt x="11" y="15"/>
                        <a:pt x="11" y="15"/>
                        <a:pt x="11" y="15"/>
                      </a:cubicBezTo>
                      <a:cubicBezTo>
                        <a:pt x="4" y="11"/>
                        <a:pt x="0" y="5"/>
                        <a:pt x="0" y="0"/>
                      </a:cubicBezTo>
                      <a:cubicBezTo>
                        <a:pt x="0" y="32"/>
                        <a:pt x="0" y="32"/>
                        <a:pt x="0" y="32"/>
                      </a:cubicBezTo>
                      <a:cubicBezTo>
                        <a:pt x="0" y="38"/>
                        <a:pt x="4" y="43"/>
                        <a:pt x="11" y="47"/>
                      </a:cubicBezTo>
                      <a:cubicBezTo>
                        <a:pt x="200" y="156"/>
                        <a:pt x="200" y="156"/>
                        <a:pt x="200" y="156"/>
                      </a:cubicBezTo>
                      <a:cubicBezTo>
                        <a:pt x="214" y="164"/>
                        <a:pt x="237" y="164"/>
                        <a:pt x="252" y="156"/>
                      </a:cubicBezTo>
                      <a:cubicBezTo>
                        <a:pt x="439" y="47"/>
                        <a:pt x="439" y="47"/>
                        <a:pt x="439" y="47"/>
                      </a:cubicBezTo>
                      <a:cubicBezTo>
                        <a:pt x="446" y="43"/>
                        <a:pt x="449" y="38"/>
                        <a:pt x="449" y="32"/>
                      </a:cubicBezTo>
                      <a:cubicBezTo>
                        <a:pt x="449" y="0"/>
                        <a:pt x="449" y="0"/>
                        <a:pt x="449" y="0"/>
                      </a:cubicBezTo>
                      <a:cubicBezTo>
                        <a:pt x="449" y="5"/>
                        <a:pt x="446" y="11"/>
                        <a:pt x="439" y="15"/>
                      </a:cubicBezTo>
                      <a:close/>
                    </a:path>
                  </a:pathLst>
                </a:custGeom>
                <a:gradFill>
                  <a:gsLst>
                    <a:gs pos="0">
                      <a:srgbClr val="8E9CEF"/>
                    </a:gs>
                    <a:gs pos="100000">
                      <a:srgbClr val="3749CC"/>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3" name="Freeform 113">
                  <a:extLst>
                    <a:ext uri="{FF2B5EF4-FFF2-40B4-BE49-F238E27FC236}">
                      <a16:creationId xmlns:a16="http://schemas.microsoft.com/office/drawing/2014/main" id="{77163C31-8C43-EC56-8C6A-97189DF5DC19}"/>
                    </a:ext>
                  </a:extLst>
                </p:cNvPr>
                <p:cNvSpPr>
                  <a:spLocks/>
                </p:cNvSpPr>
                <p:nvPr/>
              </p:nvSpPr>
              <p:spPr bwMode="auto">
                <a:xfrm>
                  <a:off x="8793163" y="2231526"/>
                  <a:ext cx="712788" cy="412750"/>
                </a:xfrm>
                <a:custGeom>
                  <a:avLst/>
                  <a:gdLst>
                    <a:gd name="T0" fmla="*/ 442 w 456"/>
                    <a:gd name="T1" fmla="*/ 117 h 264"/>
                    <a:gd name="T2" fmla="*/ 442 w 456"/>
                    <a:gd name="T3" fmla="*/ 147 h 264"/>
                    <a:gd name="T4" fmla="*/ 255 w 456"/>
                    <a:gd name="T5" fmla="*/ 256 h 264"/>
                    <a:gd name="T6" fmla="*/ 203 w 456"/>
                    <a:gd name="T7" fmla="*/ 256 h 264"/>
                    <a:gd name="T8" fmla="*/ 14 w 456"/>
                    <a:gd name="T9" fmla="*/ 147 h 264"/>
                    <a:gd name="T10" fmla="*/ 14 w 456"/>
                    <a:gd name="T11" fmla="*/ 117 h 264"/>
                    <a:gd name="T12" fmla="*/ 201 w 456"/>
                    <a:gd name="T13" fmla="*/ 8 h 264"/>
                    <a:gd name="T14" fmla="*/ 253 w 456"/>
                    <a:gd name="T15" fmla="*/ 8 h 264"/>
                    <a:gd name="T16" fmla="*/ 442 w 456"/>
                    <a:gd name="T17" fmla="*/ 117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6" h="264">
                      <a:moveTo>
                        <a:pt x="442" y="117"/>
                      </a:moveTo>
                      <a:cubicBezTo>
                        <a:pt x="456" y="125"/>
                        <a:pt x="456" y="138"/>
                        <a:pt x="442" y="147"/>
                      </a:cubicBezTo>
                      <a:cubicBezTo>
                        <a:pt x="255" y="256"/>
                        <a:pt x="255" y="256"/>
                        <a:pt x="255" y="256"/>
                      </a:cubicBezTo>
                      <a:cubicBezTo>
                        <a:pt x="240" y="264"/>
                        <a:pt x="217" y="264"/>
                        <a:pt x="203" y="256"/>
                      </a:cubicBezTo>
                      <a:cubicBezTo>
                        <a:pt x="14" y="147"/>
                        <a:pt x="14" y="147"/>
                        <a:pt x="14" y="147"/>
                      </a:cubicBezTo>
                      <a:cubicBezTo>
                        <a:pt x="0" y="138"/>
                        <a:pt x="0" y="125"/>
                        <a:pt x="14" y="117"/>
                      </a:cubicBezTo>
                      <a:cubicBezTo>
                        <a:pt x="201" y="8"/>
                        <a:pt x="201" y="8"/>
                        <a:pt x="201" y="8"/>
                      </a:cubicBezTo>
                      <a:cubicBezTo>
                        <a:pt x="216" y="0"/>
                        <a:pt x="239" y="0"/>
                        <a:pt x="253" y="8"/>
                      </a:cubicBezTo>
                      <a:lnTo>
                        <a:pt x="442" y="117"/>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sp>
        <p:nvSpPr>
          <p:cNvPr id="13411" name="图形 432"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45CC3AE3-DD70-8F5E-F023-6AA0B28B3788}"/>
              </a:ext>
            </a:extLst>
          </p:cNvPr>
          <p:cNvSpPr/>
          <p:nvPr/>
        </p:nvSpPr>
        <p:spPr>
          <a:xfrm>
            <a:off x="5772593" y="1950918"/>
            <a:ext cx="803766" cy="803766"/>
          </a:xfrm>
          <a:custGeom>
            <a:avLst/>
            <a:gdLst>
              <a:gd name="connsiteX0" fmla="*/ 171450 w 190500"/>
              <a:gd name="connsiteY0" fmla="*/ 0 h 190500"/>
              <a:gd name="connsiteX1" fmla="*/ 19050 w 190500"/>
              <a:gd name="connsiteY1" fmla="*/ 0 h 190500"/>
              <a:gd name="connsiteX2" fmla="*/ 95 w 190500"/>
              <a:gd name="connsiteY2" fmla="*/ 19050 h 190500"/>
              <a:gd name="connsiteX3" fmla="*/ 0 w 190500"/>
              <a:gd name="connsiteY3" fmla="*/ 190500 h 190500"/>
              <a:gd name="connsiteX4" fmla="*/ 38100 w 190500"/>
              <a:gd name="connsiteY4" fmla="*/ 152400 h 190500"/>
              <a:gd name="connsiteX5" fmla="*/ 171450 w 190500"/>
              <a:gd name="connsiteY5" fmla="*/ 152400 h 190500"/>
              <a:gd name="connsiteX6" fmla="*/ 190500 w 190500"/>
              <a:gd name="connsiteY6" fmla="*/ 133350 h 190500"/>
              <a:gd name="connsiteX7" fmla="*/ 190500 w 190500"/>
              <a:gd name="connsiteY7" fmla="*/ 19050 h 190500"/>
              <a:gd name="connsiteX8" fmla="*/ 171450 w 190500"/>
              <a:gd name="connsiteY8" fmla="*/ 0 h 190500"/>
              <a:gd name="connsiteX9" fmla="*/ 104775 w 190500"/>
              <a:gd name="connsiteY9" fmla="*/ 114300 h 190500"/>
              <a:gd name="connsiteX10" fmla="*/ 85725 w 190500"/>
              <a:gd name="connsiteY10" fmla="*/ 114300 h 190500"/>
              <a:gd name="connsiteX11" fmla="*/ 85725 w 190500"/>
              <a:gd name="connsiteY11" fmla="*/ 95250 h 190500"/>
              <a:gd name="connsiteX12" fmla="*/ 104775 w 190500"/>
              <a:gd name="connsiteY12" fmla="*/ 95250 h 190500"/>
              <a:gd name="connsiteX13" fmla="*/ 104775 w 190500"/>
              <a:gd name="connsiteY13" fmla="*/ 114300 h 190500"/>
              <a:gd name="connsiteX14" fmla="*/ 104775 w 190500"/>
              <a:gd name="connsiteY14" fmla="*/ 76200 h 190500"/>
              <a:gd name="connsiteX15" fmla="*/ 85725 w 190500"/>
              <a:gd name="connsiteY15" fmla="*/ 76200 h 190500"/>
              <a:gd name="connsiteX16" fmla="*/ 85725 w 190500"/>
              <a:gd name="connsiteY16" fmla="*/ 38100 h 190500"/>
              <a:gd name="connsiteX17" fmla="*/ 104775 w 190500"/>
              <a:gd name="connsiteY17" fmla="*/ 38100 h 190500"/>
              <a:gd name="connsiteX18" fmla="*/ 104775 w 190500"/>
              <a:gd name="connsiteY18" fmla="*/ 7620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0500" h="190500">
                <a:moveTo>
                  <a:pt x="171450" y="0"/>
                </a:moveTo>
                <a:lnTo>
                  <a:pt x="19050" y="0"/>
                </a:lnTo>
                <a:cubicBezTo>
                  <a:pt x="8573" y="0"/>
                  <a:pt x="95" y="8573"/>
                  <a:pt x="95" y="19050"/>
                </a:cubicBezTo>
                <a:lnTo>
                  <a:pt x="0" y="190500"/>
                </a:lnTo>
                <a:lnTo>
                  <a:pt x="38100" y="152400"/>
                </a:lnTo>
                <a:lnTo>
                  <a:pt x="171450" y="152400"/>
                </a:lnTo>
                <a:cubicBezTo>
                  <a:pt x="181928" y="152400"/>
                  <a:pt x="190500" y="143828"/>
                  <a:pt x="190500" y="133350"/>
                </a:cubicBezTo>
                <a:lnTo>
                  <a:pt x="190500" y="19050"/>
                </a:lnTo>
                <a:cubicBezTo>
                  <a:pt x="190500" y="8573"/>
                  <a:pt x="181928" y="0"/>
                  <a:pt x="171450" y="0"/>
                </a:cubicBezTo>
                <a:close/>
                <a:moveTo>
                  <a:pt x="104775" y="114300"/>
                </a:moveTo>
                <a:lnTo>
                  <a:pt x="85725" y="114300"/>
                </a:lnTo>
                <a:lnTo>
                  <a:pt x="85725" y="95250"/>
                </a:lnTo>
                <a:lnTo>
                  <a:pt x="104775" y="95250"/>
                </a:lnTo>
                <a:lnTo>
                  <a:pt x="104775" y="114300"/>
                </a:lnTo>
                <a:close/>
                <a:moveTo>
                  <a:pt x="104775" y="76200"/>
                </a:moveTo>
                <a:lnTo>
                  <a:pt x="85725" y="76200"/>
                </a:lnTo>
                <a:lnTo>
                  <a:pt x="85725" y="38100"/>
                </a:lnTo>
                <a:lnTo>
                  <a:pt x="104775" y="38100"/>
                </a:lnTo>
                <a:lnTo>
                  <a:pt x="104775" y="76200"/>
                </a:lnTo>
                <a:close/>
              </a:path>
            </a:pathLst>
          </a:custGeom>
          <a:solidFill>
            <a:srgbClr val="02F276"/>
          </a:solidFill>
          <a:ln w="9525" cap="flat">
            <a:noFill/>
            <a:prstDash val="solid"/>
            <a:miter/>
          </a:ln>
          <a:scene3d>
            <a:camera prst="isometricLeftDown"/>
            <a:lightRig rig="threePt" dir="t"/>
          </a:scene3d>
          <a:sp3d extrusionH="38100" prstMaterial="flat">
            <a:extrusionClr>
              <a:srgbClr val="00B050"/>
            </a:extrusionClr>
          </a:sp3d>
        </p:spPr>
        <p:txBody>
          <a:bodyPr rtlCol="0" anchor="ctr"/>
          <a:lstStyle/>
          <a:p>
            <a:endParaRPr lang="zh-CN" altLang="en-US"/>
          </a:p>
        </p:txBody>
      </p:sp>
      <p:grpSp>
        <p:nvGrpSpPr>
          <p:cNvPr id="13414" name="组合 13413">
            <a:extLst>
              <a:ext uri="{FF2B5EF4-FFF2-40B4-BE49-F238E27FC236}">
                <a16:creationId xmlns:a16="http://schemas.microsoft.com/office/drawing/2014/main" id="{32088EDC-4385-06E2-9196-A625B70250E3}"/>
              </a:ext>
            </a:extLst>
          </p:cNvPr>
          <p:cNvGrpSpPr/>
          <p:nvPr/>
        </p:nvGrpSpPr>
        <p:grpSpPr>
          <a:xfrm>
            <a:off x="8970060" y="1960105"/>
            <a:ext cx="1631059" cy="3314276"/>
            <a:chOff x="8877600" y="1687453"/>
            <a:chExt cx="1631059" cy="3314276"/>
          </a:xfrm>
        </p:grpSpPr>
        <p:grpSp>
          <p:nvGrpSpPr>
            <p:cNvPr id="13415" name="组合 13414">
              <a:extLst>
                <a:ext uri="{FF2B5EF4-FFF2-40B4-BE49-F238E27FC236}">
                  <a16:creationId xmlns:a16="http://schemas.microsoft.com/office/drawing/2014/main" id="{AF35BCCD-1A38-F2E3-B498-C06C3BF8B21D}"/>
                </a:ext>
              </a:extLst>
            </p:cNvPr>
            <p:cNvGrpSpPr/>
            <p:nvPr/>
          </p:nvGrpSpPr>
          <p:grpSpPr>
            <a:xfrm>
              <a:off x="8877600" y="1687453"/>
              <a:ext cx="1631059" cy="1085080"/>
              <a:chOff x="8215353" y="1662462"/>
              <a:chExt cx="2036775" cy="1354987"/>
            </a:xfrm>
          </p:grpSpPr>
          <p:sp>
            <p:nvSpPr>
              <p:cNvPr id="13425" name="Freeform 111">
                <a:extLst>
                  <a:ext uri="{FF2B5EF4-FFF2-40B4-BE49-F238E27FC236}">
                    <a16:creationId xmlns:a16="http://schemas.microsoft.com/office/drawing/2014/main" id="{8BB5799E-0829-3686-C91B-0431F63E334C}"/>
                  </a:ext>
                </a:extLst>
              </p:cNvPr>
              <p:cNvSpPr>
                <a:spLocks/>
              </p:cNvSpPr>
              <p:nvPr/>
            </p:nvSpPr>
            <p:spPr bwMode="auto">
              <a:xfrm>
                <a:off x="8215353" y="1837071"/>
                <a:ext cx="2036775" cy="1180378"/>
              </a:xfrm>
              <a:custGeom>
                <a:avLst/>
                <a:gdLst>
                  <a:gd name="T0" fmla="*/ 893 w 912"/>
                  <a:gd name="T1" fmla="*/ 245 h 528"/>
                  <a:gd name="T2" fmla="*/ 893 w 912"/>
                  <a:gd name="T3" fmla="*/ 284 h 528"/>
                  <a:gd name="T4" fmla="*/ 492 w 912"/>
                  <a:gd name="T5" fmla="*/ 518 h 528"/>
                  <a:gd name="T6" fmla="*/ 424 w 912"/>
                  <a:gd name="T7" fmla="*/ 518 h 528"/>
                  <a:gd name="T8" fmla="*/ 19 w 912"/>
                  <a:gd name="T9" fmla="*/ 284 h 528"/>
                  <a:gd name="T10" fmla="*/ 19 w 912"/>
                  <a:gd name="T11" fmla="*/ 245 h 528"/>
                  <a:gd name="T12" fmla="*/ 421 w 912"/>
                  <a:gd name="T13" fmla="*/ 11 h 528"/>
                  <a:gd name="T14" fmla="*/ 489 w 912"/>
                  <a:gd name="T15" fmla="*/ 11 h 528"/>
                  <a:gd name="T16" fmla="*/ 893 w 912"/>
                  <a:gd name="T17" fmla="*/ 24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2" h="528">
                    <a:moveTo>
                      <a:pt x="893" y="245"/>
                    </a:moveTo>
                    <a:cubicBezTo>
                      <a:pt x="912" y="255"/>
                      <a:pt x="912" y="273"/>
                      <a:pt x="893" y="284"/>
                    </a:cubicBezTo>
                    <a:cubicBezTo>
                      <a:pt x="492" y="518"/>
                      <a:pt x="492" y="518"/>
                      <a:pt x="492" y="518"/>
                    </a:cubicBezTo>
                    <a:cubicBezTo>
                      <a:pt x="473" y="528"/>
                      <a:pt x="442" y="528"/>
                      <a:pt x="424" y="518"/>
                    </a:cubicBezTo>
                    <a:cubicBezTo>
                      <a:pt x="19" y="284"/>
                      <a:pt x="19" y="284"/>
                      <a:pt x="19" y="284"/>
                    </a:cubicBezTo>
                    <a:cubicBezTo>
                      <a:pt x="0" y="273"/>
                      <a:pt x="0" y="255"/>
                      <a:pt x="19" y="245"/>
                    </a:cubicBezTo>
                    <a:cubicBezTo>
                      <a:pt x="421" y="11"/>
                      <a:pt x="421" y="11"/>
                      <a:pt x="421" y="11"/>
                    </a:cubicBezTo>
                    <a:cubicBezTo>
                      <a:pt x="439" y="0"/>
                      <a:pt x="470" y="0"/>
                      <a:pt x="489" y="11"/>
                    </a:cubicBezTo>
                    <a:lnTo>
                      <a:pt x="893" y="245"/>
                    </a:lnTo>
                    <a:close/>
                  </a:path>
                </a:pathLst>
              </a:custGeom>
              <a:solidFill>
                <a:srgbClr val="E7EBFF">
                  <a:alpha val="50000"/>
                </a:srgbClr>
              </a:solidFill>
              <a:ln>
                <a:solidFill>
                  <a:srgbClr val="CDD2F8"/>
                </a:solidFill>
              </a:ln>
            </p:spPr>
            <p:txBody>
              <a:bodyPr vert="horz" wrap="square" lIns="91440" tIns="45720" rIns="91440" bIns="45720" numCol="1" anchor="t" anchorCtr="0" compatLnSpc="1">
                <a:prstTxWarp prst="textNoShape">
                  <a:avLst/>
                </a:prstTxWarp>
              </a:bodyPr>
              <a:lstStyle/>
              <a:p>
                <a:endParaRPr lang="zh-CN" altLang="en-US" dirty="0"/>
              </a:p>
            </p:txBody>
          </p:sp>
          <p:grpSp>
            <p:nvGrpSpPr>
              <p:cNvPr id="13426" name="组合 13425">
                <a:extLst>
                  <a:ext uri="{FF2B5EF4-FFF2-40B4-BE49-F238E27FC236}">
                    <a16:creationId xmlns:a16="http://schemas.microsoft.com/office/drawing/2014/main" id="{00CF85EA-2F4A-015E-CFCD-CCE3FE94787C}"/>
                  </a:ext>
                </a:extLst>
              </p:cNvPr>
              <p:cNvGrpSpPr/>
              <p:nvPr/>
            </p:nvGrpSpPr>
            <p:grpSpPr>
              <a:xfrm>
                <a:off x="8520160" y="1662462"/>
                <a:ext cx="1427163" cy="1135062"/>
                <a:chOff x="8435976" y="2074863"/>
                <a:chExt cx="1427163" cy="1135062"/>
              </a:xfrm>
            </p:grpSpPr>
            <p:sp>
              <p:nvSpPr>
                <p:cNvPr id="13427" name="AutoShape 108">
                  <a:extLst>
                    <a:ext uri="{FF2B5EF4-FFF2-40B4-BE49-F238E27FC236}">
                      <a16:creationId xmlns:a16="http://schemas.microsoft.com/office/drawing/2014/main" id="{4F61A7D4-390C-D0DB-B2A4-C3C8E89A9DF7}"/>
                    </a:ext>
                  </a:extLst>
                </p:cNvPr>
                <p:cNvSpPr>
                  <a:spLocks noChangeAspect="1" noChangeArrowheads="1" noTextEdit="1"/>
                </p:cNvSpPr>
                <p:nvPr/>
              </p:nvSpPr>
              <p:spPr bwMode="auto">
                <a:xfrm>
                  <a:off x="8443120" y="2079625"/>
                  <a:ext cx="141287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428" name="Freeform 110">
                  <a:extLst>
                    <a:ext uri="{FF2B5EF4-FFF2-40B4-BE49-F238E27FC236}">
                      <a16:creationId xmlns:a16="http://schemas.microsoft.com/office/drawing/2014/main" id="{F91DD82F-C0D5-F570-DA04-A067DD9AC98E}"/>
                    </a:ext>
                  </a:extLst>
                </p:cNvPr>
                <p:cNvSpPr>
                  <a:spLocks/>
                </p:cNvSpPr>
                <p:nvPr/>
              </p:nvSpPr>
              <p:spPr bwMode="auto">
                <a:xfrm>
                  <a:off x="8443913" y="2489200"/>
                  <a:ext cx="1411288" cy="720725"/>
                </a:xfrm>
                <a:custGeom>
                  <a:avLst/>
                  <a:gdLst>
                    <a:gd name="T0" fmla="*/ 888 w 902"/>
                    <a:gd name="T1" fmla="*/ 20 h 460"/>
                    <a:gd name="T2" fmla="*/ 487 w 902"/>
                    <a:gd name="T3" fmla="*/ 254 h 460"/>
                    <a:gd name="T4" fmla="*/ 419 w 902"/>
                    <a:gd name="T5" fmla="*/ 254 h 460"/>
                    <a:gd name="T6" fmla="*/ 14 w 902"/>
                    <a:gd name="T7" fmla="*/ 20 h 460"/>
                    <a:gd name="T8" fmla="*/ 0 w 902"/>
                    <a:gd name="T9" fmla="*/ 0 h 460"/>
                    <a:gd name="T10" fmla="*/ 0 w 902"/>
                    <a:gd name="T11" fmla="*/ 196 h 460"/>
                    <a:gd name="T12" fmla="*/ 14 w 902"/>
                    <a:gd name="T13" fmla="*/ 216 h 460"/>
                    <a:gd name="T14" fmla="*/ 418 w 902"/>
                    <a:gd name="T15" fmla="*/ 449 h 460"/>
                    <a:gd name="T16" fmla="*/ 486 w 902"/>
                    <a:gd name="T17" fmla="*/ 449 h 460"/>
                    <a:gd name="T18" fmla="*/ 888 w 902"/>
                    <a:gd name="T19" fmla="*/ 216 h 460"/>
                    <a:gd name="T20" fmla="*/ 902 w 902"/>
                    <a:gd name="T21" fmla="*/ 196 h 460"/>
                    <a:gd name="T22" fmla="*/ 902 w 902"/>
                    <a:gd name="T23" fmla="*/ 0 h 460"/>
                    <a:gd name="T24" fmla="*/ 888 w 902"/>
                    <a:gd name="T25" fmla="*/ 20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2" h="460">
                      <a:moveTo>
                        <a:pt x="888" y="20"/>
                      </a:moveTo>
                      <a:cubicBezTo>
                        <a:pt x="487" y="254"/>
                        <a:pt x="487" y="254"/>
                        <a:pt x="487" y="254"/>
                      </a:cubicBezTo>
                      <a:cubicBezTo>
                        <a:pt x="468" y="264"/>
                        <a:pt x="437" y="264"/>
                        <a:pt x="419" y="254"/>
                      </a:cubicBezTo>
                      <a:cubicBezTo>
                        <a:pt x="14" y="20"/>
                        <a:pt x="14" y="20"/>
                        <a:pt x="14" y="20"/>
                      </a:cubicBezTo>
                      <a:cubicBezTo>
                        <a:pt x="5" y="15"/>
                        <a:pt x="0" y="7"/>
                        <a:pt x="0" y="0"/>
                      </a:cubicBezTo>
                      <a:cubicBezTo>
                        <a:pt x="0" y="196"/>
                        <a:pt x="0" y="196"/>
                        <a:pt x="0" y="196"/>
                      </a:cubicBezTo>
                      <a:cubicBezTo>
                        <a:pt x="0" y="203"/>
                        <a:pt x="4" y="210"/>
                        <a:pt x="14" y="216"/>
                      </a:cubicBezTo>
                      <a:cubicBezTo>
                        <a:pt x="418" y="449"/>
                        <a:pt x="418" y="449"/>
                        <a:pt x="418" y="449"/>
                      </a:cubicBezTo>
                      <a:cubicBezTo>
                        <a:pt x="437" y="460"/>
                        <a:pt x="467" y="460"/>
                        <a:pt x="486" y="449"/>
                      </a:cubicBezTo>
                      <a:cubicBezTo>
                        <a:pt x="888" y="216"/>
                        <a:pt x="888" y="216"/>
                        <a:pt x="888" y="216"/>
                      </a:cubicBezTo>
                      <a:cubicBezTo>
                        <a:pt x="897" y="210"/>
                        <a:pt x="902" y="203"/>
                        <a:pt x="902" y="196"/>
                      </a:cubicBezTo>
                      <a:cubicBezTo>
                        <a:pt x="902" y="0"/>
                        <a:pt x="902" y="0"/>
                        <a:pt x="902" y="0"/>
                      </a:cubicBezTo>
                      <a:cubicBezTo>
                        <a:pt x="902" y="8"/>
                        <a:pt x="898" y="15"/>
                        <a:pt x="888" y="20"/>
                      </a:cubicBezTo>
                      <a:close/>
                    </a:path>
                  </a:pathLst>
                </a:custGeom>
                <a:gradFill flip="none" rotWithShape="1">
                  <a:gsLst>
                    <a:gs pos="0">
                      <a:srgbClr val="E7EBFF"/>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429" name="Freeform 111">
                  <a:extLst>
                    <a:ext uri="{FF2B5EF4-FFF2-40B4-BE49-F238E27FC236}">
                      <a16:creationId xmlns:a16="http://schemas.microsoft.com/office/drawing/2014/main" id="{FD3273D0-3F2C-6301-F5EB-821B3E2A0CFF}"/>
                    </a:ext>
                  </a:extLst>
                </p:cNvPr>
                <p:cNvSpPr>
                  <a:spLocks/>
                </p:cNvSpPr>
                <p:nvPr/>
              </p:nvSpPr>
              <p:spPr bwMode="auto">
                <a:xfrm>
                  <a:off x="8435976" y="2074863"/>
                  <a:ext cx="1427163" cy="827088"/>
                </a:xfrm>
                <a:custGeom>
                  <a:avLst/>
                  <a:gdLst>
                    <a:gd name="T0" fmla="*/ 893 w 912"/>
                    <a:gd name="T1" fmla="*/ 245 h 528"/>
                    <a:gd name="T2" fmla="*/ 893 w 912"/>
                    <a:gd name="T3" fmla="*/ 284 h 528"/>
                    <a:gd name="T4" fmla="*/ 492 w 912"/>
                    <a:gd name="T5" fmla="*/ 518 h 528"/>
                    <a:gd name="T6" fmla="*/ 424 w 912"/>
                    <a:gd name="T7" fmla="*/ 518 h 528"/>
                    <a:gd name="T8" fmla="*/ 19 w 912"/>
                    <a:gd name="T9" fmla="*/ 284 h 528"/>
                    <a:gd name="T10" fmla="*/ 19 w 912"/>
                    <a:gd name="T11" fmla="*/ 245 h 528"/>
                    <a:gd name="T12" fmla="*/ 421 w 912"/>
                    <a:gd name="T13" fmla="*/ 11 h 528"/>
                    <a:gd name="T14" fmla="*/ 489 w 912"/>
                    <a:gd name="T15" fmla="*/ 11 h 528"/>
                    <a:gd name="T16" fmla="*/ 893 w 912"/>
                    <a:gd name="T17" fmla="*/ 24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2" h="528">
                      <a:moveTo>
                        <a:pt x="893" y="245"/>
                      </a:moveTo>
                      <a:cubicBezTo>
                        <a:pt x="912" y="255"/>
                        <a:pt x="912" y="273"/>
                        <a:pt x="893" y="284"/>
                      </a:cubicBezTo>
                      <a:cubicBezTo>
                        <a:pt x="492" y="518"/>
                        <a:pt x="492" y="518"/>
                        <a:pt x="492" y="518"/>
                      </a:cubicBezTo>
                      <a:cubicBezTo>
                        <a:pt x="473" y="528"/>
                        <a:pt x="442" y="528"/>
                        <a:pt x="424" y="518"/>
                      </a:cubicBezTo>
                      <a:cubicBezTo>
                        <a:pt x="19" y="284"/>
                        <a:pt x="19" y="284"/>
                        <a:pt x="19" y="284"/>
                      </a:cubicBezTo>
                      <a:cubicBezTo>
                        <a:pt x="0" y="273"/>
                        <a:pt x="0" y="255"/>
                        <a:pt x="19" y="245"/>
                      </a:cubicBezTo>
                      <a:cubicBezTo>
                        <a:pt x="421" y="11"/>
                        <a:pt x="421" y="11"/>
                        <a:pt x="421" y="11"/>
                      </a:cubicBezTo>
                      <a:cubicBezTo>
                        <a:pt x="439" y="0"/>
                        <a:pt x="470" y="0"/>
                        <a:pt x="489" y="11"/>
                      </a:cubicBezTo>
                      <a:lnTo>
                        <a:pt x="893" y="245"/>
                      </a:lnTo>
                      <a:close/>
                    </a:path>
                  </a:pathLst>
                </a:custGeom>
                <a:gradFill flip="none" rotWithShape="1">
                  <a:gsLst>
                    <a:gs pos="63000">
                      <a:srgbClr val="F7F8FE"/>
                    </a:gs>
                    <a:gs pos="0">
                      <a:schemeClr val="bg1"/>
                    </a:gs>
                    <a:gs pos="100000">
                      <a:srgbClr val="D4D9F7"/>
                    </a:gs>
                  </a:gsLst>
                  <a:lin ang="2700000" scaled="1"/>
                  <a:tileRect/>
                </a:gradFill>
                <a:ln>
                  <a:solidFill>
                    <a:srgbClr val="8E9CEF"/>
                  </a:solidFill>
                </a:ln>
              </p:spPr>
              <p:txBody>
                <a:bodyPr vert="horz" wrap="square" lIns="91440" tIns="45720" rIns="91440" bIns="45720" numCol="1" anchor="t" anchorCtr="0" compatLnSpc="1">
                  <a:prstTxWarp prst="textNoShape">
                    <a:avLst/>
                  </a:prstTxWarp>
                </a:bodyPr>
                <a:lstStyle/>
                <a:p>
                  <a:endParaRPr lang="zh-CN" altLang="en-US" dirty="0"/>
                </a:p>
              </p:txBody>
            </p:sp>
            <p:grpSp>
              <p:nvGrpSpPr>
                <p:cNvPr id="13430" name="组合 13429">
                  <a:extLst>
                    <a:ext uri="{FF2B5EF4-FFF2-40B4-BE49-F238E27FC236}">
                      <a16:creationId xmlns:a16="http://schemas.microsoft.com/office/drawing/2014/main" id="{90852CE2-9324-C8FE-CF0D-9F824272645E}"/>
                    </a:ext>
                  </a:extLst>
                </p:cNvPr>
                <p:cNvGrpSpPr/>
                <p:nvPr/>
              </p:nvGrpSpPr>
              <p:grpSpPr>
                <a:xfrm>
                  <a:off x="8793163" y="2231526"/>
                  <a:ext cx="712788" cy="463550"/>
                  <a:chOff x="8793163" y="2231526"/>
                  <a:chExt cx="712788" cy="463550"/>
                </a:xfrm>
              </p:grpSpPr>
              <p:sp>
                <p:nvSpPr>
                  <p:cNvPr id="13437" name="Freeform 112">
                    <a:extLst>
                      <a:ext uri="{FF2B5EF4-FFF2-40B4-BE49-F238E27FC236}">
                        <a16:creationId xmlns:a16="http://schemas.microsoft.com/office/drawing/2014/main" id="{361D0B5A-700D-CFC3-415F-F58488E1F15E}"/>
                      </a:ext>
                    </a:extLst>
                  </p:cNvPr>
                  <p:cNvSpPr>
                    <a:spLocks/>
                  </p:cNvSpPr>
                  <p:nvPr/>
                </p:nvSpPr>
                <p:spPr bwMode="auto">
                  <a:xfrm>
                    <a:off x="8798720" y="2437901"/>
                    <a:ext cx="701675" cy="257175"/>
                  </a:xfrm>
                  <a:custGeom>
                    <a:avLst/>
                    <a:gdLst>
                      <a:gd name="T0" fmla="*/ 439 w 449"/>
                      <a:gd name="T1" fmla="*/ 15 h 164"/>
                      <a:gd name="T2" fmla="*/ 252 w 449"/>
                      <a:gd name="T3" fmla="*/ 124 h 164"/>
                      <a:gd name="T4" fmla="*/ 200 w 449"/>
                      <a:gd name="T5" fmla="*/ 124 h 164"/>
                      <a:gd name="T6" fmla="*/ 11 w 449"/>
                      <a:gd name="T7" fmla="*/ 15 h 164"/>
                      <a:gd name="T8" fmla="*/ 0 w 449"/>
                      <a:gd name="T9" fmla="*/ 0 h 164"/>
                      <a:gd name="T10" fmla="*/ 0 w 449"/>
                      <a:gd name="T11" fmla="*/ 32 h 164"/>
                      <a:gd name="T12" fmla="*/ 11 w 449"/>
                      <a:gd name="T13" fmla="*/ 47 h 164"/>
                      <a:gd name="T14" fmla="*/ 200 w 449"/>
                      <a:gd name="T15" fmla="*/ 156 h 164"/>
                      <a:gd name="T16" fmla="*/ 252 w 449"/>
                      <a:gd name="T17" fmla="*/ 156 h 164"/>
                      <a:gd name="T18" fmla="*/ 439 w 449"/>
                      <a:gd name="T19" fmla="*/ 47 h 164"/>
                      <a:gd name="T20" fmla="*/ 449 w 449"/>
                      <a:gd name="T21" fmla="*/ 32 h 164"/>
                      <a:gd name="T22" fmla="*/ 449 w 449"/>
                      <a:gd name="T23" fmla="*/ 0 h 164"/>
                      <a:gd name="T24" fmla="*/ 439 w 449"/>
                      <a:gd name="T25" fmla="*/ 15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9" h="164">
                        <a:moveTo>
                          <a:pt x="439" y="15"/>
                        </a:moveTo>
                        <a:cubicBezTo>
                          <a:pt x="252" y="124"/>
                          <a:pt x="252" y="124"/>
                          <a:pt x="252" y="124"/>
                        </a:cubicBezTo>
                        <a:cubicBezTo>
                          <a:pt x="237" y="132"/>
                          <a:pt x="214" y="132"/>
                          <a:pt x="200" y="124"/>
                        </a:cubicBezTo>
                        <a:cubicBezTo>
                          <a:pt x="11" y="15"/>
                          <a:pt x="11" y="15"/>
                          <a:pt x="11" y="15"/>
                        </a:cubicBezTo>
                        <a:cubicBezTo>
                          <a:pt x="4" y="11"/>
                          <a:pt x="0" y="5"/>
                          <a:pt x="0" y="0"/>
                        </a:cubicBezTo>
                        <a:cubicBezTo>
                          <a:pt x="0" y="32"/>
                          <a:pt x="0" y="32"/>
                          <a:pt x="0" y="32"/>
                        </a:cubicBezTo>
                        <a:cubicBezTo>
                          <a:pt x="0" y="38"/>
                          <a:pt x="4" y="43"/>
                          <a:pt x="11" y="47"/>
                        </a:cubicBezTo>
                        <a:cubicBezTo>
                          <a:pt x="200" y="156"/>
                          <a:pt x="200" y="156"/>
                          <a:pt x="200" y="156"/>
                        </a:cubicBezTo>
                        <a:cubicBezTo>
                          <a:pt x="214" y="164"/>
                          <a:pt x="237" y="164"/>
                          <a:pt x="252" y="156"/>
                        </a:cubicBezTo>
                        <a:cubicBezTo>
                          <a:pt x="439" y="47"/>
                          <a:pt x="439" y="47"/>
                          <a:pt x="439" y="47"/>
                        </a:cubicBezTo>
                        <a:cubicBezTo>
                          <a:pt x="446" y="43"/>
                          <a:pt x="449" y="38"/>
                          <a:pt x="449" y="32"/>
                        </a:cubicBezTo>
                        <a:cubicBezTo>
                          <a:pt x="449" y="0"/>
                          <a:pt x="449" y="0"/>
                          <a:pt x="449" y="0"/>
                        </a:cubicBezTo>
                        <a:cubicBezTo>
                          <a:pt x="449" y="5"/>
                          <a:pt x="446" y="11"/>
                          <a:pt x="439" y="15"/>
                        </a:cubicBezTo>
                        <a:close/>
                      </a:path>
                    </a:pathLst>
                  </a:custGeom>
                  <a:gradFill>
                    <a:gsLst>
                      <a:gs pos="0">
                        <a:srgbClr val="8E9CEF"/>
                      </a:gs>
                      <a:gs pos="100000">
                        <a:srgbClr val="3749CC"/>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439" name="Freeform 113">
                    <a:extLst>
                      <a:ext uri="{FF2B5EF4-FFF2-40B4-BE49-F238E27FC236}">
                        <a16:creationId xmlns:a16="http://schemas.microsoft.com/office/drawing/2014/main" id="{8CE7DE0B-0918-CC67-1335-9286235AD4D6}"/>
                      </a:ext>
                    </a:extLst>
                  </p:cNvPr>
                  <p:cNvSpPr>
                    <a:spLocks/>
                  </p:cNvSpPr>
                  <p:nvPr/>
                </p:nvSpPr>
                <p:spPr bwMode="auto">
                  <a:xfrm>
                    <a:off x="8793163" y="2231526"/>
                    <a:ext cx="712788" cy="412750"/>
                  </a:xfrm>
                  <a:custGeom>
                    <a:avLst/>
                    <a:gdLst>
                      <a:gd name="T0" fmla="*/ 442 w 456"/>
                      <a:gd name="T1" fmla="*/ 117 h 264"/>
                      <a:gd name="T2" fmla="*/ 442 w 456"/>
                      <a:gd name="T3" fmla="*/ 147 h 264"/>
                      <a:gd name="T4" fmla="*/ 255 w 456"/>
                      <a:gd name="T5" fmla="*/ 256 h 264"/>
                      <a:gd name="T6" fmla="*/ 203 w 456"/>
                      <a:gd name="T7" fmla="*/ 256 h 264"/>
                      <a:gd name="T8" fmla="*/ 14 w 456"/>
                      <a:gd name="T9" fmla="*/ 147 h 264"/>
                      <a:gd name="T10" fmla="*/ 14 w 456"/>
                      <a:gd name="T11" fmla="*/ 117 h 264"/>
                      <a:gd name="T12" fmla="*/ 201 w 456"/>
                      <a:gd name="T13" fmla="*/ 8 h 264"/>
                      <a:gd name="T14" fmla="*/ 253 w 456"/>
                      <a:gd name="T15" fmla="*/ 8 h 264"/>
                      <a:gd name="T16" fmla="*/ 442 w 456"/>
                      <a:gd name="T17" fmla="*/ 117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6" h="264">
                        <a:moveTo>
                          <a:pt x="442" y="117"/>
                        </a:moveTo>
                        <a:cubicBezTo>
                          <a:pt x="456" y="125"/>
                          <a:pt x="456" y="138"/>
                          <a:pt x="442" y="147"/>
                        </a:cubicBezTo>
                        <a:cubicBezTo>
                          <a:pt x="255" y="256"/>
                          <a:pt x="255" y="256"/>
                          <a:pt x="255" y="256"/>
                        </a:cubicBezTo>
                        <a:cubicBezTo>
                          <a:pt x="240" y="264"/>
                          <a:pt x="217" y="264"/>
                          <a:pt x="203" y="256"/>
                        </a:cubicBezTo>
                        <a:cubicBezTo>
                          <a:pt x="14" y="147"/>
                          <a:pt x="14" y="147"/>
                          <a:pt x="14" y="147"/>
                        </a:cubicBezTo>
                        <a:cubicBezTo>
                          <a:pt x="0" y="138"/>
                          <a:pt x="0" y="125"/>
                          <a:pt x="14" y="117"/>
                        </a:cubicBezTo>
                        <a:cubicBezTo>
                          <a:pt x="201" y="8"/>
                          <a:pt x="201" y="8"/>
                          <a:pt x="201" y="8"/>
                        </a:cubicBezTo>
                        <a:cubicBezTo>
                          <a:pt x="216" y="0"/>
                          <a:pt x="239" y="0"/>
                          <a:pt x="253" y="8"/>
                        </a:cubicBezTo>
                        <a:lnTo>
                          <a:pt x="442" y="117"/>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13416" name="组合 13415">
              <a:extLst>
                <a:ext uri="{FF2B5EF4-FFF2-40B4-BE49-F238E27FC236}">
                  <a16:creationId xmlns:a16="http://schemas.microsoft.com/office/drawing/2014/main" id="{82D9E890-75D7-F0E1-09D2-DA8D4A337B70}"/>
                </a:ext>
              </a:extLst>
            </p:cNvPr>
            <p:cNvGrpSpPr/>
            <p:nvPr/>
          </p:nvGrpSpPr>
          <p:grpSpPr>
            <a:xfrm>
              <a:off x="8877600" y="3916649"/>
              <a:ext cx="1631059" cy="1085080"/>
              <a:chOff x="8215353" y="1662462"/>
              <a:chExt cx="2036775" cy="1354987"/>
            </a:xfrm>
          </p:grpSpPr>
          <p:sp>
            <p:nvSpPr>
              <p:cNvPr id="13417" name="Freeform 111">
                <a:extLst>
                  <a:ext uri="{FF2B5EF4-FFF2-40B4-BE49-F238E27FC236}">
                    <a16:creationId xmlns:a16="http://schemas.microsoft.com/office/drawing/2014/main" id="{5B291455-3924-64B0-3833-62D0BA20309A}"/>
                  </a:ext>
                </a:extLst>
              </p:cNvPr>
              <p:cNvSpPr>
                <a:spLocks/>
              </p:cNvSpPr>
              <p:nvPr/>
            </p:nvSpPr>
            <p:spPr bwMode="auto">
              <a:xfrm>
                <a:off x="8215353" y="1837071"/>
                <a:ext cx="2036775" cy="1180378"/>
              </a:xfrm>
              <a:custGeom>
                <a:avLst/>
                <a:gdLst>
                  <a:gd name="T0" fmla="*/ 893 w 912"/>
                  <a:gd name="T1" fmla="*/ 245 h 528"/>
                  <a:gd name="T2" fmla="*/ 893 w 912"/>
                  <a:gd name="T3" fmla="*/ 284 h 528"/>
                  <a:gd name="T4" fmla="*/ 492 w 912"/>
                  <a:gd name="T5" fmla="*/ 518 h 528"/>
                  <a:gd name="T6" fmla="*/ 424 w 912"/>
                  <a:gd name="T7" fmla="*/ 518 h 528"/>
                  <a:gd name="T8" fmla="*/ 19 w 912"/>
                  <a:gd name="T9" fmla="*/ 284 h 528"/>
                  <a:gd name="T10" fmla="*/ 19 w 912"/>
                  <a:gd name="T11" fmla="*/ 245 h 528"/>
                  <a:gd name="T12" fmla="*/ 421 w 912"/>
                  <a:gd name="T13" fmla="*/ 11 h 528"/>
                  <a:gd name="T14" fmla="*/ 489 w 912"/>
                  <a:gd name="T15" fmla="*/ 11 h 528"/>
                  <a:gd name="T16" fmla="*/ 893 w 912"/>
                  <a:gd name="T17" fmla="*/ 24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2" h="528">
                    <a:moveTo>
                      <a:pt x="893" y="245"/>
                    </a:moveTo>
                    <a:cubicBezTo>
                      <a:pt x="912" y="255"/>
                      <a:pt x="912" y="273"/>
                      <a:pt x="893" y="284"/>
                    </a:cubicBezTo>
                    <a:cubicBezTo>
                      <a:pt x="492" y="518"/>
                      <a:pt x="492" y="518"/>
                      <a:pt x="492" y="518"/>
                    </a:cubicBezTo>
                    <a:cubicBezTo>
                      <a:pt x="473" y="528"/>
                      <a:pt x="442" y="528"/>
                      <a:pt x="424" y="518"/>
                    </a:cubicBezTo>
                    <a:cubicBezTo>
                      <a:pt x="19" y="284"/>
                      <a:pt x="19" y="284"/>
                      <a:pt x="19" y="284"/>
                    </a:cubicBezTo>
                    <a:cubicBezTo>
                      <a:pt x="0" y="273"/>
                      <a:pt x="0" y="255"/>
                      <a:pt x="19" y="245"/>
                    </a:cubicBezTo>
                    <a:cubicBezTo>
                      <a:pt x="421" y="11"/>
                      <a:pt x="421" y="11"/>
                      <a:pt x="421" y="11"/>
                    </a:cubicBezTo>
                    <a:cubicBezTo>
                      <a:pt x="439" y="0"/>
                      <a:pt x="470" y="0"/>
                      <a:pt x="489" y="11"/>
                    </a:cubicBezTo>
                    <a:lnTo>
                      <a:pt x="893" y="245"/>
                    </a:lnTo>
                    <a:close/>
                  </a:path>
                </a:pathLst>
              </a:custGeom>
              <a:solidFill>
                <a:srgbClr val="E7EBFF">
                  <a:alpha val="50000"/>
                </a:srgbClr>
              </a:solidFill>
              <a:ln>
                <a:solidFill>
                  <a:srgbClr val="CDD2F8"/>
                </a:solidFill>
              </a:ln>
            </p:spPr>
            <p:txBody>
              <a:bodyPr vert="horz" wrap="square" lIns="91440" tIns="45720" rIns="91440" bIns="45720" numCol="1" anchor="t" anchorCtr="0" compatLnSpc="1">
                <a:prstTxWarp prst="textNoShape">
                  <a:avLst/>
                </a:prstTxWarp>
              </a:bodyPr>
              <a:lstStyle/>
              <a:p>
                <a:endParaRPr lang="zh-CN" altLang="en-US" dirty="0"/>
              </a:p>
            </p:txBody>
          </p:sp>
          <p:grpSp>
            <p:nvGrpSpPr>
              <p:cNvPr id="13418" name="组合 13417">
                <a:extLst>
                  <a:ext uri="{FF2B5EF4-FFF2-40B4-BE49-F238E27FC236}">
                    <a16:creationId xmlns:a16="http://schemas.microsoft.com/office/drawing/2014/main" id="{FFC07AB9-5822-B9CB-0A3F-D1EB1EB0B6F6}"/>
                  </a:ext>
                </a:extLst>
              </p:cNvPr>
              <p:cNvGrpSpPr/>
              <p:nvPr/>
            </p:nvGrpSpPr>
            <p:grpSpPr>
              <a:xfrm>
                <a:off x="8520160" y="1662462"/>
                <a:ext cx="1427163" cy="1135062"/>
                <a:chOff x="8435976" y="2074863"/>
                <a:chExt cx="1427163" cy="1135062"/>
              </a:xfrm>
            </p:grpSpPr>
            <p:sp>
              <p:nvSpPr>
                <p:cNvPr id="13419" name="AutoShape 108">
                  <a:extLst>
                    <a:ext uri="{FF2B5EF4-FFF2-40B4-BE49-F238E27FC236}">
                      <a16:creationId xmlns:a16="http://schemas.microsoft.com/office/drawing/2014/main" id="{D489915C-EDB3-9422-9BB7-5AE39D1D98B5}"/>
                    </a:ext>
                  </a:extLst>
                </p:cNvPr>
                <p:cNvSpPr>
                  <a:spLocks noChangeAspect="1" noChangeArrowheads="1" noTextEdit="1"/>
                </p:cNvSpPr>
                <p:nvPr/>
              </p:nvSpPr>
              <p:spPr bwMode="auto">
                <a:xfrm>
                  <a:off x="8443120" y="2079625"/>
                  <a:ext cx="141287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420" name="Freeform 110">
                  <a:extLst>
                    <a:ext uri="{FF2B5EF4-FFF2-40B4-BE49-F238E27FC236}">
                      <a16:creationId xmlns:a16="http://schemas.microsoft.com/office/drawing/2014/main" id="{E7977F8D-3453-7BDC-F7FC-65D18403C773}"/>
                    </a:ext>
                  </a:extLst>
                </p:cNvPr>
                <p:cNvSpPr>
                  <a:spLocks/>
                </p:cNvSpPr>
                <p:nvPr/>
              </p:nvSpPr>
              <p:spPr bwMode="auto">
                <a:xfrm>
                  <a:off x="8443913" y="2489200"/>
                  <a:ext cx="1411288" cy="720725"/>
                </a:xfrm>
                <a:custGeom>
                  <a:avLst/>
                  <a:gdLst>
                    <a:gd name="T0" fmla="*/ 888 w 902"/>
                    <a:gd name="T1" fmla="*/ 20 h 460"/>
                    <a:gd name="T2" fmla="*/ 487 w 902"/>
                    <a:gd name="T3" fmla="*/ 254 h 460"/>
                    <a:gd name="T4" fmla="*/ 419 w 902"/>
                    <a:gd name="T5" fmla="*/ 254 h 460"/>
                    <a:gd name="T6" fmla="*/ 14 w 902"/>
                    <a:gd name="T7" fmla="*/ 20 h 460"/>
                    <a:gd name="T8" fmla="*/ 0 w 902"/>
                    <a:gd name="T9" fmla="*/ 0 h 460"/>
                    <a:gd name="T10" fmla="*/ 0 w 902"/>
                    <a:gd name="T11" fmla="*/ 196 h 460"/>
                    <a:gd name="T12" fmla="*/ 14 w 902"/>
                    <a:gd name="T13" fmla="*/ 216 h 460"/>
                    <a:gd name="T14" fmla="*/ 418 w 902"/>
                    <a:gd name="T15" fmla="*/ 449 h 460"/>
                    <a:gd name="T16" fmla="*/ 486 w 902"/>
                    <a:gd name="T17" fmla="*/ 449 h 460"/>
                    <a:gd name="T18" fmla="*/ 888 w 902"/>
                    <a:gd name="T19" fmla="*/ 216 h 460"/>
                    <a:gd name="T20" fmla="*/ 902 w 902"/>
                    <a:gd name="T21" fmla="*/ 196 h 460"/>
                    <a:gd name="T22" fmla="*/ 902 w 902"/>
                    <a:gd name="T23" fmla="*/ 0 h 460"/>
                    <a:gd name="T24" fmla="*/ 888 w 902"/>
                    <a:gd name="T25" fmla="*/ 20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2" h="460">
                      <a:moveTo>
                        <a:pt x="888" y="20"/>
                      </a:moveTo>
                      <a:cubicBezTo>
                        <a:pt x="487" y="254"/>
                        <a:pt x="487" y="254"/>
                        <a:pt x="487" y="254"/>
                      </a:cubicBezTo>
                      <a:cubicBezTo>
                        <a:pt x="468" y="264"/>
                        <a:pt x="437" y="264"/>
                        <a:pt x="419" y="254"/>
                      </a:cubicBezTo>
                      <a:cubicBezTo>
                        <a:pt x="14" y="20"/>
                        <a:pt x="14" y="20"/>
                        <a:pt x="14" y="20"/>
                      </a:cubicBezTo>
                      <a:cubicBezTo>
                        <a:pt x="5" y="15"/>
                        <a:pt x="0" y="7"/>
                        <a:pt x="0" y="0"/>
                      </a:cubicBezTo>
                      <a:cubicBezTo>
                        <a:pt x="0" y="196"/>
                        <a:pt x="0" y="196"/>
                        <a:pt x="0" y="196"/>
                      </a:cubicBezTo>
                      <a:cubicBezTo>
                        <a:pt x="0" y="203"/>
                        <a:pt x="4" y="210"/>
                        <a:pt x="14" y="216"/>
                      </a:cubicBezTo>
                      <a:cubicBezTo>
                        <a:pt x="418" y="449"/>
                        <a:pt x="418" y="449"/>
                        <a:pt x="418" y="449"/>
                      </a:cubicBezTo>
                      <a:cubicBezTo>
                        <a:pt x="437" y="460"/>
                        <a:pt x="467" y="460"/>
                        <a:pt x="486" y="449"/>
                      </a:cubicBezTo>
                      <a:cubicBezTo>
                        <a:pt x="888" y="216"/>
                        <a:pt x="888" y="216"/>
                        <a:pt x="888" y="216"/>
                      </a:cubicBezTo>
                      <a:cubicBezTo>
                        <a:pt x="897" y="210"/>
                        <a:pt x="902" y="203"/>
                        <a:pt x="902" y="196"/>
                      </a:cubicBezTo>
                      <a:cubicBezTo>
                        <a:pt x="902" y="0"/>
                        <a:pt x="902" y="0"/>
                        <a:pt x="902" y="0"/>
                      </a:cubicBezTo>
                      <a:cubicBezTo>
                        <a:pt x="902" y="8"/>
                        <a:pt x="898" y="15"/>
                        <a:pt x="888" y="20"/>
                      </a:cubicBezTo>
                      <a:close/>
                    </a:path>
                  </a:pathLst>
                </a:custGeom>
                <a:gradFill flip="none" rotWithShape="1">
                  <a:gsLst>
                    <a:gs pos="0">
                      <a:srgbClr val="E7EBFF"/>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421" name="Freeform 111">
                  <a:extLst>
                    <a:ext uri="{FF2B5EF4-FFF2-40B4-BE49-F238E27FC236}">
                      <a16:creationId xmlns:a16="http://schemas.microsoft.com/office/drawing/2014/main" id="{BAC1CE01-3A9E-C893-51AA-A63EA114F9FE}"/>
                    </a:ext>
                  </a:extLst>
                </p:cNvPr>
                <p:cNvSpPr>
                  <a:spLocks/>
                </p:cNvSpPr>
                <p:nvPr/>
              </p:nvSpPr>
              <p:spPr bwMode="auto">
                <a:xfrm>
                  <a:off x="8435976" y="2074863"/>
                  <a:ext cx="1427163" cy="827088"/>
                </a:xfrm>
                <a:custGeom>
                  <a:avLst/>
                  <a:gdLst>
                    <a:gd name="T0" fmla="*/ 893 w 912"/>
                    <a:gd name="T1" fmla="*/ 245 h 528"/>
                    <a:gd name="T2" fmla="*/ 893 w 912"/>
                    <a:gd name="T3" fmla="*/ 284 h 528"/>
                    <a:gd name="T4" fmla="*/ 492 w 912"/>
                    <a:gd name="T5" fmla="*/ 518 h 528"/>
                    <a:gd name="T6" fmla="*/ 424 w 912"/>
                    <a:gd name="T7" fmla="*/ 518 h 528"/>
                    <a:gd name="T8" fmla="*/ 19 w 912"/>
                    <a:gd name="T9" fmla="*/ 284 h 528"/>
                    <a:gd name="T10" fmla="*/ 19 w 912"/>
                    <a:gd name="T11" fmla="*/ 245 h 528"/>
                    <a:gd name="T12" fmla="*/ 421 w 912"/>
                    <a:gd name="T13" fmla="*/ 11 h 528"/>
                    <a:gd name="T14" fmla="*/ 489 w 912"/>
                    <a:gd name="T15" fmla="*/ 11 h 528"/>
                    <a:gd name="T16" fmla="*/ 893 w 912"/>
                    <a:gd name="T17" fmla="*/ 24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2" h="528">
                      <a:moveTo>
                        <a:pt x="893" y="245"/>
                      </a:moveTo>
                      <a:cubicBezTo>
                        <a:pt x="912" y="255"/>
                        <a:pt x="912" y="273"/>
                        <a:pt x="893" y="284"/>
                      </a:cubicBezTo>
                      <a:cubicBezTo>
                        <a:pt x="492" y="518"/>
                        <a:pt x="492" y="518"/>
                        <a:pt x="492" y="518"/>
                      </a:cubicBezTo>
                      <a:cubicBezTo>
                        <a:pt x="473" y="528"/>
                        <a:pt x="442" y="528"/>
                        <a:pt x="424" y="518"/>
                      </a:cubicBezTo>
                      <a:cubicBezTo>
                        <a:pt x="19" y="284"/>
                        <a:pt x="19" y="284"/>
                        <a:pt x="19" y="284"/>
                      </a:cubicBezTo>
                      <a:cubicBezTo>
                        <a:pt x="0" y="273"/>
                        <a:pt x="0" y="255"/>
                        <a:pt x="19" y="245"/>
                      </a:cubicBezTo>
                      <a:cubicBezTo>
                        <a:pt x="421" y="11"/>
                        <a:pt x="421" y="11"/>
                        <a:pt x="421" y="11"/>
                      </a:cubicBezTo>
                      <a:cubicBezTo>
                        <a:pt x="439" y="0"/>
                        <a:pt x="470" y="0"/>
                        <a:pt x="489" y="11"/>
                      </a:cubicBezTo>
                      <a:lnTo>
                        <a:pt x="893" y="245"/>
                      </a:lnTo>
                      <a:close/>
                    </a:path>
                  </a:pathLst>
                </a:custGeom>
                <a:gradFill flip="none" rotWithShape="1">
                  <a:gsLst>
                    <a:gs pos="63000">
                      <a:srgbClr val="F7F8FE"/>
                    </a:gs>
                    <a:gs pos="0">
                      <a:schemeClr val="bg1"/>
                    </a:gs>
                    <a:gs pos="100000">
                      <a:srgbClr val="D4D9F7"/>
                    </a:gs>
                  </a:gsLst>
                  <a:lin ang="2700000" scaled="1"/>
                  <a:tileRect/>
                </a:gradFill>
                <a:ln>
                  <a:solidFill>
                    <a:srgbClr val="8E9CEF"/>
                  </a:solidFill>
                </a:ln>
              </p:spPr>
              <p:txBody>
                <a:bodyPr vert="horz" wrap="square" lIns="91440" tIns="45720" rIns="91440" bIns="45720" numCol="1" anchor="t" anchorCtr="0" compatLnSpc="1">
                  <a:prstTxWarp prst="textNoShape">
                    <a:avLst/>
                  </a:prstTxWarp>
                </a:bodyPr>
                <a:lstStyle/>
                <a:p>
                  <a:endParaRPr lang="zh-CN" altLang="en-US" dirty="0"/>
                </a:p>
              </p:txBody>
            </p:sp>
            <p:grpSp>
              <p:nvGrpSpPr>
                <p:cNvPr id="13422" name="组合 13421">
                  <a:extLst>
                    <a:ext uri="{FF2B5EF4-FFF2-40B4-BE49-F238E27FC236}">
                      <a16:creationId xmlns:a16="http://schemas.microsoft.com/office/drawing/2014/main" id="{E4A6350E-84C5-F97E-B9EA-549ABC3902D5}"/>
                    </a:ext>
                  </a:extLst>
                </p:cNvPr>
                <p:cNvGrpSpPr/>
                <p:nvPr/>
              </p:nvGrpSpPr>
              <p:grpSpPr>
                <a:xfrm>
                  <a:off x="8793163" y="2231526"/>
                  <a:ext cx="712788" cy="463550"/>
                  <a:chOff x="8793163" y="2231526"/>
                  <a:chExt cx="712788" cy="463550"/>
                </a:xfrm>
              </p:grpSpPr>
              <p:sp>
                <p:nvSpPr>
                  <p:cNvPr id="13423" name="Freeform 112">
                    <a:extLst>
                      <a:ext uri="{FF2B5EF4-FFF2-40B4-BE49-F238E27FC236}">
                        <a16:creationId xmlns:a16="http://schemas.microsoft.com/office/drawing/2014/main" id="{0A44C160-4BEA-A983-89FD-B9D77D8D93AD}"/>
                      </a:ext>
                    </a:extLst>
                  </p:cNvPr>
                  <p:cNvSpPr>
                    <a:spLocks/>
                  </p:cNvSpPr>
                  <p:nvPr/>
                </p:nvSpPr>
                <p:spPr bwMode="auto">
                  <a:xfrm>
                    <a:off x="8798720" y="2437901"/>
                    <a:ext cx="701675" cy="257175"/>
                  </a:xfrm>
                  <a:custGeom>
                    <a:avLst/>
                    <a:gdLst>
                      <a:gd name="T0" fmla="*/ 439 w 449"/>
                      <a:gd name="T1" fmla="*/ 15 h 164"/>
                      <a:gd name="T2" fmla="*/ 252 w 449"/>
                      <a:gd name="T3" fmla="*/ 124 h 164"/>
                      <a:gd name="T4" fmla="*/ 200 w 449"/>
                      <a:gd name="T5" fmla="*/ 124 h 164"/>
                      <a:gd name="T6" fmla="*/ 11 w 449"/>
                      <a:gd name="T7" fmla="*/ 15 h 164"/>
                      <a:gd name="T8" fmla="*/ 0 w 449"/>
                      <a:gd name="T9" fmla="*/ 0 h 164"/>
                      <a:gd name="T10" fmla="*/ 0 w 449"/>
                      <a:gd name="T11" fmla="*/ 32 h 164"/>
                      <a:gd name="T12" fmla="*/ 11 w 449"/>
                      <a:gd name="T13" fmla="*/ 47 h 164"/>
                      <a:gd name="T14" fmla="*/ 200 w 449"/>
                      <a:gd name="T15" fmla="*/ 156 h 164"/>
                      <a:gd name="T16" fmla="*/ 252 w 449"/>
                      <a:gd name="T17" fmla="*/ 156 h 164"/>
                      <a:gd name="T18" fmla="*/ 439 w 449"/>
                      <a:gd name="T19" fmla="*/ 47 h 164"/>
                      <a:gd name="T20" fmla="*/ 449 w 449"/>
                      <a:gd name="T21" fmla="*/ 32 h 164"/>
                      <a:gd name="T22" fmla="*/ 449 w 449"/>
                      <a:gd name="T23" fmla="*/ 0 h 164"/>
                      <a:gd name="T24" fmla="*/ 439 w 449"/>
                      <a:gd name="T25" fmla="*/ 15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9" h="164">
                        <a:moveTo>
                          <a:pt x="439" y="15"/>
                        </a:moveTo>
                        <a:cubicBezTo>
                          <a:pt x="252" y="124"/>
                          <a:pt x="252" y="124"/>
                          <a:pt x="252" y="124"/>
                        </a:cubicBezTo>
                        <a:cubicBezTo>
                          <a:pt x="237" y="132"/>
                          <a:pt x="214" y="132"/>
                          <a:pt x="200" y="124"/>
                        </a:cubicBezTo>
                        <a:cubicBezTo>
                          <a:pt x="11" y="15"/>
                          <a:pt x="11" y="15"/>
                          <a:pt x="11" y="15"/>
                        </a:cubicBezTo>
                        <a:cubicBezTo>
                          <a:pt x="4" y="11"/>
                          <a:pt x="0" y="5"/>
                          <a:pt x="0" y="0"/>
                        </a:cubicBezTo>
                        <a:cubicBezTo>
                          <a:pt x="0" y="32"/>
                          <a:pt x="0" y="32"/>
                          <a:pt x="0" y="32"/>
                        </a:cubicBezTo>
                        <a:cubicBezTo>
                          <a:pt x="0" y="38"/>
                          <a:pt x="4" y="43"/>
                          <a:pt x="11" y="47"/>
                        </a:cubicBezTo>
                        <a:cubicBezTo>
                          <a:pt x="200" y="156"/>
                          <a:pt x="200" y="156"/>
                          <a:pt x="200" y="156"/>
                        </a:cubicBezTo>
                        <a:cubicBezTo>
                          <a:pt x="214" y="164"/>
                          <a:pt x="237" y="164"/>
                          <a:pt x="252" y="156"/>
                        </a:cubicBezTo>
                        <a:cubicBezTo>
                          <a:pt x="439" y="47"/>
                          <a:pt x="439" y="47"/>
                          <a:pt x="439" y="47"/>
                        </a:cubicBezTo>
                        <a:cubicBezTo>
                          <a:pt x="446" y="43"/>
                          <a:pt x="449" y="38"/>
                          <a:pt x="449" y="32"/>
                        </a:cubicBezTo>
                        <a:cubicBezTo>
                          <a:pt x="449" y="0"/>
                          <a:pt x="449" y="0"/>
                          <a:pt x="449" y="0"/>
                        </a:cubicBezTo>
                        <a:cubicBezTo>
                          <a:pt x="449" y="5"/>
                          <a:pt x="446" y="11"/>
                          <a:pt x="439" y="15"/>
                        </a:cubicBezTo>
                        <a:close/>
                      </a:path>
                    </a:pathLst>
                  </a:custGeom>
                  <a:gradFill>
                    <a:gsLst>
                      <a:gs pos="0">
                        <a:srgbClr val="8E9CEF"/>
                      </a:gs>
                      <a:gs pos="100000">
                        <a:srgbClr val="3749CC"/>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424" name="Freeform 113">
                    <a:extLst>
                      <a:ext uri="{FF2B5EF4-FFF2-40B4-BE49-F238E27FC236}">
                        <a16:creationId xmlns:a16="http://schemas.microsoft.com/office/drawing/2014/main" id="{956EDDD4-FD29-658F-BEB0-F0046E4C8965}"/>
                      </a:ext>
                    </a:extLst>
                  </p:cNvPr>
                  <p:cNvSpPr>
                    <a:spLocks/>
                  </p:cNvSpPr>
                  <p:nvPr/>
                </p:nvSpPr>
                <p:spPr bwMode="auto">
                  <a:xfrm>
                    <a:off x="8793163" y="2231526"/>
                    <a:ext cx="712788" cy="412750"/>
                  </a:xfrm>
                  <a:custGeom>
                    <a:avLst/>
                    <a:gdLst>
                      <a:gd name="T0" fmla="*/ 442 w 456"/>
                      <a:gd name="T1" fmla="*/ 117 h 264"/>
                      <a:gd name="T2" fmla="*/ 442 w 456"/>
                      <a:gd name="T3" fmla="*/ 147 h 264"/>
                      <a:gd name="T4" fmla="*/ 255 w 456"/>
                      <a:gd name="T5" fmla="*/ 256 h 264"/>
                      <a:gd name="T6" fmla="*/ 203 w 456"/>
                      <a:gd name="T7" fmla="*/ 256 h 264"/>
                      <a:gd name="T8" fmla="*/ 14 w 456"/>
                      <a:gd name="T9" fmla="*/ 147 h 264"/>
                      <a:gd name="T10" fmla="*/ 14 w 456"/>
                      <a:gd name="T11" fmla="*/ 117 h 264"/>
                      <a:gd name="T12" fmla="*/ 201 w 456"/>
                      <a:gd name="T13" fmla="*/ 8 h 264"/>
                      <a:gd name="T14" fmla="*/ 253 w 456"/>
                      <a:gd name="T15" fmla="*/ 8 h 264"/>
                      <a:gd name="T16" fmla="*/ 442 w 456"/>
                      <a:gd name="T17" fmla="*/ 117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6" h="264">
                        <a:moveTo>
                          <a:pt x="442" y="117"/>
                        </a:moveTo>
                        <a:cubicBezTo>
                          <a:pt x="456" y="125"/>
                          <a:pt x="456" y="138"/>
                          <a:pt x="442" y="147"/>
                        </a:cubicBezTo>
                        <a:cubicBezTo>
                          <a:pt x="255" y="256"/>
                          <a:pt x="255" y="256"/>
                          <a:pt x="255" y="256"/>
                        </a:cubicBezTo>
                        <a:cubicBezTo>
                          <a:pt x="240" y="264"/>
                          <a:pt x="217" y="264"/>
                          <a:pt x="203" y="256"/>
                        </a:cubicBezTo>
                        <a:cubicBezTo>
                          <a:pt x="14" y="147"/>
                          <a:pt x="14" y="147"/>
                          <a:pt x="14" y="147"/>
                        </a:cubicBezTo>
                        <a:cubicBezTo>
                          <a:pt x="0" y="138"/>
                          <a:pt x="0" y="125"/>
                          <a:pt x="14" y="117"/>
                        </a:cubicBezTo>
                        <a:cubicBezTo>
                          <a:pt x="201" y="8"/>
                          <a:pt x="201" y="8"/>
                          <a:pt x="201" y="8"/>
                        </a:cubicBezTo>
                        <a:cubicBezTo>
                          <a:pt x="216" y="0"/>
                          <a:pt x="239" y="0"/>
                          <a:pt x="253" y="8"/>
                        </a:cubicBezTo>
                        <a:lnTo>
                          <a:pt x="442" y="117"/>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grpSp>
      <p:sp>
        <p:nvSpPr>
          <p:cNvPr id="13481" name="图形 61"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A79719F8-5FAB-979D-5C3F-4FE7FC21CE8D}"/>
              </a:ext>
            </a:extLst>
          </p:cNvPr>
          <p:cNvSpPr/>
          <p:nvPr/>
        </p:nvSpPr>
        <p:spPr>
          <a:xfrm>
            <a:off x="2502825" y="1983929"/>
            <a:ext cx="266492" cy="296102"/>
          </a:xfrm>
          <a:custGeom>
            <a:avLst/>
            <a:gdLst>
              <a:gd name="connsiteX0" fmla="*/ 152400 w 171450"/>
              <a:gd name="connsiteY0" fmla="*/ 19050 h 190500"/>
              <a:gd name="connsiteX1" fmla="*/ 112586 w 171450"/>
              <a:gd name="connsiteY1" fmla="*/ 19050 h 190500"/>
              <a:gd name="connsiteX2" fmla="*/ 85725 w 171450"/>
              <a:gd name="connsiteY2" fmla="*/ 0 h 190500"/>
              <a:gd name="connsiteX3" fmla="*/ 58865 w 171450"/>
              <a:gd name="connsiteY3" fmla="*/ 19050 h 190500"/>
              <a:gd name="connsiteX4" fmla="*/ 19050 w 171450"/>
              <a:gd name="connsiteY4" fmla="*/ 19050 h 190500"/>
              <a:gd name="connsiteX5" fmla="*/ 0 w 171450"/>
              <a:gd name="connsiteY5" fmla="*/ 38100 h 190500"/>
              <a:gd name="connsiteX6" fmla="*/ 0 w 171450"/>
              <a:gd name="connsiteY6" fmla="*/ 171450 h 190500"/>
              <a:gd name="connsiteX7" fmla="*/ 19050 w 171450"/>
              <a:gd name="connsiteY7" fmla="*/ 190500 h 190500"/>
              <a:gd name="connsiteX8" fmla="*/ 152400 w 171450"/>
              <a:gd name="connsiteY8" fmla="*/ 190500 h 190500"/>
              <a:gd name="connsiteX9" fmla="*/ 171450 w 171450"/>
              <a:gd name="connsiteY9" fmla="*/ 171450 h 190500"/>
              <a:gd name="connsiteX10" fmla="*/ 171450 w 171450"/>
              <a:gd name="connsiteY10" fmla="*/ 38100 h 190500"/>
              <a:gd name="connsiteX11" fmla="*/ 152400 w 171450"/>
              <a:gd name="connsiteY11" fmla="*/ 19050 h 190500"/>
              <a:gd name="connsiteX12" fmla="*/ 85725 w 171450"/>
              <a:gd name="connsiteY12" fmla="*/ 19050 h 190500"/>
              <a:gd name="connsiteX13" fmla="*/ 95250 w 171450"/>
              <a:gd name="connsiteY13" fmla="*/ 28575 h 190500"/>
              <a:gd name="connsiteX14" fmla="*/ 85725 w 171450"/>
              <a:gd name="connsiteY14" fmla="*/ 38100 h 190500"/>
              <a:gd name="connsiteX15" fmla="*/ 76200 w 171450"/>
              <a:gd name="connsiteY15" fmla="*/ 28575 h 190500"/>
              <a:gd name="connsiteX16" fmla="*/ 85725 w 171450"/>
              <a:gd name="connsiteY16" fmla="*/ 19050 h 190500"/>
              <a:gd name="connsiteX17" fmla="*/ 85725 w 171450"/>
              <a:gd name="connsiteY17" fmla="*/ 57150 h 190500"/>
              <a:gd name="connsiteX18" fmla="*/ 114300 w 171450"/>
              <a:gd name="connsiteY18" fmla="*/ 85725 h 190500"/>
              <a:gd name="connsiteX19" fmla="*/ 85725 w 171450"/>
              <a:gd name="connsiteY19" fmla="*/ 114300 h 190500"/>
              <a:gd name="connsiteX20" fmla="*/ 57150 w 171450"/>
              <a:gd name="connsiteY20" fmla="*/ 85725 h 190500"/>
              <a:gd name="connsiteX21" fmla="*/ 85725 w 171450"/>
              <a:gd name="connsiteY21" fmla="*/ 57150 h 190500"/>
              <a:gd name="connsiteX22" fmla="*/ 142875 w 171450"/>
              <a:gd name="connsiteY22" fmla="*/ 171450 h 190500"/>
              <a:gd name="connsiteX23" fmla="*/ 28575 w 171450"/>
              <a:gd name="connsiteY23" fmla="*/ 171450 h 190500"/>
              <a:gd name="connsiteX24" fmla="*/ 28575 w 171450"/>
              <a:gd name="connsiteY24" fmla="*/ 158115 h 190500"/>
              <a:gd name="connsiteX25" fmla="*/ 85725 w 171450"/>
              <a:gd name="connsiteY25" fmla="*/ 128588 h 190500"/>
              <a:gd name="connsiteX26" fmla="*/ 142875 w 171450"/>
              <a:gd name="connsiteY26" fmla="*/ 158115 h 190500"/>
              <a:gd name="connsiteX27" fmla="*/ 142875 w 171450"/>
              <a:gd name="connsiteY27" fmla="*/ 1714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1450" h="190500">
                <a:moveTo>
                  <a:pt x="152400" y="19050"/>
                </a:moveTo>
                <a:lnTo>
                  <a:pt x="112586" y="19050"/>
                </a:lnTo>
                <a:cubicBezTo>
                  <a:pt x="108585" y="8001"/>
                  <a:pt x="98108" y="0"/>
                  <a:pt x="85725" y="0"/>
                </a:cubicBezTo>
                <a:cubicBezTo>
                  <a:pt x="73343" y="0"/>
                  <a:pt x="62865" y="8001"/>
                  <a:pt x="58865" y="19050"/>
                </a:cubicBezTo>
                <a:lnTo>
                  <a:pt x="19050" y="19050"/>
                </a:lnTo>
                <a:cubicBezTo>
                  <a:pt x="8573" y="19050"/>
                  <a:pt x="0" y="27623"/>
                  <a:pt x="0" y="38100"/>
                </a:cubicBezTo>
                <a:lnTo>
                  <a:pt x="0" y="171450"/>
                </a:lnTo>
                <a:cubicBezTo>
                  <a:pt x="0" y="181928"/>
                  <a:pt x="8573" y="190500"/>
                  <a:pt x="19050" y="190500"/>
                </a:cubicBezTo>
                <a:lnTo>
                  <a:pt x="152400" y="190500"/>
                </a:lnTo>
                <a:cubicBezTo>
                  <a:pt x="162878" y="190500"/>
                  <a:pt x="171450" y="181928"/>
                  <a:pt x="171450" y="171450"/>
                </a:cubicBezTo>
                <a:lnTo>
                  <a:pt x="171450" y="38100"/>
                </a:lnTo>
                <a:cubicBezTo>
                  <a:pt x="171450" y="27623"/>
                  <a:pt x="162878" y="19050"/>
                  <a:pt x="152400" y="19050"/>
                </a:cubicBezTo>
                <a:close/>
                <a:moveTo>
                  <a:pt x="85725" y="19050"/>
                </a:moveTo>
                <a:cubicBezTo>
                  <a:pt x="90964" y="19050"/>
                  <a:pt x="95250" y="23336"/>
                  <a:pt x="95250" y="28575"/>
                </a:cubicBezTo>
                <a:cubicBezTo>
                  <a:pt x="95250" y="33814"/>
                  <a:pt x="90964" y="38100"/>
                  <a:pt x="85725" y="38100"/>
                </a:cubicBezTo>
                <a:cubicBezTo>
                  <a:pt x="80486" y="38100"/>
                  <a:pt x="76200" y="33814"/>
                  <a:pt x="76200" y="28575"/>
                </a:cubicBezTo>
                <a:cubicBezTo>
                  <a:pt x="76200" y="23336"/>
                  <a:pt x="80486" y="19050"/>
                  <a:pt x="85725" y="19050"/>
                </a:cubicBezTo>
                <a:close/>
                <a:moveTo>
                  <a:pt x="85725" y="57150"/>
                </a:moveTo>
                <a:cubicBezTo>
                  <a:pt x="101537" y="57150"/>
                  <a:pt x="114300" y="69914"/>
                  <a:pt x="114300" y="85725"/>
                </a:cubicBezTo>
                <a:cubicBezTo>
                  <a:pt x="114300" y="101537"/>
                  <a:pt x="101537" y="114300"/>
                  <a:pt x="85725" y="114300"/>
                </a:cubicBezTo>
                <a:cubicBezTo>
                  <a:pt x="69914" y="114300"/>
                  <a:pt x="57150" y="101537"/>
                  <a:pt x="57150" y="85725"/>
                </a:cubicBezTo>
                <a:cubicBezTo>
                  <a:pt x="57150" y="69914"/>
                  <a:pt x="69914" y="57150"/>
                  <a:pt x="85725" y="57150"/>
                </a:cubicBezTo>
                <a:close/>
                <a:moveTo>
                  <a:pt x="142875" y="171450"/>
                </a:moveTo>
                <a:lnTo>
                  <a:pt x="28575" y="171450"/>
                </a:lnTo>
                <a:lnTo>
                  <a:pt x="28575" y="158115"/>
                </a:lnTo>
                <a:cubicBezTo>
                  <a:pt x="28575" y="139065"/>
                  <a:pt x="66675" y="128588"/>
                  <a:pt x="85725" y="128588"/>
                </a:cubicBezTo>
                <a:cubicBezTo>
                  <a:pt x="104775" y="128588"/>
                  <a:pt x="142875" y="139065"/>
                  <a:pt x="142875" y="158115"/>
                </a:cubicBezTo>
                <a:lnTo>
                  <a:pt x="142875" y="171450"/>
                </a:lnTo>
                <a:close/>
              </a:path>
            </a:pathLst>
          </a:custGeom>
          <a:gradFill>
            <a:gsLst>
              <a:gs pos="0">
                <a:srgbClr val="3749CC"/>
              </a:gs>
              <a:gs pos="100000">
                <a:srgbClr val="8E9CEF"/>
              </a:gs>
            </a:gsLst>
            <a:lin ang="10800000" scaled="1"/>
          </a:gradFill>
          <a:ln w="9525" cap="flat">
            <a:noFill/>
            <a:prstDash val="solid"/>
            <a:miter/>
          </a:ln>
          <a:scene3d>
            <a:camera prst="isometricLeftDown"/>
            <a:lightRig rig="threePt" dir="t"/>
          </a:scene3d>
          <a:sp3d extrusionH="38100" prstMaterial="flat">
            <a:extrusionClr>
              <a:srgbClr val="FAFBFF"/>
            </a:extrusionClr>
          </a:sp3d>
        </p:spPr>
        <p:txBody>
          <a:bodyPr rtlCol="0" anchor="ctr"/>
          <a:lstStyle/>
          <a:p>
            <a:endParaRPr lang="zh-CN" altLang="en-US"/>
          </a:p>
        </p:txBody>
      </p:sp>
      <p:sp>
        <p:nvSpPr>
          <p:cNvPr id="13482" name="图形 63"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6CAE42BD-20CD-82E4-9BC7-3B4303259E68}"/>
              </a:ext>
            </a:extLst>
          </p:cNvPr>
          <p:cNvSpPr/>
          <p:nvPr/>
        </p:nvSpPr>
        <p:spPr>
          <a:xfrm>
            <a:off x="2519980" y="4202868"/>
            <a:ext cx="266492" cy="296102"/>
          </a:xfrm>
          <a:custGeom>
            <a:avLst/>
            <a:gdLst>
              <a:gd name="connsiteX0" fmla="*/ 152400 w 171450"/>
              <a:gd name="connsiteY0" fmla="*/ 19050 h 190500"/>
              <a:gd name="connsiteX1" fmla="*/ 112586 w 171450"/>
              <a:gd name="connsiteY1" fmla="*/ 19050 h 190500"/>
              <a:gd name="connsiteX2" fmla="*/ 85725 w 171450"/>
              <a:gd name="connsiteY2" fmla="*/ 0 h 190500"/>
              <a:gd name="connsiteX3" fmla="*/ 58865 w 171450"/>
              <a:gd name="connsiteY3" fmla="*/ 19050 h 190500"/>
              <a:gd name="connsiteX4" fmla="*/ 19050 w 171450"/>
              <a:gd name="connsiteY4" fmla="*/ 19050 h 190500"/>
              <a:gd name="connsiteX5" fmla="*/ 0 w 171450"/>
              <a:gd name="connsiteY5" fmla="*/ 38100 h 190500"/>
              <a:gd name="connsiteX6" fmla="*/ 0 w 171450"/>
              <a:gd name="connsiteY6" fmla="*/ 171450 h 190500"/>
              <a:gd name="connsiteX7" fmla="*/ 19050 w 171450"/>
              <a:gd name="connsiteY7" fmla="*/ 190500 h 190500"/>
              <a:gd name="connsiteX8" fmla="*/ 152400 w 171450"/>
              <a:gd name="connsiteY8" fmla="*/ 190500 h 190500"/>
              <a:gd name="connsiteX9" fmla="*/ 171450 w 171450"/>
              <a:gd name="connsiteY9" fmla="*/ 171450 h 190500"/>
              <a:gd name="connsiteX10" fmla="*/ 171450 w 171450"/>
              <a:gd name="connsiteY10" fmla="*/ 38100 h 190500"/>
              <a:gd name="connsiteX11" fmla="*/ 152400 w 171450"/>
              <a:gd name="connsiteY11" fmla="*/ 19050 h 190500"/>
              <a:gd name="connsiteX12" fmla="*/ 95250 w 171450"/>
              <a:gd name="connsiteY12" fmla="*/ 161925 h 190500"/>
              <a:gd name="connsiteX13" fmla="*/ 76200 w 171450"/>
              <a:gd name="connsiteY13" fmla="*/ 161925 h 190500"/>
              <a:gd name="connsiteX14" fmla="*/ 76200 w 171450"/>
              <a:gd name="connsiteY14" fmla="*/ 142875 h 190500"/>
              <a:gd name="connsiteX15" fmla="*/ 95250 w 171450"/>
              <a:gd name="connsiteY15" fmla="*/ 142875 h 190500"/>
              <a:gd name="connsiteX16" fmla="*/ 95250 w 171450"/>
              <a:gd name="connsiteY16" fmla="*/ 161925 h 190500"/>
              <a:gd name="connsiteX17" fmla="*/ 95250 w 171450"/>
              <a:gd name="connsiteY17" fmla="*/ 123825 h 190500"/>
              <a:gd name="connsiteX18" fmla="*/ 76200 w 171450"/>
              <a:gd name="connsiteY18" fmla="*/ 123825 h 190500"/>
              <a:gd name="connsiteX19" fmla="*/ 76200 w 171450"/>
              <a:gd name="connsiteY19" fmla="*/ 66675 h 190500"/>
              <a:gd name="connsiteX20" fmla="*/ 95250 w 171450"/>
              <a:gd name="connsiteY20" fmla="*/ 66675 h 190500"/>
              <a:gd name="connsiteX21" fmla="*/ 95250 w 171450"/>
              <a:gd name="connsiteY21" fmla="*/ 123825 h 190500"/>
              <a:gd name="connsiteX22" fmla="*/ 85725 w 171450"/>
              <a:gd name="connsiteY22" fmla="*/ 38100 h 190500"/>
              <a:gd name="connsiteX23" fmla="*/ 76200 w 171450"/>
              <a:gd name="connsiteY23" fmla="*/ 28575 h 190500"/>
              <a:gd name="connsiteX24" fmla="*/ 85725 w 171450"/>
              <a:gd name="connsiteY24" fmla="*/ 19050 h 190500"/>
              <a:gd name="connsiteX25" fmla="*/ 95250 w 171450"/>
              <a:gd name="connsiteY25" fmla="*/ 28575 h 190500"/>
              <a:gd name="connsiteX26" fmla="*/ 85725 w 171450"/>
              <a:gd name="connsiteY26" fmla="*/ 3810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71450" h="190500">
                <a:moveTo>
                  <a:pt x="152400" y="19050"/>
                </a:moveTo>
                <a:lnTo>
                  <a:pt x="112586" y="19050"/>
                </a:lnTo>
                <a:cubicBezTo>
                  <a:pt x="108585" y="8001"/>
                  <a:pt x="98108" y="0"/>
                  <a:pt x="85725" y="0"/>
                </a:cubicBezTo>
                <a:cubicBezTo>
                  <a:pt x="73343" y="0"/>
                  <a:pt x="62865" y="8001"/>
                  <a:pt x="58865" y="19050"/>
                </a:cubicBezTo>
                <a:lnTo>
                  <a:pt x="19050" y="19050"/>
                </a:lnTo>
                <a:cubicBezTo>
                  <a:pt x="8573" y="19050"/>
                  <a:pt x="0" y="27623"/>
                  <a:pt x="0" y="38100"/>
                </a:cubicBezTo>
                <a:lnTo>
                  <a:pt x="0" y="171450"/>
                </a:lnTo>
                <a:cubicBezTo>
                  <a:pt x="0" y="181928"/>
                  <a:pt x="8573" y="190500"/>
                  <a:pt x="19050" y="190500"/>
                </a:cubicBezTo>
                <a:lnTo>
                  <a:pt x="152400" y="190500"/>
                </a:lnTo>
                <a:cubicBezTo>
                  <a:pt x="162878" y="190500"/>
                  <a:pt x="171450" y="181928"/>
                  <a:pt x="171450" y="171450"/>
                </a:cubicBezTo>
                <a:lnTo>
                  <a:pt x="171450" y="38100"/>
                </a:lnTo>
                <a:cubicBezTo>
                  <a:pt x="171450" y="27623"/>
                  <a:pt x="162878" y="19050"/>
                  <a:pt x="152400" y="19050"/>
                </a:cubicBezTo>
                <a:close/>
                <a:moveTo>
                  <a:pt x="95250" y="161925"/>
                </a:moveTo>
                <a:lnTo>
                  <a:pt x="76200" y="161925"/>
                </a:lnTo>
                <a:lnTo>
                  <a:pt x="76200" y="142875"/>
                </a:lnTo>
                <a:lnTo>
                  <a:pt x="95250" y="142875"/>
                </a:lnTo>
                <a:lnTo>
                  <a:pt x="95250" y="161925"/>
                </a:lnTo>
                <a:close/>
                <a:moveTo>
                  <a:pt x="95250" y="123825"/>
                </a:moveTo>
                <a:lnTo>
                  <a:pt x="76200" y="123825"/>
                </a:lnTo>
                <a:lnTo>
                  <a:pt x="76200" y="66675"/>
                </a:lnTo>
                <a:lnTo>
                  <a:pt x="95250" y="66675"/>
                </a:lnTo>
                <a:lnTo>
                  <a:pt x="95250" y="123825"/>
                </a:lnTo>
                <a:close/>
                <a:moveTo>
                  <a:pt x="85725" y="38100"/>
                </a:moveTo>
                <a:cubicBezTo>
                  <a:pt x="80486" y="38100"/>
                  <a:pt x="76200" y="33814"/>
                  <a:pt x="76200" y="28575"/>
                </a:cubicBezTo>
                <a:cubicBezTo>
                  <a:pt x="76200" y="23336"/>
                  <a:pt x="80486" y="19050"/>
                  <a:pt x="85725" y="19050"/>
                </a:cubicBezTo>
                <a:cubicBezTo>
                  <a:pt x="90964" y="19050"/>
                  <a:pt x="95250" y="23336"/>
                  <a:pt x="95250" y="28575"/>
                </a:cubicBezTo>
                <a:cubicBezTo>
                  <a:pt x="95250" y="33814"/>
                  <a:pt x="90964" y="38100"/>
                  <a:pt x="85725" y="38100"/>
                </a:cubicBezTo>
                <a:close/>
              </a:path>
            </a:pathLst>
          </a:custGeom>
          <a:gradFill>
            <a:gsLst>
              <a:gs pos="0">
                <a:srgbClr val="3749CC"/>
              </a:gs>
              <a:gs pos="100000">
                <a:srgbClr val="8E9CEF"/>
              </a:gs>
            </a:gsLst>
            <a:lin ang="10800000" scaled="1"/>
          </a:gradFill>
          <a:ln w="9525" cap="flat">
            <a:noFill/>
            <a:prstDash val="solid"/>
            <a:miter/>
          </a:ln>
          <a:scene3d>
            <a:camera prst="isometricLeftDown"/>
            <a:lightRig rig="threePt" dir="t"/>
          </a:scene3d>
          <a:sp3d extrusionH="38100" prstMaterial="flat">
            <a:extrusionClr>
              <a:srgbClr val="FAFBFF"/>
            </a:extrusionClr>
          </a:sp3d>
        </p:spPr>
        <p:txBody>
          <a:bodyPr rtlCol="0" anchor="ctr"/>
          <a:lstStyle/>
          <a:p>
            <a:endParaRPr lang="zh-CN" altLang="en-US"/>
          </a:p>
        </p:txBody>
      </p:sp>
      <p:sp>
        <p:nvSpPr>
          <p:cNvPr id="13483" name="图形 6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D50F5D49-3664-6561-E02B-35BC5A2B10A4}"/>
              </a:ext>
            </a:extLst>
          </p:cNvPr>
          <p:cNvSpPr/>
          <p:nvPr/>
        </p:nvSpPr>
        <p:spPr>
          <a:xfrm>
            <a:off x="9652343" y="2008331"/>
            <a:ext cx="266492" cy="296102"/>
          </a:xfrm>
          <a:custGeom>
            <a:avLst/>
            <a:gdLst>
              <a:gd name="connsiteX0" fmla="*/ 152400 w 171450"/>
              <a:gd name="connsiteY0" fmla="*/ 19050 h 190500"/>
              <a:gd name="connsiteX1" fmla="*/ 112586 w 171450"/>
              <a:gd name="connsiteY1" fmla="*/ 19050 h 190500"/>
              <a:gd name="connsiteX2" fmla="*/ 85725 w 171450"/>
              <a:gd name="connsiteY2" fmla="*/ 0 h 190500"/>
              <a:gd name="connsiteX3" fmla="*/ 58865 w 171450"/>
              <a:gd name="connsiteY3" fmla="*/ 19050 h 190500"/>
              <a:gd name="connsiteX4" fmla="*/ 19050 w 171450"/>
              <a:gd name="connsiteY4" fmla="*/ 19050 h 190500"/>
              <a:gd name="connsiteX5" fmla="*/ 0 w 171450"/>
              <a:gd name="connsiteY5" fmla="*/ 38100 h 190500"/>
              <a:gd name="connsiteX6" fmla="*/ 0 w 171450"/>
              <a:gd name="connsiteY6" fmla="*/ 171450 h 190500"/>
              <a:gd name="connsiteX7" fmla="*/ 19050 w 171450"/>
              <a:gd name="connsiteY7" fmla="*/ 190500 h 190500"/>
              <a:gd name="connsiteX8" fmla="*/ 152400 w 171450"/>
              <a:gd name="connsiteY8" fmla="*/ 190500 h 190500"/>
              <a:gd name="connsiteX9" fmla="*/ 171450 w 171450"/>
              <a:gd name="connsiteY9" fmla="*/ 171450 h 190500"/>
              <a:gd name="connsiteX10" fmla="*/ 171450 w 171450"/>
              <a:gd name="connsiteY10" fmla="*/ 38100 h 190500"/>
              <a:gd name="connsiteX11" fmla="*/ 152400 w 171450"/>
              <a:gd name="connsiteY11" fmla="*/ 19050 h 190500"/>
              <a:gd name="connsiteX12" fmla="*/ 85725 w 171450"/>
              <a:gd name="connsiteY12" fmla="*/ 19050 h 190500"/>
              <a:gd name="connsiteX13" fmla="*/ 95250 w 171450"/>
              <a:gd name="connsiteY13" fmla="*/ 28575 h 190500"/>
              <a:gd name="connsiteX14" fmla="*/ 85725 w 171450"/>
              <a:gd name="connsiteY14" fmla="*/ 38100 h 190500"/>
              <a:gd name="connsiteX15" fmla="*/ 76200 w 171450"/>
              <a:gd name="connsiteY15" fmla="*/ 28575 h 190500"/>
              <a:gd name="connsiteX16" fmla="*/ 85725 w 171450"/>
              <a:gd name="connsiteY16" fmla="*/ 19050 h 190500"/>
              <a:gd name="connsiteX17" fmla="*/ 123825 w 171450"/>
              <a:gd name="connsiteY17" fmla="*/ 133350 h 190500"/>
              <a:gd name="connsiteX18" fmla="*/ 85725 w 171450"/>
              <a:gd name="connsiteY18" fmla="*/ 133350 h 190500"/>
              <a:gd name="connsiteX19" fmla="*/ 85725 w 171450"/>
              <a:gd name="connsiteY19" fmla="*/ 161925 h 190500"/>
              <a:gd name="connsiteX20" fmla="*/ 38100 w 171450"/>
              <a:gd name="connsiteY20" fmla="*/ 114300 h 190500"/>
              <a:gd name="connsiteX21" fmla="*/ 85725 w 171450"/>
              <a:gd name="connsiteY21" fmla="*/ 66675 h 190500"/>
              <a:gd name="connsiteX22" fmla="*/ 85725 w 171450"/>
              <a:gd name="connsiteY22" fmla="*/ 95250 h 190500"/>
              <a:gd name="connsiteX23" fmla="*/ 123825 w 171450"/>
              <a:gd name="connsiteY23" fmla="*/ 95250 h 190500"/>
              <a:gd name="connsiteX24" fmla="*/ 123825 w 171450"/>
              <a:gd name="connsiteY24" fmla="*/ 1333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1450" h="190500">
                <a:moveTo>
                  <a:pt x="152400" y="19050"/>
                </a:moveTo>
                <a:lnTo>
                  <a:pt x="112586" y="19050"/>
                </a:lnTo>
                <a:cubicBezTo>
                  <a:pt x="108585" y="8001"/>
                  <a:pt x="98108" y="0"/>
                  <a:pt x="85725" y="0"/>
                </a:cubicBezTo>
                <a:cubicBezTo>
                  <a:pt x="73343" y="0"/>
                  <a:pt x="62865" y="8001"/>
                  <a:pt x="58865" y="19050"/>
                </a:cubicBezTo>
                <a:lnTo>
                  <a:pt x="19050" y="19050"/>
                </a:lnTo>
                <a:cubicBezTo>
                  <a:pt x="8573" y="19050"/>
                  <a:pt x="0" y="27623"/>
                  <a:pt x="0" y="38100"/>
                </a:cubicBezTo>
                <a:lnTo>
                  <a:pt x="0" y="171450"/>
                </a:lnTo>
                <a:cubicBezTo>
                  <a:pt x="0" y="181928"/>
                  <a:pt x="8573" y="190500"/>
                  <a:pt x="19050" y="190500"/>
                </a:cubicBezTo>
                <a:lnTo>
                  <a:pt x="152400" y="190500"/>
                </a:lnTo>
                <a:cubicBezTo>
                  <a:pt x="162878" y="190500"/>
                  <a:pt x="171450" y="181928"/>
                  <a:pt x="171450" y="171450"/>
                </a:cubicBezTo>
                <a:lnTo>
                  <a:pt x="171450" y="38100"/>
                </a:lnTo>
                <a:cubicBezTo>
                  <a:pt x="171450" y="27623"/>
                  <a:pt x="162878" y="19050"/>
                  <a:pt x="152400" y="19050"/>
                </a:cubicBezTo>
                <a:close/>
                <a:moveTo>
                  <a:pt x="85725" y="19050"/>
                </a:moveTo>
                <a:cubicBezTo>
                  <a:pt x="90964" y="19050"/>
                  <a:pt x="95250" y="23336"/>
                  <a:pt x="95250" y="28575"/>
                </a:cubicBezTo>
                <a:cubicBezTo>
                  <a:pt x="95250" y="33814"/>
                  <a:pt x="90964" y="38100"/>
                  <a:pt x="85725" y="38100"/>
                </a:cubicBezTo>
                <a:cubicBezTo>
                  <a:pt x="80486" y="38100"/>
                  <a:pt x="76200" y="33814"/>
                  <a:pt x="76200" y="28575"/>
                </a:cubicBezTo>
                <a:cubicBezTo>
                  <a:pt x="76200" y="23336"/>
                  <a:pt x="80486" y="19050"/>
                  <a:pt x="85725" y="19050"/>
                </a:cubicBezTo>
                <a:close/>
                <a:moveTo>
                  <a:pt x="123825" y="133350"/>
                </a:moveTo>
                <a:lnTo>
                  <a:pt x="85725" y="133350"/>
                </a:lnTo>
                <a:lnTo>
                  <a:pt x="85725" y="161925"/>
                </a:lnTo>
                <a:lnTo>
                  <a:pt x="38100" y="114300"/>
                </a:lnTo>
                <a:lnTo>
                  <a:pt x="85725" y="66675"/>
                </a:lnTo>
                <a:lnTo>
                  <a:pt x="85725" y="95250"/>
                </a:lnTo>
                <a:lnTo>
                  <a:pt x="123825" y="95250"/>
                </a:lnTo>
                <a:lnTo>
                  <a:pt x="123825" y="133350"/>
                </a:lnTo>
                <a:close/>
              </a:path>
            </a:pathLst>
          </a:custGeom>
          <a:gradFill>
            <a:gsLst>
              <a:gs pos="0">
                <a:srgbClr val="3749CC"/>
              </a:gs>
              <a:gs pos="100000">
                <a:srgbClr val="8E9CEF"/>
              </a:gs>
            </a:gsLst>
            <a:lin ang="10800000" scaled="1"/>
          </a:gradFill>
          <a:ln w="9525" cap="flat">
            <a:noFill/>
            <a:prstDash val="solid"/>
            <a:miter/>
          </a:ln>
          <a:scene3d>
            <a:camera prst="isometricLeftDown"/>
            <a:lightRig rig="threePt" dir="t"/>
          </a:scene3d>
          <a:sp3d extrusionH="38100" prstMaterial="flat">
            <a:extrusionClr>
              <a:srgbClr val="FAFBFF"/>
            </a:extrusionClr>
          </a:sp3d>
        </p:spPr>
        <p:txBody>
          <a:bodyPr rtlCol="0" anchor="ctr"/>
          <a:lstStyle/>
          <a:p>
            <a:endParaRPr lang="zh-CN" altLang="en-US"/>
          </a:p>
        </p:txBody>
      </p:sp>
      <p:sp>
        <p:nvSpPr>
          <p:cNvPr id="13484" name="图形 8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A198091F-0235-C069-8337-D130DB4AB689}"/>
              </a:ext>
            </a:extLst>
          </p:cNvPr>
          <p:cNvSpPr/>
          <p:nvPr/>
        </p:nvSpPr>
        <p:spPr>
          <a:xfrm>
            <a:off x="6041230" y="5225573"/>
            <a:ext cx="266492" cy="296102"/>
          </a:xfrm>
          <a:custGeom>
            <a:avLst/>
            <a:gdLst>
              <a:gd name="connsiteX0" fmla="*/ 152400 w 171450"/>
              <a:gd name="connsiteY0" fmla="*/ 19050 h 190500"/>
              <a:gd name="connsiteX1" fmla="*/ 112586 w 171450"/>
              <a:gd name="connsiteY1" fmla="*/ 19050 h 190500"/>
              <a:gd name="connsiteX2" fmla="*/ 85725 w 171450"/>
              <a:gd name="connsiteY2" fmla="*/ 0 h 190500"/>
              <a:gd name="connsiteX3" fmla="*/ 58865 w 171450"/>
              <a:gd name="connsiteY3" fmla="*/ 19050 h 190500"/>
              <a:gd name="connsiteX4" fmla="*/ 19050 w 171450"/>
              <a:gd name="connsiteY4" fmla="*/ 19050 h 190500"/>
              <a:gd name="connsiteX5" fmla="*/ 0 w 171450"/>
              <a:gd name="connsiteY5" fmla="*/ 38100 h 190500"/>
              <a:gd name="connsiteX6" fmla="*/ 0 w 171450"/>
              <a:gd name="connsiteY6" fmla="*/ 171450 h 190500"/>
              <a:gd name="connsiteX7" fmla="*/ 19050 w 171450"/>
              <a:gd name="connsiteY7" fmla="*/ 190500 h 190500"/>
              <a:gd name="connsiteX8" fmla="*/ 152400 w 171450"/>
              <a:gd name="connsiteY8" fmla="*/ 190500 h 190500"/>
              <a:gd name="connsiteX9" fmla="*/ 171450 w 171450"/>
              <a:gd name="connsiteY9" fmla="*/ 171450 h 190500"/>
              <a:gd name="connsiteX10" fmla="*/ 171450 w 171450"/>
              <a:gd name="connsiteY10" fmla="*/ 38100 h 190500"/>
              <a:gd name="connsiteX11" fmla="*/ 152400 w 171450"/>
              <a:gd name="connsiteY11" fmla="*/ 19050 h 190500"/>
              <a:gd name="connsiteX12" fmla="*/ 85725 w 171450"/>
              <a:gd name="connsiteY12" fmla="*/ 19050 h 190500"/>
              <a:gd name="connsiteX13" fmla="*/ 95250 w 171450"/>
              <a:gd name="connsiteY13" fmla="*/ 28575 h 190500"/>
              <a:gd name="connsiteX14" fmla="*/ 85725 w 171450"/>
              <a:gd name="connsiteY14" fmla="*/ 38100 h 190500"/>
              <a:gd name="connsiteX15" fmla="*/ 76200 w 171450"/>
              <a:gd name="connsiteY15" fmla="*/ 28575 h 190500"/>
              <a:gd name="connsiteX16" fmla="*/ 85725 w 171450"/>
              <a:gd name="connsiteY16" fmla="*/ 19050 h 190500"/>
              <a:gd name="connsiteX17" fmla="*/ 66675 w 171450"/>
              <a:gd name="connsiteY17" fmla="*/ 152400 h 190500"/>
              <a:gd name="connsiteX18" fmla="*/ 28575 w 171450"/>
              <a:gd name="connsiteY18" fmla="*/ 114300 h 190500"/>
              <a:gd name="connsiteX19" fmla="*/ 42005 w 171450"/>
              <a:gd name="connsiteY19" fmla="*/ 100870 h 190500"/>
              <a:gd name="connsiteX20" fmla="*/ 66675 w 171450"/>
              <a:gd name="connsiteY20" fmla="*/ 125444 h 190500"/>
              <a:gd name="connsiteX21" fmla="*/ 129445 w 171450"/>
              <a:gd name="connsiteY21" fmla="*/ 62675 h 190500"/>
              <a:gd name="connsiteX22" fmla="*/ 142875 w 171450"/>
              <a:gd name="connsiteY22" fmla="*/ 76200 h 190500"/>
              <a:gd name="connsiteX23" fmla="*/ 66675 w 171450"/>
              <a:gd name="connsiteY23" fmla="*/ 15240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1450" h="190500">
                <a:moveTo>
                  <a:pt x="152400" y="19050"/>
                </a:moveTo>
                <a:lnTo>
                  <a:pt x="112586" y="19050"/>
                </a:lnTo>
                <a:cubicBezTo>
                  <a:pt x="108585" y="8001"/>
                  <a:pt x="98108" y="0"/>
                  <a:pt x="85725" y="0"/>
                </a:cubicBezTo>
                <a:cubicBezTo>
                  <a:pt x="73343" y="0"/>
                  <a:pt x="62865" y="8001"/>
                  <a:pt x="58865" y="19050"/>
                </a:cubicBezTo>
                <a:lnTo>
                  <a:pt x="19050" y="19050"/>
                </a:lnTo>
                <a:cubicBezTo>
                  <a:pt x="8573" y="19050"/>
                  <a:pt x="0" y="27623"/>
                  <a:pt x="0" y="38100"/>
                </a:cubicBezTo>
                <a:lnTo>
                  <a:pt x="0" y="171450"/>
                </a:lnTo>
                <a:cubicBezTo>
                  <a:pt x="0" y="181928"/>
                  <a:pt x="8573" y="190500"/>
                  <a:pt x="19050" y="190500"/>
                </a:cubicBezTo>
                <a:lnTo>
                  <a:pt x="152400" y="190500"/>
                </a:lnTo>
                <a:cubicBezTo>
                  <a:pt x="162878" y="190500"/>
                  <a:pt x="171450" y="181928"/>
                  <a:pt x="171450" y="171450"/>
                </a:cubicBezTo>
                <a:lnTo>
                  <a:pt x="171450" y="38100"/>
                </a:lnTo>
                <a:cubicBezTo>
                  <a:pt x="171450" y="27623"/>
                  <a:pt x="162878" y="19050"/>
                  <a:pt x="152400" y="19050"/>
                </a:cubicBezTo>
                <a:close/>
                <a:moveTo>
                  <a:pt x="85725" y="19050"/>
                </a:moveTo>
                <a:cubicBezTo>
                  <a:pt x="90964" y="19050"/>
                  <a:pt x="95250" y="23336"/>
                  <a:pt x="95250" y="28575"/>
                </a:cubicBezTo>
                <a:cubicBezTo>
                  <a:pt x="95250" y="33814"/>
                  <a:pt x="90964" y="38100"/>
                  <a:pt x="85725" y="38100"/>
                </a:cubicBezTo>
                <a:cubicBezTo>
                  <a:pt x="80486" y="38100"/>
                  <a:pt x="76200" y="33814"/>
                  <a:pt x="76200" y="28575"/>
                </a:cubicBezTo>
                <a:cubicBezTo>
                  <a:pt x="76200" y="23336"/>
                  <a:pt x="80486" y="19050"/>
                  <a:pt x="85725" y="19050"/>
                </a:cubicBezTo>
                <a:close/>
                <a:moveTo>
                  <a:pt x="66675" y="152400"/>
                </a:moveTo>
                <a:lnTo>
                  <a:pt x="28575" y="114300"/>
                </a:lnTo>
                <a:lnTo>
                  <a:pt x="42005" y="100870"/>
                </a:lnTo>
                <a:lnTo>
                  <a:pt x="66675" y="125444"/>
                </a:lnTo>
                <a:lnTo>
                  <a:pt x="129445" y="62675"/>
                </a:lnTo>
                <a:lnTo>
                  <a:pt x="142875" y="76200"/>
                </a:lnTo>
                <a:lnTo>
                  <a:pt x="66675" y="152400"/>
                </a:lnTo>
                <a:close/>
              </a:path>
            </a:pathLst>
          </a:custGeom>
          <a:gradFill>
            <a:gsLst>
              <a:gs pos="0">
                <a:srgbClr val="3749CC"/>
              </a:gs>
              <a:gs pos="100000">
                <a:srgbClr val="8E9CEF"/>
              </a:gs>
            </a:gsLst>
            <a:lin ang="10800000" scaled="1"/>
          </a:gradFill>
          <a:ln w="9525" cap="flat">
            <a:noFill/>
            <a:prstDash val="solid"/>
            <a:miter/>
          </a:ln>
          <a:scene3d>
            <a:camera prst="isometricLeftDown"/>
            <a:lightRig rig="threePt" dir="t"/>
          </a:scene3d>
          <a:sp3d extrusionH="38100" prstMaterial="flat">
            <a:extrusionClr>
              <a:srgbClr val="FAFBFF"/>
            </a:extrusionClr>
          </a:sp3d>
        </p:spPr>
        <p:txBody>
          <a:bodyPr rtlCol="0" anchor="ctr"/>
          <a:lstStyle/>
          <a:p>
            <a:endParaRPr lang="zh-CN" altLang="en-US"/>
          </a:p>
        </p:txBody>
      </p:sp>
      <p:sp>
        <p:nvSpPr>
          <p:cNvPr id="13491" name="图形 87"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D7A89D09-A604-C03A-395A-DBBFDA5D8859}"/>
              </a:ext>
            </a:extLst>
          </p:cNvPr>
          <p:cNvSpPr/>
          <p:nvPr/>
        </p:nvSpPr>
        <p:spPr>
          <a:xfrm>
            <a:off x="9653492" y="4244360"/>
            <a:ext cx="266492" cy="296102"/>
          </a:xfrm>
          <a:custGeom>
            <a:avLst/>
            <a:gdLst>
              <a:gd name="connsiteX0" fmla="*/ 152400 w 171450"/>
              <a:gd name="connsiteY0" fmla="*/ 19050 h 190500"/>
              <a:gd name="connsiteX1" fmla="*/ 112586 w 171450"/>
              <a:gd name="connsiteY1" fmla="*/ 19050 h 190500"/>
              <a:gd name="connsiteX2" fmla="*/ 85725 w 171450"/>
              <a:gd name="connsiteY2" fmla="*/ 0 h 190500"/>
              <a:gd name="connsiteX3" fmla="*/ 58865 w 171450"/>
              <a:gd name="connsiteY3" fmla="*/ 19050 h 190500"/>
              <a:gd name="connsiteX4" fmla="*/ 19050 w 171450"/>
              <a:gd name="connsiteY4" fmla="*/ 19050 h 190500"/>
              <a:gd name="connsiteX5" fmla="*/ 0 w 171450"/>
              <a:gd name="connsiteY5" fmla="*/ 38100 h 190500"/>
              <a:gd name="connsiteX6" fmla="*/ 0 w 171450"/>
              <a:gd name="connsiteY6" fmla="*/ 171450 h 190500"/>
              <a:gd name="connsiteX7" fmla="*/ 19050 w 171450"/>
              <a:gd name="connsiteY7" fmla="*/ 190500 h 190500"/>
              <a:gd name="connsiteX8" fmla="*/ 152400 w 171450"/>
              <a:gd name="connsiteY8" fmla="*/ 190500 h 190500"/>
              <a:gd name="connsiteX9" fmla="*/ 171450 w 171450"/>
              <a:gd name="connsiteY9" fmla="*/ 171450 h 190500"/>
              <a:gd name="connsiteX10" fmla="*/ 171450 w 171450"/>
              <a:gd name="connsiteY10" fmla="*/ 38100 h 190500"/>
              <a:gd name="connsiteX11" fmla="*/ 152400 w 171450"/>
              <a:gd name="connsiteY11" fmla="*/ 19050 h 190500"/>
              <a:gd name="connsiteX12" fmla="*/ 85725 w 171450"/>
              <a:gd name="connsiteY12" fmla="*/ 19050 h 190500"/>
              <a:gd name="connsiteX13" fmla="*/ 95250 w 171450"/>
              <a:gd name="connsiteY13" fmla="*/ 28575 h 190500"/>
              <a:gd name="connsiteX14" fmla="*/ 85725 w 171450"/>
              <a:gd name="connsiteY14" fmla="*/ 38100 h 190500"/>
              <a:gd name="connsiteX15" fmla="*/ 76200 w 171450"/>
              <a:gd name="connsiteY15" fmla="*/ 28575 h 190500"/>
              <a:gd name="connsiteX16" fmla="*/ 85725 w 171450"/>
              <a:gd name="connsiteY16" fmla="*/ 19050 h 190500"/>
              <a:gd name="connsiteX17" fmla="*/ 85725 w 171450"/>
              <a:gd name="connsiteY17" fmla="*/ 161925 h 190500"/>
              <a:gd name="connsiteX18" fmla="*/ 38100 w 171450"/>
              <a:gd name="connsiteY18" fmla="*/ 114300 h 190500"/>
              <a:gd name="connsiteX19" fmla="*/ 66675 w 171450"/>
              <a:gd name="connsiteY19" fmla="*/ 114300 h 190500"/>
              <a:gd name="connsiteX20" fmla="*/ 66675 w 171450"/>
              <a:gd name="connsiteY20" fmla="*/ 76200 h 190500"/>
              <a:gd name="connsiteX21" fmla="*/ 104775 w 171450"/>
              <a:gd name="connsiteY21" fmla="*/ 76200 h 190500"/>
              <a:gd name="connsiteX22" fmla="*/ 104775 w 171450"/>
              <a:gd name="connsiteY22" fmla="*/ 114300 h 190500"/>
              <a:gd name="connsiteX23" fmla="*/ 133350 w 171450"/>
              <a:gd name="connsiteY23" fmla="*/ 114300 h 190500"/>
              <a:gd name="connsiteX24" fmla="*/ 85725 w 171450"/>
              <a:gd name="connsiteY24" fmla="*/ 16192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1450" h="190500">
                <a:moveTo>
                  <a:pt x="152400" y="19050"/>
                </a:moveTo>
                <a:lnTo>
                  <a:pt x="112586" y="19050"/>
                </a:lnTo>
                <a:cubicBezTo>
                  <a:pt x="108585" y="8001"/>
                  <a:pt x="98108" y="0"/>
                  <a:pt x="85725" y="0"/>
                </a:cubicBezTo>
                <a:cubicBezTo>
                  <a:pt x="73343" y="0"/>
                  <a:pt x="62865" y="8001"/>
                  <a:pt x="58865" y="19050"/>
                </a:cubicBezTo>
                <a:lnTo>
                  <a:pt x="19050" y="19050"/>
                </a:lnTo>
                <a:cubicBezTo>
                  <a:pt x="8573" y="19050"/>
                  <a:pt x="0" y="27623"/>
                  <a:pt x="0" y="38100"/>
                </a:cubicBezTo>
                <a:lnTo>
                  <a:pt x="0" y="171450"/>
                </a:lnTo>
                <a:cubicBezTo>
                  <a:pt x="0" y="181928"/>
                  <a:pt x="8573" y="190500"/>
                  <a:pt x="19050" y="190500"/>
                </a:cubicBezTo>
                <a:lnTo>
                  <a:pt x="152400" y="190500"/>
                </a:lnTo>
                <a:cubicBezTo>
                  <a:pt x="162878" y="190500"/>
                  <a:pt x="171450" y="181928"/>
                  <a:pt x="171450" y="171450"/>
                </a:cubicBezTo>
                <a:lnTo>
                  <a:pt x="171450" y="38100"/>
                </a:lnTo>
                <a:cubicBezTo>
                  <a:pt x="171450" y="27623"/>
                  <a:pt x="162878" y="19050"/>
                  <a:pt x="152400" y="19050"/>
                </a:cubicBezTo>
                <a:close/>
                <a:moveTo>
                  <a:pt x="85725" y="19050"/>
                </a:moveTo>
                <a:cubicBezTo>
                  <a:pt x="90964" y="19050"/>
                  <a:pt x="95250" y="23336"/>
                  <a:pt x="95250" y="28575"/>
                </a:cubicBezTo>
                <a:cubicBezTo>
                  <a:pt x="95250" y="33814"/>
                  <a:pt x="90964" y="38100"/>
                  <a:pt x="85725" y="38100"/>
                </a:cubicBezTo>
                <a:cubicBezTo>
                  <a:pt x="80486" y="38100"/>
                  <a:pt x="76200" y="33814"/>
                  <a:pt x="76200" y="28575"/>
                </a:cubicBezTo>
                <a:cubicBezTo>
                  <a:pt x="76200" y="23336"/>
                  <a:pt x="80486" y="19050"/>
                  <a:pt x="85725" y="19050"/>
                </a:cubicBezTo>
                <a:close/>
                <a:moveTo>
                  <a:pt x="85725" y="161925"/>
                </a:moveTo>
                <a:lnTo>
                  <a:pt x="38100" y="114300"/>
                </a:lnTo>
                <a:lnTo>
                  <a:pt x="66675" y="114300"/>
                </a:lnTo>
                <a:lnTo>
                  <a:pt x="66675" y="76200"/>
                </a:lnTo>
                <a:lnTo>
                  <a:pt x="104775" y="76200"/>
                </a:lnTo>
                <a:lnTo>
                  <a:pt x="104775" y="114300"/>
                </a:lnTo>
                <a:lnTo>
                  <a:pt x="133350" y="114300"/>
                </a:lnTo>
                <a:lnTo>
                  <a:pt x="85725" y="161925"/>
                </a:lnTo>
                <a:close/>
              </a:path>
            </a:pathLst>
          </a:custGeom>
          <a:gradFill>
            <a:gsLst>
              <a:gs pos="0">
                <a:srgbClr val="3749CC"/>
              </a:gs>
              <a:gs pos="100000">
                <a:srgbClr val="8E9CEF"/>
              </a:gs>
            </a:gsLst>
            <a:lin ang="10800000" scaled="1"/>
          </a:gradFill>
          <a:ln w="9525" cap="flat">
            <a:noFill/>
            <a:prstDash val="solid"/>
            <a:miter/>
          </a:ln>
          <a:scene3d>
            <a:camera prst="isometricLeftDown"/>
            <a:lightRig rig="threePt" dir="t"/>
          </a:scene3d>
          <a:sp3d extrusionH="38100" prstMaterial="flat">
            <a:extrusionClr>
              <a:srgbClr val="FAFBFF"/>
            </a:extrusionClr>
          </a:sp3d>
        </p:spPr>
        <p:txBody>
          <a:bodyPr rtlCol="0" anchor="ctr"/>
          <a:lstStyle/>
          <a:p>
            <a:endParaRPr lang="zh-CN" altLang="en-US"/>
          </a:p>
        </p:txBody>
      </p:sp>
      <p:sp>
        <p:nvSpPr>
          <p:cNvPr id="13492" name="文本框 13491">
            <a:extLst>
              <a:ext uri="{FF2B5EF4-FFF2-40B4-BE49-F238E27FC236}">
                <a16:creationId xmlns:a16="http://schemas.microsoft.com/office/drawing/2014/main" id="{B66FBEEE-6063-7535-94DE-E60AA949EC9E}"/>
              </a:ext>
            </a:extLst>
          </p:cNvPr>
          <p:cNvSpPr txBox="1"/>
          <p:nvPr/>
        </p:nvSpPr>
        <p:spPr>
          <a:xfrm>
            <a:off x="2218052" y="1660061"/>
            <a:ext cx="825867" cy="246221"/>
          </a:xfrm>
          <a:prstGeom prst="rect">
            <a:avLst/>
          </a:prstGeom>
          <a:noFill/>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定量性趋势</a:t>
            </a:r>
          </a:p>
        </p:txBody>
      </p:sp>
      <p:sp>
        <p:nvSpPr>
          <p:cNvPr id="13493" name="文本框 13492">
            <a:extLst>
              <a:ext uri="{FF2B5EF4-FFF2-40B4-BE49-F238E27FC236}">
                <a16:creationId xmlns:a16="http://schemas.microsoft.com/office/drawing/2014/main" id="{076C02E9-1A50-EEAA-6713-488069073093}"/>
              </a:ext>
            </a:extLst>
          </p:cNvPr>
          <p:cNvSpPr txBox="1"/>
          <p:nvPr/>
        </p:nvSpPr>
        <p:spPr>
          <a:xfrm>
            <a:off x="2218052" y="3864080"/>
            <a:ext cx="825867" cy="246221"/>
          </a:xfrm>
          <a:prstGeom prst="rect">
            <a:avLst/>
          </a:prstGeom>
          <a:noFill/>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定量性趋势</a:t>
            </a:r>
          </a:p>
        </p:txBody>
      </p:sp>
      <p:sp>
        <p:nvSpPr>
          <p:cNvPr id="13494" name="文本框 13493">
            <a:extLst>
              <a:ext uri="{FF2B5EF4-FFF2-40B4-BE49-F238E27FC236}">
                <a16:creationId xmlns:a16="http://schemas.microsoft.com/office/drawing/2014/main" id="{67C30292-FBEE-717E-7B52-AF3AA4C5F7DE}"/>
              </a:ext>
            </a:extLst>
          </p:cNvPr>
          <p:cNvSpPr txBox="1"/>
          <p:nvPr/>
        </p:nvSpPr>
        <p:spPr>
          <a:xfrm>
            <a:off x="9389934" y="1660061"/>
            <a:ext cx="825867" cy="246221"/>
          </a:xfrm>
          <a:prstGeom prst="rect">
            <a:avLst/>
          </a:prstGeom>
          <a:noFill/>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定量性趋势</a:t>
            </a:r>
          </a:p>
        </p:txBody>
      </p:sp>
      <p:sp>
        <p:nvSpPr>
          <p:cNvPr id="13495" name="文本框 13494">
            <a:extLst>
              <a:ext uri="{FF2B5EF4-FFF2-40B4-BE49-F238E27FC236}">
                <a16:creationId xmlns:a16="http://schemas.microsoft.com/office/drawing/2014/main" id="{FF67E030-47A6-814D-6FDE-B7DE116CE348}"/>
              </a:ext>
            </a:extLst>
          </p:cNvPr>
          <p:cNvSpPr txBox="1"/>
          <p:nvPr/>
        </p:nvSpPr>
        <p:spPr>
          <a:xfrm>
            <a:off x="9389934" y="3864080"/>
            <a:ext cx="825867" cy="246221"/>
          </a:xfrm>
          <a:prstGeom prst="rect">
            <a:avLst/>
          </a:prstGeom>
          <a:noFill/>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定量性趋势</a:t>
            </a:r>
          </a:p>
        </p:txBody>
      </p:sp>
      <p:sp>
        <p:nvSpPr>
          <p:cNvPr id="13496" name="文本框 13495">
            <a:extLst>
              <a:ext uri="{FF2B5EF4-FFF2-40B4-BE49-F238E27FC236}">
                <a16:creationId xmlns:a16="http://schemas.microsoft.com/office/drawing/2014/main" id="{FCFF9353-81C6-C41F-DB5C-869BDE3EFD39}"/>
              </a:ext>
            </a:extLst>
          </p:cNvPr>
          <p:cNvSpPr txBox="1"/>
          <p:nvPr/>
        </p:nvSpPr>
        <p:spPr>
          <a:xfrm>
            <a:off x="5723802" y="4839269"/>
            <a:ext cx="825867" cy="246221"/>
          </a:xfrm>
          <a:prstGeom prst="rect">
            <a:avLst/>
          </a:prstGeom>
          <a:noFill/>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定量性趋势</a:t>
            </a:r>
          </a:p>
        </p:txBody>
      </p:sp>
    </p:spTree>
    <p:extLst>
      <p:ext uri="{BB962C8B-B14F-4D97-AF65-F5344CB8AC3E}">
        <p14:creationId xmlns:p14="http://schemas.microsoft.com/office/powerpoint/2010/main" val="38578446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349B8057-F1DD-6A79-08F2-B8D087CD0525}"/>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4A968903-BC23-6288-181F-1C01A03D58B2}"/>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71AC0188-39D9-AA62-86B1-D6D213B92BCB}"/>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76EC42E1-AFC9-0CB0-5FEC-A9D81B71E81C}"/>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4260EE78-AF40-E9A4-836C-5E176BE10598}"/>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5B304549-691C-5F3C-6D9D-9D06C4EF8D0E}"/>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10" name="文本框 9">
              <a:extLst>
                <a:ext uri="{FF2B5EF4-FFF2-40B4-BE49-F238E27FC236}">
                  <a16:creationId xmlns:a16="http://schemas.microsoft.com/office/drawing/2014/main" id="{01DE8A4D-FA5E-A702-A06F-C3F17414FCC2}"/>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11" name="文本框 10">
              <a:extLst>
                <a:ext uri="{FF2B5EF4-FFF2-40B4-BE49-F238E27FC236}">
                  <a16:creationId xmlns:a16="http://schemas.microsoft.com/office/drawing/2014/main" id="{980C474D-0B34-1A66-5FCF-488E5A89DF5A}"/>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14"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723D9162-BAB8-4BF5-7438-8956AF20D2F6}"/>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15" name="文本框 14">
              <a:extLst>
                <a:ext uri="{FF2B5EF4-FFF2-40B4-BE49-F238E27FC236}">
                  <a16:creationId xmlns:a16="http://schemas.microsoft.com/office/drawing/2014/main" id="{C5FD00C9-F132-F2F9-8BC9-402DA78A1331}"/>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16" name="文本框 15">
              <a:extLst>
                <a:ext uri="{FF2B5EF4-FFF2-40B4-BE49-F238E27FC236}">
                  <a16:creationId xmlns:a16="http://schemas.microsoft.com/office/drawing/2014/main" id="{5C7204B0-E99A-07EE-B3E6-EB4F9840F008}"/>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sp>
        <p:nvSpPr>
          <p:cNvPr id="158" name="Freeform 11">
            <a:extLst>
              <a:ext uri="{FF2B5EF4-FFF2-40B4-BE49-F238E27FC236}">
                <a16:creationId xmlns:a16="http://schemas.microsoft.com/office/drawing/2014/main" id="{4CB17986-BECD-9C55-7CBD-CA4EAB3AABF5}"/>
              </a:ext>
            </a:extLst>
          </p:cNvPr>
          <p:cNvSpPr>
            <a:spLocks/>
          </p:cNvSpPr>
          <p:nvPr/>
        </p:nvSpPr>
        <p:spPr bwMode="auto">
          <a:xfrm>
            <a:off x="2013843" y="1310710"/>
            <a:ext cx="8188414" cy="4745253"/>
          </a:xfrm>
          <a:custGeom>
            <a:avLst/>
            <a:gdLst>
              <a:gd name="T0" fmla="*/ 3331 w 3377"/>
              <a:gd name="T1" fmla="*/ 930 h 1956"/>
              <a:gd name="T2" fmla="*/ 3331 w 3377"/>
              <a:gd name="T3" fmla="*/ 1027 h 1956"/>
              <a:gd name="T4" fmla="*/ 1778 w 3377"/>
              <a:gd name="T5" fmla="*/ 1929 h 1956"/>
              <a:gd name="T6" fmla="*/ 1610 w 3377"/>
              <a:gd name="T7" fmla="*/ 1929 h 1956"/>
              <a:gd name="T8" fmla="*/ 47 w 3377"/>
              <a:gd name="T9" fmla="*/ 1027 h 1956"/>
              <a:gd name="T10" fmla="*/ 47 w 3377"/>
              <a:gd name="T11" fmla="*/ 930 h 1956"/>
              <a:gd name="T12" fmla="*/ 1599 w 3377"/>
              <a:gd name="T13" fmla="*/ 27 h 1956"/>
              <a:gd name="T14" fmla="*/ 1768 w 3377"/>
              <a:gd name="T15" fmla="*/ 27 h 1956"/>
              <a:gd name="T16" fmla="*/ 3331 w 3377"/>
              <a:gd name="T17" fmla="*/ 930 h 1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77" h="1956">
                <a:moveTo>
                  <a:pt x="3331" y="930"/>
                </a:moveTo>
                <a:cubicBezTo>
                  <a:pt x="3377" y="956"/>
                  <a:pt x="3377" y="1000"/>
                  <a:pt x="3331" y="1027"/>
                </a:cubicBezTo>
                <a:cubicBezTo>
                  <a:pt x="1778" y="1929"/>
                  <a:pt x="1778" y="1929"/>
                  <a:pt x="1778" y="1929"/>
                </a:cubicBezTo>
                <a:cubicBezTo>
                  <a:pt x="1732" y="1956"/>
                  <a:pt x="1657" y="1956"/>
                  <a:pt x="1610" y="1929"/>
                </a:cubicBezTo>
                <a:cubicBezTo>
                  <a:pt x="47" y="1027"/>
                  <a:pt x="47" y="1027"/>
                  <a:pt x="47" y="1027"/>
                </a:cubicBezTo>
                <a:cubicBezTo>
                  <a:pt x="0" y="1000"/>
                  <a:pt x="0" y="956"/>
                  <a:pt x="47" y="930"/>
                </a:cubicBezTo>
                <a:cubicBezTo>
                  <a:pt x="1599" y="27"/>
                  <a:pt x="1599" y="27"/>
                  <a:pt x="1599" y="27"/>
                </a:cubicBezTo>
                <a:cubicBezTo>
                  <a:pt x="1646" y="0"/>
                  <a:pt x="1721" y="0"/>
                  <a:pt x="1768" y="27"/>
                </a:cubicBezTo>
                <a:lnTo>
                  <a:pt x="3331" y="930"/>
                </a:lnTo>
                <a:close/>
              </a:path>
            </a:pathLst>
          </a:custGeom>
          <a:noFill/>
          <a:ln w="6350">
            <a:solidFill>
              <a:srgbClr val="7584E5"/>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66" name="组合 65">
            <a:extLst>
              <a:ext uri="{FF2B5EF4-FFF2-40B4-BE49-F238E27FC236}">
                <a16:creationId xmlns:a16="http://schemas.microsoft.com/office/drawing/2014/main" id="{E88DDCE8-78F5-8C9C-8D68-1271FC92CE5A}"/>
              </a:ext>
            </a:extLst>
          </p:cNvPr>
          <p:cNvGrpSpPr/>
          <p:nvPr/>
        </p:nvGrpSpPr>
        <p:grpSpPr>
          <a:xfrm>
            <a:off x="4579778" y="2918761"/>
            <a:ext cx="3032443" cy="1972243"/>
            <a:chOff x="4579777" y="4160692"/>
            <a:chExt cx="3032443" cy="1972243"/>
          </a:xfrm>
        </p:grpSpPr>
        <p:grpSp>
          <p:nvGrpSpPr>
            <p:cNvPr id="13" name="组合 12">
              <a:extLst>
                <a:ext uri="{FF2B5EF4-FFF2-40B4-BE49-F238E27FC236}">
                  <a16:creationId xmlns:a16="http://schemas.microsoft.com/office/drawing/2014/main" id="{4AFF4617-CA8D-71A8-579F-5D9D79EA4E31}"/>
                </a:ext>
              </a:extLst>
            </p:cNvPr>
            <p:cNvGrpSpPr/>
            <p:nvPr/>
          </p:nvGrpSpPr>
          <p:grpSpPr>
            <a:xfrm>
              <a:off x="4579777" y="4160692"/>
              <a:ext cx="3032443" cy="1972243"/>
              <a:chOff x="4648517" y="2460586"/>
              <a:chExt cx="3032443" cy="1972243"/>
            </a:xfrm>
          </p:grpSpPr>
          <p:sp>
            <p:nvSpPr>
              <p:cNvPr id="12" name="Freeform 5">
                <a:extLst>
                  <a:ext uri="{FF2B5EF4-FFF2-40B4-BE49-F238E27FC236}">
                    <a16:creationId xmlns:a16="http://schemas.microsoft.com/office/drawing/2014/main" id="{B43CE08E-F07B-9571-A45B-CA28DF22297D}"/>
                  </a:ext>
                </a:extLst>
              </p:cNvPr>
              <p:cNvSpPr>
                <a:spLocks/>
              </p:cNvSpPr>
              <p:nvPr/>
            </p:nvSpPr>
            <p:spPr bwMode="auto">
              <a:xfrm>
                <a:off x="4661051" y="3374816"/>
                <a:ext cx="3007374" cy="1058013"/>
              </a:xfrm>
              <a:custGeom>
                <a:avLst/>
                <a:gdLst>
                  <a:gd name="T0" fmla="*/ 2696 w 2730"/>
                  <a:gd name="T1" fmla="*/ 49 h 960"/>
                  <a:gd name="T2" fmla="*/ 1454 w 2730"/>
                  <a:gd name="T3" fmla="*/ 771 h 960"/>
                  <a:gd name="T4" fmla="*/ 1286 w 2730"/>
                  <a:gd name="T5" fmla="*/ 771 h 960"/>
                  <a:gd name="T6" fmla="*/ 36 w 2730"/>
                  <a:gd name="T7" fmla="*/ 49 h 960"/>
                  <a:gd name="T8" fmla="*/ 1 w 2730"/>
                  <a:gd name="T9" fmla="*/ 0 h 960"/>
                  <a:gd name="T10" fmla="*/ 0 w 2730"/>
                  <a:gd name="T11" fmla="*/ 163 h 960"/>
                  <a:gd name="T12" fmla="*/ 35 w 2730"/>
                  <a:gd name="T13" fmla="*/ 212 h 960"/>
                  <a:gd name="T14" fmla="*/ 1285 w 2730"/>
                  <a:gd name="T15" fmla="*/ 934 h 960"/>
                  <a:gd name="T16" fmla="*/ 1453 w 2730"/>
                  <a:gd name="T17" fmla="*/ 934 h 960"/>
                  <a:gd name="T18" fmla="*/ 2695 w 2730"/>
                  <a:gd name="T19" fmla="*/ 212 h 960"/>
                  <a:gd name="T20" fmla="*/ 2730 w 2730"/>
                  <a:gd name="T21" fmla="*/ 163 h 960"/>
                  <a:gd name="T22" fmla="*/ 2730 w 2730"/>
                  <a:gd name="T23" fmla="*/ 0 h 960"/>
                  <a:gd name="T24" fmla="*/ 2696 w 2730"/>
                  <a:gd name="T25" fmla="*/ 49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30" h="960">
                    <a:moveTo>
                      <a:pt x="2696" y="49"/>
                    </a:moveTo>
                    <a:cubicBezTo>
                      <a:pt x="1454" y="771"/>
                      <a:pt x="1454" y="771"/>
                      <a:pt x="1454" y="771"/>
                    </a:cubicBezTo>
                    <a:cubicBezTo>
                      <a:pt x="1408" y="797"/>
                      <a:pt x="1332" y="797"/>
                      <a:pt x="1286" y="771"/>
                    </a:cubicBezTo>
                    <a:cubicBezTo>
                      <a:pt x="36" y="49"/>
                      <a:pt x="36" y="49"/>
                      <a:pt x="36" y="49"/>
                    </a:cubicBezTo>
                    <a:cubicBezTo>
                      <a:pt x="12" y="35"/>
                      <a:pt x="1" y="18"/>
                      <a:pt x="1" y="0"/>
                    </a:cubicBezTo>
                    <a:cubicBezTo>
                      <a:pt x="0" y="163"/>
                      <a:pt x="0" y="163"/>
                      <a:pt x="0" y="163"/>
                    </a:cubicBezTo>
                    <a:cubicBezTo>
                      <a:pt x="0" y="181"/>
                      <a:pt x="12" y="198"/>
                      <a:pt x="35" y="212"/>
                    </a:cubicBezTo>
                    <a:cubicBezTo>
                      <a:pt x="1285" y="934"/>
                      <a:pt x="1285" y="934"/>
                      <a:pt x="1285" y="934"/>
                    </a:cubicBezTo>
                    <a:cubicBezTo>
                      <a:pt x="1332" y="960"/>
                      <a:pt x="1407" y="960"/>
                      <a:pt x="1453" y="934"/>
                    </a:cubicBezTo>
                    <a:cubicBezTo>
                      <a:pt x="2695" y="212"/>
                      <a:pt x="2695" y="212"/>
                      <a:pt x="2695" y="212"/>
                    </a:cubicBezTo>
                    <a:cubicBezTo>
                      <a:pt x="2718" y="198"/>
                      <a:pt x="2730" y="181"/>
                      <a:pt x="2730" y="163"/>
                    </a:cubicBezTo>
                    <a:cubicBezTo>
                      <a:pt x="2730" y="0"/>
                      <a:pt x="2730" y="0"/>
                      <a:pt x="2730" y="0"/>
                    </a:cubicBezTo>
                    <a:cubicBezTo>
                      <a:pt x="2730" y="18"/>
                      <a:pt x="2719" y="35"/>
                      <a:pt x="2696" y="49"/>
                    </a:cubicBez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Freeform 5">
                <a:extLst>
                  <a:ext uri="{FF2B5EF4-FFF2-40B4-BE49-F238E27FC236}">
                    <a16:creationId xmlns:a16="http://schemas.microsoft.com/office/drawing/2014/main" id="{06A297AF-945E-F8D3-A324-A838FC5712ED}"/>
                  </a:ext>
                </a:extLst>
              </p:cNvPr>
              <p:cNvSpPr>
                <a:spLocks/>
              </p:cNvSpPr>
              <p:nvPr/>
            </p:nvSpPr>
            <p:spPr bwMode="auto">
              <a:xfrm>
                <a:off x="4661051" y="3339400"/>
                <a:ext cx="3007374" cy="1058013"/>
              </a:xfrm>
              <a:custGeom>
                <a:avLst/>
                <a:gdLst>
                  <a:gd name="T0" fmla="*/ 2696 w 2730"/>
                  <a:gd name="T1" fmla="*/ 49 h 960"/>
                  <a:gd name="T2" fmla="*/ 1454 w 2730"/>
                  <a:gd name="T3" fmla="*/ 771 h 960"/>
                  <a:gd name="T4" fmla="*/ 1286 w 2730"/>
                  <a:gd name="T5" fmla="*/ 771 h 960"/>
                  <a:gd name="T6" fmla="*/ 36 w 2730"/>
                  <a:gd name="T7" fmla="*/ 49 h 960"/>
                  <a:gd name="T8" fmla="*/ 1 w 2730"/>
                  <a:gd name="T9" fmla="*/ 0 h 960"/>
                  <a:gd name="T10" fmla="*/ 0 w 2730"/>
                  <a:gd name="T11" fmla="*/ 163 h 960"/>
                  <a:gd name="T12" fmla="*/ 35 w 2730"/>
                  <a:gd name="T13" fmla="*/ 212 h 960"/>
                  <a:gd name="T14" fmla="*/ 1285 w 2730"/>
                  <a:gd name="T15" fmla="*/ 934 h 960"/>
                  <a:gd name="T16" fmla="*/ 1453 w 2730"/>
                  <a:gd name="T17" fmla="*/ 934 h 960"/>
                  <a:gd name="T18" fmla="*/ 2695 w 2730"/>
                  <a:gd name="T19" fmla="*/ 212 h 960"/>
                  <a:gd name="T20" fmla="*/ 2730 w 2730"/>
                  <a:gd name="T21" fmla="*/ 163 h 960"/>
                  <a:gd name="T22" fmla="*/ 2730 w 2730"/>
                  <a:gd name="T23" fmla="*/ 0 h 960"/>
                  <a:gd name="T24" fmla="*/ 2696 w 2730"/>
                  <a:gd name="T25" fmla="*/ 49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30" h="960">
                    <a:moveTo>
                      <a:pt x="2696" y="49"/>
                    </a:moveTo>
                    <a:cubicBezTo>
                      <a:pt x="1454" y="771"/>
                      <a:pt x="1454" y="771"/>
                      <a:pt x="1454" y="771"/>
                    </a:cubicBezTo>
                    <a:cubicBezTo>
                      <a:pt x="1408" y="797"/>
                      <a:pt x="1332" y="797"/>
                      <a:pt x="1286" y="771"/>
                    </a:cubicBezTo>
                    <a:cubicBezTo>
                      <a:pt x="36" y="49"/>
                      <a:pt x="36" y="49"/>
                      <a:pt x="36" y="49"/>
                    </a:cubicBezTo>
                    <a:cubicBezTo>
                      <a:pt x="12" y="35"/>
                      <a:pt x="1" y="18"/>
                      <a:pt x="1" y="0"/>
                    </a:cubicBezTo>
                    <a:cubicBezTo>
                      <a:pt x="0" y="163"/>
                      <a:pt x="0" y="163"/>
                      <a:pt x="0" y="163"/>
                    </a:cubicBezTo>
                    <a:cubicBezTo>
                      <a:pt x="0" y="181"/>
                      <a:pt x="12" y="198"/>
                      <a:pt x="35" y="212"/>
                    </a:cubicBezTo>
                    <a:cubicBezTo>
                      <a:pt x="1285" y="934"/>
                      <a:pt x="1285" y="934"/>
                      <a:pt x="1285" y="934"/>
                    </a:cubicBezTo>
                    <a:cubicBezTo>
                      <a:pt x="1332" y="960"/>
                      <a:pt x="1407" y="960"/>
                      <a:pt x="1453" y="934"/>
                    </a:cubicBezTo>
                    <a:cubicBezTo>
                      <a:pt x="2695" y="212"/>
                      <a:pt x="2695" y="212"/>
                      <a:pt x="2695" y="212"/>
                    </a:cubicBezTo>
                    <a:cubicBezTo>
                      <a:pt x="2718" y="198"/>
                      <a:pt x="2730" y="181"/>
                      <a:pt x="2730" y="163"/>
                    </a:cubicBezTo>
                    <a:cubicBezTo>
                      <a:pt x="2730" y="0"/>
                      <a:pt x="2730" y="0"/>
                      <a:pt x="2730" y="0"/>
                    </a:cubicBezTo>
                    <a:cubicBezTo>
                      <a:pt x="2730" y="18"/>
                      <a:pt x="2719" y="35"/>
                      <a:pt x="2696" y="49"/>
                    </a:cubicBezTo>
                    <a:close/>
                  </a:path>
                </a:pathLst>
              </a:custGeom>
              <a:solidFill>
                <a:srgbClr val="7584E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 name="Freeform 6">
                <a:extLst>
                  <a:ext uri="{FF2B5EF4-FFF2-40B4-BE49-F238E27FC236}">
                    <a16:creationId xmlns:a16="http://schemas.microsoft.com/office/drawing/2014/main" id="{49836E0B-B723-9DC1-2C7D-45D25269565F}"/>
                  </a:ext>
                </a:extLst>
              </p:cNvPr>
              <p:cNvSpPr>
                <a:spLocks/>
              </p:cNvSpPr>
              <p:nvPr/>
            </p:nvSpPr>
            <p:spPr bwMode="auto">
              <a:xfrm>
                <a:off x="4648517" y="2460586"/>
                <a:ext cx="3032443" cy="1757165"/>
              </a:xfrm>
              <a:custGeom>
                <a:avLst/>
                <a:gdLst>
                  <a:gd name="T0" fmla="*/ 2706 w 2753"/>
                  <a:gd name="T1" fmla="*/ 748 h 1594"/>
                  <a:gd name="T2" fmla="*/ 2707 w 2753"/>
                  <a:gd name="T3" fmla="*/ 846 h 1594"/>
                  <a:gd name="T4" fmla="*/ 1465 w 2753"/>
                  <a:gd name="T5" fmla="*/ 1568 h 1594"/>
                  <a:gd name="T6" fmla="*/ 1297 w 2753"/>
                  <a:gd name="T7" fmla="*/ 1568 h 1594"/>
                  <a:gd name="T8" fmla="*/ 47 w 2753"/>
                  <a:gd name="T9" fmla="*/ 846 h 1594"/>
                  <a:gd name="T10" fmla="*/ 46 w 2753"/>
                  <a:gd name="T11" fmla="*/ 748 h 1594"/>
                  <a:gd name="T12" fmla="*/ 1288 w 2753"/>
                  <a:gd name="T13" fmla="*/ 27 h 1594"/>
                  <a:gd name="T14" fmla="*/ 1456 w 2753"/>
                  <a:gd name="T15" fmla="*/ 27 h 1594"/>
                  <a:gd name="T16" fmla="*/ 2706 w 2753"/>
                  <a:gd name="T17" fmla="*/ 748 h 1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3" h="1594">
                    <a:moveTo>
                      <a:pt x="2706" y="748"/>
                    </a:moveTo>
                    <a:cubicBezTo>
                      <a:pt x="2753" y="775"/>
                      <a:pt x="2753" y="819"/>
                      <a:pt x="2707" y="846"/>
                    </a:cubicBezTo>
                    <a:cubicBezTo>
                      <a:pt x="1465" y="1568"/>
                      <a:pt x="1465" y="1568"/>
                      <a:pt x="1465" y="1568"/>
                    </a:cubicBezTo>
                    <a:cubicBezTo>
                      <a:pt x="1419" y="1594"/>
                      <a:pt x="1343" y="1594"/>
                      <a:pt x="1297" y="1568"/>
                    </a:cubicBezTo>
                    <a:cubicBezTo>
                      <a:pt x="47" y="846"/>
                      <a:pt x="47" y="846"/>
                      <a:pt x="47" y="846"/>
                    </a:cubicBezTo>
                    <a:cubicBezTo>
                      <a:pt x="0" y="819"/>
                      <a:pt x="0" y="775"/>
                      <a:pt x="46" y="748"/>
                    </a:cubicBezTo>
                    <a:cubicBezTo>
                      <a:pt x="1288" y="27"/>
                      <a:pt x="1288" y="27"/>
                      <a:pt x="1288" y="27"/>
                    </a:cubicBezTo>
                    <a:cubicBezTo>
                      <a:pt x="1334" y="0"/>
                      <a:pt x="1410" y="0"/>
                      <a:pt x="1456" y="27"/>
                    </a:cubicBezTo>
                    <a:lnTo>
                      <a:pt x="2706" y="748"/>
                    </a:lnTo>
                    <a:close/>
                  </a:path>
                </a:pathLst>
              </a:custGeom>
              <a:solidFill>
                <a:srgbClr val="FCF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9" name="Freeform 6">
              <a:extLst>
                <a:ext uri="{FF2B5EF4-FFF2-40B4-BE49-F238E27FC236}">
                  <a16:creationId xmlns:a16="http://schemas.microsoft.com/office/drawing/2014/main" id="{8B0D9982-DB5E-9D52-E608-28E1780A1C5C}"/>
                </a:ext>
              </a:extLst>
            </p:cNvPr>
            <p:cNvSpPr>
              <a:spLocks/>
            </p:cNvSpPr>
            <p:nvPr/>
          </p:nvSpPr>
          <p:spPr bwMode="auto">
            <a:xfrm>
              <a:off x="4889153" y="4346947"/>
              <a:ext cx="2413690" cy="1398625"/>
            </a:xfrm>
            <a:custGeom>
              <a:avLst/>
              <a:gdLst>
                <a:gd name="T0" fmla="*/ 2706 w 2753"/>
                <a:gd name="T1" fmla="*/ 748 h 1594"/>
                <a:gd name="T2" fmla="*/ 2707 w 2753"/>
                <a:gd name="T3" fmla="*/ 846 h 1594"/>
                <a:gd name="T4" fmla="*/ 1465 w 2753"/>
                <a:gd name="T5" fmla="*/ 1568 h 1594"/>
                <a:gd name="T6" fmla="*/ 1297 w 2753"/>
                <a:gd name="T7" fmla="*/ 1568 h 1594"/>
                <a:gd name="T8" fmla="*/ 47 w 2753"/>
                <a:gd name="T9" fmla="*/ 846 h 1594"/>
                <a:gd name="T10" fmla="*/ 46 w 2753"/>
                <a:gd name="T11" fmla="*/ 748 h 1594"/>
                <a:gd name="T12" fmla="*/ 1288 w 2753"/>
                <a:gd name="T13" fmla="*/ 27 h 1594"/>
                <a:gd name="T14" fmla="*/ 1456 w 2753"/>
                <a:gd name="T15" fmla="*/ 27 h 1594"/>
                <a:gd name="T16" fmla="*/ 2706 w 2753"/>
                <a:gd name="T17" fmla="*/ 748 h 1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3" h="1594">
                  <a:moveTo>
                    <a:pt x="2706" y="748"/>
                  </a:moveTo>
                  <a:cubicBezTo>
                    <a:pt x="2753" y="775"/>
                    <a:pt x="2753" y="819"/>
                    <a:pt x="2707" y="846"/>
                  </a:cubicBezTo>
                  <a:cubicBezTo>
                    <a:pt x="1465" y="1568"/>
                    <a:pt x="1465" y="1568"/>
                    <a:pt x="1465" y="1568"/>
                  </a:cubicBezTo>
                  <a:cubicBezTo>
                    <a:pt x="1419" y="1594"/>
                    <a:pt x="1343" y="1594"/>
                    <a:pt x="1297" y="1568"/>
                  </a:cubicBezTo>
                  <a:cubicBezTo>
                    <a:pt x="47" y="846"/>
                    <a:pt x="47" y="846"/>
                    <a:pt x="47" y="846"/>
                  </a:cubicBezTo>
                  <a:cubicBezTo>
                    <a:pt x="0" y="819"/>
                    <a:pt x="0" y="775"/>
                    <a:pt x="46" y="748"/>
                  </a:cubicBezTo>
                  <a:cubicBezTo>
                    <a:pt x="1288" y="27"/>
                    <a:pt x="1288" y="27"/>
                    <a:pt x="1288" y="27"/>
                  </a:cubicBezTo>
                  <a:cubicBezTo>
                    <a:pt x="1334" y="0"/>
                    <a:pt x="1410" y="0"/>
                    <a:pt x="1456" y="27"/>
                  </a:cubicBezTo>
                  <a:lnTo>
                    <a:pt x="2706" y="748"/>
                  </a:lnTo>
                  <a:close/>
                </a:path>
              </a:pathLst>
            </a:custGeom>
            <a:noFill/>
            <a:ln w="12700">
              <a:solidFill>
                <a:srgbClr val="7584E5"/>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32" name="组合 31">
            <a:extLst>
              <a:ext uri="{FF2B5EF4-FFF2-40B4-BE49-F238E27FC236}">
                <a16:creationId xmlns:a16="http://schemas.microsoft.com/office/drawing/2014/main" id="{07D3DD86-E8E7-D808-2A3D-5027839CF1E2}"/>
              </a:ext>
            </a:extLst>
          </p:cNvPr>
          <p:cNvGrpSpPr/>
          <p:nvPr/>
        </p:nvGrpSpPr>
        <p:grpSpPr>
          <a:xfrm>
            <a:off x="5272488" y="3215700"/>
            <a:ext cx="1647022" cy="1071192"/>
            <a:chOff x="4648517" y="2460586"/>
            <a:chExt cx="3032443" cy="1972243"/>
          </a:xfrm>
        </p:grpSpPr>
        <p:sp>
          <p:nvSpPr>
            <p:cNvPr id="33" name="Freeform 5">
              <a:extLst>
                <a:ext uri="{FF2B5EF4-FFF2-40B4-BE49-F238E27FC236}">
                  <a16:creationId xmlns:a16="http://schemas.microsoft.com/office/drawing/2014/main" id="{0ED1D8CE-39A4-C242-084E-AF2DAB76634A}"/>
                </a:ext>
              </a:extLst>
            </p:cNvPr>
            <p:cNvSpPr>
              <a:spLocks/>
            </p:cNvSpPr>
            <p:nvPr/>
          </p:nvSpPr>
          <p:spPr bwMode="auto">
            <a:xfrm>
              <a:off x="4661051" y="3374816"/>
              <a:ext cx="3007374" cy="1058013"/>
            </a:xfrm>
            <a:custGeom>
              <a:avLst/>
              <a:gdLst>
                <a:gd name="T0" fmla="*/ 2696 w 2730"/>
                <a:gd name="T1" fmla="*/ 49 h 960"/>
                <a:gd name="T2" fmla="*/ 1454 w 2730"/>
                <a:gd name="T3" fmla="*/ 771 h 960"/>
                <a:gd name="T4" fmla="*/ 1286 w 2730"/>
                <a:gd name="T5" fmla="*/ 771 h 960"/>
                <a:gd name="T6" fmla="*/ 36 w 2730"/>
                <a:gd name="T7" fmla="*/ 49 h 960"/>
                <a:gd name="T8" fmla="*/ 1 w 2730"/>
                <a:gd name="T9" fmla="*/ 0 h 960"/>
                <a:gd name="T10" fmla="*/ 0 w 2730"/>
                <a:gd name="T11" fmla="*/ 163 h 960"/>
                <a:gd name="T12" fmla="*/ 35 w 2730"/>
                <a:gd name="T13" fmla="*/ 212 h 960"/>
                <a:gd name="T14" fmla="*/ 1285 w 2730"/>
                <a:gd name="T15" fmla="*/ 934 h 960"/>
                <a:gd name="T16" fmla="*/ 1453 w 2730"/>
                <a:gd name="T17" fmla="*/ 934 h 960"/>
                <a:gd name="T18" fmla="*/ 2695 w 2730"/>
                <a:gd name="T19" fmla="*/ 212 h 960"/>
                <a:gd name="T20" fmla="*/ 2730 w 2730"/>
                <a:gd name="T21" fmla="*/ 163 h 960"/>
                <a:gd name="T22" fmla="*/ 2730 w 2730"/>
                <a:gd name="T23" fmla="*/ 0 h 960"/>
                <a:gd name="T24" fmla="*/ 2696 w 2730"/>
                <a:gd name="T25" fmla="*/ 49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30" h="960">
                  <a:moveTo>
                    <a:pt x="2696" y="49"/>
                  </a:moveTo>
                  <a:cubicBezTo>
                    <a:pt x="1454" y="771"/>
                    <a:pt x="1454" y="771"/>
                    <a:pt x="1454" y="771"/>
                  </a:cubicBezTo>
                  <a:cubicBezTo>
                    <a:pt x="1408" y="797"/>
                    <a:pt x="1332" y="797"/>
                    <a:pt x="1286" y="771"/>
                  </a:cubicBezTo>
                  <a:cubicBezTo>
                    <a:pt x="36" y="49"/>
                    <a:pt x="36" y="49"/>
                    <a:pt x="36" y="49"/>
                  </a:cubicBezTo>
                  <a:cubicBezTo>
                    <a:pt x="12" y="35"/>
                    <a:pt x="1" y="18"/>
                    <a:pt x="1" y="0"/>
                  </a:cubicBezTo>
                  <a:cubicBezTo>
                    <a:pt x="0" y="163"/>
                    <a:pt x="0" y="163"/>
                    <a:pt x="0" y="163"/>
                  </a:cubicBezTo>
                  <a:cubicBezTo>
                    <a:pt x="0" y="181"/>
                    <a:pt x="12" y="198"/>
                    <a:pt x="35" y="212"/>
                  </a:cubicBezTo>
                  <a:cubicBezTo>
                    <a:pt x="1285" y="934"/>
                    <a:pt x="1285" y="934"/>
                    <a:pt x="1285" y="934"/>
                  </a:cubicBezTo>
                  <a:cubicBezTo>
                    <a:pt x="1332" y="960"/>
                    <a:pt x="1407" y="960"/>
                    <a:pt x="1453" y="934"/>
                  </a:cubicBezTo>
                  <a:cubicBezTo>
                    <a:pt x="2695" y="212"/>
                    <a:pt x="2695" y="212"/>
                    <a:pt x="2695" y="212"/>
                  </a:cubicBezTo>
                  <a:cubicBezTo>
                    <a:pt x="2718" y="198"/>
                    <a:pt x="2730" y="181"/>
                    <a:pt x="2730" y="163"/>
                  </a:cubicBezTo>
                  <a:cubicBezTo>
                    <a:pt x="2730" y="0"/>
                    <a:pt x="2730" y="0"/>
                    <a:pt x="2730" y="0"/>
                  </a:cubicBezTo>
                  <a:cubicBezTo>
                    <a:pt x="2730" y="18"/>
                    <a:pt x="2719" y="35"/>
                    <a:pt x="2696" y="49"/>
                  </a:cubicBez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Freeform 5">
              <a:extLst>
                <a:ext uri="{FF2B5EF4-FFF2-40B4-BE49-F238E27FC236}">
                  <a16:creationId xmlns:a16="http://schemas.microsoft.com/office/drawing/2014/main" id="{EDDA5B10-2E52-2EDD-D0AD-EE45923A1D42}"/>
                </a:ext>
              </a:extLst>
            </p:cNvPr>
            <p:cNvSpPr>
              <a:spLocks/>
            </p:cNvSpPr>
            <p:nvPr/>
          </p:nvSpPr>
          <p:spPr bwMode="auto">
            <a:xfrm>
              <a:off x="4661051" y="3339400"/>
              <a:ext cx="3007374" cy="1058013"/>
            </a:xfrm>
            <a:custGeom>
              <a:avLst/>
              <a:gdLst>
                <a:gd name="T0" fmla="*/ 2696 w 2730"/>
                <a:gd name="T1" fmla="*/ 49 h 960"/>
                <a:gd name="T2" fmla="*/ 1454 w 2730"/>
                <a:gd name="T3" fmla="*/ 771 h 960"/>
                <a:gd name="T4" fmla="*/ 1286 w 2730"/>
                <a:gd name="T5" fmla="*/ 771 h 960"/>
                <a:gd name="T6" fmla="*/ 36 w 2730"/>
                <a:gd name="T7" fmla="*/ 49 h 960"/>
                <a:gd name="T8" fmla="*/ 1 w 2730"/>
                <a:gd name="T9" fmla="*/ 0 h 960"/>
                <a:gd name="T10" fmla="*/ 0 w 2730"/>
                <a:gd name="T11" fmla="*/ 163 h 960"/>
                <a:gd name="T12" fmla="*/ 35 w 2730"/>
                <a:gd name="T13" fmla="*/ 212 h 960"/>
                <a:gd name="T14" fmla="*/ 1285 w 2730"/>
                <a:gd name="T15" fmla="*/ 934 h 960"/>
                <a:gd name="T16" fmla="*/ 1453 w 2730"/>
                <a:gd name="T17" fmla="*/ 934 h 960"/>
                <a:gd name="T18" fmla="*/ 2695 w 2730"/>
                <a:gd name="T19" fmla="*/ 212 h 960"/>
                <a:gd name="T20" fmla="*/ 2730 w 2730"/>
                <a:gd name="T21" fmla="*/ 163 h 960"/>
                <a:gd name="T22" fmla="*/ 2730 w 2730"/>
                <a:gd name="T23" fmla="*/ 0 h 960"/>
                <a:gd name="T24" fmla="*/ 2696 w 2730"/>
                <a:gd name="T25" fmla="*/ 49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30" h="960">
                  <a:moveTo>
                    <a:pt x="2696" y="49"/>
                  </a:moveTo>
                  <a:cubicBezTo>
                    <a:pt x="1454" y="771"/>
                    <a:pt x="1454" y="771"/>
                    <a:pt x="1454" y="771"/>
                  </a:cubicBezTo>
                  <a:cubicBezTo>
                    <a:pt x="1408" y="797"/>
                    <a:pt x="1332" y="797"/>
                    <a:pt x="1286" y="771"/>
                  </a:cubicBezTo>
                  <a:cubicBezTo>
                    <a:pt x="36" y="49"/>
                    <a:pt x="36" y="49"/>
                    <a:pt x="36" y="49"/>
                  </a:cubicBezTo>
                  <a:cubicBezTo>
                    <a:pt x="12" y="35"/>
                    <a:pt x="1" y="18"/>
                    <a:pt x="1" y="0"/>
                  </a:cubicBezTo>
                  <a:cubicBezTo>
                    <a:pt x="0" y="163"/>
                    <a:pt x="0" y="163"/>
                    <a:pt x="0" y="163"/>
                  </a:cubicBezTo>
                  <a:cubicBezTo>
                    <a:pt x="0" y="181"/>
                    <a:pt x="12" y="198"/>
                    <a:pt x="35" y="212"/>
                  </a:cubicBezTo>
                  <a:cubicBezTo>
                    <a:pt x="1285" y="934"/>
                    <a:pt x="1285" y="934"/>
                    <a:pt x="1285" y="934"/>
                  </a:cubicBezTo>
                  <a:cubicBezTo>
                    <a:pt x="1332" y="960"/>
                    <a:pt x="1407" y="960"/>
                    <a:pt x="1453" y="934"/>
                  </a:cubicBezTo>
                  <a:cubicBezTo>
                    <a:pt x="2695" y="212"/>
                    <a:pt x="2695" y="212"/>
                    <a:pt x="2695" y="212"/>
                  </a:cubicBezTo>
                  <a:cubicBezTo>
                    <a:pt x="2718" y="198"/>
                    <a:pt x="2730" y="181"/>
                    <a:pt x="2730" y="163"/>
                  </a:cubicBezTo>
                  <a:cubicBezTo>
                    <a:pt x="2730" y="0"/>
                    <a:pt x="2730" y="0"/>
                    <a:pt x="2730" y="0"/>
                  </a:cubicBezTo>
                  <a:cubicBezTo>
                    <a:pt x="2730" y="18"/>
                    <a:pt x="2719" y="35"/>
                    <a:pt x="2696" y="49"/>
                  </a:cubicBezTo>
                  <a:close/>
                </a:path>
              </a:pathLst>
            </a:custGeom>
            <a:gradFill flip="none" rotWithShape="1">
              <a:gsLst>
                <a:gs pos="0">
                  <a:srgbClr val="7584E5"/>
                </a:gs>
                <a:gs pos="100000">
                  <a:srgbClr val="CDD2F8"/>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6">
              <a:extLst>
                <a:ext uri="{FF2B5EF4-FFF2-40B4-BE49-F238E27FC236}">
                  <a16:creationId xmlns:a16="http://schemas.microsoft.com/office/drawing/2014/main" id="{75D34CC6-01D6-3CC9-A31A-39F5CC5C1523}"/>
                </a:ext>
              </a:extLst>
            </p:cNvPr>
            <p:cNvSpPr>
              <a:spLocks/>
            </p:cNvSpPr>
            <p:nvPr/>
          </p:nvSpPr>
          <p:spPr bwMode="auto">
            <a:xfrm>
              <a:off x="4648517" y="2460586"/>
              <a:ext cx="3032443" cy="1757165"/>
            </a:xfrm>
            <a:custGeom>
              <a:avLst/>
              <a:gdLst>
                <a:gd name="T0" fmla="*/ 2706 w 2753"/>
                <a:gd name="T1" fmla="*/ 748 h 1594"/>
                <a:gd name="T2" fmla="*/ 2707 w 2753"/>
                <a:gd name="T3" fmla="*/ 846 h 1594"/>
                <a:gd name="T4" fmla="*/ 1465 w 2753"/>
                <a:gd name="T5" fmla="*/ 1568 h 1594"/>
                <a:gd name="T6" fmla="*/ 1297 w 2753"/>
                <a:gd name="T7" fmla="*/ 1568 h 1594"/>
                <a:gd name="T8" fmla="*/ 47 w 2753"/>
                <a:gd name="T9" fmla="*/ 846 h 1594"/>
                <a:gd name="T10" fmla="*/ 46 w 2753"/>
                <a:gd name="T11" fmla="*/ 748 h 1594"/>
                <a:gd name="T12" fmla="*/ 1288 w 2753"/>
                <a:gd name="T13" fmla="*/ 27 h 1594"/>
                <a:gd name="T14" fmla="*/ 1456 w 2753"/>
                <a:gd name="T15" fmla="*/ 27 h 1594"/>
                <a:gd name="T16" fmla="*/ 2706 w 2753"/>
                <a:gd name="T17" fmla="*/ 748 h 1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3" h="1594">
                  <a:moveTo>
                    <a:pt x="2706" y="748"/>
                  </a:moveTo>
                  <a:cubicBezTo>
                    <a:pt x="2753" y="775"/>
                    <a:pt x="2753" y="819"/>
                    <a:pt x="2707" y="846"/>
                  </a:cubicBezTo>
                  <a:cubicBezTo>
                    <a:pt x="1465" y="1568"/>
                    <a:pt x="1465" y="1568"/>
                    <a:pt x="1465" y="1568"/>
                  </a:cubicBezTo>
                  <a:cubicBezTo>
                    <a:pt x="1419" y="1594"/>
                    <a:pt x="1343" y="1594"/>
                    <a:pt x="1297" y="1568"/>
                  </a:cubicBezTo>
                  <a:cubicBezTo>
                    <a:pt x="47" y="846"/>
                    <a:pt x="47" y="846"/>
                    <a:pt x="47" y="846"/>
                  </a:cubicBezTo>
                  <a:cubicBezTo>
                    <a:pt x="0" y="819"/>
                    <a:pt x="0" y="775"/>
                    <a:pt x="46" y="748"/>
                  </a:cubicBezTo>
                  <a:cubicBezTo>
                    <a:pt x="1288" y="27"/>
                    <a:pt x="1288" y="27"/>
                    <a:pt x="1288" y="27"/>
                  </a:cubicBezTo>
                  <a:cubicBezTo>
                    <a:pt x="1334" y="0"/>
                    <a:pt x="1410" y="0"/>
                    <a:pt x="1456" y="27"/>
                  </a:cubicBezTo>
                  <a:lnTo>
                    <a:pt x="2706" y="748"/>
                  </a:lnTo>
                  <a:close/>
                </a:path>
              </a:pathLst>
            </a:custGeom>
            <a:gradFill flip="none" rotWithShape="1">
              <a:gsLst>
                <a:gs pos="0">
                  <a:srgbClr val="6578F0"/>
                </a:gs>
                <a:gs pos="100000">
                  <a:srgbClr val="3749CC"/>
                </a:gs>
              </a:gsLst>
              <a:lin ang="27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7" name="组合 26">
            <a:extLst>
              <a:ext uri="{FF2B5EF4-FFF2-40B4-BE49-F238E27FC236}">
                <a16:creationId xmlns:a16="http://schemas.microsoft.com/office/drawing/2014/main" id="{E1703DBB-ADD7-880E-261D-9F806655B6BB}"/>
              </a:ext>
            </a:extLst>
          </p:cNvPr>
          <p:cNvGrpSpPr/>
          <p:nvPr/>
        </p:nvGrpSpPr>
        <p:grpSpPr>
          <a:xfrm>
            <a:off x="3506416" y="809267"/>
            <a:ext cx="5179167" cy="3119182"/>
            <a:chOff x="3506416" y="875710"/>
            <a:chExt cx="5179167" cy="3119182"/>
          </a:xfrm>
        </p:grpSpPr>
        <p:sp>
          <p:nvSpPr>
            <p:cNvPr id="25" name="Freeform 10">
              <a:extLst>
                <a:ext uri="{FF2B5EF4-FFF2-40B4-BE49-F238E27FC236}">
                  <a16:creationId xmlns:a16="http://schemas.microsoft.com/office/drawing/2014/main" id="{03712D50-77FD-10E8-A08D-4918257567E9}"/>
                </a:ext>
              </a:extLst>
            </p:cNvPr>
            <p:cNvSpPr>
              <a:spLocks/>
            </p:cNvSpPr>
            <p:nvPr/>
          </p:nvSpPr>
          <p:spPr bwMode="auto">
            <a:xfrm>
              <a:off x="3524104" y="2419208"/>
              <a:ext cx="5143790" cy="1575684"/>
            </a:xfrm>
            <a:custGeom>
              <a:avLst/>
              <a:gdLst>
                <a:gd name="T0" fmla="*/ 3319 w 3354"/>
                <a:gd name="T1" fmla="*/ 49 h 1027"/>
                <a:gd name="T2" fmla="*/ 1766 w 3354"/>
                <a:gd name="T3" fmla="*/ 951 h 1027"/>
                <a:gd name="T4" fmla="*/ 1598 w 3354"/>
                <a:gd name="T5" fmla="*/ 951 h 1027"/>
                <a:gd name="T6" fmla="*/ 35 w 3354"/>
                <a:gd name="T7" fmla="*/ 49 h 1027"/>
                <a:gd name="T8" fmla="*/ 0 w 3354"/>
                <a:gd name="T9" fmla="*/ 0 h 1027"/>
                <a:gd name="T10" fmla="*/ 0 w 3354"/>
                <a:gd name="T11" fmla="*/ 49 h 1027"/>
                <a:gd name="T12" fmla="*/ 35 w 3354"/>
                <a:gd name="T13" fmla="*/ 98 h 1027"/>
                <a:gd name="T14" fmla="*/ 1598 w 3354"/>
                <a:gd name="T15" fmla="*/ 1000 h 1027"/>
                <a:gd name="T16" fmla="*/ 1766 w 3354"/>
                <a:gd name="T17" fmla="*/ 1000 h 1027"/>
                <a:gd name="T18" fmla="*/ 3319 w 3354"/>
                <a:gd name="T19" fmla="*/ 98 h 1027"/>
                <a:gd name="T20" fmla="*/ 3354 w 3354"/>
                <a:gd name="T21" fmla="*/ 49 h 1027"/>
                <a:gd name="T22" fmla="*/ 3354 w 3354"/>
                <a:gd name="T23" fmla="*/ 1 h 1027"/>
                <a:gd name="T24" fmla="*/ 3319 w 3354"/>
                <a:gd name="T25" fmla="*/ 49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54" h="1027">
                  <a:moveTo>
                    <a:pt x="3319" y="49"/>
                  </a:moveTo>
                  <a:cubicBezTo>
                    <a:pt x="1766" y="951"/>
                    <a:pt x="1766" y="951"/>
                    <a:pt x="1766" y="951"/>
                  </a:cubicBezTo>
                  <a:cubicBezTo>
                    <a:pt x="1720" y="978"/>
                    <a:pt x="1645" y="978"/>
                    <a:pt x="1598" y="951"/>
                  </a:cubicBezTo>
                  <a:cubicBezTo>
                    <a:pt x="35" y="49"/>
                    <a:pt x="35" y="49"/>
                    <a:pt x="35" y="49"/>
                  </a:cubicBezTo>
                  <a:cubicBezTo>
                    <a:pt x="12" y="35"/>
                    <a:pt x="0" y="18"/>
                    <a:pt x="0" y="0"/>
                  </a:cubicBezTo>
                  <a:cubicBezTo>
                    <a:pt x="0" y="49"/>
                    <a:pt x="0" y="49"/>
                    <a:pt x="0" y="49"/>
                  </a:cubicBezTo>
                  <a:cubicBezTo>
                    <a:pt x="0" y="67"/>
                    <a:pt x="12" y="84"/>
                    <a:pt x="35" y="98"/>
                  </a:cubicBezTo>
                  <a:cubicBezTo>
                    <a:pt x="1598" y="1000"/>
                    <a:pt x="1598" y="1000"/>
                    <a:pt x="1598" y="1000"/>
                  </a:cubicBezTo>
                  <a:cubicBezTo>
                    <a:pt x="1645" y="1027"/>
                    <a:pt x="1720" y="1027"/>
                    <a:pt x="1766" y="1000"/>
                  </a:cubicBezTo>
                  <a:cubicBezTo>
                    <a:pt x="3319" y="98"/>
                    <a:pt x="3319" y="98"/>
                    <a:pt x="3319" y="98"/>
                  </a:cubicBezTo>
                  <a:cubicBezTo>
                    <a:pt x="3342" y="84"/>
                    <a:pt x="3354" y="67"/>
                    <a:pt x="3354" y="49"/>
                  </a:cubicBezTo>
                  <a:cubicBezTo>
                    <a:pt x="3354" y="1"/>
                    <a:pt x="3354" y="1"/>
                    <a:pt x="3354" y="1"/>
                  </a:cubicBezTo>
                  <a:cubicBezTo>
                    <a:pt x="3354" y="18"/>
                    <a:pt x="3342" y="36"/>
                    <a:pt x="3319" y="49"/>
                  </a:cubicBez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4" name="组合 23">
              <a:extLst>
                <a:ext uri="{FF2B5EF4-FFF2-40B4-BE49-F238E27FC236}">
                  <a16:creationId xmlns:a16="http://schemas.microsoft.com/office/drawing/2014/main" id="{5CC87CA5-588F-1857-0C3D-773434283BF2}"/>
                </a:ext>
              </a:extLst>
            </p:cNvPr>
            <p:cNvGrpSpPr/>
            <p:nvPr/>
          </p:nvGrpSpPr>
          <p:grpSpPr>
            <a:xfrm>
              <a:off x="3506416" y="875710"/>
              <a:ext cx="5179167" cy="3076369"/>
              <a:chOff x="287338" y="-23813"/>
              <a:chExt cx="11620500" cy="6902451"/>
            </a:xfrm>
          </p:grpSpPr>
          <p:sp>
            <p:nvSpPr>
              <p:cNvPr id="22" name="Freeform 10">
                <a:extLst>
                  <a:ext uri="{FF2B5EF4-FFF2-40B4-BE49-F238E27FC236}">
                    <a16:creationId xmlns:a16="http://schemas.microsoft.com/office/drawing/2014/main" id="{0E9D4816-B5FC-5DE6-569F-4ECCF2569E71}"/>
                  </a:ext>
                </a:extLst>
              </p:cNvPr>
              <p:cNvSpPr>
                <a:spLocks/>
              </p:cNvSpPr>
              <p:nvPr/>
            </p:nvSpPr>
            <p:spPr bwMode="auto">
              <a:xfrm>
                <a:off x="328613" y="3343275"/>
                <a:ext cx="11541125" cy="3535363"/>
              </a:xfrm>
              <a:custGeom>
                <a:avLst/>
                <a:gdLst>
                  <a:gd name="T0" fmla="*/ 3319 w 3354"/>
                  <a:gd name="T1" fmla="*/ 49 h 1027"/>
                  <a:gd name="T2" fmla="*/ 1766 w 3354"/>
                  <a:gd name="T3" fmla="*/ 951 h 1027"/>
                  <a:gd name="T4" fmla="*/ 1598 w 3354"/>
                  <a:gd name="T5" fmla="*/ 951 h 1027"/>
                  <a:gd name="T6" fmla="*/ 35 w 3354"/>
                  <a:gd name="T7" fmla="*/ 49 h 1027"/>
                  <a:gd name="T8" fmla="*/ 0 w 3354"/>
                  <a:gd name="T9" fmla="*/ 0 h 1027"/>
                  <a:gd name="T10" fmla="*/ 0 w 3354"/>
                  <a:gd name="T11" fmla="*/ 49 h 1027"/>
                  <a:gd name="T12" fmla="*/ 35 w 3354"/>
                  <a:gd name="T13" fmla="*/ 98 h 1027"/>
                  <a:gd name="T14" fmla="*/ 1598 w 3354"/>
                  <a:gd name="T15" fmla="*/ 1000 h 1027"/>
                  <a:gd name="T16" fmla="*/ 1766 w 3354"/>
                  <a:gd name="T17" fmla="*/ 1000 h 1027"/>
                  <a:gd name="T18" fmla="*/ 3319 w 3354"/>
                  <a:gd name="T19" fmla="*/ 98 h 1027"/>
                  <a:gd name="T20" fmla="*/ 3354 w 3354"/>
                  <a:gd name="T21" fmla="*/ 49 h 1027"/>
                  <a:gd name="T22" fmla="*/ 3354 w 3354"/>
                  <a:gd name="T23" fmla="*/ 1 h 1027"/>
                  <a:gd name="T24" fmla="*/ 3319 w 3354"/>
                  <a:gd name="T25" fmla="*/ 49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54" h="1027">
                    <a:moveTo>
                      <a:pt x="3319" y="49"/>
                    </a:moveTo>
                    <a:cubicBezTo>
                      <a:pt x="1766" y="951"/>
                      <a:pt x="1766" y="951"/>
                      <a:pt x="1766" y="951"/>
                    </a:cubicBezTo>
                    <a:cubicBezTo>
                      <a:pt x="1720" y="978"/>
                      <a:pt x="1645" y="978"/>
                      <a:pt x="1598" y="951"/>
                    </a:cubicBezTo>
                    <a:cubicBezTo>
                      <a:pt x="35" y="49"/>
                      <a:pt x="35" y="49"/>
                      <a:pt x="35" y="49"/>
                    </a:cubicBezTo>
                    <a:cubicBezTo>
                      <a:pt x="12" y="35"/>
                      <a:pt x="0" y="18"/>
                      <a:pt x="0" y="0"/>
                    </a:cubicBezTo>
                    <a:cubicBezTo>
                      <a:pt x="0" y="49"/>
                      <a:pt x="0" y="49"/>
                      <a:pt x="0" y="49"/>
                    </a:cubicBezTo>
                    <a:cubicBezTo>
                      <a:pt x="0" y="67"/>
                      <a:pt x="12" y="84"/>
                      <a:pt x="35" y="98"/>
                    </a:cubicBezTo>
                    <a:cubicBezTo>
                      <a:pt x="1598" y="1000"/>
                      <a:pt x="1598" y="1000"/>
                      <a:pt x="1598" y="1000"/>
                    </a:cubicBezTo>
                    <a:cubicBezTo>
                      <a:pt x="1645" y="1027"/>
                      <a:pt x="1720" y="1027"/>
                      <a:pt x="1766" y="1000"/>
                    </a:cubicBezTo>
                    <a:cubicBezTo>
                      <a:pt x="3319" y="98"/>
                      <a:pt x="3319" y="98"/>
                      <a:pt x="3319" y="98"/>
                    </a:cubicBezTo>
                    <a:cubicBezTo>
                      <a:pt x="3342" y="84"/>
                      <a:pt x="3354" y="67"/>
                      <a:pt x="3354" y="49"/>
                    </a:cubicBezTo>
                    <a:cubicBezTo>
                      <a:pt x="3354" y="1"/>
                      <a:pt x="3354" y="1"/>
                      <a:pt x="3354" y="1"/>
                    </a:cubicBezTo>
                    <a:cubicBezTo>
                      <a:pt x="3354" y="18"/>
                      <a:pt x="3342" y="36"/>
                      <a:pt x="3319" y="49"/>
                    </a:cubicBezTo>
                    <a:close/>
                  </a:path>
                </a:pathLst>
              </a:custGeom>
              <a:solidFill>
                <a:srgbClr val="7584E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Freeform 11">
                <a:extLst>
                  <a:ext uri="{FF2B5EF4-FFF2-40B4-BE49-F238E27FC236}">
                    <a16:creationId xmlns:a16="http://schemas.microsoft.com/office/drawing/2014/main" id="{20E45ABD-CF09-6014-2FB6-4AF3273190FA}"/>
                  </a:ext>
                </a:extLst>
              </p:cNvPr>
              <p:cNvSpPr>
                <a:spLocks/>
              </p:cNvSpPr>
              <p:nvPr/>
            </p:nvSpPr>
            <p:spPr bwMode="auto">
              <a:xfrm>
                <a:off x="287338" y="-23813"/>
                <a:ext cx="11620500" cy="6734175"/>
              </a:xfrm>
              <a:custGeom>
                <a:avLst/>
                <a:gdLst>
                  <a:gd name="T0" fmla="*/ 3331 w 3377"/>
                  <a:gd name="T1" fmla="*/ 930 h 1956"/>
                  <a:gd name="T2" fmla="*/ 3331 w 3377"/>
                  <a:gd name="T3" fmla="*/ 1027 h 1956"/>
                  <a:gd name="T4" fmla="*/ 1778 w 3377"/>
                  <a:gd name="T5" fmla="*/ 1929 h 1956"/>
                  <a:gd name="T6" fmla="*/ 1610 w 3377"/>
                  <a:gd name="T7" fmla="*/ 1929 h 1956"/>
                  <a:gd name="T8" fmla="*/ 47 w 3377"/>
                  <a:gd name="T9" fmla="*/ 1027 h 1956"/>
                  <a:gd name="T10" fmla="*/ 47 w 3377"/>
                  <a:gd name="T11" fmla="*/ 930 h 1956"/>
                  <a:gd name="T12" fmla="*/ 1599 w 3377"/>
                  <a:gd name="T13" fmla="*/ 27 h 1956"/>
                  <a:gd name="T14" fmla="*/ 1768 w 3377"/>
                  <a:gd name="T15" fmla="*/ 27 h 1956"/>
                  <a:gd name="T16" fmla="*/ 3331 w 3377"/>
                  <a:gd name="T17" fmla="*/ 930 h 1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77" h="1956">
                    <a:moveTo>
                      <a:pt x="3331" y="930"/>
                    </a:moveTo>
                    <a:cubicBezTo>
                      <a:pt x="3377" y="956"/>
                      <a:pt x="3377" y="1000"/>
                      <a:pt x="3331" y="1027"/>
                    </a:cubicBezTo>
                    <a:cubicBezTo>
                      <a:pt x="1778" y="1929"/>
                      <a:pt x="1778" y="1929"/>
                      <a:pt x="1778" y="1929"/>
                    </a:cubicBezTo>
                    <a:cubicBezTo>
                      <a:pt x="1732" y="1956"/>
                      <a:pt x="1657" y="1956"/>
                      <a:pt x="1610" y="1929"/>
                    </a:cubicBezTo>
                    <a:cubicBezTo>
                      <a:pt x="47" y="1027"/>
                      <a:pt x="47" y="1027"/>
                      <a:pt x="47" y="1027"/>
                    </a:cubicBezTo>
                    <a:cubicBezTo>
                      <a:pt x="0" y="1000"/>
                      <a:pt x="0" y="956"/>
                      <a:pt x="47" y="930"/>
                    </a:cubicBezTo>
                    <a:cubicBezTo>
                      <a:pt x="1599" y="27"/>
                      <a:pt x="1599" y="27"/>
                      <a:pt x="1599" y="27"/>
                    </a:cubicBezTo>
                    <a:cubicBezTo>
                      <a:pt x="1646" y="0"/>
                      <a:pt x="1721" y="0"/>
                      <a:pt x="1768" y="27"/>
                    </a:cubicBezTo>
                    <a:lnTo>
                      <a:pt x="3331" y="930"/>
                    </a:lnTo>
                    <a:close/>
                  </a:path>
                </a:pathLst>
              </a:custGeom>
              <a:solidFill>
                <a:srgbClr val="FCF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28" name="Freeform 11">
            <a:extLst>
              <a:ext uri="{FF2B5EF4-FFF2-40B4-BE49-F238E27FC236}">
                <a16:creationId xmlns:a16="http://schemas.microsoft.com/office/drawing/2014/main" id="{438D1777-2571-30DA-B4D9-34B4609221A2}"/>
              </a:ext>
            </a:extLst>
          </p:cNvPr>
          <p:cNvSpPr>
            <a:spLocks/>
          </p:cNvSpPr>
          <p:nvPr/>
        </p:nvSpPr>
        <p:spPr bwMode="auto">
          <a:xfrm>
            <a:off x="3878340" y="1024800"/>
            <a:ext cx="4435319" cy="2570304"/>
          </a:xfrm>
          <a:custGeom>
            <a:avLst/>
            <a:gdLst>
              <a:gd name="T0" fmla="*/ 3331 w 3377"/>
              <a:gd name="T1" fmla="*/ 930 h 1956"/>
              <a:gd name="T2" fmla="*/ 3331 w 3377"/>
              <a:gd name="T3" fmla="*/ 1027 h 1956"/>
              <a:gd name="T4" fmla="*/ 1778 w 3377"/>
              <a:gd name="T5" fmla="*/ 1929 h 1956"/>
              <a:gd name="T6" fmla="*/ 1610 w 3377"/>
              <a:gd name="T7" fmla="*/ 1929 h 1956"/>
              <a:gd name="T8" fmla="*/ 47 w 3377"/>
              <a:gd name="T9" fmla="*/ 1027 h 1956"/>
              <a:gd name="T10" fmla="*/ 47 w 3377"/>
              <a:gd name="T11" fmla="*/ 930 h 1956"/>
              <a:gd name="T12" fmla="*/ 1599 w 3377"/>
              <a:gd name="T13" fmla="*/ 27 h 1956"/>
              <a:gd name="T14" fmla="*/ 1768 w 3377"/>
              <a:gd name="T15" fmla="*/ 27 h 1956"/>
              <a:gd name="T16" fmla="*/ 3331 w 3377"/>
              <a:gd name="T17" fmla="*/ 930 h 19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77" h="1956">
                <a:moveTo>
                  <a:pt x="3331" y="930"/>
                </a:moveTo>
                <a:cubicBezTo>
                  <a:pt x="3377" y="956"/>
                  <a:pt x="3377" y="1000"/>
                  <a:pt x="3331" y="1027"/>
                </a:cubicBezTo>
                <a:cubicBezTo>
                  <a:pt x="1778" y="1929"/>
                  <a:pt x="1778" y="1929"/>
                  <a:pt x="1778" y="1929"/>
                </a:cubicBezTo>
                <a:cubicBezTo>
                  <a:pt x="1732" y="1956"/>
                  <a:pt x="1657" y="1956"/>
                  <a:pt x="1610" y="1929"/>
                </a:cubicBezTo>
                <a:cubicBezTo>
                  <a:pt x="47" y="1027"/>
                  <a:pt x="47" y="1027"/>
                  <a:pt x="47" y="1027"/>
                </a:cubicBezTo>
                <a:cubicBezTo>
                  <a:pt x="0" y="1000"/>
                  <a:pt x="0" y="956"/>
                  <a:pt x="47" y="930"/>
                </a:cubicBezTo>
                <a:cubicBezTo>
                  <a:pt x="1599" y="27"/>
                  <a:pt x="1599" y="27"/>
                  <a:pt x="1599" y="27"/>
                </a:cubicBezTo>
                <a:cubicBezTo>
                  <a:pt x="1646" y="0"/>
                  <a:pt x="1721" y="0"/>
                  <a:pt x="1768" y="27"/>
                </a:cubicBezTo>
                <a:lnTo>
                  <a:pt x="3331" y="930"/>
                </a:lnTo>
                <a:close/>
              </a:path>
            </a:pathLst>
          </a:custGeom>
          <a:solidFill>
            <a:srgbClr val="FCFBFF"/>
          </a:solidFill>
          <a:ln w="12700">
            <a:solidFill>
              <a:srgbClr val="7584E5"/>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43" name="组合 42">
            <a:extLst>
              <a:ext uri="{FF2B5EF4-FFF2-40B4-BE49-F238E27FC236}">
                <a16:creationId xmlns:a16="http://schemas.microsoft.com/office/drawing/2014/main" id="{83C1DD78-FFA6-9737-BCA1-A645A050AC34}"/>
              </a:ext>
            </a:extLst>
          </p:cNvPr>
          <p:cNvGrpSpPr/>
          <p:nvPr/>
        </p:nvGrpSpPr>
        <p:grpSpPr>
          <a:xfrm>
            <a:off x="5214515" y="887554"/>
            <a:ext cx="1762968" cy="1669262"/>
            <a:chOff x="7553917" y="317817"/>
            <a:chExt cx="2641959" cy="2501533"/>
          </a:xfrm>
        </p:grpSpPr>
        <p:sp>
          <p:nvSpPr>
            <p:cNvPr id="42" name="Freeform 16">
              <a:extLst>
                <a:ext uri="{FF2B5EF4-FFF2-40B4-BE49-F238E27FC236}">
                  <a16:creationId xmlns:a16="http://schemas.microsoft.com/office/drawing/2014/main" id="{67AD6C95-7AF9-CA08-E2A8-23BE4AD3B736}"/>
                </a:ext>
              </a:extLst>
            </p:cNvPr>
            <p:cNvSpPr>
              <a:spLocks/>
            </p:cNvSpPr>
            <p:nvPr/>
          </p:nvSpPr>
          <p:spPr bwMode="auto">
            <a:xfrm>
              <a:off x="7553917" y="1295350"/>
              <a:ext cx="2635250" cy="1524000"/>
            </a:xfrm>
            <a:custGeom>
              <a:avLst/>
              <a:gdLst>
                <a:gd name="T0" fmla="*/ 2189 w 2666"/>
                <a:gd name="T1" fmla="*/ 274 h 1543"/>
                <a:gd name="T2" fmla="*/ 2194 w 2666"/>
                <a:gd name="T3" fmla="*/ 1268 h 1543"/>
                <a:gd name="T4" fmla="*/ 478 w 2666"/>
                <a:gd name="T5" fmla="*/ 1268 h 1543"/>
                <a:gd name="T6" fmla="*/ 472 w 2666"/>
                <a:gd name="T7" fmla="*/ 274 h 1543"/>
                <a:gd name="T8" fmla="*/ 2189 w 2666"/>
                <a:gd name="T9" fmla="*/ 274 h 1543"/>
              </a:gdLst>
              <a:ahLst/>
              <a:cxnLst>
                <a:cxn ang="0">
                  <a:pos x="T0" y="T1"/>
                </a:cxn>
                <a:cxn ang="0">
                  <a:pos x="T2" y="T3"/>
                </a:cxn>
                <a:cxn ang="0">
                  <a:pos x="T4" y="T5"/>
                </a:cxn>
                <a:cxn ang="0">
                  <a:pos x="T6" y="T7"/>
                </a:cxn>
                <a:cxn ang="0">
                  <a:pos x="T8" y="T9"/>
                </a:cxn>
              </a:cxnLst>
              <a:rect l="0" t="0" r="r" b="b"/>
              <a:pathLst>
                <a:path w="2666" h="1543">
                  <a:moveTo>
                    <a:pt x="2189" y="274"/>
                  </a:moveTo>
                  <a:cubicBezTo>
                    <a:pt x="2664" y="549"/>
                    <a:pt x="2666" y="994"/>
                    <a:pt x="2194" y="1268"/>
                  </a:cubicBezTo>
                  <a:cubicBezTo>
                    <a:pt x="1722" y="1543"/>
                    <a:pt x="953" y="1543"/>
                    <a:pt x="478" y="1268"/>
                  </a:cubicBezTo>
                  <a:cubicBezTo>
                    <a:pt x="3" y="994"/>
                    <a:pt x="0" y="549"/>
                    <a:pt x="472" y="274"/>
                  </a:cubicBezTo>
                  <a:cubicBezTo>
                    <a:pt x="945" y="0"/>
                    <a:pt x="1713" y="0"/>
                    <a:pt x="2189" y="274"/>
                  </a:cubicBezTo>
                  <a:close/>
                </a:path>
              </a:pathLst>
            </a:custGeom>
            <a:gradFill flip="none" rotWithShape="1">
              <a:gsLst>
                <a:gs pos="0">
                  <a:srgbClr val="7584E5"/>
                </a:gs>
                <a:gs pos="100000">
                  <a:srgbClr val="CDD2F8"/>
                </a:gs>
              </a:gsLst>
              <a:lin ang="162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38" name="Group 14">
              <a:extLst>
                <a:ext uri="{FF2B5EF4-FFF2-40B4-BE49-F238E27FC236}">
                  <a16:creationId xmlns:a16="http://schemas.microsoft.com/office/drawing/2014/main" id="{13104B48-89D4-2684-A2FE-93D0256A6EC2}"/>
                </a:ext>
              </a:extLst>
            </p:cNvPr>
            <p:cNvGrpSpPr>
              <a:grpSpLocks noChangeAspect="1"/>
            </p:cNvGrpSpPr>
            <p:nvPr/>
          </p:nvGrpSpPr>
          <p:grpSpPr bwMode="auto">
            <a:xfrm>
              <a:off x="7560626" y="317817"/>
              <a:ext cx="2635250" cy="2490788"/>
              <a:chOff x="4097" y="623"/>
              <a:chExt cx="1660" cy="1569"/>
            </a:xfrm>
          </p:grpSpPr>
          <p:sp>
            <p:nvSpPr>
              <p:cNvPr id="39" name="AutoShape 13">
                <a:extLst>
                  <a:ext uri="{FF2B5EF4-FFF2-40B4-BE49-F238E27FC236}">
                    <a16:creationId xmlns:a16="http://schemas.microsoft.com/office/drawing/2014/main" id="{E59237A1-4206-4A9A-184A-B06285A8EE84}"/>
                  </a:ext>
                </a:extLst>
              </p:cNvPr>
              <p:cNvSpPr>
                <a:spLocks noChangeAspect="1" noChangeArrowheads="1" noTextEdit="1"/>
              </p:cNvSpPr>
              <p:nvPr/>
            </p:nvSpPr>
            <p:spPr bwMode="auto">
              <a:xfrm>
                <a:off x="4125" y="663"/>
                <a:ext cx="1513" cy="1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Freeform 15">
                <a:extLst>
                  <a:ext uri="{FF2B5EF4-FFF2-40B4-BE49-F238E27FC236}">
                    <a16:creationId xmlns:a16="http://schemas.microsoft.com/office/drawing/2014/main" id="{4C72359B-3D47-84FF-1252-82AB1F0D1B5D}"/>
                  </a:ext>
                </a:extLst>
              </p:cNvPr>
              <p:cNvSpPr>
                <a:spLocks/>
              </p:cNvSpPr>
              <p:nvPr/>
            </p:nvSpPr>
            <p:spPr bwMode="auto">
              <a:xfrm>
                <a:off x="4169" y="1101"/>
                <a:ext cx="1514" cy="1091"/>
              </a:xfrm>
              <a:custGeom>
                <a:avLst/>
                <a:gdLst>
                  <a:gd name="T0" fmla="*/ 2431 w 2431"/>
                  <a:gd name="T1" fmla="*/ 7 h 1753"/>
                  <a:gd name="T2" fmla="*/ 2428 w 2431"/>
                  <a:gd name="T3" fmla="*/ 985 h 1753"/>
                  <a:gd name="T4" fmla="*/ 2075 w 2431"/>
                  <a:gd name="T5" fmla="*/ 1479 h 1753"/>
                  <a:gd name="T6" fmla="*/ 359 w 2431"/>
                  <a:gd name="T7" fmla="*/ 1479 h 1753"/>
                  <a:gd name="T8" fmla="*/ 1 w 2431"/>
                  <a:gd name="T9" fmla="*/ 978 h 1753"/>
                  <a:gd name="T10" fmla="*/ 4 w 2431"/>
                  <a:gd name="T11" fmla="*/ 0 h 1753"/>
                  <a:gd name="T12" fmla="*/ 362 w 2431"/>
                  <a:gd name="T13" fmla="*/ 500 h 1753"/>
                  <a:gd name="T14" fmla="*/ 2078 w 2431"/>
                  <a:gd name="T15" fmla="*/ 500 h 1753"/>
                  <a:gd name="T16" fmla="*/ 2431 w 2431"/>
                  <a:gd name="T17" fmla="*/ 7 h 1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31" h="1753">
                    <a:moveTo>
                      <a:pt x="2431" y="7"/>
                    </a:moveTo>
                    <a:cubicBezTo>
                      <a:pt x="2428" y="985"/>
                      <a:pt x="2428" y="985"/>
                      <a:pt x="2428" y="985"/>
                    </a:cubicBezTo>
                    <a:cubicBezTo>
                      <a:pt x="2427" y="1164"/>
                      <a:pt x="2310" y="1342"/>
                      <a:pt x="2075" y="1479"/>
                    </a:cubicBezTo>
                    <a:cubicBezTo>
                      <a:pt x="1603" y="1753"/>
                      <a:pt x="835" y="1753"/>
                      <a:pt x="359" y="1479"/>
                    </a:cubicBezTo>
                    <a:cubicBezTo>
                      <a:pt x="120" y="1340"/>
                      <a:pt x="0" y="1159"/>
                      <a:pt x="1" y="978"/>
                    </a:cubicBezTo>
                    <a:cubicBezTo>
                      <a:pt x="4" y="0"/>
                      <a:pt x="4" y="0"/>
                      <a:pt x="4" y="0"/>
                    </a:cubicBezTo>
                    <a:cubicBezTo>
                      <a:pt x="3" y="181"/>
                      <a:pt x="123" y="362"/>
                      <a:pt x="362" y="500"/>
                    </a:cubicBezTo>
                    <a:cubicBezTo>
                      <a:pt x="837" y="775"/>
                      <a:pt x="1606" y="775"/>
                      <a:pt x="2078" y="500"/>
                    </a:cubicBezTo>
                    <a:cubicBezTo>
                      <a:pt x="2313" y="364"/>
                      <a:pt x="2430" y="185"/>
                      <a:pt x="2431" y="7"/>
                    </a:cubicBezTo>
                    <a:close/>
                  </a:path>
                </a:pathLst>
              </a:custGeom>
              <a:gradFill flip="none" rotWithShape="1">
                <a:gsLst>
                  <a:gs pos="0">
                    <a:srgbClr val="7584E5">
                      <a:alpha val="59000"/>
                    </a:srgbClr>
                  </a:gs>
                  <a:gs pos="66000">
                    <a:srgbClr val="CDD2F8">
                      <a:alpha val="0"/>
                    </a:srgbClr>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Freeform 16">
                <a:extLst>
                  <a:ext uri="{FF2B5EF4-FFF2-40B4-BE49-F238E27FC236}">
                    <a16:creationId xmlns:a16="http://schemas.microsoft.com/office/drawing/2014/main" id="{8852782D-E1BE-9B56-335C-25AADBAACC67}"/>
                  </a:ext>
                </a:extLst>
              </p:cNvPr>
              <p:cNvSpPr>
                <a:spLocks/>
              </p:cNvSpPr>
              <p:nvPr/>
            </p:nvSpPr>
            <p:spPr bwMode="auto">
              <a:xfrm>
                <a:off x="4097" y="623"/>
                <a:ext cx="1660" cy="960"/>
              </a:xfrm>
              <a:custGeom>
                <a:avLst/>
                <a:gdLst>
                  <a:gd name="T0" fmla="*/ 2189 w 2666"/>
                  <a:gd name="T1" fmla="*/ 274 h 1543"/>
                  <a:gd name="T2" fmla="*/ 2194 w 2666"/>
                  <a:gd name="T3" fmla="*/ 1268 h 1543"/>
                  <a:gd name="T4" fmla="*/ 478 w 2666"/>
                  <a:gd name="T5" fmla="*/ 1268 h 1543"/>
                  <a:gd name="T6" fmla="*/ 472 w 2666"/>
                  <a:gd name="T7" fmla="*/ 274 h 1543"/>
                  <a:gd name="T8" fmla="*/ 2189 w 2666"/>
                  <a:gd name="T9" fmla="*/ 274 h 1543"/>
                </a:gdLst>
                <a:ahLst/>
                <a:cxnLst>
                  <a:cxn ang="0">
                    <a:pos x="T0" y="T1"/>
                  </a:cxn>
                  <a:cxn ang="0">
                    <a:pos x="T2" y="T3"/>
                  </a:cxn>
                  <a:cxn ang="0">
                    <a:pos x="T4" y="T5"/>
                  </a:cxn>
                  <a:cxn ang="0">
                    <a:pos x="T6" y="T7"/>
                  </a:cxn>
                  <a:cxn ang="0">
                    <a:pos x="T8" y="T9"/>
                  </a:cxn>
                </a:cxnLst>
                <a:rect l="0" t="0" r="r" b="b"/>
                <a:pathLst>
                  <a:path w="2666" h="1543">
                    <a:moveTo>
                      <a:pt x="2189" y="274"/>
                    </a:moveTo>
                    <a:cubicBezTo>
                      <a:pt x="2664" y="549"/>
                      <a:pt x="2666" y="994"/>
                      <a:pt x="2194" y="1268"/>
                    </a:cubicBezTo>
                    <a:cubicBezTo>
                      <a:pt x="1722" y="1543"/>
                      <a:pt x="953" y="1543"/>
                      <a:pt x="478" y="1268"/>
                    </a:cubicBezTo>
                    <a:cubicBezTo>
                      <a:pt x="3" y="994"/>
                      <a:pt x="0" y="549"/>
                      <a:pt x="472" y="274"/>
                    </a:cubicBezTo>
                    <a:cubicBezTo>
                      <a:pt x="945" y="0"/>
                      <a:pt x="1713" y="0"/>
                      <a:pt x="2189" y="274"/>
                    </a:cubicBezTo>
                    <a:close/>
                  </a:path>
                </a:pathLst>
              </a:custGeom>
              <a:gradFill flip="none" rotWithShape="1">
                <a:gsLst>
                  <a:gs pos="0">
                    <a:srgbClr val="7584E5"/>
                  </a:gs>
                  <a:gs pos="100000">
                    <a:srgbClr val="3749CC"/>
                  </a:gs>
                </a:gsLst>
                <a:lin ang="8100000" scaled="1"/>
                <a:tileRect/>
              </a:gradFill>
              <a:ln w="12700">
                <a:gradFill>
                  <a:gsLst>
                    <a:gs pos="0">
                      <a:schemeClr val="accent1">
                        <a:lumMod val="5000"/>
                        <a:lumOff val="95000"/>
                      </a:schemeClr>
                    </a:gs>
                    <a:gs pos="61000">
                      <a:srgbClr val="7584E5"/>
                    </a:gs>
                  </a:gsLst>
                  <a:lin ang="5400000" scaled="1"/>
                </a:grad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54" name="组合 53">
            <a:extLst>
              <a:ext uri="{FF2B5EF4-FFF2-40B4-BE49-F238E27FC236}">
                <a16:creationId xmlns:a16="http://schemas.microsoft.com/office/drawing/2014/main" id="{16F97001-284D-2018-2B4F-25796BDC98FF}"/>
              </a:ext>
            </a:extLst>
          </p:cNvPr>
          <p:cNvGrpSpPr/>
          <p:nvPr/>
        </p:nvGrpSpPr>
        <p:grpSpPr>
          <a:xfrm>
            <a:off x="5953584" y="2672084"/>
            <a:ext cx="284831" cy="764919"/>
            <a:chOff x="7861911" y="2549084"/>
            <a:chExt cx="284831" cy="764919"/>
          </a:xfrm>
        </p:grpSpPr>
        <p:grpSp>
          <p:nvGrpSpPr>
            <p:cNvPr id="55" name="组合 54">
              <a:extLst>
                <a:ext uri="{FF2B5EF4-FFF2-40B4-BE49-F238E27FC236}">
                  <a16:creationId xmlns:a16="http://schemas.microsoft.com/office/drawing/2014/main" id="{6DE3674D-BB74-8F6F-3480-918C244BA0E9}"/>
                </a:ext>
              </a:extLst>
            </p:cNvPr>
            <p:cNvGrpSpPr/>
            <p:nvPr/>
          </p:nvGrpSpPr>
          <p:grpSpPr>
            <a:xfrm>
              <a:off x="7893159" y="3049863"/>
              <a:ext cx="222334" cy="264140"/>
              <a:chOff x="8924877" y="2913740"/>
              <a:chExt cx="557213" cy="661987"/>
            </a:xfrm>
          </p:grpSpPr>
          <p:sp>
            <p:nvSpPr>
              <p:cNvPr id="57" name="Freeform 21">
                <a:extLst>
                  <a:ext uri="{FF2B5EF4-FFF2-40B4-BE49-F238E27FC236}">
                    <a16:creationId xmlns:a16="http://schemas.microsoft.com/office/drawing/2014/main" id="{F174D8DA-ACD5-1150-4257-D0BEC43BBEA1}"/>
                  </a:ext>
                </a:extLst>
              </p:cNvPr>
              <p:cNvSpPr>
                <a:spLocks/>
              </p:cNvSpPr>
              <p:nvPr/>
            </p:nvSpPr>
            <p:spPr bwMode="auto">
              <a:xfrm>
                <a:off x="8924877" y="3253465"/>
                <a:ext cx="557213" cy="322262"/>
              </a:xfrm>
              <a:custGeom>
                <a:avLst/>
                <a:gdLst>
                  <a:gd name="T0" fmla="*/ 2188 w 2666"/>
                  <a:gd name="T1" fmla="*/ 275 h 1544"/>
                  <a:gd name="T2" fmla="*/ 2194 w 2666"/>
                  <a:gd name="T3" fmla="*/ 1269 h 1544"/>
                  <a:gd name="T4" fmla="*/ 478 w 2666"/>
                  <a:gd name="T5" fmla="*/ 1269 h 1544"/>
                  <a:gd name="T6" fmla="*/ 472 w 2666"/>
                  <a:gd name="T7" fmla="*/ 275 h 1544"/>
                  <a:gd name="T8" fmla="*/ 2188 w 2666"/>
                  <a:gd name="T9" fmla="*/ 275 h 1544"/>
                </a:gdLst>
                <a:ahLst/>
                <a:cxnLst>
                  <a:cxn ang="0">
                    <a:pos x="T0" y="T1"/>
                  </a:cxn>
                  <a:cxn ang="0">
                    <a:pos x="T2" y="T3"/>
                  </a:cxn>
                  <a:cxn ang="0">
                    <a:pos x="T4" y="T5"/>
                  </a:cxn>
                  <a:cxn ang="0">
                    <a:pos x="T6" y="T7"/>
                  </a:cxn>
                  <a:cxn ang="0">
                    <a:pos x="T8" y="T9"/>
                  </a:cxn>
                </a:cxnLst>
                <a:rect l="0" t="0" r="r" b="b"/>
                <a:pathLst>
                  <a:path w="2666" h="1544">
                    <a:moveTo>
                      <a:pt x="2188" y="275"/>
                    </a:moveTo>
                    <a:cubicBezTo>
                      <a:pt x="2664" y="549"/>
                      <a:pt x="2666" y="995"/>
                      <a:pt x="2194" y="1269"/>
                    </a:cubicBezTo>
                    <a:cubicBezTo>
                      <a:pt x="1721" y="1544"/>
                      <a:pt x="953" y="1544"/>
                      <a:pt x="478" y="1269"/>
                    </a:cubicBezTo>
                    <a:cubicBezTo>
                      <a:pt x="2" y="995"/>
                      <a:pt x="0" y="550"/>
                      <a:pt x="472" y="275"/>
                    </a:cubicBezTo>
                    <a:cubicBezTo>
                      <a:pt x="944" y="0"/>
                      <a:pt x="1713" y="1"/>
                      <a:pt x="2188" y="275"/>
                    </a:cubicBezTo>
                    <a:close/>
                  </a:path>
                </a:pathLst>
              </a:custGeom>
              <a:gradFill>
                <a:gsLst>
                  <a:gs pos="0">
                    <a:srgbClr val="7584E5">
                      <a:alpha val="59000"/>
                    </a:srgbClr>
                  </a:gs>
                  <a:gs pos="66000">
                    <a:srgbClr val="CDD2F8">
                      <a:alpha val="0"/>
                    </a:srgbClr>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8" name="Freeform 20">
                <a:extLst>
                  <a:ext uri="{FF2B5EF4-FFF2-40B4-BE49-F238E27FC236}">
                    <a16:creationId xmlns:a16="http://schemas.microsoft.com/office/drawing/2014/main" id="{A95FD6BC-8183-925B-16FF-A9DEDDA89A8C}"/>
                  </a:ext>
                </a:extLst>
              </p:cNvPr>
              <p:cNvSpPr>
                <a:spLocks/>
              </p:cNvSpPr>
              <p:nvPr/>
            </p:nvSpPr>
            <p:spPr bwMode="auto">
              <a:xfrm>
                <a:off x="8949483" y="3074077"/>
                <a:ext cx="508000" cy="501650"/>
              </a:xfrm>
              <a:custGeom>
                <a:avLst/>
                <a:gdLst>
                  <a:gd name="T0" fmla="*/ 2432 w 2432"/>
                  <a:gd name="T1" fmla="*/ 6 h 2405"/>
                  <a:gd name="T2" fmla="*/ 2428 w 2432"/>
                  <a:gd name="T3" fmla="*/ 1637 h 2405"/>
                  <a:gd name="T4" fmla="*/ 2075 w 2432"/>
                  <a:gd name="T5" fmla="*/ 2130 h 2405"/>
                  <a:gd name="T6" fmla="*/ 359 w 2432"/>
                  <a:gd name="T7" fmla="*/ 2130 h 2405"/>
                  <a:gd name="T8" fmla="*/ 1 w 2432"/>
                  <a:gd name="T9" fmla="*/ 1630 h 2405"/>
                  <a:gd name="T10" fmla="*/ 5 w 2432"/>
                  <a:gd name="T11" fmla="*/ 0 h 2405"/>
                  <a:gd name="T12" fmla="*/ 364 w 2432"/>
                  <a:gd name="T13" fmla="*/ 500 h 2405"/>
                  <a:gd name="T14" fmla="*/ 2080 w 2432"/>
                  <a:gd name="T15" fmla="*/ 500 h 2405"/>
                  <a:gd name="T16" fmla="*/ 2432 w 2432"/>
                  <a:gd name="T17" fmla="*/ 6 h 2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32" h="2405">
                    <a:moveTo>
                      <a:pt x="2432" y="6"/>
                    </a:moveTo>
                    <a:cubicBezTo>
                      <a:pt x="2428" y="1637"/>
                      <a:pt x="2428" y="1637"/>
                      <a:pt x="2428" y="1637"/>
                    </a:cubicBezTo>
                    <a:cubicBezTo>
                      <a:pt x="2427" y="1816"/>
                      <a:pt x="2310" y="1994"/>
                      <a:pt x="2075" y="2130"/>
                    </a:cubicBezTo>
                    <a:cubicBezTo>
                      <a:pt x="1603" y="2405"/>
                      <a:pt x="834" y="2405"/>
                      <a:pt x="359" y="2130"/>
                    </a:cubicBezTo>
                    <a:cubicBezTo>
                      <a:pt x="120" y="1992"/>
                      <a:pt x="0" y="1811"/>
                      <a:pt x="1" y="1630"/>
                    </a:cubicBezTo>
                    <a:cubicBezTo>
                      <a:pt x="5" y="0"/>
                      <a:pt x="5" y="0"/>
                      <a:pt x="5" y="0"/>
                    </a:cubicBezTo>
                    <a:cubicBezTo>
                      <a:pt x="5" y="181"/>
                      <a:pt x="124" y="362"/>
                      <a:pt x="364" y="500"/>
                    </a:cubicBezTo>
                    <a:cubicBezTo>
                      <a:pt x="839" y="775"/>
                      <a:pt x="1607" y="775"/>
                      <a:pt x="2080" y="500"/>
                    </a:cubicBezTo>
                    <a:cubicBezTo>
                      <a:pt x="2314" y="364"/>
                      <a:pt x="2432" y="185"/>
                      <a:pt x="2432" y="6"/>
                    </a:cubicBezTo>
                    <a:close/>
                  </a:path>
                </a:pathLst>
              </a:custGeom>
              <a:gradFill flip="none" rotWithShape="1">
                <a:gsLst>
                  <a:gs pos="0">
                    <a:srgbClr val="7584E5">
                      <a:alpha val="59000"/>
                    </a:srgbClr>
                  </a:gs>
                  <a:gs pos="100000">
                    <a:srgbClr val="CDD2F8">
                      <a:alpha val="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9" name="Freeform 21">
                <a:extLst>
                  <a:ext uri="{FF2B5EF4-FFF2-40B4-BE49-F238E27FC236}">
                    <a16:creationId xmlns:a16="http://schemas.microsoft.com/office/drawing/2014/main" id="{C0CE384B-88BA-2939-968C-9DBFE232C81D}"/>
                  </a:ext>
                </a:extLst>
              </p:cNvPr>
              <p:cNvSpPr>
                <a:spLocks/>
              </p:cNvSpPr>
              <p:nvPr/>
            </p:nvSpPr>
            <p:spPr bwMode="auto">
              <a:xfrm>
                <a:off x="8924877" y="2913740"/>
                <a:ext cx="557213" cy="322262"/>
              </a:xfrm>
              <a:custGeom>
                <a:avLst/>
                <a:gdLst>
                  <a:gd name="T0" fmla="*/ 2188 w 2666"/>
                  <a:gd name="T1" fmla="*/ 275 h 1544"/>
                  <a:gd name="T2" fmla="*/ 2194 w 2666"/>
                  <a:gd name="T3" fmla="*/ 1269 h 1544"/>
                  <a:gd name="T4" fmla="*/ 478 w 2666"/>
                  <a:gd name="T5" fmla="*/ 1269 h 1544"/>
                  <a:gd name="T6" fmla="*/ 472 w 2666"/>
                  <a:gd name="T7" fmla="*/ 275 h 1544"/>
                  <a:gd name="T8" fmla="*/ 2188 w 2666"/>
                  <a:gd name="T9" fmla="*/ 275 h 1544"/>
                </a:gdLst>
                <a:ahLst/>
                <a:cxnLst>
                  <a:cxn ang="0">
                    <a:pos x="T0" y="T1"/>
                  </a:cxn>
                  <a:cxn ang="0">
                    <a:pos x="T2" y="T3"/>
                  </a:cxn>
                  <a:cxn ang="0">
                    <a:pos x="T4" y="T5"/>
                  </a:cxn>
                  <a:cxn ang="0">
                    <a:pos x="T6" y="T7"/>
                  </a:cxn>
                  <a:cxn ang="0">
                    <a:pos x="T8" y="T9"/>
                  </a:cxn>
                </a:cxnLst>
                <a:rect l="0" t="0" r="r" b="b"/>
                <a:pathLst>
                  <a:path w="2666" h="1544">
                    <a:moveTo>
                      <a:pt x="2188" y="275"/>
                    </a:moveTo>
                    <a:cubicBezTo>
                      <a:pt x="2664" y="549"/>
                      <a:pt x="2666" y="995"/>
                      <a:pt x="2194" y="1269"/>
                    </a:cubicBezTo>
                    <a:cubicBezTo>
                      <a:pt x="1721" y="1544"/>
                      <a:pt x="953" y="1544"/>
                      <a:pt x="478" y="1269"/>
                    </a:cubicBezTo>
                    <a:cubicBezTo>
                      <a:pt x="2" y="995"/>
                      <a:pt x="0" y="550"/>
                      <a:pt x="472" y="275"/>
                    </a:cubicBezTo>
                    <a:cubicBezTo>
                      <a:pt x="944" y="0"/>
                      <a:pt x="1713" y="1"/>
                      <a:pt x="2188" y="275"/>
                    </a:cubicBezTo>
                    <a:close/>
                  </a:path>
                </a:pathLst>
              </a:custGeom>
              <a:gradFill flip="none" rotWithShape="1">
                <a:gsLst>
                  <a:gs pos="0">
                    <a:srgbClr val="7584E5"/>
                  </a:gs>
                  <a:gs pos="100000">
                    <a:srgbClr val="CDD2F8"/>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56" name="梯形 55">
              <a:extLst>
                <a:ext uri="{FF2B5EF4-FFF2-40B4-BE49-F238E27FC236}">
                  <a16:creationId xmlns:a16="http://schemas.microsoft.com/office/drawing/2014/main" id="{0778D085-B02F-C0C5-258E-89A9D652B7EB}"/>
                </a:ext>
              </a:extLst>
            </p:cNvPr>
            <p:cNvSpPr/>
            <p:nvPr/>
          </p:nvSpPr>
          <p:spPr>
            <a:xfrm rot="10800000">
              <a:off x="7861911" y="2549084"/>
              <a:ext cx="284831" cy="561334"/>
            </a:xfrm>
            <a:prstGeom prst="trapezoid">
              <a:avLst>
                <a:gd name="adj" fmla="val 16006"/>
              </a:avLst>
            </a:prstGeom>
            <a:gradFill flip="none" rotWithShape="1">
              <a:gsLst>
                <a:gs pos="0">
                  <a:srgbClr val="FAFBFF">
                    <a:alpha val="0"/>
                  </a:srgbClr>
                </a:gs>
                <a:gs pos="100000">
                  <a:srgbClr val="B1BBFE">
                    <a:alpha val="4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Medium" panose="00000600000000000000" pitchFamily="2" charset="-122"/>
                <a:ea typeface="HarmonyOS Sans SC Medium" panose="00000600000000000000" pitchFamily="2" charset="-122"/>
              </a:endParaRPr>
            </a:p>
          </p:txBody>
        </p:sp>
      </p:grpSp>
      <p:grpSp>
        <p:nvGrpSpPr>
          <p:cNvPr id="68" name="组合 67">
            <a:extLst>
              <a:ext uri="{FF2B5EF4-FFF2-40B4-BE49-F238E27FC236}">
                <a16:creationId xmlns:a16="http://schemas.microsoft.com/office/drawing/2014/main" id="{6F2A2317-61EA-C302-5D59-7030AF6223FA}"/>
              </a:ext>
            </a:extLst>
          </p:cNvPr>
          <p:cNvGrpSpPr/>
          <p:nvPr/>
        </p:nvGrpSpPr>
        <p:grpSpPr>
          <a:xfrm>
            <a:off x="4086712" y="1604841"/>
            <a:ext cx="4018574" cy="764919"/>
            <a:chOff x="4107851" y="2614068"/>
            <a:chExt cx="4018574" cy="764919"/>
          </a:xfrm>
        </p:grpSpPr>
        <p:grpSp>
          <p:nvGrpSpPr>
            <p:cNvPr id="53" name="组合 52">
              <a:extLst>
                <a:ext uri="{FF2B5EF4-FFF2-40B4-BE49-F238E27FC236}">
                  <a16:creationId xmlns:a16="http://schemas.microsoft.com/office/drawing/2014/main" id="{FE987358-2736-17B6-FDD5-AE3CDFC723BA}"/>
                </a:ext>
              </a:extLst>
            </p:cNvPr>
            <p:cNvGrpSpPr/>
            <p:nvPr/>
          </p:nvGrpSpPr>
          <p:grpSpPr>
            <a:xfrm>
              <a:off x="7841594" y="2614068"/>
              <a:ext cx="284831" cy="764919"/>
              <a:chOff x="7861911" y="2549084"/>
              <a:chExt cx="284831" cy="764919"/>
            </a:xfrm>
          </p:grpSpPr>
          <p:grpSp>
            <p:nvGrpSpPr>
              <p:cNvPr id="51" name="组合 50">
                <a:extLst>
                  <a:ext uri="{FF2B5EF4-FFF2-40B4-BE49-F238E27FC236}">
                    <a16:creationId xmlns:a16="http://schemas.microsoft.com/office/drawing/2014/main" id="{F0F02177-B2B3-F1D4-AA82-0886159DFB0B}"/>
                  </a:ext>
                </a:extLst>
              </p:cNvPr>
              <p:cNvGrpSpPr/>
              <p:nvPr/>
            </p:nvGrpSpPr>
            <p:grpSpPr>
              <a:xfrm>
                <a:off x="7893159" y="3049863"/>
                <a:ext cx="222334" cy="264140"/>
                <a:chOff x="8924877" y="2913740"/>
                <a:chExt cx="557213" cy="661987"/>
              </a:xfrm>
            </p:grpSpPr>
            <p:sp>
              <p:nvSpPr>
                <p:cNvPr id="50" name="Freeform 21">
                  <a:extLst>
                    <a:ext uri="{FF2B5EF4-FFF2-40B4-BE49-F238E27FC236}">
                      <a16:creationId xmlns:a16="http://schemas.microsoft.com/office/drawing/2014/main" id="{C82B18F8-E050-4900-C0AF-DFA1AA6E40ED}"/>
                    </a:ext>
                  </a:extLst>
                </p:cNvPr>
                <p:cNvSpPr>
                  <a:spLocks/>
                </p:cNvSpPr>
                <p:nvPr/>
              </p:nvSpPr>
              <p:spPr bwMode="auto">
                <a:xfrm>
                  <a:off x="8924877" y="3253465"/>
                  <a:ext cx="557213" cy="322262"/>
                </a:xfrm>
                <a:custGeom>
                  <a:avLst/>
                  <a:gdLst>
                    <a:gd name="T0" fmla="*/ 2188 w 2666"/>
                    <a:gd name="T1" fmla="*/ 275 h 1544"/>
                    <a:gd name="T2" fmla="*/ 2194 w 2666"/>
                    <a:gd name="T3" fmla="*/ 1269 h 1544"/>
                    <a:gd name="T4" fmla="*/ 478 w 2666"/>
                    <a:gd name="T5" fmla="*/ 1269 h 1544"/>
                    <a:gd name="T6" fmla="*/ 472 w 2666"/>
                    <a:gd name="T7" fmla="*/ 275 h 1544"/>
                    <a:gd name="T8" fmla="*/ 2188 w 2666"/>
                    <a:gd name="T9" fmla="*/ 275 h 1544"/>
                  </a:gdLst>
                  <a:ahLst/>
                  <a:cxnLst>
                    <a:cxn ang="0">
                      <a:pos x="T0" y="T1"/>
                    </a:cxn>
                    <a:cxn ang="0">
                      <a:pos x="T2" y="T3"/>
                    </a:cxn>
                    <a:cxn ang="0">
                      <a:pos x="T4" y="T5"/>
                    </a:cxn>
                    <a:cxn ang="0">
                      <a:pos x="T6" y="T7"/>
                    </a:cxn>
                    <a:cxn ang="0">
                      <a:pos x="T8" y="T9"/>
                    </a:cxn>
                  </a:cxnLst>
                  <a:rect l="0" t="0" r="r" b="b"/>
                  <a:pathLst>
                    <a:path w="2666" h="1544">
                      <a:moveTo>
                        <a:pt x="2188" y="275"/>
                      </a:moveTo>
                      <a:cubicBezTo>
                        <a:pt x="2664" y="549"/>
                        <a:pt x="2666" y="995"/>
                        <a:pt x="2194" y="1269"/>
                      </a:cubicBezTo>
                      <a:cubicBezTo>
                        <a:pt x="1721" y="1544"/>
                        <a:pt x="953" y="1544"/>
                        <a:pt x="478" y="1269"/>
                      </a:cubicBezTo>
                      <a:cubicBezTo>
                        <a:pt x="2" y="995"/>
                        <a:pt x="0" y="550"/>
                        <a:pt x="472" y="275"/>
                      </a:cubicBezTo>
                      <a:cubicBezTo>
                        <a:pt x="944" y="0"/>
                        <a:pt x="1713" y="1"/>
                        <a:pt x="2188" y="275"/>
                      </a:cubicBezTo>
                      <a:close/>
                    </a:path>
                  </a:pathLst>
                </a:custGeom>
                <a:gradFill>
                  <a:gsLst>
                    <a:gs pos="0">
                      <a:srgbClr val="7584E5">
                        <a:alpha val="59000"/>
                      </a:srgbClr>
                    </a:gs>
                    <a:gs pos="66000">
                      <a:srgbClr val="CDD2F8">
                        <a:alpha val="0"/>
                      </a:srgbClr>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8" name="Freeform 20">
                  <a:extLst>
                    <a:ext uri="{FF2B5EF4-FFF2-40B4-BE49-F238E27FC236}">
                      <a16:creationId xmlns:a16="http://schemas.microsoft.com/office/drawing/2014/main" id="{BAFD8C49-71B1-E3C2-8566-212987BADEB9}"/>
                    </a:ext>
                  </a:extLst>
                </p:cNvPr>
                <p:cNvSpPr>
                  <a:spLocks/>
                </p:cNvSpPr>
                <p:nvPr/>
              </p:nvSpPr>
              <p:spPr bwMode="auto">
                <a:xfrm>
                  <a:off x="8949483" y="3074077"/>
                  <a:ext cx="508000" cy="501650"/>
                </a:xfrm>
                <a:custGeom>
                  <a:avLst/>
                  <a:gdLst>
                    <a:gd name="T0" fmla="*/ 2432 w 2432"/>
                    <a:gd name="T1" fmla="*/ 6 h 2405"/>
                    <a:gd name="T2" fmla="*/ 2428 w 2432"/>
                    <a:gd name="T3" fmla="*/ 1637 h 2405"/>
                    <a:gd name="T4" fmla="*/ 2075 w 2432"/>
                    <a:gd name="T5" fmla="*/ 2130 h 2405"/>
                    <a:gd name="T6" fmla="*/ 359 w 2432"/>
                    <a:gd name="T7" fmla="*/ 2130 h 2405"/>
                    <a:gd name="T8" fmla="*/ 1 w 2432"/>
                    <a:gd name="T9" fmla="*/ 1630 h 2405"/>
                    <a:gd name="T10" fmla="*/ 5 w 2432"/>
                    <a:gd name="T11" fmla="*/ 0 h 2405"/>
                    <a:gd name="T12" fmla="*/ 364 w 2432"/>
                    <a:gd name="T13" fmla="*/ 500 h 2405"/>
                    <a:gd name="T14" fmla="*/ 2080 w 2432"/>
                    <a:gd name="T15" fmla="*/ 500 h 2405"/>
                    <a:gd name="T16" fmla="*/ 2432 w 2432"/>
                    <a:gd name="T17" fmla="*/ 6 h 2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32" h="2405">
                      <a:moveTo>
                        <a:pt x="2432" y="6"/>
                      </a:moveTo>
                      <a:cubicBezTo>
                        <a:pt x="2428" y="1637"/>
                        <a:pt x="2428" y="1637"/>
                        <a:pt x="2428" y="1637"/>
                      </a:cubicBezTo>
                      <a:cubicBezTo>
                        <a:pt x="2427" y="1816"/>
                        <a:pt x="2310" y="1994"/>
                        <a:pt x="2075" y="2130"/>
                      </a:cubicBezTo>
                      <a:cubicBezTo>
                        <a:pt x="1603" y="2405"/>
                        <a:pt x="834" y="2405"/>
                        <a:pt x="359" y="2130"/>
                      </a:cubicBezTo>
                      <a:cubicBezTo>
                        <a:pt x="120" y="1992"/>
                        <a:pt x="0" y="1811"/>
                        <a:pt x="1" y="1630"/>
                      </a:cubicBezTo>
                      <a:cubicBezTo>
                        <a:pt x="5" y="0"/>
                        <a:pt x="5" y="0"/>
                        <a:pt x="5" y="0"/>
                      </a:cubicBezTo>
                      <a:cubicBezTo>
                        <a:pt x="5" y="181"/>
                        <a:pt x="124" y="362"/>
                        <a:pt x="364" y="500"/>
                      </a:cubicBezTo>
                      <a:cubicBezTo>
                        <a:pt x="839" y="775"/>
                        <a:pt x="1607" y="775"/>
                        <a:pt x="2080" y="500"/>
                      </a:cubicBezTo>
                      <a:cubicBezTo>
                        <a:pt x="2314" y="364"/>
                        <a:pt x="2432" y="185"/>
                        <a:pt x="2432" y="6"/>
                      </a:cubicBezTo>
                      <a:close/>
                    </a:path>
                  </a:pathLst>
                </a:custGeom>
                <a:gradFill flip="none" rotWithShape="1">
                  <a:gsLst>
                    <a:gs pos="0">
                      <a:srgbClr val="7584E5">
                        <a:alpha val="59000"/>
                      </a:srgbClr>
                    </a:gs>
                    <a:gs pos="100000">
                      <a:srgbClr val="CDD2F8">
                        <a:alpha val="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9" name="Freeform 21">
                  <a:extLst>
                    <a:ext uri="{FF2B5EF4-FFF2-40B4-BE49-F238E27FC236}">
                      <a16:creationId xmlns:a16="http://schemas.microsoft.com/office/drawing/2014/main" id="{A6D26D58-881C-9368-08DD-14C6A0FE5C1A}"/>
                    </a:ext>
                  </a:extLst>
                </p:cNvPr>
                <p:cNvSpPr>
                  <a:spLocks/>
                </p:cNvSpPr>
                <p:nvPr/>
              </p:nvSpPr>
              <p:spPr bwMode="auto">
                <a:xfrm>
                  <a:off x="8924877" y="2913740"/>
                  <a:ext cx="557213" cy="322262"/>
                </a:xfrm>
                <a:custGeom>
                  <a:avLst/>
                  <a:gdLst>
                    <a:gd name="T0" fmla="*/ 2188 w 2666"/>
                    <a:gd name="T1" fmla="*/ 275 h 1544"/>
                    <a:gd name="T2" fmla="*/ 2194 w 2666"/>
                    <a:gd name="T3" fmla="*/ 1269 h 1544"/>
                    <a:gd name="T4" fmla="*/ 478 w 2666"/>
                    <a:gd name="T5" fmla="*/ 1269 h 1544"/>
                    <a:gd name="T6" fmla="*/ 472 w 2666"/>
                    <a:gd name="T7" fmla="*/ 275 h 1544"/>
                    <a:gd name="T8" fmla="*/ 2188 w 2666"/>
                    <a:gd name="T9" fmla="*/ 275 h 1544"/>
                  </a:gdLst>
                  <a:ahLst/>
                  <a:cxnLst>
                    <a:cxn ang="0">
                      <a:pos x="T0" y="T1"/>
                    </a:cxn>
                    <a:cxn ang="0">
                      <a:pos x="T2" y="T3"/>
                    </a:cxn>
                    <a:cxn ang="0">
                      <a:pos x="T4" y="T5"/>
                    </a:cxn>
                    <a:cxn ang="0">
                      <a:pos x="T6" y="T7"/>
                    </a:cxn>
                    <a:cxn ang="0">
                      <a:pos x="T8" y="T9"/>
                    </a:cxn>
                  </a:cxnLst>
                  <a:rect l="0" t="0" r="r" b="b"/>
                  <a:pathLst>
                    <a:path w="2666" h="1544">
                      <a:moveTo>
                        <a:pt x="2188" y="275"/>
                      </a:moveTo>
                      <a:cubicBezTo>
                        <a:pt x="2664" y="549"/>
                        <a:pt x="2666" y="995"/>
                        <a:pt x="2194" y="1269"/>
                      </a:cubicBezTo>
                      <a:cubicBezTo>
                        <a:pt x="1721" y="1544"/>
                        <a:pt x="953" y="1544"/>
                        <a:pt x="478" y="1269"/>
                      </a:cubicBezTo>
                      <a:cubicBezTo>
                        <a:pt x="2" y="995"/>
                        <a:pt x="0" y="550"/>
                        <a:pt x="472" y="275"/>
                      </a:cubicBezTo>
                      <a:cubicBezTo>
                        <a:pt x="944" y="0"/>
                        <a:pt x="1713" y="1"/>
                        <a:pt x="2188" y="275"/>
                      </a:cubicBezTo>
                      <a:close/>
                    </a:path>
                  </a:pathLst>
                </a:custGeom>
                <a:gradFill flip="none" rotWithShape="1">
                  <a:gsLst>
                    <a:gs pos="0">
                      <a:srgbClr val="7584E5"/>
                    </a:gs>
                    <a:gs pos="100000">
                      <a:srgbClr val="CDD2F8"/>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52" name="梯形 51">
                <a:extLst>
                  <a:ext uri="{FF2B5EF4-FFF2-40B4-BE49-F238E27FC236}">
                    <a16:creationId xmlns:a16="http://schemas.microsoft.com/office/drawing/2014/main" id="{A78D57B8-D113-ECF1-B709-65EC3A98D752}"/>
                  </a:ext>
                </a:extLst>
              </p:cNvPr>
              <p:cNvSpPr/>
              <p:nvPr/>
            </p:nvSpPr>
            <p:spPr>
              <a:xfrm rot="10800000">
                <a:off x="7861911" y="2549084"/>
                <a:ext cx="284831" cy="561334"/>
              </a:xfrm>
              <a:prstGeom prst="trapezoid">
                <a:avLst>
                  <a:gd name="adj" fmla="val 16006"/>
                </a:avLst>
              </a:prstGeom>
              <a:gradFill flip="none" rotWithShape="1">
                <a:gsLst>
                  <a:gs pos="0">
                    <a:srgbClr val="FAFBFF">
                      <a:alpha val="0"/>
                    </a:srgbClr>
                  </a:gs>
                  <a:gs pos="100000">
                    <a:srgbClr val="B1BBFE">
                      <a:alpha val="4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Medium" panose="00000600000000000000" pitchFamily="2" charset="-122"/>
                  <a:ea typeface="HarmonyOS Sans SC Medium" panose="00000600000000000000" pitchFamily="2" charset="-122"/>
                </a:endParaRPr>
              </a:p>
            </p:txBody>
          </p:sp>
        </p:grpSp>
        <p:grpSp>
          <p:nvGrpSpPr>
            <p:cNvPr id="60" name="组合 59">
              <a:extLst>
                <a:ext uri="{FF2B5EF4-FFF2-40B4-BE49-F238E27FC236}">
                  <a16:creationId xmlns:a16="http://schemas.microsoft.com/office/drawing/2014/main" id="{B1FCA8A3-C9C4-F770-C065-77993FA06C1F}"/>
                </a:ext>
              </a:extLst>
            </p:cNvPr>
            <p:cNvGrpSpPr/>
            <p:nvPr/>
          </p:nvGrpSpPr>
          <p:grpSpPr>
            <a:xfrm>
              <a:off x="4107851" y="2614068"/>
              <a:ext cx="284831" cy="764919"/>
              <a:chOff x="7861911" y="2549084"/>
              <a:chExt cx="284831" cy="764919"/>
            </a:xfrm>
          </p:grpSpPr>
          <p:grpSp>
            <p:nvGrpSpPr>
              <p:cNvPr id="61" name="组合 60">
                <a:extLst>
                  <a:ext uri="{FF2B5EF4-FFF2-40B4-BE49-F238E27FC236}">
                    <a16:creationId xmlns:a16="http://schemas.microsoft.com/office/drawing/2014/main" id="{EA994521-B28C-8E2C-0CA1-4E93A461A883}"/>
                  </a:ext>
                </a:extLst>
              </p:cNvPr>
              <p:cNvGrpSpPr/>
              <p:nvPr/>
            </p:nvGrpSpPr>
            <p:grpSpPr>
              <a:xfrm>
                <a:off x="7893159" y="3049863"/>
                <a:ext cx="222334" cy="264140"/>
                <a:chOff x="8924877" y="2913740"/>
                <a:chExt cx="557213" cy="661987"/>
              </a:xfrm>
            </p:grpSpPr>
            <p:sp>
              <p:nvSpPr>
                <p:cNvPr id="63" name="Freeform 21">
                  <a:extLst>
                    <a:ext uri="{FF2B5EF4-FFF2-40B4-BE49-F238E27FC236}">
                      <a16:creationId xmlns:a16="http://schemas.microsoft.com/office/drawing/2014/main" id="{818BD9F6-427A-A014-047F-2BF624BE495E}"/>
                    </a:ext>
                  </a:extLst>
                </p:cNvPr>
                <p:cNvSpPr>
                  <a:spLocks/>
                </p:cNvSpPr>
                <p:nvPr/>
              </p:nvSpPr>
              <p:spPr bwMode="auto">
                <a:xfrm>
                  <a:off x="8924877" y="3253465"/>
                  <a:ext cx="557213" cy="322262"/>
                </a:xfrm>
                <a:custGeom>
                  <a:avLst/>
                  <a:gdLst>
                    <a:gd name="T0" fmla="*/ 2188 w 2666"/>
                    <a:gd name="T1" fmla="*/ 275 h 1544"/>
                    <a:gd name="T2" fmla="*/ 2194 w 2666"/>
                    <a:gd name="T3" fmla="*/ 1269 h 1544"/>
                    <a:gd name="T4" fmla="*/ 478 w 2666"/>
                    <a:gd name="T5" fmla="*/ 1269 h 1544"/>
                    <a:gd name="T6" fmla="*/ 472 w 2666"/>
                    <a:gd name="T7" fmla="*/ 275 h 1544"/>
                    <a:gd name="T8" fmla="*/ 2188 w 2666"/>
                    <a:gd name="T9" fmla="*/ 275 h 1544"/>
                  </a:gdLst>
                  <a:ahLst/>
                  <a:cxnLst>
                    <a:cxn ang="0">
                      <a:pos x="T0" y="T1"/>
                    </a:cxn>
                    <a:cxn ang="0">
                      <a:pos x="T2" y="T3"/>
                    </a:cxn>
                    <a:cxn ang="0">
                      <a:pos x="T4" y="T5"/>
                    </a:cxn>
                    <a:cxn ang="0">
                      <a:pos x="T6" y="T7"/>
                    </a:cxn>
                    <a:cxn ang="0">
                      <a:pos x="T8" y="T9"/>
                    </a:cxn>
                  </a:cxnLst>
                  <a:rect l="0" t="0" r="r" b="b"/>
                  <a:pathLst>
                    <a:path w="2666" h="1544">
                      <a:moveTo>
                        <a:pt x="2188" y="275"/>
                      </a:moveTo>
                      <a:cubicBezTo>
                        <a:pt x="2664" y="549"/>
                        <a:pt x="2666" y="995"/>
                        <a:pt x="2194" y="1269"/>
                      </a:cubicBezTo>
                      <a:cubicBezTo>
                        <a:pt x="1721" y="1544"/>
                        <a:pt x="953" y="1544"/>
                        <a:pt x="478" y="1269"/>
                      </a:cubicBezTo>
                      <a:cubicBezTo>
                        <a:pt x="2" y="995"/>
                        <a:pt x="0" y="550"/>
                        <a:pt x="472" y="275"/>
                      </a:cubicBezTo>
                      <a:cubicBezTo>
                        <a:pt x="944" y="0"/>
                        <a:pt x="1713" y="1"/>
                        <a:pt x="2188" y="275"/>
                      </a:cubicBezTo>
                      <a:close/>
                    </a:path>
                  </a:pathLst>
                </a:custGeom>
                <a:gradFill>
                  <a:gsLst>
                    <a:gs pos="0">
                      <a:srgbClr val="7584E5">
                        <a:alpha val="59000"/>
                      </a:srgbClr>
                    </a:gs>
                    <a:gs pos="66000">
                      <a:srgbClr val="CDD2F8">
                        <a:alpha val="0"/>
                      </a:srgbClr>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4" name="Freeform 20">
                  <a:extLst>
                    <a:ext uri="{FF2B5EF4-FFF2-40B4-BE49-F238E27FC236}">
                      <a16:creationId xmlns:a16="http://schemas.microsoft.com/office/drawing/2014/main" id="{DB4C98FC-700A-7D2D-A96F-26D1A628D73F}"/>
                    </a:ext>
                  </a:extLst>
                </p:cNvPr>
                <p:cNvSpPr>
                  <a:spLocks/>
                </p:cNvSpPr>
                <p:nvPr/>
              </p:nvSpPr>
              <p:spPr bwMode="auto">
                <a:xfrm>
                  <a:off x="8949483" y="3074077"/>
                  <a:ext cx="508000" cy="501650"/>
                </a:xfrm>
                <a:custGeom>
                  <a:avLst/>
                  <a:gdLst>
                    <a:gd name="T0" fmla="*/ 2432 w 2432"/>
                    <a:gd name="T1" fmla="*/ 6 h 2405"/>
                    <a:gd name="T2" fmla="*/ 2428 w 2432"/>
                    <a:gd name="T3" fmla="*/ 1637 h 2405"/>
                    <a:gd name="T4" fmla="*/ 2075 w 2432"/>
                    <a:gd name="T5" fmla="*/ 2130 h 2405"/>
                    <a:gd name="T6" fmla="*/ 359 w 2432"/>
                    <a:gd name="T7" fmla="*/ 2130 h 2405"/>
                    <a:gd name="T8" fmla="*/ 1 w 2432"/>
                    <a:gd name="T9" fmla="*/ 1630 h 2405"/>
                    <a:gd name="T10" fmla="*/ 5 w 2432"/>
                    <a:gd name="T11" fmla="*/ 0 h 2405"/>
                    <a:gd name="T12" fmla="*/ 364 w 2432"/>
                    <a:gd name="T13" fmla="*/ 500 h 2405"/>
                    <a:gd name="T14" fmla="*/ 2080 w 2432"/>
                    <a:gd name="T15" fmla="*/ 500 h 2405"/>
                    <a:gd name="T16" fmla="*/ 2432 w 2432"/>
                    <a:gd name="T17" fmla="*/ 6 h 2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32" h="2405">
                      <a:moveTo>
                        <a:pt x="2432" y="6"/>
                      </a:moveTo>
                      <a:cubicBezTo>
                        <a:pt x="2428" y="1637"/>
                        <a:pt x="2428" y="1637"/>
                        <a:pt x="2428" y="1637"/>
                      </a:cubicBezTo>
                      <a:cubicBezTo>
                        <a:pt x="2427" y="1816"/>
                        <a:pt x="2310" y="1994"/>
                        <a:pt x="2075" y="2130"/>
                      </a:cubicBezTo>
                      <a:cubicBezTo>
                        <a:pt x="1603" y="2405"/>
                        <a:pt x="834" y="2405"/>
                        <a:pt x="359" y="2130"/>
                      </a:cubicBezTo>
                      <a:cubicBezTo>
                        <a:pt x="120" y="1992"/>
                        <a:pt x="0" y="1811"/>
                        <a:pt x="1" y="1630"/>
                      </a:cubicBezTo>
                      <a:cubicBezTo>
                        <a:pt x="5" y="0"/>
                        <a:pt x="5" y="0"/>
                        <a:pt x="5" y="0"/>
                      </a:cubicBezTo>
                      <a:cubicBezTo>
                        <a:pt x="5" y="181"/>
                        <a:pt x="124" y="362"/>
                        <a:pt x="364" y="500"/>
                      </a:cubicBezTo>
                      <a:cubicBezTo>
                        <a:pt x="839" y="775"/>
                        <a:pt x="1607" y="775"/>
                        <a:pt x="2080" y="500"/>
                      </a:cubicBezTo>
                      <a:cubicBezTo>
                        <a:pt x="2314" y="364"/>
                        <a:pt x="2432" y="185"/>
                        <a:pt x="2432" y="6"/>
                      </a:cubicBezTo>
                      <a:close/>
                    </a:path>
                  </a:pathLst>
                </a:custGeom>
                <a:gradFill flip="none" rotWithShape="1">
                  <a:gsLst>
                    <a:gs pos="0">
                      <a:srgbClr val="7584E5">
                        <a:alpha val="59000"/>
                      </a:srgbClr>
                    </a:gs>
                    <a:gs pos="100000">
                      <a:srgbClr val="CDD2F8">
                        <a:alpha val="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5" name="Freeform 21">
                  <a:extLst>
                    <a:ext uri="{FF2B5EF4-FFF2-40B4-BE49-F238E27FC236}">
                      <a16:creationId xmlns:a16="http://schemas.microsoft.com/office/drawing/2014/main" id="{FAFC3219-53F8-30F3-4D97-2E51224C5C28}"/>
                    </a:ext>
                  </a:extLst>
                </p:cNvPr>
                <p:cNvSpPr>
                  <a:spLocks/>
                </p:cNvSpPr>
                <p:nvPr/>
              </p:nvSpPr>
              <p:spPr bwMode="auto">
                <a:xfrm>
                  <a:off x="8924877" y="2913740"/>
                  <a:ext cx="557213" cy="322262"/>
                </a:xfrm>
                <a:custGeom>
                  <a:avLst/>
                  <a:gdLst>
                    <a:gd name="T0" fmla="*/ 2188 w 2666"/>
                    <a:gd name="T1" fmla="*/ 275 h 1544"/>
                    <a:gd name="T2" fmla="*/ 2194 w 2666"/>
                    <a:gd name="T3" fmla="*/ 1269 h 1544"/>
                    <a:gd name="T4" fmla="*/ 478 w 2666"/>
                    <a:gd name="T5" fmla="*/ 1269 h 1544"/>
                    <a:gd name="T6" fmla="*/ 472 w 2666"/>
                    <a:gd name="T7" fmla="*/ 275 h 1544"/>
                    <a:gd name="T8" fmla="*/ 2188 w 2666"/>
                    <a:gd name="T9" fmla="*/ 275 h 1544"/>
                  </a:gdLst>
                  <a:ahLst/>
                  <a:cxnLst>
                    <a:cxn ang="0">
                      <a:pos x="T0" y="T1"/>
                    </a:cxn>
                    <a:cxn ang="0">
                      <a:pos x="T2" y="T3"/>
                    </a:cxn>
                    <a:cxn ang="0">
                      <a:pos x="T4" y="T5"/>
                    </a:cxn>
                    <a:cxn ang="0">
                      <a:pos x="T6" y="T7"/>
                    </a:cxn>
                    <a:cxn ang="0">
                      <a:pos x="T8" y="T9"/>
                    </a:cxn>
                  </a:cxnLst>
                  <a:rect l="0" t="0" r="r" b="b"/>
                  <a:pathLst>
                    <a:path w="2666" h="1544">
                      <a:moveTo>
                        <a:pt x="2188" y="275"/>
                      </a:moveTo>
                      <a:cubicBezTo>
                        <a:pt x="2664" y="549"/>
                        <a:pt x="2666" y="995"/>
                        <a:pt x="2194" y="1269"/>
                      </a:cubicBezTo>
                      <a:cubicBezTo>
                        <a:pt x="1721" y="1544"/>
                        <a:pt x="953" y="1544"/>
                        <a:pt x="478" y="1269"/>
                      </a:cubicBezTo>
                      <a:cubicBezTo>
                        <a:pt x="2" y="995"/>
                        <a:pt x="0" y="550"/>
                        <a:pt x="472" y="275"/>
                      </a:cubicBezTo>
                      <a:cubicBezTo>
                        <a:pt x="944" y="0"/>
                        <a:pt x="1713" y="1"/>
                        <a:pt x="2188" y="275"/>
                      </a:cubicBezTo>
                      <a:close/>
                    </a:path>
                  </a:pathLst>
                </a:custGeom>
                <a:gradFill flip="none" rotWithShape="1">
                  <a:gsLst>
                    <a:gs pos="0">
                      <a:srgbClr val="7584E5"/>
                    </a:gs>
                    <a:gs pos="100000">
                      <a:srgbClr val="CDD2F8"/>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62" name="梯形 61">
                <a:extLst>
                  <a:ext uri="{FF2B5EF4-FFF2-40B4-BE49-F238E27FC236}">
                    <a16:creationId xmlns:a16="http://schemas.microsoft.com/office/drawing/2014/main" id="{54F19FF9-2AE4-CBA4-2CD8-174E98F84E1F}"/>
                  </a:ext>
                </a:extLst>
              </p:cNvPr>
              <p:cNvSpPr/>
              <p:nvPr/>
            </p:nvSpPr>
            <p:spPr>
              <a:xfrm rot="10800000">
                <a:off x="7861911" y="2549084"/>
                <a:ext cx="284831" cy="561334"/>
              </a:xfrm>
              <a:prstGeom prst="trapezoid">
                <a:avLst>
                  <a:gd name="adj" fmla="val 16006"/>
                </a:avLst>
              </a:prstGeom>
              <a:gradFill flip="none" rotWithShape="1">
                <a:gsLst>
                  <a:gs pos="0">
                    <a:srgbClr val="FAFBFF">
                      <a:alpha val="0"/>
                    </a:srgbClr>
                  </a:gs>
                  <a:gs pos="100000">
                    <a:srgbClr val="B1BBFE">
                      <a:alpha val="4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armonyOS Sans SC Medium" panose="00000600000000000000" pitchFamily="2" charset="-122"/>
                  <a:ea typeface="HarmonyOS Sans SC Medium" panose="00000600000000000000" pitchFamily="2" charset="-122"/>
                </a:endParaRPr>
              </a:p>
            </p:txBody>
          </p:sp>
        </p:grpSp>
      </p:grpSp>
      <p:sp>
        <p:nvSpPr>
          <p:cNvPr id="67" name="文本框 66">
            <a:extLst>
              <a:ext uri="{FF2B5EF4-FFF2-40B4-BE49-F238E27FC236}">
                <a16:creationId xmlns:a16="http://schemas.microsoft.com/office/drawing/2014/main" id="{A42C2F0C-5941-D2B1-1E65-9E419E5B152B}"/>
              </a:ext>
            </a:extLst>
          </p:cNvPr>
          <p:cNvSpPr txBox="1"/>
          <p:nvPr/>
        </p:nvSpPr>
        <p:spPr>
          <a:xfrm>
            <a:off x="5618987" y="1163896"/>
            <a:ext cx="986167" cy="461665"/>
          </a:xfrm>
          <a:prstGeom prst="rect">
            <a:avLst/>
          </a:prstGeom>
          <a:noFill/>
          <a:scene3d>
            <a:camera prst="isometricTopUp"/>
            <a:lightRig rig="threePt" dir="t"/>
          </a:scene3d>
        </p:spPr>
        <p:txBody>
          <a:bodyPr wrap="none" rtlCol="0">
            <a:spAutoFit/>
          </a:bodyPr>
          <a:lstStyle/>
          <a:p>
            <a:pPr algn="ctr"/>
            <a:r>
              <a:rPr lang="en-US" altLang="zh-CN" sz="2400" dirty="0">
                <a:solidFill>
                  <a:schemeClr val="bg1"/>
                </a:solidFill>
                <a:latin typeface="HarmonyOS Sans SC Black" panose="00000A00000000000000" pitchFamily="2" charset="-122"/>
                <a:ea typeface="HarmonyOS Sans SC Black" panose="00000A00000000000000" pitchFamily="2" charset="-122"/>
              </a:rPr>
              <a:t>TEXT</a:t>
            </a:r>
            <a:endParaRPr lang="zh-CN" altLang="en-US" sz="2400" dirty="0">
              <a:solidFill>
                <a:schemeClr val="bg1"/>
              </a:solidFill>
              <a:latin typeface="HarmonyOS Sans SC Black" panose="00000A00000000000000" pitchFamily="2" charset="-122"/>
              <a:ea typeface="HarmonyOS Sans SC Black" panose="00000A00000000000000" pitchFamily="2" charset="-122"/>
            </a:endParaRPr>
          </a:p>
        </p:txBody>
      </p:sp>
      <p:grpSp>
        <p:nvGrpSpPr>
          <p:cNvPr id="69" name="组合 68">
            <a:extLst>
              <a:ext uri="{FF2B5EF4-FFF2-40B4-BE49-F238E27FC236}">
                <a16:creationId xmlns:a16="http://schemas.microsoft.com/office/drawing/2014/main" id="{27980CED-E895-1D14-C869-E39D683F2517}"/>
              </a:ext>
            </a:extLst>
          </p:cNvPr>
          <p:cNvGrpSpPr/>
          <p:nvPr/>
        </p:nvGrpSpPr>
        <p:grpSpPr>
          <a:xfrm>
            <a:off x="9587109" y="2649621"/>
            <a:ext cx="1125163" cy="1376031"/>
            <a:chOff x="7830742" y="849134"/>
            <a:chExt cx="749489" cy="916596"/>
          </a:xfrm>
        </p:grpSpPr>
        <p:grpSp>
          <p:nvGrpSpPr>
            <p:cNvPr id="70" name="组合 69">
              <a:extLst>
                <a:ext uri="{FF2B5EF4-FFF2-40B4-BE49-F238E27FC236}">
                  <a16:creationId xmlns:a16="http://schemas.microsoft.com/office/drawing/2014/main" id="{C6FF6F06-7D6E-78F0-0F35-180402759FC8}"/>
                </a:ext>
              </a:extLst>
            </p:cNvPr>
            <p:cNvGrpSpPr/>
            <p:nvPr/>
          </p:nvGrpSpPr>
          <p:grpSpPr>
            <a:xfrm>
              <a:off x="7830742" y="849134"/>
              <a:ext cx="749489" cy="916596"/>
              <a:chOff x="5985487" y="1179925"/>
              <a:chExt cx="749489" cy="916596"/>
            </a:xfrm>
          </p:grpSpPr>
          <p:grpSp>
            <p:nvGrpSpPr>
              <p:cNvPr id="74" name="组合 73">
                <a:extLst>
                  <a:ext uri="{FF2B5EF4-FFF2-40B4-BE49-F238E27FC236}">
                    <a16:creationId xmlns:a16="http://schemas.microsoft.com/office/drawing/2014/main" id="{6995D9F5-BA9B-150E-32D6-E12D628BFF18}"/>
                  </a:ext>
                </a:extLst>
              </p:cNvPr>
              <p:cNvGrpSpPr/>
              <p:nvPr/>
            </p:nvGrpSpPr>
            <p:grpSpPr>
              <a:xfrm>
                <a:off x="6021452" y="1702735"/>
                <a:ext cx="677381" cy="393786"/>
                <a:chOff x="6874203" y="2211450"/>
                <a:chExt cx="720758" cy="419003"/>
              </a:xfrm>
            </p:grpSpPr>
            <p:sp>
              <p:nvSpPr>
                <p:cNvPr id="77" name="Freeform 8">
                  <a:extLst>
                    <a:ext uri="{FF2B5EF4-FFF2-40B4-BE49-F238E27FC236}">
                      <a16:creationId xmlns:a16="http://schemas.microsoft.com/office/drawing/2014/main" id="{9C82ED0B-7038-0D13-318E-9D0E7AB1BB34}"/>
                    </a:ext>
                  </a:extLst>
                </p:cNvPr>
                <p:cNvSpPr>
                  <a:spLocks/>
                </p:cNvSpPr>
                <p:nvPr/>
              </p:nvSpPr>
              <p:spPr bwMode="auto">
                <a:xfrm>
                  <a:off x="6874203" y="2211450"/>
                  <a:ext cx="720758" cy="419003"/>
                </a:xfrm>
                <a:custGeom>
                  <a:avLst/>
                  <a:gdLst>
                    <a:gd name="T0" fmla="*/ 316 w 334"/>
                    <a:gd name="T1" fmla="*/ 78 h 194"/>
                    <a:gd name="T2" fmla="*/ 316 w 334"/>
                    <a:gd name="T3" fmla="*/ 116 h 194"/>
                    <a:gd name="T4" fmla="*/ 200 w 334"/>
                    <a:gd name="T5" fmla="*/ 184 h 194"/>
                    <a:gd name="T6" fmla="*/ 135 w 334"/>
                    <a:gd name="T7" fmla="*/ 184 h 194"/>
                    <a:gd name="T8" fmla="*/ 18 w 334"/>
                    <a:gd name="T9" fmla="*/ 116 h 194"/>
                    <a:gd name="T10" fmla="*/ 17 w 334"/>
                    <a:gd name="T11" fmla="*/ 78 h 194"/>
                    <a:gd name="T12" fmla="*/ 134 w 334"/>
                    <a:gd name="T13" fmla="*/ 11 h 194"/>
                    <a:gd name="T14" fmla="*/ 199 w 334"/>
                    <a:gd name="T15" fmla="*/ 11 h 194"/>
                    <a:gd name="T16" fmla="*/ 316 w 334"/>
                    <a:gd name="T17" fmla="*/ 7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194">
                      <a:moveTo>
                        <a:pt x="316" y="78"/>
                      </a:moveTo>
                      <a:cubicBezTo>
                        <a:pt x="334" y="89"/>
                        <a:pt x="334" y="106"/>
                        <a:pt x="316" y="116"/>
                      </a:cubicBezTo>
                      <a:cubicBezTo>
                        <a:pt x="200" y="184"/>
                        <a:pt x="200" y="184"/>
                        <a:pt x="200" y="184"/>
                      </a:cubicBezTo>
                      <a:cubicBezTo>
                        <a:pt x="182" y="194"/>
                        <a:pt x="153" y="194"/>
                        <a:pt x="135" y="184"/>
                      </a:cubicBezTo>
                      <a:cubicBezTo>
                        <a:pt x="18" y="116"/>
                        <a:pt x="18" y="116"/>
                        <a:pt x="18" y="116"/>
                      </a:cubicBezTo>
                      <a:cubicBezTo>
                        <a:pt x="0" y="106"/>
                        <a:pt x="0" y="89"/>
                        <a:pt x="17" y="78"/>
                      </a:cubicBezTo>
                      <a:cubicBezTo>
                        <a:pt x="134" y="11"/>
                        <a:pt x="134" y="11"/>
                        <a:pt x="134" y="11"/>
                      </a:cubicBezTo>
                      <a:cubicBezTo>
                        <a:pt x="152" y="0"/>
                        <a:pt x="181" y="0"/>
                        <a:pt x="199" y="11"/>
                      </a:cubicBezTo>
                      <a:lnTo>
                        <a:pt x="316" y="78"/>
                      </a:lnTo>
                      <a:close/>
                    </a:path>
                  </a:pathLst>
                </a:cu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sp>
              <p:nvSpPr>
                <p:cNvPr id="78" name="Freeform 7">
                  <a:extLst>
                    <a:ext uri="{FF2B5EF4-FFF2-40B4-BE49-F238E27FC236}">
                      <a16:creationId xmlns:a16="http://schemas.microsoft.com/office/drawing/2014/main" id="{0E1E36D3-1845-021F-4E6C-F0B71E3EE736}"/>
                    </a:ext>
                  </a:extLst>
                </p:cNvPr>
                <p:cNvSpPr>
                  <a:spLocks/>
                </p:cNvSpPr>
                <p:nvPr/>
              </p:nvSpPr>
              <p:spPr bwMode="auto">
                <a:xfrm>
                  <a:off x="6944999" y="2324880"/>
                  <a:ext cx="579909" cy="230765"/>
                </a:xfrm>
                <a:custGeom>
                  <a:avLst/>
                  <a:gdLst>
                    <a:gd name="T0" fmla="*/ 312 w 326"/>
                    <a:gd name="T1" fmla="*/ 19 h 130"/>
                    <a:gd name="T2" fmla="*/ 196 w 326"/>
                    <a:gd name="T3" fmla="*/ 87 h 130"/>
                    <a:gd name="T4" fmla="*/ 131 w 326"/>
                    <a:gd name="T5" fmla="*/ 87 h 130"/>
                    <a:gd name="T6" fmla="*/ 14 w 326"/>
                    <a:gd name="T7" fmla="*/ 19 h 130"/>
                    <a:gd name="T8" fmla="*/ 0 w 326"/>
                    <a:gd name="T9" fmla="*/ 0 h 130"/>
                    <a:gd name="T10" fmla="*/ 0 w 326"/>
                    <a:gd name="T11" fmla="*/ 33 h 130"/>
                    <a:gd name="T12" fmla="*/ 14 w 326"/>
                    <a:gd name="T13" fmla="*/ 52 h 130"/>
                    <a:gd name="T14" fmla="*/ 131 w 326"/>
                    <a:gd name="T15" fmla="*/ 119 h 130"/>
                    <a:gd name="T16" fmla="*/ 196 w 326"/>
                    <a:gd name="T17" fmla="*/ 119 h 130"/>
                    <a:gd name="T18" fmla="*/ 312 w 326"/>
                    <a:gd name="T19" fmla="*/ 52 h 130"/>
                    <a:gd name="T20" fmla="*/ 325 w 326"/>
                    <a:gd name="T21" fmla="*/ 33 h 130"/>
                    <a:gd name="T22" fmla="*/ 326 w 326"/>
                    <a:gd name="T23" fmla="*/ 0 h 130"/>
                    <a:gd name="T24" fmla="*/ 312 w 326"/>
                    <a:gd name="T25" fmla="*/ 19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6" h="130">
                      <a:moveTo>
                        <a:pt x="312" y="19"/>
                      </a:moveTo>
                      <a:cubicBezTo>
                        <a:pt x="196" y="87"/>
                        <a:pt x="196" y="87"/>
                        <a:pt x="196" y="87"/>
                      </a:cubicBezTo>
                      <a:cubicBezTo>
                        <a:pt x="178" y="97"/>
                        <a:pt x="149" y="97"/>
                        <a:pt x="131" y="87"/>
                      </a:cubicBezTo>
                      <a:cubicBezTo>
                        <a:pt x="14" y="19"/>
                        <a:pt x="14" y="19"/>
                        <a:pt x="14" y="19"/>
                      </a:cubicBezTo>
                      <a:cubicBezTo>
                        <a:pt x="5" y="14"/>
                        <a:pt x="0" y="7"/>
                        <a:pt x="0" y="0"/>
                      </a:cubicBezTo>
                      <a:cubicBezTo>
                        <a:pt x="0" y="33"/>
                        <a:pt x="0" y="33"/>
                        <a:pt x="0" y="33"/>
                      </a:cubicBezTo>
                      <a:cubicBezTo>
                        <a:pt x="0" y="40"/>
                        <a:pt x="4" y="46"/>
                        <a:pt x="14" y="52"/>
                      </a:cubicBezTo>
                      <a:cubicBezTo>
                        <a:pt x="131" y="119"/>
                        <a:pt x="131" y="119"/>
                        <a:pt x="131" y="119"/>
                      </a:cubicBezTo>
                      <a:cubicBezTo>
                        <a:pt x="149" y="130"/>
                        <a:pt x="178" y="130"/>
                        <a:pt x="196" y="119"/>
                      </a:cubicBezTo>
                      <a:cubicBezTo>
                        <a:pt x="312" y="52"/>
                        <a:pt x="312" y="52"/>
                        <a:pt x="312" y="52"/>
                      </a:cubicBezTo>
                      <a:cubicBezTo>
                        <a:pt x="321" y="46"/>
                        <a:pt x="325" y="40"/>
                        <a:pt x="325" y="33"/>
                      </a:cubicBezTo>
                      <a:cubicBezTo>
                        <a:pt x="326" y="0"/>
                        <a:pt x="326" y="0"/>
                        <a:pt x="326" y="0"/>
                      </a:cubicBezTo>
                      <a:cubicBezTo>
                        <a:pt x="326" y="7"/>
                        <a:pt x="321" y="14"/>
                        <a:pt x="312" y="19"/>
                      </a:cubicBezTo>
                      <a:close/>
                    </a:path>
                  </a:pathLst>
                </a:custGeom>
                <a:gradFill flip="none" rotWithShape="1">
                  <a:gsLst>
                    <a:gs pos="0">
                      <a:srgbClr val="B1BBFE"/>
                    </a:gs>
                    <a:gs pos="58000">
                      <a:srgbClr val="B1BBFE">
                        <a:lumMod val="94000"/>
                      </a:srgbClr>
                    </a:gs>
                    <a:gs pos="100000">
                      <a:srgbClr val="B1BBFE"/>
                    </a:gs>
                  </a:gsLst>
                  <a:lin ang="108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grpSp>
          <p:sp>
            <p:nvSpPr>
              <p:cNvPr id="75" name="梯形 74">
                <a:extLst>
                  <a:ext uri="{FF2B5EF4-FFF2-40B4-BE49-F238E27FC236}">
                    <a16:creationId xmlns:a16="http://schemas.microsoft.com/office/drawing/2014/main" id="{CB98F704-7DF9-5663-B996-C1E71EF744A7}"/>
                  </a:ext>
                </a:extLst>
              </p:cNvPr>
              <p:cNvSpPr/>
              <p:nvPr/>
            </p:nvSpPr>
            <p:spPr>
              <a:xfrm rot="10800000">
                <a:off x="5985487" y="1179925"/>
                <a:ext cx="749489" cy="626385"/>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HarmonyOS Sans SC Medium" panose="00000600000000000000" pitchFamily="2" charset="-122"/>
                  <a:ea typeface="HarmonyOS Sans SC Medium" panose="00000600000000000000" pitchFamily="2" charset="-122"/>
                </a:endParaRPr>
              </a:p>
            </p:txBody>
          </p:sp>
          <p:sp>
            <p:nvSpPr>
              <p:cNvPr id="76" name="Freeform 8">
                <a:extLst>
                  <a:ext uri="{FF2B5EF4-FFF2-40B4-BE49-F238E27FC236}">
                    <a16:creationId xmlns:a16="http://schemas.microsoft.com/office/drawing/2014/main" id="{01AB5A64-7EF9-8910-1810-6FA705BD1657}"/>
                  </a:ext>
                </a:extLst>
              </p:cNvPr>
              <p:cNvSpPr>
                <a:spLocks/>
              </p:cNvSpPr>
              <p:nvPr/>
            </p:nvSpPr>
            <p:spPr bwMode="auto">
              <a:xfrm>
                <a:off x="6080949" y="1646686"/>
                <a:ext cx="558388" cy="324612"/>
              </a:xfrm>
              <a:custGeom>
                <a:avLst/>
                <a:gdLst>
                  <a:gd name="T0" fmla="*/ 316 w 334"/>
                  <a:gd name="T1" fmla="*/ 78 h 194"/>
                  <a:gd name="T2" fmla="*/ 316 w 334"/>
                  <a:gd name="T3" fmla="*/ 116 h 194"/>
                  <a:gd name="T4" fmla="*/ 200 w 334"/>
                  <a:gd name="T5" fmla="*/ 184 h 194"/>
                  <a:gd name="T6" fmla="*/ 135 w 334"/>
                  <a:gd name="T7" fmla="*/ 184 h 194"/>
                  <a:gd name="T8" fmla="*/ 18 w 334"/>
                  <a:gd name="T9" fmla="*/ 116 h 194"/>
                  <a:gd name="T10" fmla="*/ 17 w 334"/>
                  <a:gd name="T11" fmla="*/ 78 h 194"/>
                  <a:gd name="T12" fmla="*/ 134 w 334"/>
                  <a:gd name="T13" fmla="*/ 11 h 194"/>
                  <a:gd name="T14" fmla="*/ 199 w 334"/>
                  <a:gd name="T15" fmla="*/ 11 h 194"/>
                  <a:gd name="T16" fmla="*/ 316 w 334"/>
                  <a:gd name="T17" fmla="*/ 7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194">
                    <a:moveTo>
                      <a:pt x="316" y="78"/>
                    </a:moveTo>
                    <a:cubicBezTo>
                      <a:pt x="334" y="89"/>
                      <a:pt x="334" y="106"/>
                      <a:pt x="316" y="116"/>
                    </a:cubicBezTo>
                    <a:cubicBezTo>
                      <a:pt x="200" y="184"/>
                      <a:pt x="200" y="184"/>
                      <a:pt x="200" y="184"/>
                    </a:cubicBezTo>
                    <a:cubicBezTo>
                      <a:pt x="182" y="194"/>
                      <a:pt x="153" y="194"/>
                      <a:pt x="135" y="184"/>
                    </a:cubicBezTo>
                    <a:cubicBezTo>
                      <a:pt x="18" y="116"/>
                      <a:pt x="18" y="116"/>
                      <a:pt x="18" y="116"/>
                    </a:cubicBezTo>
                    <a:cubicBezTo>
                      <a:pt x="0" y="106"/>
                      <a:pt x="0" y="89"/>
                      <a:pt x="17" y="78"/>
                    </a:cubicBezTo>
                    <a:cubicBezTo>
                      <a:pt x="134" y="11"/>
                      <a:pt x="134" y="11"/>
                      <a:pt x="134" y="11"/>
                    </a:cubicBezTo>
                    <a:cubicBezTo>
                      <a:pt x="152" y="0"/>
                      <a:pt x="181" y="0"/>
                      <a:pt x="199" y="11"/>
                    </a:cubicBezTo>
                    <a:lnTo>
                      <a:pt x="316" y="78"/>
                    </a:lnTo>
                    <a:close/>
                  </a:path>
                </a:pathLst>
              </a:custGeom>
              <a:gradFill>
                <a:gsLst>
                  <a:gs pos="0">
                    <a:srgbClr val="E7EBFF"/>
                  </a:gs>
                  <a:gs pos="100000">
                    <a:srgbClr val="B1BBFE"/>
                  </a:gs>
                </a:gsLst>
                <a:lin ang="5400000" scaled="1"/>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71" name="组合 70">
              <a:extLst>
                <a:ext uri="{FF2B5EF4-FFF2-40B4-BE49-F238E27FC236}">
                  <a16:creationId xmlns:a16="http://schemas.microsoft.com/office/drawing/2014/main" id="{9FA85977-B1EF-1907-0205-4346955EF65B}"/>
                </a:ext>
              </a:extLst>
            </p:cNvPr>
            <p:cNvGrpSpPr/>
            <p:nvPr/>
          </p:nvGrpSpPr>
          <p:grpSpPr>
            <a:xfrm>
              <a:off x="8067707" y="1110273"/>
              <a:ext cx="314812" cy="426359"/>
              <a:chOff x="5015665" y="3704732"/>
              <a:chExt cx="2016126" cy="2730500"/>
            </a:xfrm>
          </p:grpSpPr>
          <p:sp>
            <p:nvSpPr>
              <p:cNvPr id="72" name="Freeform 35">
                <a:extLst>
                  <a:ext uri="{FF2B5EF4-FFF2-40B4-BE49-F238E27FC236}">
                    <a16:creationId xmlns:a16="http://schemas.microsoft.com/office/drawing/2014/main" id="{F917979A-C681-FFB2-1A5F-AB4150D788A3}"/>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sp>
            <p:nvSpPr>
              <p:cNvPr id="73" name="Freeform 36">
                <a:extLst>
                  <a:ext uri="{FF2B5EF4-FFF2-40B4-BE49-F238E27FC236}">
                    <a16:creationId xmlns:a16="http://schemas.microsoft.com/office/drawing/2014/main" id="{48B463AB-D62A-58F1-E2F6-63EB7B82EDFC}"/>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grpSp>
      </p:grpSp>
      <p:grpSp>
        <p:nvGrpSpPr>
          <p:cNvPr id="79" name="组合 78">
            <a:extLst>
              <a:ext uri="{FF2B5EF4-FFF2-40B4-BE49-F238E27FC236}">
                <a16:creationId xmlns:a16="http://schemas.microsoft.com/office/drawing/2014/main" id="{D9474633-AB24-C048-0E88-B031E8CDFA25}"/>
              </a:ext>
            </a:extLst>
          </p:cNvPr>
          <p:cNvGrpSpPr/>
          <p:nvPr/>
        </p:nvGrpSpPr>
        <p:grpSpPr>
          <a:xfrm>
            <a:off x="7691860" y="3809491"/>
            <a:ext cx="1125163" cy="1376031"/>
            <a:chOff x="7830742" y="849134"/>
            <a:chExt cx="749489" cy="916596"/>
          </a:xfrm>
        </p:grpSpPr>
        <p:grpSp>
          <p:nvGrpSpPr>
            <p:cNvPr id="80" name="组合 79">
              <a:extLst>
                <a:ext uri="{FF2B5EF4-FFF2-40B4-BE49-F238E27FC236}">
                  <a16:creationId xmlns:a16="http://schemas.microsoft.com/office/drawing/2014/main" id="{332470B9-083E-7F76-0727-C41FC542A325}"/>
                </a:ext>
              </a:extLst>
            </p:cNvPr>
            <p:cNvGrpSpPr/>
            <p:nvPr/>
          </p:nvGrpSpPr>
          <p:grpSpPr>
            <a:xfrm>
              <a:off x="7830742" y="849134"/>
              <a:ext cx="749489" cy="916596"/>
              <a:chOff x="5985487" y="1179925"/>
              <a:chExt cx="749489" cy="916596"/>
            </a:xfrm>
          </p:grpSpPr>
          <p:grpSp>
            <p:nvGrpSpPr>
              <p:cNvPr id="84" name="组合 83">
                <a:extLst>
                  <a:ext uri="{FF2B5EF4-FFF2-40B4-BE49-F238E27FC236}">
                    <a16:creationId xmlns:a16="http://schemas.microsoft.com/office/drawing/2014/main" id="{64B3464E-05F1-1A5B-DB79-67FEB9826DBA}"/>
                  </a:ext>
                </a:extLst>
              </p:cNvPr>
              <p:cNvGrpSpPr/>
              <p:nvPr/>
            </p:nvGrpSpPr>
            <p:grpSpPr>
              <a:xfrm>
                <a:off x="6021452" y="1702735"/>
                <a:ext cx="677381" cy="393786"/>
                <a:chOff x="6874203" y="2211450"/>
                <a:chExt cx="720758" cy="419003"/>
              </a:xfrm>
            </p:grpSpPr>
            <p:sp>
              <p:nvSpPr>
                <p:cNvPr id="87" name="Freeform 8">
                  <a:extLst>
                    <a:ext uri="{FF2B5EF4-FFF2-40B4-BE49-F238E27FC236}">
                      <a16:creationId xmlns:a16="http://schemas.microsoft.com/office/drawing/2014/main" id="{1BF65483-72BD-FAA6-A42E-726DC8F0A616}"/>
                    </a:ext>
                  </a:extLst>
                </p:cNvPr>
                <p:cNvSpPr>
                  <a:spLocks/>
                </p:cNvSpPr>
                <p:nvPr/>
              </p:nvSpPr>
              <p:spPr bwMode="auto">
                <a:xfrm>
                  <a:off x="6874203" y="2211450"/>
                  <a:ext cx="720758" cy="419003"/>
                </a:xfrm>
                <a:custGeom>
                  <a:avLst/>
                  <a:gdLst>
                    <a:gd name="T0" fmla="*/ 316 w 334"/>
                    <a:gd name="T1" fmla="*/ 78 h 194"/>
                    <a:gd name="T2" fmla="*/ 316 w 334"/>
                    <a:gd name="T3" fmla="*/ 116 h 194"/>
                    <a:gd name="T4" fmla="*/ 200 w 334"/>
                    <a:gd name="T5" fmla="*/ 184 h 194"/>
                    <a:gd name="T6" fmla="*/ 135 w 334"/>
                    <a:gd name="T7" fmla="*/ 184 h 194"/>
                    <a:gd name="T8" fmla="*/ 18 w 334"/>
                    <a:gd name="T9" fmla="*/ 116 h 194"/>
                    <a:gd name="T10" fmla="*/ 17 w 334"/>
                    <a:gd name="T11" fmla="*/ 78 h 194"/>
                    <a:gd name="T12" fmla="*/ 134 w 334"/>
                    <a:gd name="T13" fmla="*/ 11 h 194"/>
                    <a:gd name="T14" fmla="*/ 199 w 334"/>
                    <a:gd name="T15" fmla="*/ 11 h 194"/>
                    <a:gd name="T16" fmla="*/ 316 w 334"/>
                    <a:gd name="T17" fmla="*/ 7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194">
                      <a:moveTo>
                        <a:pt x="316" y="78"/>
                      </a:moveTo>
                      <a:cubicBezTo>
                        <a:pt x="334" y="89"/>
                        <a:pt x="334" y="106"/>
                        <a:pt x="316" y="116"/>
                      </a:cubicBezTo>
                      <a:cubicBezTo>
                        <a:pt x="200" y="184"/>
                        <a:pt x="200" y="184"/>
                        <a:pt x="200" y="184"/>
                      </a:cubicBezTo>
                      <a:cubicBezTo>
                        <a:pt x="182" y="194"/>
                        <a:pt x="153" y="194"/>
                        <a:pt x="135" y="184"/>
                      </a:cubicBezTo>
                      <a:cubicBezTo>
                        <a:pt x="18" y="116"/>
                        <a:pt x="18" y="116"/>
                        <a:pt x="18" y="116"/>
                      </a:cubicBezTo>
                      <a:cubicBezTo>
                        <a:pt x="0" y="106"/>
                        <a:pt x="0" y="89"/>
                        <a:pt x="17" y="78"/>
                      </a:cubicBezTo>
                      <a:cubicBezTo>
                        <a:pt x="134" y="11"/>
                        <a:pt x="134" y="11"/>
                        <a:pt x="134" y="11"/>
                      </a:cubicBezTo>
                      <a:cubicBezTo>
                        <a:pt x="152" y="0"/>
                        <a:pt x="181" y="0"/>
                        <a:pt x="199" y="11"/>
                      </a:cubicBezTo>
                      <a:lnTo>
                        <a:pt x="316" y="78"/>
                      </a:lnTo>
                      <a:close/>
                    </a:path>
                  </a:pathLst>
                </a:cu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sp>
              <p:nvSpPr>
                <p:cNvPr id="88" name="Freeform 7">
                  <a:extLst>
                    <a:ext uri="{FF2B5EF4-FFF2-40B4-BE49-F238E27FC236}">
                      <a16:creationId xmlns:a16="http://schemas.microsoft.com/office/drawing/2014/main" id="{D8B143C8-B0D6-DA20-326A-0A3457666A5D}"/>
                    </a:ext>
                  </a:extLst>
                </p:cNvPr>
                <p:cNvSpPr>
                  <a:spLocks/>
                </p:cNvSpPr>
                <p:nvPr/>
              </p:nvSpPr>
              <p:spPr bwMode="auto">
                <a:xfrm>
                  <a:off x="6944999" y="2324880"/>
                  <a:ext cx="579909" cy="230765"/>
                </a:xfrm>
                <a:custGeom>
                  <a:avLst/>
                  <a:gdLst>
                    <a:gd name="T0" fmla="*/ 312 w 326"/>
                    <a:gd name="T1" fmla="*/ 19 h 130"/>
                    <a:gd name="T2" fmla="*/ 196 w 326"/>
                    <a:gd name="T3" fmla="*/ 87 h 130"/>
                    <a:gd name="T4" fmla="*/ 131 w 326"/>
                    <a:gd name="T5" fmla="*/ 87 h 130"/>
                    <a:gd name="T6" fmla="*/ 14 w 326"/>
                    <a:gd name="T7" fmla="*/ 19 h 130"/>
                    <a:gd name="T8" fmla="*/ 0 w 326"/>
                    <a:gd name="T9" fmla="*/ 0 h 130"/>
                    <a:gd name="T10" fmla="*/ 0 w 326"/>
                    <a:gd name="T11" fmla="*/ 33 h 130"/>
                    <a:gd name="T12" fmla="*/ 14 w 326"/>
                    <a:gd name="T13" fmla="*/ 52 h 130"/>
                    <a:gd name="T14" fmla="*/ 131 w 326"/>
                    <a:gd name="T15" fmla="*/ 119 h 130"/>
                    <a:gd name="T16" fmla="*/ 196 w 326"/>
                    <a:gd name="T17" fmla="*/ 119 h 130"/>
                    <a:gd name="T18" fmla="*/ 312 w 326"/>
                    <a:gd name="T19" fmla="*/ 52 h 130"/>
                    <a:gd name="T20" fmla="*/ 325 w 326"/>
                    <a:gd name="T21" fmla="*/ 33 h 130"/>
                    <a:gd name="T22" fmla="*/ 326 w 326"/>
                    <a:gd name="T23" fmla="*/ 0 h 130"/>
                    <a:gd name="T24" fmla="*/ 312 w 326"/>
                    <a:gd name="T25" fmla="*/ 19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6" h="130">
                      <a:moveTo>
                        <a:pt x="312" y="19"/>
                      </a:moveTo>
                      <a:cubicBezTo>
                        <a:pt x="196" y="87"/>
                        <a:pt x="196" y="87"/>
                        <a:pt x="196" y="87"/>
                      </a:cubicBezTo>
                      <a:cubicBezTo>
                        <a:pt x="178" y="97"/>
                        <a:pt x="149" y="97"/>
                        <a:pt x="131" y="87"/>
                      </a:cubicBezTo>
                      <a:cubicBezTo>
                        <a:pt x="14" y="19"/>
                        <a:pt x="14" y="19"/>
                        <a:pt x="14" y="19"/>
                      </a:cubicBezTo>
                      <a:cubicBezTo>
                        <a:pt x="5" y="14"/>
                        <a:pt x="0" y="7"/>
                        <a:pt x="0" y="0"/>
                      </a:cubicBezTo>
                      <a:cubicBezTo>
                        <a:pt x="0" y="33"/>
                        <a:pt x="0" y="33"/>
                        <a:pt x="0" y="33"/>
                      </a:cubicBezTo>
                      <a:cubicBezTo>
                        <a:pt x="0" y="40"/>
                        <a:pt x="4" y="46"/>
                        <a:pt x="14" y="52"/>
                      </a:cubicBezTo>
                      <a:cubicBezTo>
                        <a:pt x="131" y="119"/>
                        <a:pt x="131" y="119"/>
                        <a:pt x="131" y="119"/>
                      </a:cubicBezTo>
                      <a:cubicBezTo>
                        <a:pt x="149" y="130"/>
                        <a:pt x="178" y="130"/>
                        <a:pt x="196" y="119"/>
                      </a:cubicBezTo>
                      <a:cubicBezTo>
                        <a:pt x="312" y="52"/>
                        <a:pt x="312" y="52"/>
                        <a:pt x="312" y="52"/>
                      </a:cubicBezTo>
                      <a:cubicBezTo>
                        <a:pt x="321" y="46"/>
                        <a:pt x="325" y="40"/>
                        <a:pt x="325" y="33"/>
                      </a:cubicBezTo>
                      <a:cubicBezTo>
                        <a:pt x="326" y="0"/>
                        <a:pt x="326" y="0"/>
                        <a:pt x="326" y="0"/>
                      </a:cubicBezTo>
                      <a:cubicBezTo>
                        <a:pt x="326" y="7"/>
                        <a:pt x="321" y="14"/>
                        <a:pt x="312" y="19"/>
                      </a:cubicBezTo>
                      <a:close/>
                    </a:path>
                  </a:pathLst>
                </a:custGeom>
                <a:gradFill flip="none" rotWithShape="1">
                  <a:gsLst>
                    <a:gs pos="0">
                      <a:srgbClr val="B1BBFE"/>
                    </a:gs>
                    <a:gs pos="58000">
                      <a:srgbClr val="B1BBFE">
                        <a:lumMod val="94000"/>
                      </a:srgbClr>
                    </a:gs>
                    <a:gs pos="100000">
                      <a:srgbClr val="B1BBFE"/>
                    </a:gs>
                  </a:gsLst>
                  <a:lin ang="108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grpSp>
          <p:sp>
            <p:nvSpPr>
              <p:cNvPr id="85" name="梯形 84">
                <a:extLst>
                  <a:ext uri="{FF2B5EF4-FFF2-40B4-BE49-F238E27FC236}">
                    <a16:creationId xmlns:a16="http://schemas.microsoft.com/office/drawing/2014/main" id="{F0E38F22-ADB1-9BF7-E8EE-05E0E34A1F91}"/>
                  </a:ext>
                </a:extLst>
              </p:cNvPr>
              <p:cNvSpPr/>
              <p:nvPr/>
            </p:nvSpPr>
            <p:spPr>
              <a:xfrm rot="10800000">
                <a:off x="5985487" y="1179925"/>
                <a:ext cx="749489" cy="626385"/>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HarmonyOS Sans SC Medium" panose="00000600000000000000" pitchFamily="2" charset="-122"/>
                  <a:ea typeface="HarmonyOS Sans SC Medium" panose="00000600000000000000" pitchFamily="2" charset="-122"/>
                </a:endParaRPr>
              </a:p>
            </p:txBody>
          </p:sp>
          <p:sp>
            <p:nvSpPr>
              <p:cNvPr id="86" name="Freeform 8">
                <a:extLst>
                  <a:ext uri="{FF2B5EF4-FFF2-40B4-BE49-F238E27FC236}">
                    <a16:creationId xmlns:a16="http://schemas.microsoft.com/office/drawing/2014/main" id="{09BF6287-E38B-153A-885D-D6B94587EBC8}"/>
                  </a:ext>
                </a:extLst>
              </p:cNvPr>
              <p:cNvSpPr>
                <a:spLocks/>
              </p:cNvSpPr>
              <p:nvPr/>
            </p:nvSpPr>
            <p:spPr bwMode="auto">
              <a:xfrm>
                <a:off x="6080949" y="1646686"/>
                <a:ext cx="558388" cy="324612"/>
              </a:xfrm>
              <a:custGeom>
                <a:avLst/>
                <a:gdLst>
                  <a:gd name="T0" fmla="*/ 316 w 334"/>
                  <a:gd name="T1" fmla="*/ 78 h 194"/>
                  <a:gd name="T2" fmla="*/ 316 w 334"/>
                  <a:gd name="T3" fmla="*/ 116 h 194"/>
                  <a:gd name="T4" fmla="*/ 200 w 334"/>
                  <a:gd name="T5" fmla="*/ 184 h 194"/>
                  <a:gd name="T6" fmla="*/ 135 w 334"/>
                  <a:gd name="T7" fmla="*/ 184 h 194"/>
                  <a:gd name="T8" fmla="*/ 18 w 334"/>
                  <a:gd name="T9" fmla="*/ 116 h 194"/>
                  <a:gd name="T10" fmla="*/ 17 w 334"/>
                  <a:gd name="T11" fmla="*/ 78 h 194"/>
                  <a:gd name="T12" fmla="*/ 134 w 334"/>
                  <a:gd name="T13" fmla="*/ 11 h 194"/>
                  <a:gd name="T14" fmla="*/ 199 w 334"/>
                  <a:gd name="T15" fmla="*/ 11 h 194"/>
                  <a:gd name="T16" fmla="*/ 316 w 334"/>
                  <a:gd name="T17" fmla="*/ 7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194">
                    <a:moveTo>
                      <a:pt x="316" y="78"/>
                    </a:moveTo>
                    <a:cubicBezTo>
                      <a:pt x="334" y="89"/>
                      <a:pt x="334" y="106"/>
                      <a:pt x="316" y="116"/>
                    </a:cubicBezTo>
                    <a:cubicBezTo>
                      <a:pt x="200" y="184"/>
                      <a:pt x="200" y="184"/>
                      <a:pt x="200" y="184"/>
                    </a:cubicBezTo>
                    <a:cubicBezTo>
                      <a:pt x="182" y="194"/>
                      <a:pt x="153" y="194"/>
                      <a:pt x="135" y="184"/>
                    </a:cubicBezTo>
                    <a:cubicBezTo>
                      <a:pt x="18" y="116"/>
                      <a:pt x="18" y="116"/>
                      <a:pt x="18" y="116"/>
                    </a:cubicBezTo>
                    <a:cubicBezTo>
                      <a:pt x="0" y="106"/>
                      <a:pt x="0" y="89"/>
                      <a:pt x="17" y="78"/>
                    </a:cubicBezTo>
                    <a:cubicBezTo>
                      <a:pt x="134" y="11"/>
                      <a:pt x="134" y="11"/>
                      <a:pt x="134" y="11"/>
                    </a:cubicBezTo>
                    <a:cubicBezTo>
                      <a:pt x="152" y="0"/>
                      <a:pt x="181" y="0"/>
                      <a:pt x="199" y="11"/>
                    </a:cubicBezTo>
                    <a:lnTo>
                      <a:pt x="316" y="78"/>
                    </a:lnTo>
                    <a:close/>
                  </a:path>
                </a:pathLst>
              </a:custGeom>
              <a:gradFill>
                <a:gsLst>
                  <a:gs pos="0">
                    <a:srgbClr val="E7EBFF"/>
                  </a:gs>
                  <a:gs pos="100000">
                    <a:srgbClr val="B1BBFE"/>
                  </a:gs>
                </a:gsLst>
                <a:lin ang="5400000" scaled="1"/>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81" name="组合 80">
              <a:extLst>
                <a:ext uri="{FF2B5EF4-FFF2-40B4-BE49-F238E27FC236}">
                  <a16:creationId xmlns:a16="http://schemas.microsoft.com/office/drawing/2014/main" id="{24DC977F-0E78-79B2-ABA7-7975F071EE26}"/>
                </a:ext>
              </a:extLst>
            </p:cNvPr>
            <p:cNvGrpSpPr/>
            <p:nvPr/>
          </p:nvGrpSpPr>
          <p:grpSpPr>
            <a:xfrm>
              <a:off x="8067707" y="1110273"/>
              <a:ext cx="314812" cy="426359"/>
              <a:chOff x="5015665" y="3704732"/>
              <a:chExt cx="2016126" cy="2730500"/>
            </a:xfrm>
          </p:grpSpPr>
          <p:sp>
            <p:nvSpPr>
              <p:cNvPr id="82" name="Freeform 35">
                <a:extLst>
                  <a:ext uri="{FF2B5EF4-FFF2-40B4-BE49-F238E27FC236}">
                    <a16:creationId xmlns:a16="http://schemas.microsoft.com/office/drawing/2014/main" id="{598A1EC7-7E27-D25A-452D-EBA343DA1406}"/>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sp>
            <p:nvSpPr>
              <p:cNvPr id="83" name="Freeform 36">
                <a:extLst>
                  <a:ext uri="{FF2B5EF4-FFF2-40B4-BE49-F238E27FC236}">
                    <a16:creationId xmlns:a16="http://schemas.microsoft.com/office/drawing/2014/main" id="{BAAADF7C-47E5-E5F1-074E-4588F2F4EC3E}"/>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grpSp>
      </p:grpSp>
      <p:grpSp>
        <p:nvGrpSpPr>
          <p:cNvPr id="89" name="组合 88">
            <a:extLst>
              <a:ext uri="{FF2B5EF4-FFF2-40B4-BE49-F238E27FC236}">
                <a16:creationId xmlns:a16="http://schemas.microsoft.com/office/drawing/2014/main" id="{B4090DE5-DECC-1A8F-6523-5A30B9FAC251}"/>
              </a:ext>
            </a:extLst>
          </p:cNvPr>
          <p:cNvGrpSpPr/>
          <p:nvPr/>
        </p:nvGrpSpPr>
        <p:grpSpPr>
          <a:xfrm>
            <a:off x="5531178" y="4872134"/>
            <a:ext cx="1125163" cy="1376031"/>
            <a:chOff x="7830742" y="849134"/>
            <a:chExt cx="749489" cy="916596"/>
          </a:xfrm>
        </p:grpSpPr>
        <p:grpSp>
          <p:nvGrpSpPr>
            <p:cNvPr id="90" name="组合 89">
              <a:extLst>
                <a:ext uri="{FF2B5EF4-FFF2-40B4-BE49-F238E27FC236}">
                  <a16:creationId xmlns:a16="http://schemas.microsoft.com/office/drawing/2014/main" id="{C4350441-9D7F-D1A5-67F0-3B12D0288F6A}"/>
                </a:ext>
              </a:extLst>
            </p:cNvPr>
            <p:cNvGrpSpPr/>
            <p:nvPr/>
          </p:nvGrpSpPr>
          <p:grpSpPr>
            <a:xfrm>
              <a:off x="7830742" y="849134"/>
              <a:ext cx="749489" cy="916596"/>
              <a:chOff x="5985487" y="1179925"/>
              <a:chExt cx="749489" cy="916596"/>
            </a:xfrm>
          </p:grpSpPr>
          <p:grpSp>
            <p:nvGrpSpPr>
              <p:cNvPr id="94" name="组合 93">
                <a:extLst>
                  <a:ext uri="{FF2B5EF4-FFF2-40B4-BE49-F238E27FC236}">
                    <a16:creationId xmlns:a16="http://schemas.microsoft.com/office/drawing/2014/main" id="{EB3CF91A-2573-79DB-9AD4-907E5A26C042}"/>
                  </a:ext>
                </a:extLst>
              </p:cNvPr>
              <p:cNvGrpSpPr/>
              <p:nvPr/>
            </p:nvGrpSpPr>
            <p:grpSpPr>
              <a:xfrm>
                <a:off x="6021452" y="1702735"/>
                <a:ext cx="677381" cy="393786"/>
                <a:chOff x="6874203" y="2211450"/>
                <a:chExt cx="720758" cy="419003"/>
              </a:xfrm>
            </p:grpSpPr>
            <p:sp>
              <p:nvSpPr>
                <p:cNvPr id="97" name="Freeform 8">
                  <a:extLst>
                    <a:ext uri="{FF2B5EF4-FFF2-40B4-BE49-F238E27FC236}">
                      <a16:creationId xmlns:a16="http://schemas.microsoft.com/office/drawing/2014/main" id="{EE0AE0AD-4D6D-60BF-A4F7-C307FB0A59B5}"/>
                    </a:ext>
                  </a:extLst>
                </p:cNvPr>
                <p:cNvSpPr>
                  <a:spLocks/>
                </p:cNvSpPr>
                <p:nvPr/>
              </p:nvSpPr>
              <p:spPr bwMode="auto">
                <a:xfrm>
                  <a:off x="6874203" y="2211450"/>
                  <a:ext cx="720758" cy="419003"/>
                </a:xfrm>
                <a:custGeom>
                  <a:avLst/>
                  <a:gdLst>
                    <a:gd name="T0" fmla="*/ 316 w 334"/>
                    <a:gd name="T1" fmla="*/ 78 h 194"/>
                    <a:gd name="T2" fmla="*/ 316 w 334"/>
                    <a:gd name="T3" fmla="*/ 116 h 194"/>
                    <a:gd name="T4" fmla="*/ 200 w 334"/>
                    <a:gd name="T5" fmla="*/ 184 h 194"/>
                    <a:gd name="T6" fmla="*/ 135 w 334"/>
                    <a:gd name="T7" fmla="*/ 184 h 194"/>
                    <a:gd name="T8" fmla="*/ 18 w 334"/>
                    <a:gd name="T9" fmla="*/ 116 h 194"/>
                    <a:gd name="T10" fmla="*/ 17 w 334"/>
                    <a:gd name="T11" fmla="*/ 78 h 194"/>
                    <a:gd name="T12" fmla="*/ 134 w 334"/>
                    <a:gd name="T13" fmla="*/ 11 h 194"/>
                    <a:gd name="T14" fmla="*/ 199 w 334"/>
                    <a:gd name="T15" fmla="*/ 11 h 194"/>
                    <a:gd name="T16" fmla="*/ 316 w 334"/>
                    <a:gd name="T17" fmla="*/ 7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194">
                      <a:moveTo>
                        <a:pt x="316" y="78"/>
                      </a:moveTo>
                      <a:cubicBezTo>
                        <a:pt x="334" y="89"/>
                        <a:pt x="334" y="106"/>
                        <a:pt x="316" y="116"/>
                      </a:cubicBezTo>
                      <a:cubicBezTo>
                        <a:pt x="200" y="184"/>
                        <a:pt x="200" y="184"/>
                        <a:pt x="200" y="184"/>
                      </a:cubicBezTo>
                      <a:cubicBezTo>
                        <a:pt x="182" y="194"/>
                        <a:pt x="153" y="194"/>
                        <a:pt x="135" y="184"/>
                      </a:cubicBezTo>
                      <a:cubicBezTo>
                        <a:pt x="18" y="116"/>
                        <a:pt x="18" y="116"/>
                        <a:pt x="18" y="116"/>
                      </a:cubicBezTo>
                      <a:cubicBezTo>
                        <a:pt x="0" y="106"/>
                        <a:pt x="0" y="89"/>
                        <a:pt x="17" y="78"/>
                      </a:cubicBezTo>
                      <a:cubicBezTo>
                        <a:pt x="134" y="11"/>
                        <a:pt x="134" y="11"/>
                        <a:pt x="134" y="11"/>
                      </a:cubicBezTo>
                      <a:cubicBezTo>
                        <a:pt x="152" y="0"/>
                        <a:pt x="181" y="0"/>
                        <a:pt x="199" y="11"/>
                      </a:cubicBezTo>
                      <a:lnTo>
                        <a:pt x="316" y="78"/>
                      </a:lnTo>
                      <a:close/>
                    </a:path>
                  </a:pathLst>
                </a:cu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sp>
              <p:nvSpPr>
                <p:cNvPr id="98" name="Freeform 7">
                  <a:extLst>
                    <a:ext uri="{FF2B5EF4-FFF2-40B4-BE49-F238E27FC236}">
                      <a16:creationId xmlns:a16="http://schemas.microsoft.com/office/drawing/2014/main" id="{CF12D2CD-D41F-F5B5-115C-17D9F3E4758C}"/>
                    </a:ext>
                  </a:extLst>
                </p:cNvPr>
                <p:cNvSpPr>
                  <a:spLocks/>
                </p:cNvSpPr>
                <p:nvPr/>
              </p:nvSpPr>
              <p:spPr bwMode="auto">
                <a:xfrm>
                  <a:off x="6944999" y="2324880"/>
                  <a:ext cx="579909" cy="230765"/>
                </a:xfrm>
                <a:custGeom>
                  <a:avLst/>
                  <a:gdLst>
                    <a:gd name="T0" fmla="*/ 312 w 326"/>
                    <a:gd name="T1" fmla="*/ 19 h 130"/>
                    <a:gd name="T2" fmla="*/ 196 w 326"/>
                    <a:gd name="T3" fmla="*/ 87 h 130"/>
                    <a:gd name="T4" fmla="*/ 131 w 326"/>
                    <a:gd name="T5" fmla="*/ 87 h 130"/>
                    <a:gd name="T6" fmla="*/ 14 w 326"/>
                    <a:gd name="T7" fmla="*/ 19 h 130"/>
                    <a:gd name="T8" fmla="*/ 0 w 326"/>
                    <a:gd name="T9" fmla="*/ 0 h 130"/>
                    <a:gd name="T10" fmla="*/ 0 w 326"/>
                    <a:gd name="T11" fmla="*/ 33 h 130"/>
                    <a:gd name="T12" fmla="*/ 14 w 326"/>
                    <a:gd name="T13" fmla="*/ 52 h 130"/>
                    <a:gd name="T14" fmla="*/ 131 w 326"/>
                    <a:gd name="T15" fmla="*/ 119 h 130"/>
                    <a:gd name="T16" fmla="*/ 196 w 326"/>
                    <a:gd name="T17" fmla="*/ 119 h 130"/>
                    <a:gd name="T18" fmla="*/ 312 w 326"/>
                    <a:gd name="T19" fmla="*/ 52 h 130"/>
                    <a:gd name="T20" fmla="*/ 325 w 326"/>
                    <a:gd name="T21" fmla="*/ 33 h 130"/>
                    <a:gd name="T22" fmla="*/ 326 w 326"/>
                    <a:gd name="T23" fmla="*/ 0 h 130"/>
                    <a:gd name="T24" fmla="*/ 312 w 326"/>
                    <a:gd name="T25" fmla="*/ 19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6" h="130">
                      <a:moveTo>
                        <a:pt x="312" y="19"/>
                      </a:moveTo>
                      <a:cubicBezTo>
                        <a:pt x="196" y="87"/>
                        <a:pt x="196" y="87"/>
                        <a:pt x="196" y="87"/>
                      </a:cubicBezTo>
                      <a:cubicBezTo>
                        <a:pt x="178" y="97"/>
                        <a:pt x="149" y="97"/>
                        <a:pt x="131" y="87"/>
                      </a:cubicBezTo>
                      <a:cubicBezTo>
                        <a:pt x="14" y="19"/>
                        <a:pt x="14" y="19"/>
                        <a:pt x="14" y="19"/>
                      </a:cubicBezTo>
                      <a:cubicBezTo>
                        <a:pt x="5" y="14"/>
                        <a:pt x="0" y="7"/>
                        <a:pt x="0" y="0"/>
                      </a:cubicBezTo>
                      <a:cubicBezTo>
                        <a:pt x="0" y="33"/>
                        <a:pt x="0" y="33"/>
                        <a:pt x="0" y="33"/>
                      </a:cubicBezTo>
                      <a:cubicBezTo>
                        <a:pt x="0" y="40"/>
                        <a:pt x="4" y="46"/>
                        <a:pt x="14" y="52"/>
                      </a:cubicBezTo>
                      <a:cubicBezTo>
                        <a:pt x="131" y="119"/>
                        <a:pt x="131" y="119"/>
                        <a:pt x="131" y="119"/>
                      </a:cubicBezTo>
                      <a:cubicBezTo>
                        <a:pt x="149" y="130"/>
                        <a:pt x="178" y="130"/>
                        <a:pt x="196" y="119"/>
                      </a:cubicBezTo>
                      <a:cubicBezTo>
                        <a:pt x="312" y="52"/>
                        <a:pt x="312" y="52"/>
                        <a:pt x="312" y="52"/>
                      </a:cubicBezTo>
                      <a:cubicBezTo>
                        <a:pt x="321" y="46"/>
                        <a:pt x="325" y="40"/>
                        <a:pt x="325" y="33"/>
                      </a:cubicBezTo>
                      <a:cubicBezTo>
                        <a:pt x="326" y="0"/>
                        <a:pt x="326" y="0"/>
                        <a:pt x="326" y="0"/>
                      </a:cubicBezTo>
                      <a:cubicBezTo>
                        <a:pt x="326" y="7"/>
                        <a:pt x="321" y="14"/>
                        <a:pt x="312" y="19"/>
                      </a:cubicBezTo>
                      <a:close/>
                    </a:path>
                  </a:pathLst>
                </a:custGeom>
                <a:gradFill flip="none" rotWithShape="1">
                  <a:gsLst>
                    <a:gs pos="0">
                      <a:srgbClr val="B1BBFE"/>
                    </a:gs>
                    <a:gs pos="58000">
                      <a:srgbClr val="B1BBFE">
                        <a:lumMod val="94000"/>
                      </a:srgbClr>
                    </a:gs>
                    <a:gs pos="100000">
                      <a:srgbClr val="B1BBFE"/>
                    </a:gs>
                  </a:gsLst>
                  <a:lin ang="108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grpSp>
          <p:sp>
            <p:nvSpPr>
              <p:cNvPr id="95" name="梯形 94">
                <a:extLst>
                  <a:ext uri="{FF2B5EF4-FFF2-40B4-BE49-F238E27FC236}">
                    <a16:creationId xmlns:a16="http://schemas.microsoft.com/office/drawing/2014/main" id="{B3A02A9D-3BB4-993B-B690-97EF340B407B}"/>
                  </a:ext>
                </a:extLst>
              </p:cNvPr>
              <p:cNvSpPr/>
              <p:nvPr/>
            </p:nvSpPr>
            <p:spPr>
              <a:xfrm rot="10800000">
                <a:off x="5985487" y="1179925"/>
                <a:ext cx="749489" cy="626385"/>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HarmonyOS Sans SC Medium" panose="00000600000000000000" pitchFamily="2" charset="-122"/>
                  <a:ea typeface="HarmonyOS Sans SC Medium" panose="00000600000000000000" pitchFamily="2" charset="-122"/>
                </a:endParaRPr>
              </a:p>
            </p:txBody>
          </p:sp>
          <p:sp>
            <p:nvSpPr>
              <p:cNvPr id="96" name="Freeform 8">
                <a:extLst>
                  <a:ext uri="{FF2B5EF4-FFF2-40B4-BE49-F238E27FC236}">
                    <a16:creationId xmlns:a16="http://schemas.microsoft.com/office/drawing/2014/main" id="{152C17FA-2D4A-BBA7-68E6-1812EEC4266D}"/>
                  </a:ext>
                </a:extLst>
              </p:cNvPr>
              <p:cNvSpPr>
                <a:spLocks/>
              </p:cNvSpPr>
              <p:nvPr/>
            </p:nvSpPr>
            <p:spPr bwMode="auto">
              <a:xfrm>
                <a:off x="6080949" y="1646686"/>
                <a:ext cx="558388" cy="324612"/>
              </a:xfrm>
              <a:custGeom>
                <a:avLst/>
                <a:gdLst>
                  <a:gd name="T0" fmla="*/ 316 w 334"/>
                  <a:gd name="T1" fmla="*/ 78 h 194"/>
                  <a:gd name="T2" fmla="*/ 316 w 334"/>
                  <a:gd name="T3" fmla="*/ 116 h 194"/>
                  <a:gd name="T4" fmla="*/ 200 w 334"/>
                  <a:gd name="T5" fmla="*/ 184 h 194"/>
                  <a:gd name="T6" fmla="*/ 135 w 334"/>
                  <a:gd name="T7" fmla="*/ 184 h 194"/>
                  <a:gd name="T8" fmla="*/ 18 w 334"/>
                  <a:gd name="T9" fmla="*/ 116 h 194"/>
                  <a:gd name="T10" fmla="*/ 17 w 334"/>
                  <a:gd name="T11" fmla="*/ 78 h 194"/>
                  <a:gd name="T12" fmla="*/ 134 w 334"/>
                  <a:gd name="T13" fmla="*/ 11 h 194"/>
                  <a:gd name="T14" fmla="*/ 199 w 334"/>
                  <a:gd name="T15" fmla="*/ 11 h 194"/>
                  <a:gd name="T16" fmla="*/ 316 w 334"/>
                  <a:gd name="T17" fmla="*/ 7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194">
                    <a:moveTo>
                      <a:pt x="316" y="78"/>
                    </a:moveTo>
                    <a:cubicBezTo>
                      <a:pt x="334" y="89"/>
                      <a:pt x="334" y="106"/>
                      <a:pt x="316" y="116"/>
                    </a:cubicBezTo>
                    <a:cubicBezTo>
                      <a:pt x="200" y="184"/>
                      <a:pt x="200" y="184"/>
                      <a:pt x="200" y="184"/>
                    </a:cubicBezTo>
                    <a:cubicBezTo>
                      <a:pt x="182" y="194"/>
                      <a:pt x="153" y="194"/>
                      <a:pt x="135" y="184"/>
                    </a:cubicBezTo>
                    <a:cubicBezTo>
                      <a:pt x="18" y="116"/>
                      <a:pt x="18" y="116"/>
                      <a:pt x="18" y="116"/>
                    </a:cubicBezTo>
                    <a:cubicBezTo>
                      <a:pt x="0" y="106"/>
                      <a:pt x="0" y="89"/>
                      <a:pt x="17" y="78"/>
                    </a:cubicBezTo>
                    <a:cubicBezTo>
                      <a:pt x="134" y="11"/>
                      <a:pt x="134" y="11"/>
                      <a:pt x="134" y="11"/>
                    </a:cubicBezTo>
                    <a:cubicBezTo>
                      <a:pt x="152" y="0"/>
                      <a:pt x="181" y="0"/>
                      <a:pt x="199" y="11"/>
                    </a:cubicBezTo>
                    <a:lnTo>
                      <a:pt x="316" y="78"/>
                    </a:lnTo>
                    <a:close/>
                  </a:path>
                </a:pathLst>
              </a:custGeom>
              <a:gradFill>
                <a:gsLst>
                  <a:gs pos="0">
                    <a:srgbClr val="E7EBFF"/>
                  </a:gs>
                  <a:gs pos="100000">
                    <a:srgbClr val="B1BBFE"/>
                  </a:gs>
                </a:gsLst>
                <a:lin ang="5400000" scaled="1"/>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91" name="组合 90">
              <a:extLst>
                <a:ext uri="{FF2B5EF4-FFF2-40B4-BE49-F238E27FC236}">
                  <a16:creationId xmlns:a16="http://schemas.microsoft.com/office/drawing/2014/main" id="{9FDB91A2-5D1D-6410-D3DC-CB19622BD3E7}"/>
                </a:ext>
              </a:extLst>
            </p:cNvPr>
            <p:cNvGrpSpPr/>
            <p:nvPr/>
          </p:nvGrpSpPr>
          <p:grpSpPr>
            <a:xfrm>
              <a:off x="8067707" y="1110273"/>
              <a:ext cx="314812" cy="426359"/>
              <a:chOff x="5015665" y="3704732"/>
              <a:chExt cx="2016126" cy="2730500"/>
            </a:xfrm>
          </p:grpSpPr>
          <p:sp>
            <p:nvSpPr>
              <p:cNvPr id="92" name="Freeform 35">
                <a:extLst>
                  <a:ext uri="{FF2B5EF4-FFF2-40B4-BE49-F238E27FC236}">
                    <a16:creationId xmlns:a16="http://schemas.microsoft.com/office/drawing/2014/main" id="{6CC9F907-2FC7-EE8C-263A-C528DAF87B90}"/>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sp>
            <p:nvSpPr>
              <p:cNvPr id="93" name="Freeform 36">
                <a:extLst>
                  <a:ext uri="{FF2B5EF4-FFF2-40B4-BE49-F238E27FC236}">
                    <a16:creationId xmlns:a16="http://schemas.microsoft.com/office/drawing/2014/main" id="{E0CC3F80-B0C6-B27C-49F6-46C1817C3E64}"/>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grpSp>
      </p:grpSp>
      <p:grpSp>
        <p:nvGrpSpPr>
          <p:cNvPr id="131" name="组合 130">
            <a:extLst>
              <a:ext uri="{FF2B5EF4-FFF2-40B4-BE49-F238E27FC236}">
                <a16:creationId xmlns:a16="http://schemas.microsoft.com/office/drawing/2014/main" id="{4DB14BE6-055C-432D-F6BC-13E96B8A1573}"/>
              </a:ext>
            </a:extLst>
          </p:cNvPr>
          <p:cNvGrpSpPr/>
          <p:nvPr/>
        </p:nvGrpSpPr>
        <p:grpSpPr>
          <a:xfrm>
            <a:off x="1503828" y="2649621"/>
            <a:ext cx="1125163" cy="1376031"/>
            <a:chOff x="7830742" y="849134"/>
            <a:chExt cx="749489" cy="916596"/>
          </a:xfrm>
        </p:grpSpPr>
        <p:grpSp>
          <p:nvGrpSpPr>
            <p:cNvPr id="132" name="组合 131">
              <a:extLst>
                <a:ext uri="{FF2B5EF4-FFF2-40B4-BE49-F238E27FC236}">
                  <a16:creationId xmlns:a16="http://schemas.microsoft.com/office/drawing/2014/main" id="{9A0964DD-19D1-58FC-BADE-4CA1BD339C0B}"/>
                </a:ext>
              </a:extLst>
            </p:cNvPr>
            <p:cNvGrpSpPr/>
            <p:nvPr/>
          </p:nvGrpSpPr>
          <p:grpSpPr>
            <a:xfrm>
              <a:off x="7830742" y="849134"/>
              <a:ext cx="749489" cy="916596"/>
              <a:chOff x="5985487" y="1179925"/>
              <a:chExt cx="749489" cy="916596"/>
            </a:xfrm>
          </p:grpSpPr>
          <p:grpSp>
            <p:nvGrpSpPr>
              <p:cNvPr id="136" name="组合 135">
                <a:extLst>
                  <a:ext uri="{FF2B5EF4-FFF2-40B4-BE49-F238E27FC236}">
                    <a16:creationId xmlns:a16="http://schemas.microsoft.com/office/drawing/2014/main" id="{4C893AD4-7F7D-EFC6-D7C3-9C7A8A453A29}"/>
                  </a:ext>
                </a:extLst>
              </p:cNvPr>
              <p:cNvGrpSpPr/>
              <p:nvPr/>
            </p:nvGrpSpPr>
            <p:grpSpPr>
              <a:xfrm>
                <a:off x="6021452" y="1702735"/>
                <a:ext cx="677381" cy="393786"/>
                <a:chOff x="6874203" y="2211450"/>
                <a:chExt cx="720758" cy="419003"/>
              </a:xfrm>
            </p:grpSpPr>
            <p:sp>
              <p:nvSpPr>
                <p:cNvPr id="139" name="Freeform 8">
                  <a:extLst>
                    <a:ext uri="{FF2B5EF4-FFF2-40B4-BE49-F238E27FC236}">
                      <a16:creationId xmlns:a16="http://schemas.microsoft.com/office/drawing/2014/main" id="{171A8BA6-E2D2-BA95-F3DD-57A11EB33F29}"/>
                    </a:ext>
                  </a:extLst>
                </p:cNvPr>
                <p:cNvSpPr>
                  <a:spLocks/>
                </p:cNvSpPr>
                <p:nvPr/>
              </p:nvSpPr>
              <p:spPr bwMode="auto">
                <a:xfrm>
                  <a:off x="6874203" y="2211450"/>
                  <a:ext cx="720758" cy="419003"/>
                </a:xfrm>
                <a:custGeom>
                  <a:avLst/>
                  <a:gdLst>
                    <a:gd name="T0" fmla="*/ 316 w 334"/>
                    <a:gd name="T1" fmla="*/ 78 h 194"/>
                    <a:gd name="T2" fmla="*/ 316 w 334"/>
                    <a:gd name="T3" fmla="*/ 116 h 194"/>
                    <a:gd name="T4" fmla="*/ 200 w 334"/>
                    <a:gd name="T5" fmla="*/ 184 h 194"/>
                    <a:gd name="T6" fmla="*/ 135 w 334"/>
                    <a:gd name="T7" fmla="*/ 184 h 194"/>
                    <a:gd name="T8" fmla="*/ 18 w 334"/>
                    <a:gd name="T9" fmla="*/ 116 h 194"/>
                    <a:gd name="T10" fmla="*/ 17 w 334"/>
                    <a:gd name="T11" fmla="*/ 78 h 194"/>
                    <a:gd name="T12" fmla="*/ 134 w 334"/>
                    <a:gd name="T13" fmla="*/ 11 h 194"/>
                    <a:gd name="T14" fmla="*/ 199 w 334"/>
                    <a:gd name="T15" fmla="*/ 11 h 194"/>
                    <a:gd name="T16" fmla="*/ 316 w 334"/>
                    <a:gd name="T17" fmla="*/ 7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194">
                      <a:moveTo>
                        <a:pt x="316" y="78"/>
                      </a:moveTo>
                      <a:cubicBezTo>
                        <a:pt x="334" y="89"/>
                        <a:pt x="334" y="106"/>
                        <a:pt x="316" y="116"/>
                      </a:cubicBezTo>
                      <a:cubicBezTo>
                        <a:pt x="200" y="184"/>
                        <a:pt x="200" y="184"/>
                        <a:pt x="200" y="184"/>
                      </a:cubicBezTo>
                      <a:cubicBezTo>
                        <a:pt x="182" y="194"/>
                        <a:pt x="153" y="194"/>
                        <a:pt x="135" y="184"/>
                      </a:cubicBezTo>
                      <a:cubicBezTo>
                        <a:pt x="18" y="116"/>
                        <a:pt x="18" y="116"/>
                        <a:pt x="18" y="116"/>
                      </a:cubicBezTo>
                      <a:cubicBezTo>
                        <a:pt x="0" y="106"/>
                        <a:pt x="0" y="89"/>
                        <a:pt x="17" y="78"/>
                      </a:cubicBezTo>
                      <a:cubicBezTo>
                        <a:pt x="134" y="11"/>
                        <a:pt x="134" y="11"/>
                        <a:pt x="134" y="11"/>
                      </a:cubicBezTo>
                      <a:cubicBezTo>
                        <a:pt x="152" y="0"/>
                        <a:pt x="181" y="0"/>
                        <a:pt x="199" y="11"/>
                      </a:cubicBezTo>
                      <a:lnTo>
                        <a:pt x="316" y="78"/>
                      </a:lnTo>
                      <a:close/>
                    </a:path>
                  </a:pathLst>
                </a:cu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sp>
              <p:nvSpPr>
                <p:cNvPr id="140" name="Freeform 7">
                  <a:extLst>
                    <a:ext uri="{FF2B5EF4-FFF2-40B4-BE49-F238E27FC236}">
                      <a16:creationId xmlns:a16="http://schemas.microsoft.com/office/drawing/2014/main" id="{550A1E3F-363D-6A76-5943-133E3097AB92}"/>
                    </a:ext>
                  </a:extLst>
                </p:cNvPr>
                <p:cNvSpPr>
                  <a:spLocks/>
                </p:cNvSpPr>
                <p:nvPr/>
              </p:nvSpPr>
              <p:spPr bwMode="auto">
                <a:xfrm>
                  <a:off x="6944999" y="2324880"/>
                  <a:ext cx="579909" cy="230765"/>
                </a:xfrm>
                <a:custGeom>
                  <a:avLst/>
                  <a:gdLst>
                    <a:gd name="T0" fmla="*/ 312 w 326"/>
                    <a:gd name="T1" fmla="*/ 19 h 130"/>
                    <a:gd name="T2" fmla="*/ 196 w 326"/>
                    <a:gd name="T3" fmla="*/ 87 h 130"/>
                    <a:gd name="T4" fmla="*/ 131 w 326"/>
                    <a:gd name="T5" fmla="*/ 87 h 130"/>
                    <a:gd name="T6" fmla="*/ 14 w 326"/>
                    <a:gd name="T7" fmla="*/ 19 h 130"/>
                    <a:gd name="T8" fmla="*/ 0 w 326"/>
                    <a:gd name="T9" fmla="*/ 0 h 130"/>
                    <a:gd name="T10" fmla="*/ 0 w 326"/>
                    <a:gd name="T11" fmla="*/ 33 h 130"/>
                    <a:gd name="T12" fmla="*/ 14 w 326"/>
                    <a:gd name="T13" fmla="*/ 52 h 130"/>
                    <a:gd name="T14" fmla="*/ 131 w 326"/>
                    <a:gd name="T15" fmla="*/ 119 h 130"/>
                    <a:gd name="T16" fmla="*/ 196 w 326"/>
                    <a:gd name="T17" fmla="*/ 119 h 130"/>
                    <a:gd name="T18" fmla="*/ 312 w 326"/>
                    <a:gd name="T19" fmla="*/ 52 h 130"/>
                    <a:gd name="T20" fmla="*/ 325 w 326"/>
                    <a:gd name="T21" fmla="*/ 33 h 130"/>
                    <a:gd name="T22" fmla="*/ 326 w 326"/>
                    <a:gd name="T23" fmla="*/ 0 h 130"/>
                    <a:gd name="T24" fmla="*/ 312 w 326"/>
                    <a:gd name="T25" fmla="*/ 19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6" h="130">
                      <a:moveTo>
                        <a:pt x="312" y="19"/>
                      </a:moveTo>
                      <a:cubicBezTo>
                        <a:pt x="196" y="87"/>
                        <a:pt x="196" y="87"/>
                        <a:pt x="196" y="87"/>
                      </a:cubicBezTo>
                      <a:cubicBezTo>
                        <a:pt x="178" y="97"/>
                        <a:pt x="149" y="97"/>
                        <a:pt x="131" y="87"/>
                      </a:cubicBezTo>
                      <a:cubicBezTo>
                        <a:pt x="14" y="19"/>
                        <a:pt x="14" y="19"/>
                        <a:pt x="14" y="19"/>
                      </a:cubicBezTo>
                      <a:cubicBezTo>
                        <a:pt x="5" y="14"/>
                        <a:pt x="0" y="7"/>
                        <a:pt x="0" y="0"/>
                      </a:cubicBezTo>
                      <a:cubicBezTo>
                        <a:pt x="0" y="33"/>
                        <a:pt x="0" y="33"/>
                        <a:pt x="0" y="33"/>
                      </a:cubicBezTo>
                      <a:cubicBezTo>
                        <a:pt x="0" y="40"/>
                        <a:pt x="4" y="46"/>
                        <a:pt x="14" y="52"/>
                      </a:cubicBezTo>
                      <a:cubicBezTo>
                        <a:pt x="131" y="119"/>
                        <a:pt x="131" y="119"/>
                        <a:pt x="131" y="119"/>
                      </a:cubicBezTo>
                      <a:cubicBezTo>
                        <a:pt x="149" y="130"/>
                        <a:pt x="178" y="130"/>
                        <a:pt x="196" y="119"/>
                      </a:cubicBezTo>
                      <a:cubicBezTo>
                        <a:pt x="312" y="52"/>
                        <a:pt x="312" y="52"/>
                        <a:pt x="312" y="52"/>
                      </a:cubicBezTo>
                      <a:cubicBezTo>
                        <a:pt x="321" y="46"/>
                        <a:pt x="325" y="40"/>
                        <a:pt x="325" y="33"/>
                      </a:cubicBezTo>
                      <a:cubicBezTo>
                        <a:pt x="326" y="0"/>
                        <a:pt x="326" y="0"/>
                        <a:pt x="326" y="0"/>
                      </a:cubicBezTo>
                      <a:cubicBezTo>
                        <a:pt x="326" y="7"/>
                        <a:pt x="321" y="14"/>
                        <a:pt x="312" y="19"/>
                      </a:cubicBezTo>
                      <a:close/>
                    </a:path>
                  </a:pathLst>
                </a:custGeom>
                <a:gradFill flip="none" rotWithShape="1">
                  <a:gsLst>
                    <a:gs pos="0">
                      <a:srgbClr val="B1BBFE"/>
                    </a:gs>
                    <a:gs pos="58000">
                      <a:srgbClr val="B1BBFE">
                        <a:lumMod val="94000"/>
                      </a:srgbClr>
                    </a:gs>
                    <a:gs pos="100000">
                      <a:srgbClr val="B1BBFE"/>
                    </a:gs>
                  </a:gsLst>
                  <a:lin ang="108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grpSp>
          <p:sp>
            <p:nvSpPr>
              <p:cNvPr id="137" name="梯形 136">
                <a:extLst>
                  <a:ext uri="{FF2B5EF4-FFF2-40B4-BE49-F238E27FC236}">
                    <a16:creationId xmlns:a16="http://schemas.microsoft.com/office/drawing/2014/main" id="{11775417-D818-817F-EB73-4554F4806B81}"/>
                  </a:ext>
                </a:extLst>
              </p:cNvPr>
              <p:cNvSpPr/>
              <p:nvPr/>
            </p:nvSpPr>
            <p:spPr>
              <a:xfrm rot="10800000">
                <a:off x="5985487" y="1179925"/>
                <a:ext cx="749489" cy="626385"/>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HarmonyOS Sans SC Medium" panose="00000600000000000000" pitchFamily="2" charset="-122"/>
                  <a:ea typeface="HarmonyOS Sans SC Medium" panose="00000600000000000000" pitchFamily="2" charset="-122"/>
                </a:endParaRPr>
              </a:p>
            </p:txBody>
          </p:sp>
          <p:sp>
            <p:nvSpPr>
              <p:cNvPr id="138" name="Freeform 8">
                <a:extLst>
                  <a:ext uri="{FF2B5EF4-FFF2-40B4-BE49-F238E27FC236}">
                    <a16:creationId xmlns:a16="http://schemas.microsoft.com/office/drawing/2014/main" id="{D1E4C067-D876-AE64-6BA3-131E4AA01860}"/>
                  </a:ext>
                </a:extLst>
              </p:cNvPr>
              <p:cNvSpPr>
                <a:spLocks/>
              </p:cNvSpPr>
              <p:nvPr/>
            </p:nvSpPr>
            <p:spPr bwMode="auto">
              <a:xfrm>
                <a:off x="6080949" y="1646686"/>
                <a:ext cx="558388" cy="324612"/>
              </a:xfrm>
              <a:custGeom>
                <a:avLst/>
                <a:gdLst>
                  <a:gd name="T0" fmla="*/ 316 w 334"/>
                  <a:gd name="T1" fmla="*/ 78 h 194"/>
                  <a:gd name="T2" fmla="*/ 316 w 334"/>
                  <a:gd name="T3" fmla="*/ 116 h 194"/>
                  <a:gd name="T4" fmla="*/ 200 w 334"/>
                  <a:gd name="T5" fmla="*/ 184 h 194"/>
                  <a:gd name="T6" fmla="*/ 135 w 334"/>
                  <a:gd name="T7" fmla="*/ 184 h 194"/>
                  <a:gd name="T8" fmla="*/ 18 w 334"/>
                  <a:gd name="T9" fmla="*/ 116 h 194"/>
                  <a:gd name="T10" fmla="*/ 17 w 334"/>
                  <a:gd name="T11" fmla="*/ 78 h 194"/>
                  <a:gd name="T12" fmla="*/ 134 w 334"/>
                  <a:gd name="T13" fmla="*/ 11 h 194"/>
                  <a:gd name="T14" fmla="*/ 199 w 334"/>
                  <a:gd name="T15" fmla="*/ 11 h 194"/>
                  <a:gd name="T16" fmla="*/ 316 w 334"/>
                  <a:gd name="T17" fmla="*/ 7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194">
                    <a:moveTo>
                      <a:pt x="316" y="78"/>
                    </a:moveTo>
                    <a:cubicBezTo>
                      <a:pt x="334" y="89"/>
                      <a:pt x="334" y="106"/>
                      <a:pt x="316" y="116"/>
                    </a:cubicBezTo>
                    <a:cubicBezTo>
                      <a:pt x="200" y="184"/>
                      <a:pt x="200" y="184"/>
                      <a:pt x="200" y="184"/>
                    </a:cubicBezTo>
                    <a:cubicBezTo>
                      <a:pt x="182" y="194"/>
                      <a:pt x="153" y="194"/>
                      <a:pt x="135" y="184"/>
                    </a:cubicBezTo>
                    <a:cubicBezTo>
                      <a:pt x="18" y="116"/>
                      <a:pt x="18" y="116"/>
                      <a:pt x="18" y="116"/>
                    </a:cubicBezTo>
                    <a:cubicBezTo>
                      <a:pt x="0" y="106"/>
                      <a:pt x="0" y="89"/>
                      <a:pt x="17" y="78"/>
                    </a:cubicBezTo>
                    <a:cubicBezTo>
                      <a:pt x="134" y="11"/>
                      <a:pt x="134" y="11"/>
                      <a:pt x="134" y="11"/>
                    </a:cubicBezTo>
                    <a:cubicBezTo>
                      <a:pt x="152" y="0"/>
                      <a:pt x="181" y="0"/>
                      <a:pt x="199" y="11"/>
                    </a:cubicBezTo>
                    <a:lnTo>
                      <a:pt x="316" y="78"/>
                    </a:lnTo>
                    <a:close/>
                  </a:path>
                </a:pathLst>
              </a:custGeom>
              <a:gradFill>
                <a:gsLst>
                  <a:gs pos="0">
                    <a:srgbClr val="E7EBFF"/>
                  </a:gs>
                  <a:gs pos="100000">
                    <a:srgbClr val="B1BBFE"/>
                  </a:gs>
                </a:gsLst>
                <a:lin ang="5400000" scaled="1"/>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133" name="组合 132">
              <a:extLst>
                <a:ext uri="{FF2B5EF4-FFF2-40B4-BE49-F238E27FC236}">
                  <a16:creationId xmlns:a16="http://schemas.microsoft.com/office/drawing/2014/main" id="{C30CA6BD-E78A-411A-1A17-57C514C1F5A6}"/>
                </a:ext>
              </a:extLst>
            </p:cNvPr>
            <p:cNvGrpSpPr/>
            <p:nvPr/>
          </p:nvGrpSpPr>
          <p:grpSpPr>
            <a:xfrm>
              <a:off x="8067707" y="1110273"/>
              <a:ext cx="314812" cy="426359"/>
              <a:chOff x="5015665" y="3704732"/>
              <a:chExt cx="2016126" cy="2730500"/>
            </a:xfrm>
          </p:grpSpPr>
          <p:sp>
            <p:nvSpPr>
              <p:cNvPr id="134" name="Freeform 35">
                <a:extLst>
                  <a:ext uri="{FF2B5EF4-FFF2-40B4-BE49-F238E27FC236}">
                    <a16:creationId xmlns:a16="http://schemas.microsoft.com/office/drawing/2014/main" id="{F0B9DF51-1379-D9F9-6AA8-0D6FA961E92C}"/>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sp>
            <p:nvSpPr>
              <p:cNvPr id="135" name="Freeform 36">
                <a:extLst>
                  <a:ext uri="{FF2B5EF4-FFF2-40B4-BE49-F238E27FC236}">
                    <a16:creationId xmlns:a16="http://schemas.microsoft.com/office/drawing/2014/main" id="{5E6E59EF-768C-C86B-1ABC-2B7489902456}"/>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grpSp>
      </p:grpSp>
      <p:grpSp>
        <p:nvGrpSpPr>
          <p:cNvPr id="141" name="组合 140">
            <a:extLst>
              <a:ext uri="{FF2B5EF4-FFF2-40B4-BE49-F238E27FC236}">
                <a16:creationId xmlns:a16="http://schemas.microsoft.com/office/drawing/2014/main" id="{2F546B9C-D7FE-B3C1-AE9B-307099348658}"/>
              </a:ext>
            </a:extLst>
          </p:cNvPr>
          <p:cNvGrpSpPr/>
          <p:nvPr/>
        </p:nvGrpSpPr>
        <p:grpSpPr>
          <a:xfrm>
            <a:off x="3270413" y="3707319"/>
            <a:ext cx="1125163" cy="1376031"/>
            <a:chOff x="7830742" y="849134"/>
            <a:chExt cx="749489" cy="916596"/>
          </a:xfrm>
        </p:grpSpPr>
        <p:grpSp>
          <p:nvGrpSpPr>
            <p:cNvPr id="142" name="组合 141">
              <a:extLst>
                <a:ext uri="{FF2B5EF4-FFF2-40B4-BE49-F238E27FC236}">
                  <a16:creationId xmlns:a16="http://schemas.microsoft.com/office/drawing/2014/main" id="{FEAE7F66-0075-AB7B-E60C-0AB4617FC59D}"/>
                </a:ext>
              </a:extLst>
            </p:cNvPr>
            <p:cNvGrpSpPr/>
            <p:nvPr/>
          </p:nvGrpSpPr>
          <p:grpSpPr>
            <a:xfrm>
              <a:off x="7830742" y="849134"/>
              <a:ext cx="749489" cy="916596"/>
              <a:chOff x="5985487" y="1179925"/>
              <a:chExt cx="749489" cy="916596"/>
            </a:xfrm>
          </p:grpSpPr>
          <p:grpSp>
            <p:nvGrpSpPr>
              <p:cNvPr id="146" name="组合 145">
                <a:extLst>
                  <a:ext uri="{FF2B5EF4-FFF2-40B4-BE49-F238E27FC236}">
                    <a16:creationId xmlns:a16="http://schemas.microsoft.com/office/drawing/2014/main" id="{4595B4AF-9AA0-A89F-1154-F192F59BE3DC}"/>
                  </a:ext>
                </a:extLst>
              </p:cNvPr>
              <p:cNvGrpSpPr/>
              <p:nvPr/>
            </p:nvGrpSpPr>
            <p:grpSpPr>
              <a:xfrm>
                <a:off x="6021452" y="1702735"/>
                <a:ext cx="677381" cy="393786"/>
                <a:chOff x="6874203" y="2211450"/>
                <a:chExt cx="720758" cy="419003"/>
              </a:xfrm>
            </p:grpSpPr>
            <p:sp>
              <p:nvSpPr>
                <p:cNvPr id="149" name="Freeform 8">
                  <a:extLst>
                    <a:ext uri="{FF2B5EF4-FFF2-40B4-BE49-F238E27FC236}">
                      <a16:creationId xmlns:a16="http://schemas.microsoft.com/office/drawing/2014/main" id="{AB11599B-A42B-7817-0733-BBF68330341C}"/>
                    </a:ext>
                  </a:extLst>
                </p:cNvPr>
                <p:cNvSpPr>
                  <a:spLocks/>
                </p:cNvSpPr>
                <p:nvPr/>
              </p:nvSpPr>
              <p:spPr bwMode="auto">
                <a:xfrm>
                  <a:off x="6874203" y="2211450"/>
                  <a:ext cx="720758" cy="419003"/>
                </a:xfrm>
                <a:custGeom>
                  <a:avLst/>
                  <a:gdLst>
                    <a:gd name="T0" fmla="*/ 316 w 334"/>
                    <a:gd name="T1" fmla="*/ 78 h 194"/>
                    <a:gd name="T2" fmla="*/ 316 w 334"/>
                    <a:gd name="T3" fmla="*/ 116 h 194"/>
                    <a:gd name="T4" fmla="*/ 200 w 334"/>
                    <a:gd name="T5" fmla="*/ 184 h 194"/>
                    <a:gd name="T6" fmla="*/ 135 w 334"/>
                    <a:gd name="T7" fmla="*/ 184 h 194"/>
                    <a:gd name="T8" fmla="*/ 18 w 334"/>
                    <a:gd name="T9" fmla="*/ 116 h 194"/>
                    <a:gd name="T10" fmla="*/ 17 w 334"/>
                    <a:gd name="T11" fmla="*/ 78 h 194"/>
                    <a:gd name="T12" fmla="*/ 134 w 334"/>
                    <a:gd name="T13" fmla="*/ 11 h 194"/>
                    <a:gd name="T14" fmla="*/ 199 w 334"/>
                    <a:gd name="T15" fmla="*/ 11 h 194"/>
                    <a:gd name="T16" fmla="*/ 316 w 334"/>
                    <a:gd name="T17" fmla="*/ 7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194">
                      <a:moveTo>
                        <a:pt x="316" y="78"/>
                      </a:moveTo>
                      <a:cubicBezTo>
                        <a:pt x="334" y="89"/>
                        <a:pt x="334" y="106"/>
                        <a:pt x="316" y="116"/>
                      </a:cubicBezTo>
                      <a:cubicBezTo>
                        <a:pt x="200" y="184"/>
                        <a:pt x="200" y="184"/>
                        <a:pt x="200" y="184"/>
                      </a:cubicBezTo>
                      <a:cubicBezTo>
                        <a:pt x="182" y="194"/>
                        <a:pt x="153" y="194"/>
                        <a:pt x="135" y="184"/>
                      </a:cubicBezTo>
                      <a:cubicBezTo>
                        <a:pt x="18" y="116"/>
                        <a:pt x="18" y="116"/>
                        <a:pt x="18" y="116"/>
                      </a:cubicBezTo>
                      <a:cubicBezTo>
                        <a:pt x="0" y="106"/>
                        <a:pt x="0" y="89"/>
                        <a:pt x="17" y="78"/>
                      </a:cubicBezTo>
                      <a:cubicBezTo>
                        <a:pt x="134" y="11"/>
                        <a:pt x="134" y="11"/>
                        <a:pt x="134" y="11"/>
                      </a:cubicBezTo>
                      <a:cubicBezTo>
                        <a:pt x="152" y="0"/>
                        <a:pt x="181" y="0"/>
                        <a:pt x="199" y="11"/>
                      </a:cubicBezTo>
                      <a:lnTo>
                        <a:pt x="316" y="78"/>
                      </a:lnTo>
                      <a:close/>
                    </a:path>
                  </a:pathLst>
                </a:cu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sp>
              <p:nvSpPr>
                <p:cNvPr id="150" name="Freeform 7">
                  <a:extLst>
                    <a:ext uri="{FF2B5EF4-FFF2-40B4-BE49-F238E27FC236}">
                      <a16:creationId xmlns:a16="http://schemas.microsoft.com/office/drawing/2014/main" id="{AB52330E-65D7-A3C8-D7E5-6AE0D564B912}"/>
                    </a:ext>
                  </a:extLst>
                </p:cNvPr>
                <p:cNvSpPr>
                  <a:spLocks/>
                </p:cNvSpPr>
                <p:nvPr/>
              </p:nvSpPr>
              <p:spPr bwMode="auto">
                <a:xfrm>
                  <a:off x="6944999" y="2324880"/>
                  <a:ext cx="579909" cy="230765"/>
                </a:xfrm>
                <a:custGeom>
                  <a:avLst/>
                  <a:gdLst>
                    <a:gd name="T0" fmla="*/ 312 w 326"/>
                    <a:gd name="T1" fmla="*/ 19 h 130"/>
                    <a:gd name="T2" fmla="*/ 196 w 326"/>
                    <a:gd name="T3" fmla="*/ 87 h 130"/>
                    <a:gd name="T4" fmla="*/ 131 w 326"/>
                    <a:gd name="T5" fmla="*/ 87 h 130"/>
                    <a:gd name="T6" fmla="*/ 14 w 326"/>
                    <a:gd name="T7" fmla="*/ 19 h 130"/>
                    <a:gd name="T8" fmla="*/ 0 w 326"/>
                    <a:gd name="T9" fmla="*/ 0 h 130"/>
                    <a:gd name="T10" fmla="*/ 0 w 326"/>
                    <a:gd name="T11" fmla="*/ 33 h 130"/>
                    <a:gd name="T12" fmla="*/ 14 w 326"/>
                    <a:gd name="T13" fmla="*/ 52 h 130"/>
                    <a:gd name="T14" fmla="*/ 131 w 326"/>
                    <a:gd name="T15" fmla="*/ 119 h 130"/>
                    <a:gd name="T16" fmla="*/ 196 w 326"/>
                    <a:gd name="T17" fmla="*/ 119 h 130"/>
                    <a:gd name="T18" fmla="*/ 312 w 326"/>
                    <a:gd name="T19" fmla="*/ 52 h 130"/>
                    <a:gd name="T20" fmla="*/ 325 w 326"/>
                    <a:gd name="T21" fmla="*/ 33 h 130"/>
                    <a:gd name="T22" fmla="*/ 326 w 326"/>
                    <a:gd name="T23" fmla="*/ 0 h 130"/>
                    <a:gd name="T24" fmla="*/ 312 w 326"/>
                    <a:gd name="T25" fmla="*/ 19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6" h="130">
                      <a:moveTo>
                        <a:pt x="312" y="19"/>
                      </a:moveTo>
                      <a:cubicBezTo>
                        <a:pt x="196" y="87"/>
                        <a:pt x="196" y="87"/>
                        <a:pt x="196" y="87"/>
                      </a:cubicBezTo>
                      <a:cubicBezTo>
                        <a:pt x="178" y="97"/>
                        <a:pt x="149" y="97"/>
                        <a:pt x="131" y="87"/>
                      </a:cubicBezTo>
                      <a:cubicBezTo>
                        <a:pt x="14" y="19"/>
                        <a:pt x="14" y="19"/>
                        <a:pt x="14" y="19"/>
                      </a:cubicBezTo>
                      <a:cubicBezTo>
                        <a:pt x="5" y="14"/>
                        <a:pt x="0" y="7"/>
                        <a:pt x="0" y="0"/>
                      </a:cubicBezTo>
                      <a:cubicBezTo>
                        <a:pt x="0" y="33"/>
                        <a:pt x="0" y="33"/>
                        <a:pt x="0" y="33"/>
                      </a:cubicBezTo>
                      <a:cubicBezTo>
                        <a:pt x="0" y="40"/>
                        <a:pt x="4" y="46"/>
                        <a:pt x="14" y="52"/>
                      </a:cubicBezTo>
                      <a:cubicBezTo>
                        <a:pt x="131" y="119"/>
                        <a:pt x="131" y="119"/>
                        <a:pt x="131" y="119"/>
                      </a:cubicBezTo>
                      <a:cubicBezTo>
                        <a:pt x="149" y="130"/>
                        <a:pt x="178" y="130"/>
                        <a:pt x="196" y="119"/>
                      </a:cubicBezTo>
                      <a:cubicBezTo>
                        <a:pt x="312" y="52"/>
                        <a:pt x="312" y="52"/>
                        <a:pt x="312" y="52"/>
                      </a:cubicBezTo>
                      <a:cubicBezTo>
                        <a:pt x="321" y="46"/>
                        <a:pt x="325" y="40"/>
                        <a:pt x="325" y="33"/>
                      </a:cubicBezTo>
                      <a:cubicBezTo>
                        <a:pt x="326" y="0"/>
                        <a:pt x="326" y="0"/>
                        <a:pt x="326" y="0"/>
                      </a:cubicBezTo>
                      <a:cubicBezTo>
                        <a:pt x="326" y="7"/>
                        <a:pt x="321" y="14"/>
                        <a:pt x="312" y="19"/>
                      </a:cubicBezTo>
                      <a:close/>
                    </a:path>
                  </a:pathLst>
                </a:custGeom>
                <a:gradFill flip="none" rotWithShape="1">
                  <a:gsLst>
                    <a:gs pos="0">
                      <a:srgbClr val="B1BBFE"/>
                    </a:gs>
                    <a:gs pos="58000">
                      <a:srgbClr val="B1BBFE">
                        <a:lumMod val="94000"/>
                      </a:srgbClr>
                    </a:gs>
                    <a:gs pos="100000">
                      <a:srgbClr val="B1BBFE"/>
                    </a:gs>
                  </a:gsLst>
                  <a:lin ang="108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grpSp>
          <p:sp>
            <p:nvSpPr>
              <p:cNvPr id="147" name="梯形 146">
                <a:extLst>
                  <a:ext uri="{FF2B5EF4-FFF2-40B4-BE49-F238E27FC236}">
                    <a16:creationId xmlns:a16="http://schemas.microsoft.com/office/drawing/2014/main" id="{1F58D5FE-9B29-D31D-8DB6-11B511728A85}"/>
                  </a:ext>
                </a:extLst>
              </p:cNvPr>
              <p:cNvSpPr/>
              <p:nvPr/>
            </p:nvSpPr>
            <p:spPr>
              <a:xfrm rot="10800000">
                <a:off x="5985487" y="1179925"/>
                <a:ext cx="749489" cy="626385"/>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HarmonyOS Sans SC Medium" panose="00000600000000000000" pitchFamily="2" charset="-122"/>
                  <a:ea typeface="HarmonyOS Sans SC Medium" panose="00000600000000000000" pitchFamily="2" charset="-122"/>
                </a:endParaRPr>
              </a:p>
            </p:txBody>
          </p:sp>
          <p:sp>
            <p:nvSpPr>
              <p:cNvPr id="148" name="Freeform 8">
                <a:extLst>
                  <a:ext uri="{FF2B5EF4-FFF2-40B4-BE49-F238E27FC236}">
                    <a16:creationId xmlns:a16="http://schemas.microsoft.com/office/drawing/2014/main" id="{61FA7226-3CAD-AAB5-E829-BE9040D1D3D9}"/>
                  </a:ext>
                </a:extLst>
              </p:cNvPr>
              <p:cNvSpPr>
                <a:spLocks/>
              </p:cNvSpPr>
              <p:nvPr/>
            </p:nvSpPr>
            <p:spPr bwMode="auto">
              <a:xfrm>
                <a:off x="6080949" y="1646686"/>
                <a:ext cx="558388" cy="324612"/>
              </a:xfrm>
              <a:custGeom>
                <a:avLst/>
                <a:gdLst>
                  <a:gd name="T0" fmla="*/ 316 w 334"/>
                  <a:gd name="T1" fmla="*/ 78 h 194"/>
                  <a:gd name="T2" fmla="*/ 316 w 334"/>
                  <a:gd name="T3" fmla="*/ 116 h 194"/>
                  <a:gd name="T4" fmla="*/ 200 w 334"/>
                  <a:gd name="T5" fmla="*/ 184 h 194"/>
                  <a:gd name="T6" fmla="*/ 135 w 334"/>
                  <a:gd name="T7" fmla="*/ 184 h 194"/>
                  <a:gd name="T8" fmla="*/ 18 w 334"/>
                  <a:gd name="T9" fmla="*/ 116 h 194"/>
                  <a:gd name="T10" fmla="*/ 17 w 334"/>
                  <a:gd name="T11" fmla="*/ 78 h 194"/>
                  <a:gd name="T12" fmla="*/ 134 w 334"/>
                  <a:gd name="T13" fmla="*/ 11 h 194"/>
                  <a:gd name="T14" fmla="*/ 199 w 334"/>
                  <a:gd name="T15" fmla="*/ 11 h 194"/>
                  <a:gd name="T16" fmla="*/ 316 w 334"/>
                  <a:gd name="T17" fmla="*/ 7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194">
                    <a:moveTo>
                      <a:pt x="316" y="78"/>
                    </a:moveTo>
                    <a:cubicBezTo>
                      <a:pt x="334" y="89"/>
                      <a:pt x="334" y="106"/>
                      <a:pt x="316" y="116"/>
                    </a:cubicBezTo>
                    <a:cubicBezTo>
                      <a:pt x="200" y="184"/>
                      <a:pt x="200" y="184"/>
                      <a:pt x="200" y="184"/>
                    </a:cubicBezTo>
                    <a:cubicBezTo>
                      <a:pt x="182" y="194"/>
                      <a:pt x="153" y="194"/>
                      <a:pt x="135" y="184"/>
                    </a:cubicBezTo>
                    <a:cubicBezTo>
                      <a:pt x="18" y="116"/>
                      <a:pt x="18" y="116"/>
                      <a:pt x="18" y="116"/>
                    </a:cubicBezTo>
                    <a:cubicBezTo>
                      <a:pt x="0" y="106"/>
                      <a:pt x="0" y="89"/>
                      <a:pt x="17" y="78"/>
                    </a:cubicBezTo>
                    <a:cubicBezTo>
                      <a:pt x="134" y="11"/>
                      <a:pt x="134" y="11"/>
                      <a:pt x="134" y="11"/>
                    </a:cubicBezTo>
                    <a:cubicBezTo>
                      <a:pt x="152" y="0"/>
                      <a:pt x="181" y="0"/>
                      <a:pt x="199" y="11"/>
                    </a:cubicBezTo>
                    <a:lnTo>
                      <a:pt x="316" y="78"/>
                    </a:lnTo>
                    <a:close/>
                  </a:path>
                </a:pathLst>
              </a:custGeom>
              <a:gradFill>
                <a:gsLst>
                  <a:gs pos="0">
                    <a:srgbClr val="E7EBFF"/>
                  </a:gs>
                  <a:gs pos="100000">
                    <a:srgbClr val="B1BBFE"/>
                  </a:gs>
                </a:gsLst>
                <a:lin ang="5400000" scaled="1"/>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143" name="组合 142">
              <a:extLst>
                <a:ext uri="{FF2B5EF4-FFF2-40B4-BE49-F238E27FC236}">
                  <a16:creationId xmlns:a16="http://schemas.microsoft.com/office/drawing/2014/main" id="{783BCAFA-7EE0-00A2-02D8-0C5F72BA8C7B}"/>
                </a:ext>
              </a:extLst>
            </p:cNvPr>
            <p:cNvGrpSpPr/>
            <p:nvPr/>
          </p:nvGrpSpPr>
          <p:grpSpPr>
            <a:xfrm>
              <a:off x="8067707" y="1110273"/>
              <a:ext cx="314812" cy="426359"/>
              <a:chOff x="5015665" y="3704732"/>
              <a:chExt cx="2016126" cy="2730500"/>
            </a:xfrm>
          </p:grpSpPr>
          <p:sp>
            <p:nvSpPr>
              <p:cNvPr id="144" name="Freeform 35">
                <a:extLst>
                  <a:ext uri="{FF2B5EF4-FFF2-40B4-BE49-F238E27FC236}">
                    <a16:creationId xmlns:a16="http://schemas.microsoft.com/office/drawing/2014/main" id="{8B33B23E-7EC6-758A-EA2A-23448CDD8519}"/>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sp>
            <p:nvSpPr>
              <p:cNvPr id="145" name="Freeform 36">
                <a:extLst>
                  <a:ext uri="{FF2B5EF4-FFF2-40B4-BE49-F238E27FC236}">
                    <a16:creationId xmlns:a16="http://schemas.microsoft.com/office/drawing/2014/main" id="{6A1CEDB8-0549-6801-F8DF-B867FA084049}"/>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grpSp>
      </p:grpSp>
      <p:cxnSp>
        <p:nvCxnSpPr>
          <p:cNvPr id="152" name="直接连接符 151">
            <a:extLst>
              <a:ext uri="{FF2B5EF4-FFF2-40B4-BE49-F238E27FC236}">
                <a16:creationId xmlns:a16="http://schemas.microsoft.com/office/drawing/2014/main" id="{244843EA-7E97-5A2B-5889-6C3D0CDA9070}"/>
              </a:ext>
            </a:extLst>
          </p:cNvPr>
          <p:cNvCxnSpPr>
            <a:cxnSpLocks/>
          </p:cNvCxnSpPr>
          <p:nvPr/>
        </p:nvCxnSpPr>
        <p:spPr>
          <a:xfrm>
            <a:off x="7315353" y="1371509"/>
            <a:ext cx="0" cy="599813"/>
          </a:xfrm>
          <a:prstGeom prst="line">
            <a:avLst/>
          </a:prstGeom>
          <a:ln w="25400" cap="rnd">
            <a:gradFill flip="none" rotWithShape="1">
              <a:gsLst>
                <a:gs pos="0">
                  <a:schemeClr val="accent1">
                    <a:lumMod val="5000"/>
                    <a:lumOff val="95000"/>
                    <a:alpha val="0"/>
                  </a:schemeClr>
                </a:gs>
                <a:gs pos="85000">
                  <a:srgbClr val="02F276"/>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154" name="直接连接符 153">
            <a:extLst>
              <a:ext uri="{FF2B5EF4-FFF2-40B4-BE49-F238E27FC236}">
                <a16:creationId xmlns:a16="http://schemas.microsoft.com/office/drawing/2014/main" id="{238F48E1-7B34-4820-DAF8-43C454E3E5EE}"/>
              </a:ext>
            </a:extLst>
          </p:cNvPr>
          <p:cNvCxnSpPr>
            <a:cxnSpLocks/>
          </p:cNvCxnSpPr>
          <p:nvPr/>
        </p:nvCxnSpPr>
        <p:spPr>
          <a:xfrm>
            <a:off x="8910473" y="2352765"/>
            <a:ext cx="0" cy="599813"/>
          </a:xfrm>
          <a:prstGeom prst="line">
            <a:avLst/>
          </a:prstGeom>
          <a:ln w="25400" cap="rnd">
            <a:gradFill flip="none" rotWithShape="1">
              <a:gsLst>
                <a:gs pos="0">
                  <a:schemeClr val="accent1">
                    <a:lumMod val="5000"/>
                    <a:lumOff val="95000"/>
                    <a:alpha val="0"/>
                  </a:schemeClr>
                </a:gs>
                <a:gs pos="85000">
                  <a:srgbClr val="02F276"/>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155" name="直接连接符 154">
            <a:extLst>
              <a:ext uri="{FF2B5EF4-FFF2-40B4-BE49-F238E27FC236}">
                <a16:creationId xmlns:a16="http://schemas.microsoft.com/office/drawing/2014/main" id="{7D0F360C-E949-B1D4-42C7-6EDED19B9501}"/>
              </a:ext>
            </a:extLst>
          </p:cNvPr>
          <p:cNvCxnSpPr>
            <a:cxnSpLocks/>
          </p:cNvCxnSpPr>
          <p:nvPr/>
        </p:nvCxnSpPr>
        <p:spPr>
          <a:xfrm>
            <a:off x="4059655" y="1094008"/>
            <a:ext cx="0" cy="877314"/>
          </a:xfrm>
          <a:prstGeom prst="line">
            <a:avLst/>
          </a:prstGeom>
          <a:ln w="63500" cap="rnd">
            <a:gradFill flip="none" rotWithShape="1">
              <a:gsLst>
                <a:gs pos="0">
                  <a:schemeClr val="accent1">
                    <a:lumMod val="5000"/>
                    <a:lumOff val="95000"/>
                    <a:alpha val="0"/>
                  </a:schemeClr>
                </a:gs>
                <a:gs pos="85000">
                  <a:srgbClr val="02F276"/>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157" name="直接连接符 156">
            <a:extLst>
              <a:ext uri="{FF2B5EF4-FFF2-40B4-BE49-F238E27FC236}">
                <a16:creationId xmlns:a16="http://schemas.microsoft.com/office/drawing/2014/main" id="{7BBFD43C-E635-7724-D772-DE0209E3DE58}"/>
              </a:ext>
            </a:extLst>
          </p:cNvPr>
          <p:cNvCxnSpPr>
            <a:cxnSpLocks/>
          </p:cNvCxnSpPr>
          <p:nvPr/>
        </p:nvCxnSpPr>
        <p:spPr>
          <a:xfrm>
            <a:off x="3789833" y="2981869"/>
            <a:ext cx="0" cy="599813"/>
          </a:xfrm>
          <a:prstGeom prst="line">
            <a:avLst/>
          </a:prstGeom>
          <a:ln w="25400" cap="rnd">
            <a:gradFill flip="none" rotWithShape="1">
              <a:gsLst>
                <a:gs pos="0">
                  <a:schemeClr val="accent1">
                    <a:lumMod val="5000"/>
                    <a:lumOff val="95000"/>
                    <a:alpha val="0"/>
                  </a:schemeClr>
                </a:gs>
                <a:gs pos="85000">
                  <a:srgbClr val="02F276"/>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159" name="文本框 158">
            <a:extLst>
              <a:ext uri="{FF2B5EF4-FFF2-40B4-BE49-F238E27FC236}">
                <a16:creationId xmlns:a16="http://schemas.microsoft.com/office/drawing/2014/main" id="{527248B0-CA91-EA2D-4C36-169A63F51EF8}"/>
              </a:ext>
            </a:extLst>
          </p:cNvPr>
          <p:cNvSpPr txBox="1"/>
          <p:nvPr/>
        </p:nvSpPr>
        <p:spPr>
          <a:xfrm>
            <a:off x="9435278" y="3865184"/>
            <a:ext cx="748923" cy="261610"/>
          </a:xfrm>
          <a:prstGeom prst="rect">
            <a:avLst/>
          </a:prstGeom>
          <a:noFill/>
          <a:scene3d>
            <a:camera prst="isometricLeftDown"/>
            <a:lightRig rig="threePt" dir="t"/>
          </a:scene3d>
        </p:spPr>
        <p:txBody>
          <a:bodyPr wrap="none" rtlCol="0">
            <a:spAutoFit/>
          </a:bodyPr>
          <a:lstStyle/>
          <a:p>
            <a:r>
              <a:rPr lang="zh-CN" altLang="en-US" sz="1100" dirty="0">
                <a:solidFill>
                  <a:srgbClr val="3749CC"/>
                </a:solidFill>
                <a:latin typeface="HarmonyOS Sans SC Medium" panose="00000600000000000000" pitchFamily="2" charset="-122"/>
                <a:ea typeface="HarmonyOS Sans SC Medium" panose="00000600000000000000" pitchFamily="2" charset="-122"/>
              </a:rPr>
              <a:t>品牌营销</a:t>
            </a:r>
          </a:p>
        </p:txBody>
      </p:sp>
      <p:sp>
        <p:nvSpPr>
          <p:cNvPr id="160" name="文本框 159">
            <a:extLst>
              <a:ext uri="{FF2B5EF4-FFF2-40B4-BE49-F238E27FC236}">
                <a16:creationId xmlns:a16="http://schemas.microsoft.com/office/drawing/2014/main" id="{A0B14CC6-FC82-7958-20C6-A6429C336CDD}"/>
              </a:ext>
            </a:extLst>
          </p:cNvPr>
          <p:cNvSpPr txBox="1"/>
          <p:nvPr/>
        </p:nvSpPr>
        <p:spPr>
          <a:xfrm>
            <a:off x="7516375" y="5022921"/>
            <a:ext cx="748923" cy="261610"/>
          </a:xfrm>
          <a:prstGeom prst="rect">
            <a:avLst/>
          </a:prstGeom>
          <a:noFill/>
          <a:scene3d>
            <a:camera prst="isometricLeftDown"/>
            <a:lightRig rig="threePt" dir="t"/>
          </a:scene3d>
        </p:spPr>
        <p:txBody>
          <a:bodyPr wrap="none" rtlCol="0">
            <a:spAutoFit/>
          </a:bodyPr>
          <a:lstStyle/>
          <a:p>
            <a:r>
              <a:rPr lang="zh-CN" altLang="en-US" sz="1100" dirty="0">
                <a:solidFill>
                  <a:srgbClr val="3749CC"/>
                </a:solidFill>
                <a:latin typeface="HarmonyOS Sans SC Medium" panose="00000600000000000000" pitchFamily="2" charset="-122"/>
                <a:ea typeface="HarmonyOS Sans SC Medium" panose="00000600000000000000" pitchFamily="2" charset="-122"/>
              </a:rPr>
              <a:t>品牌营销</a:t>
            </a:r>
          </a:p>
        </p:txBody>
      </p:sp>
      <p:sp>
        <p:nvSpPr>
          <p:cNvPr id="161" name="文本框 160">
            <a:extLst>
              <a:ext uri="{FF2B5EF4-FFF2-40B4-BE49-F238E27FC236}">
                <a16:creationId xmlns:a16="http://schemas.microsoft.com/office/drawing/2014/main" id="{4E0FBDD7-1FC2-5892-9C02-5A1102299F3B}"/>
              </a:ext>
            </a:extLst>
          </p:cNvPr>
          <p:cNvSpPr txBox="1"/>
          <p:nvPr/>
        </p:nvSpPr>
        <p:spPr>
          <a:xfrm>
            <a:off x="5358767" y="6098115"/>
            <a:ext cx="748923" cy="261610"/>
          </a:xfrm>
          <a:prstGeom prst="rect">
            <a:avLst/>
          </a:prstGeom>
          <a:noFill/>
          <a:scene3d>
            <a:camera prst="isometricLeftDown"/>
            <a:lightRig rig="threePt" dir="t"/>
          </a:scene3d>
        </p:spPr>
        <p:txBody>
          <a:bodyPr wrap="none" rtlCol="0">
            <a:spAutoFit/>
          </a:bodyPr>
          <a:lstStyle/>
          <a:p>
            <a:r>
              <a:rPr lang="zh-CN" altLang="en-US" sz="1100" dirty="0">
                <a:solidFill>
                  <a:srgbClr val="3749CC"/>
                </a:solidFill>
                <a:latin typeface="HarmonyOS Sans SC Medium" panose="00000600000000000000" pitchFamily="2" charset="-122"/>
                <a:ea typeface="HarmonyOS Sans SC Medium" panose="00000600000000000000" pitchFamily="2" charset="-122"/>
              </a:rPr>
              <a:t>品牌营销</a:t>
            </a:r>
          </a:p>
        </p:txBody>
      </p:sp>
      <p:sp>
        <p:nvSpPr>
          <p:cNvPr id="162" name="文本框 161">
            <a:extLst>
              <a:ext uri="{FF2B5EF4-FFF2-40B4-BE49-F238E27FC236}">
                <a16:creationId xmlns:a16="http://schemas.microsoft.com/office/drawing/2014/main" id="{10011209-135A-C365-5DBC-2EC1A6FB7B7C}"/>
              </a:ext>
            </a:extLst>
          </p:cNvPr>
          <p:cNvSpPr txBox="1"/>
          <p:nvPr/>
        </p:nvSpPr>
        <p:spPr>
          <a:xfrm>
            <a:off x="3102470" y="4932896"/>
            <a:ext cx="748923" cy="261610"/>
          </a:xfrm>
          <a:prstGeom prst="rect">
            <a:avLst/>
          </a:prstGeom>
          <a:noFill/>
          <a:scene3d>
            <a:camera prst="isometricLeftDown"/>
            <a:lightRig rig="threePt" dir="t"/>
          </a:scene3d>
        </p:spPr>
        <p:txBody>
          <a:bodyPr wrap="none" rtlCol="0">
            <a:spAutoFit/>
          </a:bodyPr>
          <a:lstStyle/>
          <a:p>
            <a:r>
              <a:rPr lang="zh-CN" altLang="en-US" sz="1100" dirty="0">
                <a:solidFill>
                  <a:srgbClr val="3749CC"/>
                </a:solidFill>
                <a:latin typeface="HarmonyOS Sans SC Medium" panose="00000600000000000000" pitchFamily="2" charset="-122"/>
                <a:ea typeface="HarmonyOS Sans SC Medium" panose="00000600000000000000" pitchFamily="2" charset="-122"/>
              </a:rPr>
              <a:t>品牌营销</a:t>
            </a:r>
          </a:p>
        </p:txBody>
      </p:sp>
      <p:sp>
        <p:nvSpPr>
          <p:cNvPr id="163" name="文本框 162">
            <a:extLst>
              <a:ext uri="{FF2B5EF4-FFF2-40B4-BE49-F238E27FC236}">
                <a16:creationId xmlns:a16="http://schemas.microsoft.com/office/drawing/2014/main" id="{D018BE7A-4EB4-1606-125C-1E3BF3A717E7}"/>
              </a:ext>
            </a:extLst>
          </p:cNvPr>
          <p:cNvSpPr txBox="1"/>
          <p:nvPr/>
        </p:nvSpPr>
        <p:spPr>
          <a:xfrm>
            <a:off x="1304938" y="3833723"/>
            <a:ext cx="748923" cy="261610"/>
          </a:xfrm>
          <a:prstGeom prst="rect">
            <a:avLst/>
          </a:prstGeom>
          <a:noFill/>
          <a:scene3d>
            <a:camera prst="isometricLeftDown"/>
            <a:lightRig rig="threePt" dir="t"/>
          </a:scene3d>
        </p:spPr>
        <p:txBody>
          <a:bodyPr wrap="none" rtlCol="0">
            <a:spAutoFit/>
          </a:bodyPr>
          <a:lstStyle/>
          <a:p>
            <a:r>
              <a:rPr lang="zh-CN" altLang="en-US" sz="1100" dirty="0">
                <a:solidFill>
                  <a:srgbClr val="3749CC"/>
                </a:solidFill>
                <a:latin typeface="HarmonyOS Sans SC Medium" panose="00000600000000000000" pitchFamily="2" charset="-122"/>
                <a:ea typeface="HarmonyOS Sans SC Medium" panose="00000600000000000000" pitchFamily="2" charset="-122"/>
              </a:rPr>
              <a:t>品牌营销</a:t>
            </a:r>
          </a:p>
        </p:txBody>
      </p:sp>
      <p:sp>
        <p:nvSpPr>
          <p:cNvPr id="165" name="图形 383"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7FBC3451-505D-B7AC-7BCC-288A4F1230BE}"/>
              </a:ext>
            </a:extLst>
          </p:cNvPr>
          <p:cNvSpPr/>
          <p:nvPr/>
        </p:nvSpPr>
        <p:spPr>
          <a:xfrm>
            <a:off x="3727005" y="4282402"/>
            <a:ext cx="247052" cy="274503"/>
          </a:xfrm>
          <a:custGeom>
            <a:avLst/>
            <a:gdLst>
              <a:gd name="connsiteX0" fmla="*/ 85725 w 171450"/>
              <a:gd name="connsiteY0" fmla="*/ 0 h 190500"/>
              <a:gd name="connsiteX1" fmla="*/ 0 w 171450"/>
              <a:gd name="connsiteY1" fmla="*/ 85725 h 190500"/>
              <a:gd name="connsiteX2" fmla="*/ 63722 w 171450"/>
              <a:gd name="connsiteY2" fmla="*/ 168497 h 190500"/>
              <a:gd name="connsiteX3" fmla="*/ 85725 w 171450"/>
              <a:gd name="connsiteY3" fmla="*/ 190500 h 190500"/>
              <a:gd name="connsiteX4" fmla="*/ 107728 w 171450"/>
              <a:gd name="connsiteY4" fmla="*/ 168497 h 190500"/>
              <a:gd name="connsiteX5" fmla="*/ 171450 w 171450"/>
              <a:gd name="connsiteY5" fmla="*/ 85725 h 190500"/>
              <a:gd name="connsiteX6" fmla="*/ 85725 w 171450"/>
              <a:gd name="connsiteY6" fmla="*/ 0 h 190500"/>
              <a:gd name="connsiteX7" fmla="*/ 85725 w 171450"/>
              <a:gd name="connsiteY7" fmla="*/ 19050 h 190500"/>
              <a:gd name="connsiteX8" fmla="*/ 114300 w 171450"/>
              <a:gd name="connsiteY8" fmla="*/ 47625 h 190500"/>
              <a:gd name="connsiteX9" fmla="*/ 85725 w 171450"/>
              <a:gd name="connsiteY9" fmla="*/ 76200 h 190500"/>
              <a:gd name="connsiteX10" fmla="*/ 57150 w 171450"/>
              <a:gd name="connsiteY10" fmla="*/ 47625 h 190500"/>
              <a:gd name="connsiteX11" fmla="*/ 85725 w 171450"/>
              <a:gd name="connsiteY11" fmla="*/ 19050 h 190500"/>
              <a:gd name="connsiteX12" fmla="*/ 85725 w 171450"/>
              <a:gd name="connsiteY12" fmla="*/ 155258 h 190500"/>
              <a:gd name="connsiteX13" fmla="*/ 28575 w 171450"/>
              <a:gd name="connsiteY13" fmla="*/ 124587 h 190500"/>
              <a:gd name="connsiteX14" fmla="*/ 85725 w 171450"/>
              <a:gd name="connsiteY14" fmla="*/ 95250 h 190500"/>
              <a:gd name="connsiteX15" fmla="*/ 142875 w 171450"/>
              <a:gd name="connsiteY15" fmla="*/ 124587 h 190500"/>
              <a:gd name="connsiteX16" fmla="*/ 85725 w 171450"/>
              <a:gd name="connsiteY16" fmla="*/ 155258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90500">
                <a:moveTo>
                  <a:pt x="85725" y="0"/>
                </a:moveTo>
                <a:cubicBezTo>
                  <a:pt x="38386" y="0"/>
                  <a:pt x="0" y="38386"/>
                  <a:pt x="0" y="85725"/>
                </a:cubicBezTo>
                <a:cubicBezTo>
                  <a:pt x="0" y="125444"/>
                  <a:pt x="27051" y="158782"/>
                  <a:pt x="63722" y="168497"/>
                </a:cubicBezTo>
                <a:lnTo>
                  <a:pt x="85725" y="190500"/>
                </a:lnTo>
                <a:lnTo>
                  <a:pt x="107728" y="168497"/>
                </a:lnTo>
                <a:cubicBezTo>
                  <a:pt x="144399" y="158782"/>
                  <a:pt x="171450" y="125444"/>
                  <a:pt x="171450" y="85725"/>
                </a:cubicBezTo>
                <a:cubicBezTo>
                  <a:pt x="171450" y="38386"/>
                  <a:pt x="133064" y="0"/>
                  <a:pt x="85725" y="0"/>
                </a:cubicBezTo>
                <a:close/>
                <a:moveTo>
                  <a:pt x="85725" y="19050"/>
                </a:moveTo>
                <a:cubicBezTo>
                  <a:pt x="101537" y="19050"/>
                  <a:pt x="114300" y="31814"/>
                  <a:pt x="114300" y="47625"/>
                </a:cubicBezTo>
                <a:cubicBezTo>
                  <a:pt x="114300" y="63437"/>
                  <a:pt x="101537" y="76200"/>
                  <a:pt x="85725" y="76200"/>
                </a:cubicBezTo>
                <a:cubicBezTo>
                  <a:pt x="69914" y="76200"/>
                  <a:pt x="57150" y="63437"/>
                  <a:pt x="57150" y="47625"/>
                </a:cubicBezTo>
                <a:cubicBezTo>
                  <a:pt x="57150" y="31814"/>
                  <a:pt x="69914" y="19050"/>
                  <a:pt x="85725" y="19050"/>
                </a:cubicBezTo>
                <a:close/>
                <a:moveTo>
                  <a:pt x="85725" y="155258"/>
                </a:moveTo>
                <a:cubicBezTo>
                  <a:pt x="61913" y="155258"/>
                  <a:pt x="40862" y="143066"/>
                  <a:pt x="28575" y="124587"/>
                </a:cubicBezTo>
                <a:cubicBezTo>
                  <a:pt x="28861" y="105632"/>
                  <a:pt x="66675" y="95250"/>
                  <a:pt x="85725" y="95250"/>
                </a:cubicBezTo>
                <a:cubicBezTo>
                  <a:pt x="104680" y="95250"/>
                  <a:pt x="142589" y="105632"/>
                  <a:pt x="142875" y="124587"/>
                </a:cubicBezTo>
                <a:cubicBezTo>
                  <a:pt x="130588" y="143066"/>
                  <a:pt x="109538" y="155258"/>
                  <a:pt x="85725" y="155258"/>
                </a:cubicBezTo>
                <a:close/>
              </a:path>
            </a:pathLst>
          </a:custGeom>
          <a:solidFill>
            <a:srgbClr val="02F276"/>
          </a:solidFill>
          <a:ln w="9525" cap="flat">
            <a:noFill/>
            <a:prstDash val="solid"/>
            <a:miter/>
          </a:ln>
          <a:scene3d>
            <a:camera prst="isometricLeftDown"/>
            <a:lightRig rig="threePt" dir="t"/>
          </a:scene3d>
        </p:spPr>
        <p:txBody>
          <a:bodyPr rtlCol="0" anchor="ctr"/>
          <a:lstStyle/>
          <a:p>
            <a:endParaRPr lang="zh-CN" altLang="en-US"/>
          </a:p>
        </p:txBody>
      </p:sp>
      <p:sp>
        <p:nvSpPr>
          <p:cNvPr id="166" name="图形 428"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5C523D06-7E80-795F-7155-F21DE1E395B9}"/>
              </a:ext>
            </a:extLst>
          </p:cNvPr>
          <p:cNvSpPr/>
          <p:nvPr/>
        </p:nvSpPr>
        <p:spPr>
          <a:xfrm>
            <a:off x="5960658" y="5444018"/>
            <a:ext cx="247052" cy="247052"/>
          </a:xfrm>
          <a:custGeom>
            <a:avLst/>
            <a:gdLst>
              <a:gd name="connsiteX0" fmla="*/ 166688 w 171450"/>
              <a:gd name="connsiteY0" fmla="*/ 0 h 171450"/>
              <a:gd name="connsiteX1" fmla="*/ 165164 w 171450"/>
              <a:gd name="connsiteY1" fmla="*/ 286 h 171450"/>
              <a:gd name="connsiteX2" fmla="*/ 114300 w 171450"/>
              <a:gd name="connsiteY2" fmla="*/ 20003 h 171450"/>
              <a:gd name="connsiteX3" fmla="*/ 57150 w 171450"/>
              <a:gd name="connsiteY3" fmla="*/ 0 h 171450"/>
              <a:gd name="connsiteX4" fmla="*/ 3429 w 171450"/>
              <a:gd name="connsiteY4" fmla="*/ 18098 h 171450"/>
              <a:gd name="connsiteX5" fmla="*/ 0 w 171450"/>
              <a:gd name="connsiteY5" fmla="*/ 22670 h 171450"/>
              <a:gd name="connsiteX6" fmla="*/ 0 w 171450"/>
              <a:gd name="connsiteY6" fmla="*/ 166688 h 171450"/>
              <a:gd name="connsiteX7" fmla="*/ 4763 w 171450"/>
              <a:gd name="connsiteY7" fmla="*/ 171450 h 171450"/>
              <a:gd name="connsiteX8" fmla="*/ 6287 w 171450"/>
              <a:gd name="connsiteY8" fmla="*/ 171164 h 171450"/>
              <a:gd name="connsiteX9" fmla="*/ 57150 w 171450"/>
              <a:gd name="connsiteY9" fmla="*/ 151448 h 171450"/>
              <a:gd name="connsiteX10" fmla="*/ 114300 w 171450"/>
              <a:gd name="connsiteY10" fmla="*/ 171450 h 171450"/>
              <a:gd name="connsiteX11" fmla="*/ 168021 w 171450"/>
              <a:gd name="connsiteY11" fmla="*/ 153353 h 171450"/>
              <a:gd name="connsiteX12" fmla="*/ 171450 w 171450"/>
              <a:gd name="connsiteY12" fmla="*/ 148781 h 171450"/>
              <a:gd name="connsiteX13" fmla="*/ 171450 w 171450"/>
              <a:gd name="connsiteY13" fmla="*/ 4763 h 171450"/>
              <a:gd name="connsiteX14" fmla="*/ 166688 w 171450"/>
              <a:gd name="connsiteY14" fmla="*/ 0 h 171450"/>
              <a:gd name="connsiteX15" fmla="*/ 114300 w 171450"/>
              <a:gd name="connsiteY15" fmla="*/ 152400 h 171450"/>
              <a:gd name="connsiteX16" fmla="*/ 57150 w 171450"/>
              <a:gd name="connsiteY16" fmla="*/ 132302 h 171450"/>
              <a:gd name="connsiteX17" fmla="*/ 57150 w 171450"/>
              <a:gd name="connsiteY17" fmla="*/ 19050 h 171450"/>
              <a:gd name="connsiteX18" fmla="*/ 114300 w 171450"/>
              <a:gd name="connsiteY18" fmla="*/ 39148 h 171450"/>
              <a:gd name="connsiteX19" fmla="*/ 114300 w 171450"/>
              <a:gd name="connsiteY19" fmla="*/ 1524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1450" h="171450">
                <a:moveTo>
                  <a:pt x="166688" y="0"/>
                </a:moveTo>
                <a:lnTo>
                  <a:pt x="165164" y="286"/>
                </a:lnTo>
                <a:lnTo>
                  <a:pt x="114300" y="20003"/>
                </a:lnTo>
                <a:lnTo>
                  <a:pt x="57150" y="0"/>
                </a:lnTo>
                <a:lnTo>
                  <a:pt x="3429" y="18098"/>
                </a:lnTo>
                <a:cubicBezTo>
                  <a:pt x="1429" y="18764"/>
                  <a:pt x="0" y="20479"/>
                  <a:pt x="0" y="22670"/>
                </a:cubicBezTo>
                <a:lnTo>
                  <a:pt x="0" y="166688"/>
                </a:lnTo>
                <a:cubicBezTo>
                  <a:pt x="0" y="169355"/>
                  <a:pt x="2096" y="171450"/>
                  <a:pt x="4763" y="171450"/>
                </a:cubicBezTo>
                <a:lnTo>
                  <a:pt x="6287" y="171164"/>
                </a:lnTo>
                <a:lnTo>
                  <a:pt x="57150" y="151448"/>
                </a:lnTo>
                <a:lnTo>
                  <a:pt x="114300" y="171450"/>
                </a:lnTo>
                <a:lnTo>
                  <a:pt x="168021" y="153353"/>
                </a:lnTo>
                <a:cubicBezTo>
                  <a:pt x="170021" y="152686"/>
                  <a:pt x="171450" y="150971"/>
                  <a:pt x="171450" y="148781"/>
                </a:cubicBezTo>
                <a:lnTo>
                  <a:pt x="171450" y="4763"/>
                </a:lnTo>
                <a:cubicBezTo>
                  <a:pt x="171450" y="2096"/>
                  <a:pt x="169355" y="0"/>
                  <a:pt x="166688" y="0"/>
                </a:cubicBezTo>
                <a:close/>
                <a:moveTo>
                  <a:pt x="114300" y="152400"/>
                </a:moveTo>
                <a:lnTo>
                  <a:pt x="57150" y="132302"/>
                </a:lnTo>
                <a:lnTo>
                  <a:pt x="57150" y="19050"/>
                </a:lnTo>
                <a:lnTo>
                  <a:pt x="114300" y="39148"/>
                </a:lnTo>
                <a:lnTo>
                  <a:pt x="114300" y="152400"/>
                </a:lnTo>
                <a:close/>
              </a:path>
            </a:pathLst>
          </a:custGeom>
          <a:solidFill>
            <a:srgbClr val="02F276"/>
          </a:solidFill>
          <a:ln w="9525" cap="flat">
            <a:noFill/>
            <a:prstDash val="solid"/>
            <a:miter/>
          </a:ln>
          <a:scene3d>
            <a:camera prst="isometricLeftDown"/>
            <a:lightRig rig="threePt" dir="t"/>
          </a:scene3d>
        </p:spPr>
        <p:txBody>
          <a:bodyPr rtlCol="0" anchor="ctr"/>
          <a:lstStyle/>
          <a:p>
            <a:endParaRPr lang="zh-CN" altLang="en-US"/>
          </a:p>
        </p:txBody>
      </p:sp>
      <p:sp>
        <p:nvSpPr>
          <p:cNvPr id="167" name="图形 474"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81F9111F-3B9E-7AB2-730E-4F867E922279}"/>
              </a:ext>
            </a:extLst>
          </p:cNvPr>
          <p:cNvSpPr/>
          <p:nvPr/>
        </p:nvSpPr>
        <p:spPr>
          <a:xfrm>
            <a:off x="1952785" y="3209528"/>
            <a:ext cx="260778" cy="274503"/>
          </a:xfrm>
          <a:custGeom>
            <a:avLst/>
            <a:gdLst>
              <a:gd name="connsiteX0" fmla="*/ 180975 w 180975"/>
              <a:gd name="connsiteY0" fmla="*/ 133350 h 190500"/>
              <a:gd name="connsiteX1" fmla="*/ 180975 w 180975"/>
              <a:gd name="connsiteY1" fmla="*/ 114300 h 190500"/>
              <a:gd name="connsiteX2" fmla="*/ 104775 w 180975"/>
              <a:gd name="connsiteY2" fmla="*/ 66675 h 190500"/>
              <a:gd name="connsiteX3" fmla="*/ 104775 w 180975"/>
              <a:gd name="connsiteY3" fmla="*/ 14288 h 190500"/>
              <a:gd name="connsiteX4" fmla="*/ 90488 w 180975"/>
              <a:gd name="connsiteY4" fmla="*/ 0 h 190500"/>
              <a:gd name="connsiteX5" fmla="*/ 76200 w 180975"/>
              <a:gd name="connsiteY5" fmla="*/ 14288 h 190500"/>
              <a:gd name="connsiteX6" fmla="*/ 76200 w 180975"/>
              <a:gd name="connsiteY6" fmla="*/ 66675 h 190500"/>
              <a:gd name="connsiteX7" fmla="*/ 0 w 180975"/>
              <a:gd name="connsiteY7" fmla="*/ 114300 h 190500"/>
              <a:gd name="connsiteX8" fmla="*/ 0 w 180975"/>
              <a:gd name="connsiteY8" fmla="*/ 133350 h 190500"/>
              <a:gd name="connsiteX9" fmla="*/ 76200 w 180975"/>
              <a:gd name="connsiteY9" fmla="*/ 109538 h 190500"/>
              <a:gd name="connsiteX10" fmla="*/ 76200 w 180975"/>
              <a:gd name="connsiteY10" fmla="*/ 161925 h 190500"/>
              <a:gd name="connsiteX11" fmla="*/ 57150 w 180975"/>
              <a:gd name="connsiteY11" fmla="*/ 176213 h 190500"/>
              <a:gd name="connsiteX12" fmla="*/ 57150 w 180975"/>
              <a:gd name="connsiteY12" fmla="*/ 190500 h 190500"/>
              <a:gd name="connsiteX13" fmla="*/ 90488 w 180975"/>
              <a:gd name="connsiteY13" fmla="*/ 180975 h 190500"/>
              <a:gd name="connsiteX14" fmla="*/ 123825 w 180975"/>
              <a:gd name="connsiteY14" fmla="*/ 190500 h 190500"/>
              <a:gd name="connsiteX15" fmla="*/ 123825 w 180975"/>
              <a:gd name="connsiteY15" fmla="*/ 176213 h 190500"/>
              <a:gd name="connsiteX16" fmla="*/ 104775 w 180975"/>
              <a:gd name="connsiteY16" fmla="*/ 161925 h 190500"/>
              <a:gd name="connsiteX17" fmla="*/ 104775 w 180975"/>
              <a:gd name="connsiteY17" fmla="*/ 109538 h 190500"/>
              <a:gd name="connsiteX18" fmla="*/ 180975 w 180975"/>
              <a:gd name="connsiteY18" fmla="*/ 1333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0975" h="190500">
                <a:moveTo>
                  <a:pt x="180975" y="133350"/>
                </a:moveTo>
                <a:lnTo>
                  <a:pt x="180975" y="114300"/>
                </a:lnTo>
                <a:lnTo>
                  <a:pt x="104775" y="66675"/>
                </a:lnTo>
                <a:lnTo>
                  <a:pt x="104775" y="14288"/>
                </a:lnTo>
                <a:cubicBezTo>
                  <a:pt x="104775" y="6382"/>
                  <a:pt x="98393" y="0"/>
                  <a:pt x="90488" y="0"/>
                </a:cubicBezTo>
                <a:cubicBezTo>
                  <a:pt x="82582" y="0"/>
                  <a:pt x="76200" y="6382"/>
                  <a:pt x="76200" y="14288"/>
                </a:cubicBezTo>
                <a:lnTo>
                  <a:pt x="76200" y="66675"/>
                </a:lnTo>
                <a:lnTo>
                  <a:pt x="0" y="114300"/>
                </a:lnTo>
                <a:lnTo>
                  <a:pt x="0" y="133350"/>
                </a:lnTo>
                <a:lnTo>
                  <a:pt x="76200" y="109538"/>
                </a:lnTo>
                <a:lnTo>
                  <a:pt x="76200" y="161925"/>
                </a:lnTo>
                <a:lnTo>
                  <a:pt x="57150" y="176213"/>
                </a:lnTo>
                <a:lnTo>
                  <a:pt x="57150" y="190500"/>
                </a:lnTo>
                <a:lnTo>
                  <a:pt x="90488" y="180975"/>
                </a:lnTo>
                <a:lnTo>
                  <a:pt x="123825" y="190500"/>
                </a:lnTo>
                <a:lnTo>
                  <a:pt x="123825" y="176213"/>
                </a:lnTo>
                <a:lnTo>
                  <a:pt x="104775" y="161925"/>
                </a:lnTo>
                <a:lnTo>
                  <a:pt x="104775" y="109538"/>
                </a:lnTo>
                <a:lnTo>
                  <a:pt x="180975" y="133350"/>
                </a:lnTo>
                <a:close/>
              </a:path>
            </a:pathLst>
          </a:custGeom>
          <a:solidFill>
            <a:srgbClr val="02F276"/>
          </a:solidFill>
          <a:ln w="9525" cap="flat">
            <a:noFill/>
            <a:prstDash val="solid"/>
            <a:miter/>
          </a:ln>
          <a:scene3d>
            <a:camera prst="isometricLeftDown"/>
            <a:lightRig rig="threePt" dir="t"/>
          </a:scene3d>
        </p:spPr>
        <p:txBody>
          <a:bodyPr rtlCol="0" anchor="ctr"/>
          <a:lstStyle/>
          <a:p>
            <a:endParaRPr lang="zh-CN" altLang="en-US"/>
          </a:p>
        </p:txBody>
      </p:sp>
      <p:sp>
        <p:nvSpPr>
          <p:cNvPr id="168" name="图形 476"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006D197D-B972-57D7-DE50-F5D5249B0798}"/>
              </a:ext>
            </a:extLst>
          </p:cNvPr>
          <p:cNvSpPr/>
          <p:nvPr/>
        </p:nvSpPr>
        <p:spPr>
          <a:xfrm>
            <a:off x="8122236" y="4393870"/>
            <a:ext cx="274503" cy="219602"/>
          </a:xfrm>
          <a:custGeom>
            <a:avLst/>
            <a:gdLst>
              <a:gd name="connsiteX0" fmla="*/ 171450 w 190500"/>
              <a:gd name="connsiteY0" fmla="*/ 76200 h 152400"/>
              <a:gd name="connsiteX1" fmla="*/ 190500 w 190500"/>
              <a:gd name="connsiteY1" fmla="*/ 57150 h 152400"/>
              <a:gd name="connsiteX2" fmla="*/ 190500 w 190500"/>
              <a:gd name="connsiteY2" fmla="*/ 19050 h 152400"/>
              <a:gd name="connsiteX3" fmla="*/ 171450 w 190500"/>
              <a:gd name="connsiteY3" fmla="*/ 0 h 152400"/>
              <a:gd name="connsiteX4" fmla="*/ 19050 w 190500"/>
              <a:gd name="connsiteY4" fmla="*/ 0 h 152400"/>
              <a:gd name="connsiteX5" fmla="*/ 95 w 190500"/>
              <a:gd name="connsiteY5" fmla="*/ 19050 h 152400"/>
              <a:gd name="connsiteX6" fmla="*/ 95 w 190500"/>
              <a:gd name="connsiteY6" fmla="*/ 57150 h 152400"/>
              <a:gd name="connsiteX7" fmla="*/ 19050 w 190500"/>
              <a:gd name="connsiteY7" fmla="*/ 76200 h 152400"/>
              <a:gd name="connsiteX8" fmla="*/ 0 w 190500"/>
              <a:gd name="connsiteY8" fmla="*/ 95250 h 152400"/>
              <a:gd name="connsiteX9" fmla="*/ 0 w 190500"/>
              <a:gd name="connsiteY9" fmla="*/ 133350 h 152400"/>
              <a:gd name="connsiteX10" fmla="*/ 19050 w 190500"/>
              <a:gd name="connsiteY10" fmla="*/ 152400 h 152400"/>
              <a:gd name="connsiteX11" fmla="*/ 171450 w 190500"/>
              <a:gd name="connsiteY11" fmla="*/ 152400 h 152400"/>
              <a:gd name="connsiteX12" fmla="*/ 190500 w 190500"/>
              <a:gd name="connsiteY12" fmla="*/ 133350 h 152400"/>
              <a:gd name="connsiteX13" fmla="*/ 190500 w 190500"/>
              <a:gd name="connsiteY13" fmla="*/ 95250 h 152400"/>
              <a:gd name="connsiteX14" fmla="*/ 171450 w 190500"/>
              <a:gd name="connsiteY14" fmla="*/ 76200 h 152400"/>
              <a:gd name="connsiteX15" fmla="*/ 129350 w 190500"/>
              <a:gd name="connsiteY15" fmla="*/ 121920 h 152400"/>
              <a:gd name="connsiteX16" fmla="*/ 95250 w 190500"/>
              <a:gd name="connsiteY16" fmla="*/ 100013 h 152400"/>
              <a:gd name="connsiteX17" fmla="*/ 61151 w 190500"/>
              <a:gd name="connsiteY17" fmla="*/ 121920 h 152400"/>
              <a:gd name="connsiteX18" fmla="*/ 71438 w 190500"/>
              <a:gd name="connsiteY18" fmla="*/ 82677 h 152400"/>
              <a:gd name="connsiteX19" fmla="*/ 40100 w 190500"/>
              <a:gd name="connsiteY19" fmla="*/ 57055 h 152400"/>
              <a:gd name="connsiteX20" fmla="*/ 80486 w 190500"/>
              <a:gd name="connsiteY20" fmla="*/ 54673 h 152400"/>
              <a:gd name="connsiteX21" fmla="*/ 95250 w 190500"/>
              <a:gd name="connsiteY21" fmla="*/ 17145 h 152400"/>
              <a:gd name="connsiteX22" fmla="*/ 109919 w 190500"/>
              <a:gd name="connsiteY22" fmla="*/ 54769 h 152400"/>
              <a:gd name="connsiteX23" fmla="*/ 150305 w 190500"/>
              <a:gd name="connsiteY23" fmla="*/ 57150 h 152400"/>
              <a:gd name="connsiteX24" fmla="*/ 118967 w 190500"/>
              <a:gd name="connsiteY24" fmla="*/ 82772 h 152400"/>
              <a:gd name="connsiteX25" fmla="*/ 129350 w 190500"/>
              <a:gd name="connsiteY25" fmla="*/ 12192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90500" h="152400">
                <a:moveTo>
                  <a:pt x="171450" y="76200"/>
                </a:moveTo>
                <a:cubicBezTo>
                  <a:pt x="171450" y="65723"/>
                  <a:pt x="180023" y="57150"/>
                  <a:pt x="190500" y="57150"/>
                </a:cubicBezTo>
                <a:lnTo>
                  <a:pt x="190500" y="19050"/>
                </a:lnTo>
                <a:cubicBezTo>
                  <a:pt x="190500" y="8573"/>
                  <a:pt x="181928" y="0"/>
                  <a:pt x="171450" y="0"/>
                </a:cubicBezTo>
                <a:lnTo>
                  <a:pt x="19050" y="0"/>
                </a:lnTo>
                <a:cubicBezTo>
                  <a:pt x="8573" y="0"/>
                  <a:pt x="95" y="8573"/>
                  <a:pt x="95" y="19050"/>
                </a:cubicBezTo>
                <a:lnTo>
                  <a:pt x="95" y="57150"/>
                </a:lnTo>
                <a:cubicBezTo>
                  <a:pt x="10573" y="57150"/>
                  <a:pt x="19050" y="65723"/>
                  <a:pt x="19050" y="76200"/>
                </a:cubicBezTo>
                <a:cubicBezTo>
                  <a:pt x="19050" y="86678"/>
                  <a:pt x="10573" y="95250"/>
                  <a:pt x="0" y="95250"/>
                </a:cubicBezTo>
                <a:lnTo>
                  <a:pt x="0" y="133350"/>
                </a:lnTo>
                <a:cubicBezTo>
                  <a:pt x="0" y="143828"/>
                  <a:pt x="8573" y="152400"/>
                  <a:pt x="19050" y="152400"/>
                </a:cubicBezTo>
                <a:lnTo>
                  <a:pt x="171450" y="152400"/>
                </a:lnTo>
                <a:cubicBezTo>
                  <a:pt x="181928" y="152400"/>
                  <a:pt x="190500" y="143828"/>
                  <a:pt x="190500" y="133350"/>
                </a:cubicBezTo>
                <a:lnTo>
                  <a:pt x="190500" y="95250"/>
                </a:lnTo>
                <a:cubicBezTo>
                  <a:pt x="180023" y="95250"/>
                  <a:pt x="171450" y="86678"/>
                  <a:pt x="171450" y="76200"/>
                </a:cubicBezTo>
                <a:close/>
                <a:moveTo>
                  <a:pt x="129350" y="121920"/>
                </a:moveTo>
                <a:lnTo>
                  <a:pt x="95250" y="100013"/>
                </a:lnTo>
                <a:lnTo>
                  <a:pt x="61151" y="121920"/>
                </a:lnTo>
                <a:lnTo>
                  <a:pt x="71438" y="82677"/>
                </a:lnTo>
                <a:lnTo>
                  <a:pt x="40100" y="57055"/>
                </a:lnTo>
                <a:lnTo>
                  <a:pt x="80486" y="54673"/>
                </a:lnTo>
                <a:lnTo>
                  <a:pt x="95250" y="17145"/>
                </a:lnTo>
                <a:lnTo>
                  <a:pt x="109919" y="54769"/>
                </a:lnTo>
                <a:lnTo>
                  <a:pt x="150305" y="57150"/>
                </a:lnTo>
                <a:lnTo>
                  <a:pt x="118967" y="82772"/>
                </a:lnTo>
                <a:cubicBezTo>
                  <a:pt x="118967" y="82772"/>
                  <a:pt x="129350" y="121920"/>
                  <a:pt x="129350" y="121920"/>
                </a:cubicBezTo>
                <a:close/>
              </a:path>
            </a:pathLst>
          </a:custGeom>
          <a:solidFill>
            <a:srgbClr val="02F276"/>
          </a:solidFill>
          <a:ln w="9525" cap="flat">
            <a:noFill/>
            <a:prstDash val="solid"/>
            <a:miter/>
          </a:ln>
          <a:scene3d>
            <a:camera prst="isometricLeftDown"/>
            <a:lightRig rig="threePt" dir="t"/>
          </a:scene3d>
        </p:spPr>
        <p:txBody>
          <a:bodyPr rtlCol="0" anchor="ctr"/>
          <a:lstStyle/>
          <a:p>
            <a:endParaRPr lang="zh-CN" altLang="en-US"/>
          </a:p>
        </p:txBody>
      </p:sp>
      <p:sp>
        <p:nvSpPr>
          <p:cNvPr id="169" name="图形 48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1EDC538A-2FD2-EA2C-68B3-6B1FC2436870}"/>
              </a:ext>
            </a:extLst>
          </p:cNvPr>
          <p:cNvSpPr/>
          <p:nvPr/>
        </p:nvSpPr>
        <p:spPr>
          <a:xfrm>
            <a:off x="10021758" y="3234630"/>
            <a:ext cx="247052" cy="260778"/>
          </a:xfrm>
          <a:custGeom>
            <a:avLst/>
            <a:gdLst>
              <a:gd name="connsiteX0" fmla="*/ 85630 w 171450"/>
              <a:gd name="connsiteY0" fmla="*/ 157544 h 180975"/>
              <a:gd name="connsiteX1" fmla="*/ 15431 w 171450"/>
              <a:gd name="connsiteY1" fmla="*/ 102965 h 180975"/>
              <a:gd name="connsiteX2" fmla="*/ 0 w 171450"/>
              <a:gd name="connsiteY2" fmla="*/ 114967 h 180975"/>
              <a:gd name="connsiteX3" fmla="*/ 85725 w 171450"/>
              <a:gd name="connsiteY3" fmla="*/ 181642 h 180975"/>
              <a:gd name="connsiteX4" fmla="*/ 171450 w 171450"/>
              <a:gd name="connsiteY4" fmla="*/ 114967 h 180975"/>
              <a:gd name="connsiteX5" fmla="*/ 155924 w 171450"/>
              <a:gd name="connsiteY5" fmla="*/ 102870 h 180975"/>
              <a:gd name="connsiteX6" fmla="*/ 85630 w 171450"/>
              <a:gd name="connsiteY6" fmla="*/ 157544 h 180975"/>
              <a:gd name="connsiteX7" fmla="*/ 85725 w 171450"/>
              <a:gd name="connsiteY7" fmla="*/ 133350 h 180975"/>
              <a:gd name="connsiteX8" fmla="*/ 155829 w 171450"/>
              <a:gd name="connsiteY8" fmla="*/ 78772 h 180975"/>
              <a:gd name="connsiteX9" fmla="*/ 171450 w 171450"/>
              <a:gd name="connsiteY9" fmla="*/ 66675 h 180975"/>
              <a:gd name="connsiteX10" fmla="*/ 85725 w 171450"/>
              <a:gd name="connsiteY10" fmla="*/ 0 h 180975"/>
              <a:gd name="connsiteX11" fmla="*/ 0 w 171450"/>
              <a:gd name="connsiteY11" fmla="*/ 66675 h 180975"/>
              <a:gd name="connsiteX12" fmla="*/ 15526 w 171450"/>
              <a:gd name="connsiteY12" fmla="*/ 78772 h 180975"/>
              <a:gd name="connsiteX13" fmla="*/ 85725 w 171450"/>
              <a:gd name="connsiteY13" fmla="*/ 133350 h 18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180975">
                <a:moveTo>
                  <a:pt x="85630" y="157544"/>
                </a:moveTo>
                <a:lnTo>
                  <a:pt x="15431" y="102965"/>
                </a:lnTo>
                <a:lnTo>
                  <a:pt x="0" y="114967"/>
                </a:lnTo>
                <a:lnTo>
                  <a:pt x="85725" y="181642"/>
                </a:lnTo>
                <a:lnTo>
                  <a:pt x="171450" y="114967"/>
                </a:lnTo>
                <a:lnTo>
                  <a:pt x="155924" y="102870"/>
                </a:lnTo>
                <a:cubicBezTo>
                  <a:pt x="155924" y="102870"/>
                  <a:pt x="85630" y="157544"/>
                  <a:pt x="85630" y="157544"/>
                </a:cubicBezTo>
                <a:close/>
                <a:moveTo>
                  <a:pt x="85725" y="133350"/>
                </a:moveTo>
                <a:lnTo>
                  <a:pt x="155829" y="78772"/>
                </a:lnTo>
                <a:lnTo>
                  <a:pt x="171450" y="66675"/>
                </a:lnTo>
                <a:lnTo>
                  <a:pt x="85725" y="0"/>
                </a:lnTo>
                <a:lnTo>
                  <a:pt x="0" y="66675"/>
                </a:lnTo>
                <a:lnTo>
                  <a:pt x="15526" y="78772"/>
                </a:lnTo>
                <a:lnTo>
                  <a:pt x="85725" y="133350"/>
                </a:lnTo>
                <a:close/>
              </a:path>
            </a:pathLst>
          </a:custGeom>
          <a:solidFill>
            <a:srgbClr val="02F276"/>
          </a:solidFill>
          <a:ln w="9525" cap="flat">
            <a:noFill/>
            <a:prstDash val="solid"/>
            <a:miter/>
          </a:ln>
          <a:scene3d>
            <a:camera prst="isometricLeftDown"/>
            <a:lightRig rig="threePt" dir="t"/>
          </a:scene3d>
        </p:spPr>
        <p:txBody>
          <a:bodyPr rtlCol="0" anchor="ctr"/>
          <a:lstStyle/>
          <a:p>
            <a:endParaRPr lang="zh-CN" altLang="en-US"/>
          </a:p>
        </p:txBody>
      </p:sp>
      <p:sp>
        <p:nvSpPr>
          <p:cNvPr id="170" name="文本框 169">
            <a:extLst>
              <a:ext uri="{FF2B5EF4-FFF2-40B4-BE49-F238E27FC236}">
                <a16:creationId xmlns:a16="http://schemas.microsoft.com/office/drawing/2014/main" id="{6533AD75-E652-E2CC-96B5-74E9535433E0}"/>
              </a:ext>
            </a:extLst>
          </p:cNvPr>
          <p:cNvSpPr txBox="1"/>
          <p:nvPr/>
        </p:nvSpPr>
        <p:spPr>
          <a:xfrm>
            <a:off x="6475461" y="2507614"/>
            <a:ext cx="1034257" cy="369332"/>
          </a:xfrm>
          <a:prstGeom prst="rect">
            <a:avLst/>
          </a:prstGeom>
          <a:noFill/>
          <a:scene3d>
            <a:camera prst="isometricRightUp"/>
            <a:lightRig rig="threePt" dir="t"/>
          </a:scene3d>
        </p:spPr>
        <p:txBody>
          <a:bodyPr wrap="none" rtlCol="0">
            <a:spAutoFit/>
          </a:bodyPr>
          <a:lstStyle/>
          <a:p>
            <a:r>
              <a:rPr lang="en-US" altLang="zh-CN" dirty="0">
                <a:solidFill>
                  <a:srgbClr val="3749CC"/>
                </a:solidFill>
                <a:latin typeface="HarmonyOS Sans SC Black" panose="00000A00000000000000" pitchFamily="2" charset="-122"/>
                <a:ea typeface="HarmonyOS Sans SC Black" panose="00000A00000000000000" pitchFamily="2" charset="-122"/>
              </a:rPr>
              <a:t>BRAND</a:t>
            </a:r>
            <a:endParaRPr lang="zh-CN" altLang="en-US" dirty="0">
              <a:solidFill>
                <a:srgbClr val="3749CC"/>
              </a:solidFill>
              <a:latin typeface="HarmonyOS Sans SC Black" panose="00000A00000000000000" pitchFamily="2" charset="-122"/>
              <a:ea typeface="HarmonyOS Sans SC Black" panose="00000A00000000000000" pitchFamily="2" charset="-122"/>
            </a:endParaRPr>
          </a:p>
        </p:txBody>
      </p:sp>
      <p:sp>
        <p:nvSpPr>
          <p:cNvPr id="171" name="文本框 170">
            <a:extLst>
              <a:ext uri="{FF2B5EF4-FFF2-40B4-BE49-F238E27FC236}">
                <a16:creationId xmlns:a16="http://schemas.microsoft.com/office/drawing/2014/main" id="{4460C760-3394-6E6B-75A8-664DD4E86FA5}"/>
              </a:ext>
            </a:extLst>
          </p:cNvPr>
          <p:cNvSpPr txBox="1"/>
          <p:nvPr/>
        </p:nvSpPr>
        <p:spPr>
          <a:xfrm>
            <a:off x="4720221" y="2507614"/>
            <a:ext cx="1034257" cy="369332"/>
          </a:xfrm>
          <a:prstGeom prst="rect">
            <a:avLst/>
          </a:prstGeom>
          <a:noFill/>
          <a:scene3d>
            <a:camera prst="isometricLeftDown"/>
            <a:lightRig rig="threePt" dir="t"/>
          </a:scene3d>
        </p:spPr>
        <p:txBody>
          <a:bodyPr wrap="none" rtlCol="0">
            <a:spAutoFit/>
          </a:bodyPr>
          <a:lstStyle/>
          <a:p>
            <a:r>
              <a:rPr lang="en-US" altLang="zh-CN" dirty="0">
                <a:solidFill>
                  <a:srgbClr val="3749CC"/>
                </a:solidFill>
                <a:latin typeface="HarmonyOS Sans SC Black" panose="00000A00000000000000" pitchFamily="2" charset="-122"/>
                <a:ea typeface="HarmonyOS Sans SC Black" panose="00000A00000000000000" pitchFamily="2" charset="-122"/>
              </a:rPr>
              <a:t>BRAND</a:t>
            </a:r>
            <a:endParaRPr lang="zh-CN" altLang="en-US" dirty="0">
              <a:solidFill>
                <a:srgbClr val="3749CC"/>
              </a:solidFill>
              <a:latin typeface="HarmonyOS Sans SC Black" panose="00000A00000000000000" pitchFamily="2" charset="-122"/>
              <a:ea typeface="HarmonyOS Sans SC Black" panose="00000A00000000000000" pitchFamily="2" charset="-122"/>
            </a:endParaRPr>
          </a:p>
        </p:txBody>
      </p:sp>
    </p:spTree>
    <p:extLst>
      <p:ext uri="{BB962C8B-B14F-4D97-AF65-F5344CB8AC3E}">
        <p14:creationId xmlns:p14="http://schemas.microsoft.com/office/powerpoint/2010/main" val="1103862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EA67FAFF-B7DB-84E9-7B49-DD5D90A64D63}"/>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74EDD222-D90C-C2CF-92D8-D8773208163E}"/>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B9851246-3797-A842-B1E0-65DFAFC9BCBE}"/>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48D2FDD9-4A5C-2D77-BF96-515C0B4C7F41}"/>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F03B0B39-CDFF-F063-EB72-0F45B9A8CFB0}"/>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6824935B-7D37-D042-1ACA-ACC86DE4D85C}"/>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8" name="文本框 7">
              <a:extLst>
                <a:ext uri="{FF2B5EF4-FFF2-40B4-BE49-F238E27FC236}">
                  <a16:creationId xmlns:a16="http://schemas.microsoft.com/office/drawing/2014/main" id="{CCC2ED03-7F0C-3998-1307-786CC02E9C74}"/>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22" name="文本框 21">
              <a:extLst>
                <a:ext uri="{FF2B5EF4-FFF2-40B4-BE49-F238E27FC236}">
                  <a16:creationId xmlns:a16="http://schemas.microsoft.com/office/drawing/2014/main" id="{F6FFFD24-33D3-D396-9E40-071DE8452BF4}"/>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23"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68D17103-0B3F-7351-CF10-62C0CCDC1603}"/>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26" name="文本框 25">
              <a:extLst>
                <a:ext uri="{FF2B5EF4-FFF2-40B4-BE49-F238E27FC236}">
                  <a16:creationId xmlns:a16="http://schemas.microsoft.com/office/drawing/2014/main" id="{6AF3DFF6-C9FE-24C9-1112-B2B5024657D6}"/>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27" name="文本框 26">
              <a:extLst>
                <a:ext uri="{FF2B5EF4-FFF2-40B4-BE49-F238E27FC236}">
                  <a16:creationId xmlns:a16="http://schemas.microsoft.com/office/drawing/2014/main" id="{A9E0F234-25BF-0778-6B98-39F7E0C5C432}"/>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sp>
        <p:nvSpPr>
          <p:cNvPr id="10" name="Freeform 6">
            <a:extLst>
              <a:ext uri="{FF2B5EF4-FFF2-40B4-BE49-F238E27FC236}">
                <a16:creationId xmlns:a16="http://schemas.microsoft.com/office/drawing/2014/main" id="{7E4440B3-4FC8-F6B8-FB71-CAC43FA09257}"/>
              </a:ext>
            </a:extLst>
          </p:cNvPr>
          <p:cNvSpPr>
            <a:spLocks/>
          </p:cNvSpPr>
          <p:nvPr/>
        </p:nvSpPr>
        <p:spPr bwMode="auto">
          <a:xfrm>
            <a:off x="3814689" y="1358835"/>
            <a:ext cx="5329238" cy="3100388"/>
          </a:xfrm>
          <a:custGeom>
            <a:avLst/>
            <a:gdLst>
              <a:gd name="T0" fmla="*/ 3690 w 3730"/>
              <a:gd name="T1" fmla="*/ 1111 h 2170"/>
              <a:gd name="T2" fmla="*/ 3691 w 3730"/>
              <a:gd name="T3" fmla="*/ 1194 h 2170"/>
              <a:gd name="T4" fmla="*/ 2059 w 3730"/>
              <a:gd name="T5" fmla="*/ 2147 h 2170"/>
              <a:gd name="T6" fmla="*/ 1917 w 3730"/>
              <a:gd name="T7" fmla="*/ 2147 h 2170"/>
              <a:gd name="T8" fmla="*/ 40 w 3730"/>
              <a:gd name="T9" fmla="*/ 1058 h 2170"/>
              <a:gd name="T10" fmla="*/ 39 w 3730"/>
              <a:gd name="T11" fmla="*/ 975 h 2170"/>
              <a:gd name="T12" fmla="*/ 1671 w 3730"/>
              <a:gd name="T13" fmla="*/ 22 h 2170"/>
              <a:gd name="T14" fmla="*/ 1813 w 3730"/>
              <a:gd name="T15" fmla="*/ 22 h 2170"/>
              <a:gd name="T16" fmla="*/ 3690 w 3730"/>
              <a:gd name="T17" fmla="*/ 1111 h 2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30" h="2170">
                <a:moveTo>
                  <a:pt x="3690" y="1111"/>
                </a:moveTo>
                <a:cubicBezTo>
                  <a:pt x="3730" y="1134"/>
                  <a:pt x="3730" y="1171"/>
                  <a:pt x="3691" y="1194"/>
                </a:cubicBezTo>
                <a:cubicBezTo>
                  <a:pt x="2059" y="2147"/>
                  <a:pt x="2059" y="2147"/>
                  <a:pt x="2059" y="2147"/>
                </a:cubicBezTo>
                <a:cubicBezTo>
                  <a:pt x="2020" y="2170"/>
                  <a:pt x="1956" y="2170"/>
                  <a:pt x="1917" y="2147"/>
                </a:cubicBezTo>
                <a:cubicBezTo>
                  <a:pt x="40" y="1058"/>
                  <a:pt x="40" y="1058"/>
                  <a:pt x="40" y="1058"/>
                </a:cubicBezTo>
                <a:cubicBezTo>
                  <a:pt x="0" y="1035"/>
                  <a:pt x="0" y="998"/>
                  <a:pt x="39" y="975"/>
                </a:cubicBezTo>
                <a:cubicBezTo>
                  <a:pt x="1671" y="22"/>
                  <a:pt x="1671" y="22"/>
                  <a:pt x="1671" y="22"/>
                </a:cubicBezTo>
                <a:cubicBezTo>
                  <a:pt x="1710" y="0"/>
                  <a:pt x="1774" y="0"/>
                  <a:pt x="1813" y="22"/>
                </a:cubicBezTo>
                <a:lnTo>
                  <a:pt x="3690" y="1111"/>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cxnSp>
        <p:nvCxnSpPr>
          <p:cNvPr id="203" name="直接箭头连接符 202">
            <a:extLst>
              <a:ext uri="{FF2B5EF4-FFF2-40B4-BE49-F238E27FC236}">
                <a16:creationId xmlns:a16="http://schemas.microsoft.com/office/drawing/2014/main" id="{CA49BA06-DF57-ACF4-23F3-80B010E0E7FC}"/>
              </a:ext>
            </a:extLst>
          </p:cNvPr>
          <p:cNvCxnSpPr>
            <a:cxnSpLocks/>
          </p:cNvCxnSpPr>
          <p:nvPr/>
        </p:nvCxnSpPr>
        <p:spPr>
          <a:xfrm>
            <a:off x="4515915" y="1623203"/>
            <a:ext cx="6063456" cy="3465579"/>
          </a:xfrm>
          <a:prstGeom prst="straightConnector1">
            <a:avLst/>
          </a:prstGeom>
          <a:ln>
            <a:solidFill>
              <a:srgbClr val="3749CC"/>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直接箭头连接符 203">
            <a:extLst>
              <a:ext uri="{FF2B5EF4-FFF2-40B4-BE49-F238E27FC236}">
                <a16:creationId xmlns:a16="http://schemas.microsoft.com/office/drawing/2014/main" id="{95177F33-C02B-3D45-1C3D-BF726AA36425}"/>
              </a:ext>
            </a:extLst>
          </p:cNvPr>
          <p:cNvCxnSpPr>
            <a:cxnSpLocks/>
          </p:cNvCxnSpPr>
          <p:nvPr/>
        </p:nvCxnSpPr>
        <p:spPr>
          <a:xfrm>
            <a:off x="4411421" y="1693922"/>
            <a:ext cx="6063456" cy="3465579"/>
          </a:xfrm>
          <a:prstGeom prst="straightConnector1">
            <a:avLst/>
          </a:prstGeom>
          <a:ln>
            <a:solidFill>
              <a:srgbClr val="3749CC"/>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直接箭头连接符 204">
            <a:extLst>
              <a:ext uri="{FF2B5EF4-FFF2-40B4-BE49-F238E27FC236}">
                <a16:creationId xmlns:a16="http://schemas.microsoft.com/office/drawing/2014/main" id="{09896140-C37C-B397-4704-FFAEB66BB76A}"/>
              </a:ext>
            </a:extLst>
          </p:cNvPr>
          <p:cNvCxnSpPr>
            <a:cxnSpLocks/>
          </p:cNvCxnSpPr>
          <p:nvPr/>
        </p:nvCxnSpPr>
        <p:spPr>
          <a:xfrm>
            <a:off x="4306927" y="1764641"/>
            <a:ext cx="6063456" cy="3465579"/>
          </a:xfrm>
          <a:prstGeom prst="straightConnector1">
            <a:avLst/>
          </a:prstGeom>
          <a:ln>
            <a:solidFill>
              <a:srgbClr val="3749CC"/>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直接箭头连接符 205">
            <a:extLst>
              <a:ext uri="{FF2B5EF4-FFF2-40B4-BE49-F238E27FC236}">
                <a16:creationId xmlns:a16="http://schemas.microsoft.com/office/drawing/2014/main" id="{8543ABD6-7E20-E75C-CC33-96F90EF5A628}"/>
              </a:ext>
            </a:extLst>
          </p:cNvPr>
          <p:cNvCxnSpPr>
            <a:cxnSpLocks/>
          </p:cNvCxnSpPr>
          <p:nvPr/>
        </p:nvCxnSpPr>
        <p:spPr>
          <a:xfrm>
            <a:off x="4202433" y="1835360"/>
            <a:ext cx="6063456" cy="3465579"/>
          </a:xfrm>
          <a:prstGeom prst="straightConnector1">
            <a:avLst/>
          </a:prstGeom>
          <a:ln>
            <a:solidFill>
              <a:srgbClr val="3749CC"/>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接箭头连接符 187">
            <a:extLst>
              <a:ext uri="{FF2B5EF4-FFF2-40B4-BE49-F238E27FC236}">
                <a16:creationId xmlns:a16="http://schemas.microsoft.com/office/drawing/2014/main" id="{D384CBD4-CD9E-7C5F-87E2-6E2A19835817}"/>
              </a:ext>
            </a:extLst>
          </p:cNvPr>
          <p:cNvCxnSpPr>
            <a:cxnSpLocks/>
          </p:cNvCxnSpPr>
          <p:nvPr/>
        </p:nvCxnSpPr>
        <p:spPr>
          <a:xfrm>
            <a:off x="4620409" y="1552484"/>
            <a:ext cx="6063456" cy="3465579"/>
          </a:xfrm>
          <a:prstGeom prst="straightConnector1">
            <a:avLst/>
          </a:prstGeom>
          <a:ln>
            <a:solidFill>
              <a:srgbClr val="3749CC"/>
            </a:solidFill>
            <a:tailEnd type="triangle"/>
          </a:ln>
        </p:spPr>
        <p:style>
          <a:lnRef idx="1">
            <a:schemeClr val="accent1"/>
          </a:lnRef>
          <a:fillRef idx="0">
            <a:schemeClr val="accent1"/>
          </a:fillRef>
          <a:effectRef idx="0">
            <a:schemeClr val="accent1"/>
          </a:effectRef>
          <a:fontRef idx="minor">
            <a:schemeClr val="tx1"/>
          </a:fontRef>
        </p:style>
      </p:cxnSp>
      <p:sp>
        <p:nvSpPr>
          <p:cNvPr id="9" name="Freeform 5">
            <a:extLst>
              <a:ext uri="{FF2B5EF4-FFF2-40B4-BE49-F238E27FC236}">
                <a16:creationId xmlns:a16="http://schemas.microsoft.com/office/drawing/2014/main" id="{293C2B10-B67B-9E5C-30D8-457793689EB9}"/>
              </a:ext>
            </a:extLst>
          </p:cNvPr>
          <p:cNvSpPr>
            <a:spLocks/>
          </p:cNvSpPr>
          <p:nvPr/>
        </p:nvSpPr>
        <p:spPr bwMode="auto">
          <a:xfrm>
            <a:off x="3828976" y="2809810"/>
            <a:ext cx="5300663" cy="1700213"/>
          </a:xfrm>
          <a:custGeom>
            <a:avLst/>
            <a:gdLst>
              <a:gd name="T0" fmla="*/ 3681 w 3710"/>
              <a:gd name="T1" fmla="*/ 178 h 1190"/>
              <a:gd name="T2" fmla="*/ 2049 w 3710"/>
              <a:gd name="T3" fmla="*/ 1131 h 1190"/>
              <a:gd name="T4" fmla="*/ 1907 w 3710"/>
              <a:gd name="T5" fmla="*/ 1131 h 1190"/>
              <a:gd name="T6" fmla="*/ 30 w 3710"/>
              <a:gd name="T7" fmla="*/ 42 h 1190"/>
              <a:gd name="T8" fmla="*/ 0 w 3710"/>
              <a:gd name="T9" fmla="*/ 0 h 1190"/>
              <a:gd name="T10" fmla="*/ 0 w 3710"/>
              <a:gd name="T11" fmla="*/ 36 h 1190"/>
              <a:gd name="T12" fmla="*/ 30 w 3710"/>
              <a:gd name="T13" fmla="*/ 78 h 1190"/>
              <a:gd name="T14" fmla="*/ 1907 w 3710"/>
              <a:gd name="T15" fmla="*/ 1167 h 1190"/>
              <a:gd name="T16" fmla="*/ 2049 w 3710"/>
              <a:gd name="T17" fmla="*/ 1167 h 1190"/>
              <a:gd name="T18" fmla="*/ 3681 w 3710"/>
              <a:gd name="T19" fmla="*/ 214 h 1190"/>
              <a:gd name="T20" fmla="*/ 3710 w 3710"/>
              <a:gd name="T21" fmla="*/ 173 h 1190"/>
              <a:gd name="T22" fmla="*/ 3710 w 3710"/>
              <a:gd name="T23" fmla="*/ 137 h 1190"/>
              <a:gd name="T24" fmla="*/ 3681 w 3710"/>
              <a:gd name="T25" fmla="*/ 178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10" h="1190">
                <a:moveTo>
                  <a:pt x="3681" y="178"/>
                </a:moveTo>
                <a:cubicBezTo>
                  <a:pt x="2049" y="1131"/>
                  <a:pt x="2049" y="1131"/>
                  <a:pt x="2049" y="1131"/>
                </a:cubicBezTo>
                <a:cubicBezTo>
                  <a:pt x="2010" y="1154"/>
                  <a:pt x="1946" y="1154"/>
                  <a:pt x="1907" y="1131"/>
                </a:cubicBezTo>
                <a:cubicBezTo>
                  <a:pt x="30" y="42"/>
                  <a:pt x="30" y="42"/>
                  <a:pt x="30" y="42"/>
                </a:cubicBezTo>
                <a:cubicBezTo>
                  <a:pt x="10" y="30"/>
                  <a:pt x="0" y="15"/>
                  <a:pt x="0" y="0"/>
                </a:cubicBezTo>
                <a:cubicBezTo>
                  <a:pt x="0" y="36"/>
                  <a:pt x="0" y="36"/>
                  <a:pt x="0" y="36"/>
                </a:cubicBezTo>
                <a:cubicBezTo>
                  <a:pt x="0" y="51"/>
                  <a:pt x="10" y="66"/>
                  <a:pt x="30" y="78"/>
                </a:cubicBezTo>
                <a:cubicBezTo>
                  <a:pt x="1907" y="1167"/>
                  <a:pt x="1907" y="1167"/>
                  <a:pt x="1907" y="1167"/>
                </a:cubicBezTo>
                <a:cubicBezTo>
                  <a:pt x="1946" y="1190"/>
                  <a:pt x="2010" y="1190"/>
                  <a:pt x="2049" y="1167"/>
                </a:cubicBezTo>
                <a:cubicBezTo>
                  <a:pt x="3681" y="214"/>
                  <a:pt x="3681" y="214"/>
                  <a:pt x="3681" y="214"/>
                </a:cubicBezTo>
                <a:cubicBezTo>
                  <a:pt x="3700" y="203"/>
                  <a:pt x="3710" y="188"/>
                  <a:pt x="3710" y="173"/>
                </a:cubicBezTo>
                <a:cubicBezTo>
                  <a:pt x="3710" y="137"/>
                  <a:pt x="3710" y="137"/>
                  <a:pt x="3710" y="137"/>
                </a:cubicBezTo>
                <a:cubicBezTo>
                  <a:pt x="3710" y="152"/>
                  <a:pt x="3700" y="167"/>
                  <a:pt x="3681" y="178"/>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91" name="组合 190">
            <a:extLst>
              <a:ext uri="{FF2B5EF4-FFF2-40B4-BE49-F238E27FC236}">
                <a16:creationId xmlns:a16="http://schemas.microsoft.com/office/drawing/2014/main" id="{4E6F5DCA-60A6-75DE-9F69-D8761027386F}"/>
              </a:ext>
            </a:extLst>
          </p:cNvPr>
          <p:cNvGrpSpPr/>
          <p:nvPr/>
        </p:nvGrpSpPr>
        <p:grpSpPr>
          <a:xfrm>
            <a:off x="8133327" y="3824263"/>
            <a:ext cx="3249613" cy="1944688"/>
            <a:chOff x="7158038" y="3708400"/>
            <a:chExt cx="3249613" cy="1944688"/>
          </a:xfrm>
        </p:grpSpPr>
        <p:sp>
          <p:nvSpPr>
            <p:cNvPr id="14" name="Freeform 10">
              <a:extLst>
                <a:ext uri="{FF2B5EF4-FFF2-40B4-BE49-F238E27FC236}">
                  <a16:creationId xmlns:a16="http://schemas.microsoft.com/office/drawing/2014/main" id="{0A99198A-D5C3-35DA-5A73-BE9B5C7675C3}"/>
                </a:ext>
              </a:extLst>
            </p:cNvPr>
            <p:cNvSpPr>
              <a:spLocks/>
            </p:cNvSpPr>
            <p:nvPr/>
          </p:nvSpPr>
          <p:spPr bwMode="auto">
            <a:xfrm>
              <a:off x="7172325" y="4151313"/>
              <a:ext cx="3221038" cy="1501775"/>
            </a:xfrm>
            <a:custGeom>
              <a:avLst/>
              <a:gdLst>
                <a:gd name="T0" fmla="*/ 2226 w 2255"/>
                <a:gd name="T1" fmla="*/ 41 h 1052"/>
                <a:gd name="T2" fmla="*/ 595 w 2255"/>
                <a:gd name="T3" fmla="*/ 993 h 1052"/>
                <a:gd name="T4" fmla="*/ 453 w 2255"/>
                <a:gd name="T5" fmla="*/ 993 h 1052"/>
                <a:gd name="T6" fmla="*/ 29 w 2255"/>
                <a:gd name="T7" fmla="*/ 748 h 1052"/>
                <a:gd name="T8" fmla="*/ 0 w 2255"/>
                <a:gd name="T9" fmla="*/ 706 h 1052"/>
                <a:gd name="T10" fmla="*/ 0 w 2255"/>
                <a:gd name="T11" fmla="*/ 742 h 1052"/>
                <a:gd name="T12" fmla="*/ 29 w 2255"/>
                <a:gd name="T13" fmla="*/ 784 h 1052"/>
                <a:gd name="T14" fmla="*/ 453 w 2255"/>
                <a:gd name="T15" fmla="*/ 1030 h 1052"/>
                <a:gd name="T16" fmla="*/ 595 w 2255"/>
                <a:gd name="T17" fmla="*/ 1030 h 1052"/>
                <a:gd name="T18" fmla="*/ 2226 w 2255"/>
                <a:gd name="T19" fmla="*/ 77 h 1052"/>
                <a:gd name="T20" fmla="*/ 2255 w 2255"/>
                <a:gd name="T21" fmla="*/ 36 h 1052"/>
                <a:gd name="T22" fmla="*/ 2255 w 2255"/>
                <a:gd name="T23" fmla="*/ 0 h 1052"/>
                <a:gd name="T24" fmla="*/ 2226 w 2255"/>
                <a:gd name="T25" fmla="*/ 41 h 10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55" h="1052">
                  <a:moveTo>
                    <a:pt x="2226" y="41"/>
                  </a:moveTo>
                  <a:cubicBezTo>
                    <a:pt x="595" y="993"/>
                    <a:pt x="595" y="993"/>
                    <a:pt x="595" y="993"/>
                  </a:cubicBezTo>
                  <a:cubicBezTo>
                    <a:pt x="556" y="1016"/>
                    <a:pt x="492" y="1016"/>
                    <a:pt x="453" y="993"/>
                  </a:cubicBezTo>
                  <a:cubicBezTo>
                    <a:pt x="29" y="748"/>
                    <a:pt x="29" y="748"/>
                    <a:pt x="29" y="748"/>
                  </a:cubicBezTo>
                  <a:cubicBezTo>
                    <a:pt x="10" y="736"/>
                    <a:pt x="0" y="721"/>
                    <a:pt x="0" y="706"/>
                  </a:cubicBezTo>
                  <a:cubicBezTo>
                    <a:pt x="0" y="742"/>
                    <a:pt x="0" y="742"/>
                    <a:pt x="0" y="742"/>
                  </a:cubicBezTo>
                  <a:cubicBezTo>
                    <a:pt x="0" y="757"/>
                    <a:pt x="10" y="773"/>
                    <a:pt x="29" y="784"/>
                  </a:cubicBezTo>
                  <a:cubicBezTo>
                    <a:pt x="453" y="1030"/>
                    <a:pt x="453" y="1030"/>
                    <a:pt x="453" y="1030"/>
                  </a:cubicBezTo>
                  <a:cubicBezTo>
                    <a:pt x="492" y="1052"/>
                    <a:pt x="556" y="1052"/>
                    <a:pt x="595" y="1030"/>
                  </a:cubicBezTo>
                  <a:cubicBezTo>
                    <a:pt x="2226" y="77"/>
                    <a:pt x="2226" y="77"/>
                    <a:pt x="2226" y="77"/>
                  </a:cubicBezTo>
                  <a:cubicBezTo>
                    <a:pt x="2246" y="66"/>
                    <a:pt x="2255" y="51"/>
                    <a:pt x="2255" y="36"/>
                  </a:cubicBezTo>
                  <a:cubicBezTo>
                    <a:pt x="2255" y="0"/>
                    <a:pt x="2255" y="0"/>
                    <a:pt x="2255" y="0"/>
                  </a:cubicBezTo>
                  <a:cubicBezTo>
                    <a:pt x="2255" y="15"/>
                    <a:pt x="2246" y="29"/>
                    <a:pt x="2226" y="41"/>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a:extLst>
                <a:ext uri="{FF2B5EF4-FFF2-40B4-BE49-F238E27FC236}">
                  <a16:creationId xmlns:a16="http://schemas.microsoft.com/office/drawing/2014/main" id="{8B93ACBA-882A-5EF3-3F4A-C09DFD4E7840}"/>
                </a:ext>
              </a:extLst>
            </p:cNvPr>
            <p:cNvSpPr>
              <a:spLocks/>
            </p:cNvSpPr>
            <p:nvPr/>
          </p:nvSpPr>
          <p:spPr bwMode="auto">
            <a:xfrm>
              <a:off x="7158038" y="3708400"/>
              <a:ext cx="3249613" cy="1893888"/>
            </a:xfrm>
            <a:custGeom>
              <a:avLst/>
              <a:gdLst>
                <a:gd name="T0" fmla="*/ 2236 w 2275"/>
                <a:gd name="T1" fmla="*/ 268 h 1326"/>
                <a:gd name="T2" fmla="*/ 2236 w 2275"/>
                <a:gd name="T3" fmla="*/ 351 h 1326"/>
                <a:gd name="T4" fmla="*/ 605 w 2275"/>
                <a:gd name="T5" fmla="*/ 1303 h 1326"/>
                <a:gd name="T6" fmla="*/ 463 w 2275"/>
                <a:gd name="T7" fmla="*/ 1303 h 1326"/>
                <a:gd name="T8" fmla="*/ 39 w 2275"/>
                <a:gd name="T9" fmla="*/ 1058 h 1326"/>
                <a:gd name="T10" fmla="*/ 39 w 2275"/>
                <a:gd name="T11" fmla="*/ 975 h 1326"/>
                <a:gd name="T12" fmla="*/ 1670 w 2275"/>
                <a:gd name="T13" fmla="*/ 22 h 1326"/>
                <a:gd name="T14" fmla="*/ 1812 w 2275"/>
                <a:gd name="T15" fmla="*/ 22 h 1326"/>
                <a:gd name="T16" fmla="*/ 2236 w 2275"/>
                <a:gd name="T17" fmla="*/ 268 h 1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5" h="1326">
                  <a:moveTo>
                    <a:pt x="2236" y="268"/>
                  </a:moveTo>
                  <a:cubicBezTo>
                    <a:pt x="2275" y="291"/>
                    <a:pt x="2275" y="328"/>
                    <a:pt x="2236" y="351"/>
                  </a:cubicBezTo>
                  <a:cubicBezTo>
                    <a:pt x="605" y="1303"/>
                    <a:pt x="605" y="1303"/>
                    <a:pt x="605" y="1303"/>
                  </a:cubicBezTo>
                  <a:cubicBezTo>
                    <a:pt x="566" y="1326"/>
                    <a:pt x="502" y="1326"/>
                    <a:pt x="463" y="1303"/>
                  </a:cubicBezTo>
                  <a:cubicBezTo>
                    <a:pt x="39" y="1058"/>
                    <a:pt x="39" y="1058"/>
                    <a:pt x="39" y="1058"/>
                  </a:cubicBezTo>
                  <a:cubicBezTo>
                    <a:pt x="0" y="1035"/>
                    <a:pt x="0" y="998"/>
                    <a:pt x="39" y="975"/>
                  </a:cubicBezTo>
                  <a:cubicBezTo>
                    <a:pt x="1670" y="22"/>
                    <a:pt x="1670" y="22"/>
                    <a:pt x="1670" y="22"/>
                  </a:cubicBezTo>
                  <a:cubicBezTo>
                    <a:pt x="1710" y="0"/>
                    <a:pt x="1773" y="0"/>
                    <a:pt x="1812" y="22"/>
                  </a:cubicBezTo>
                  <a:lnTo>
                    <a:pt x="2236" y="268"/>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6" name="Freeform 12">
            <a:extLst>
              <a:ext uri="{FF2B5EF4-FFF2-40B4-BE49-F238E27FC236}">
                <a16:creationId xmlns:a16="http://schemas.microsoft.com/office/drawing/2014/main" id="{8AD5E78F-A6A2-BE51-AA9C-E6A666E98F68}"/>
              </a:ext>
            </a:extLst>
          </p:cNvPr>
          <p:cNvSpPr>
            <a:spLocks/>
          </p:cNvSpPr>
          <p:nvPr/>
        </p:nvSpPr>
        <p:spPr bwMode="auto">
          <a:xfrm>
            <a:off x="7034139" y="3617848"/>
            <a:ext cx="3222625" cy="1503363"/>
          </a:xfrm>
          <a:custGeom>
            <a:avLst/>
            <a:gdLst>
              <a:gd name="T0" fmla="*/ 2227 w 2256"/>
              <a:gd name="T1" fmla="*/ 41 h 1053"/>
              <a:gd name="T2" fmla="*/ 596 w 2256"/>
              <a:gd name="T3" fmla="*/ 994 h 1053"/>
              <a:gd name="T4" fmla="*/ 454 w 2256"/>
              <a:gd name="T5" fmla="*/ 994 h 1053"/>
              <a:gd name="T6" fmla="*/ 30 w 2256"/>
              <a:gd name="T7" fmla="*/ 748 h 1053"/>
              <a:gd name="T8" fmla="*/ 1 w 2256"/>
              <a:gd name="T9" fmla="*/ 707 h 1053"/>
              <a:gd name="T10" fmla="*/ 1 w 2256"/>
              <a:gd name="T11" fmla="*/ 743 h 1053"/>
              <a:gd name="T12" fmla="*/ 30 w 2256"/>
              <a:gd name="T13" fmla="*/ 785 h 1053"/>
              <a:gd name="T14" fmla="*/ 453 w 2256"/>
              <a:gd name="T15" fmla="*/ 1030 h 1053"/>
              <a:gd name="T16" fmla="*/ 596 w 2256"/>
              <a:gd name="T17" fmla="*/ 1030 h 1053"/>
              <a:gd name="T18" fmla="*/ 2227 w 2256"/>
              <a:gd name="T19" fmla="*/ 78 h 1053"/>
              <a:gd name="T20" fmla="*/ 2256 w 2256"/>
              <a:gd name="T21" fmla="*/ 37 h 1053"/>
              <a:gd name="T22" fmla="*/ 2256 w 2256"/>
              <a:gd name="T23" fmla="*/ 0 h 1053"/>
              <a:gd name="T24" fmla="*/ 2227 w 2256"/>
              <a:gd name="T25" fmla="*/ 41 h 10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56" h="1053">
                <a:moveTo>
                  <a:pt x="2227" y="41"/>
                </a:moveTo>
                <a:cubicBezTo>
                  <a:pt x="596" y="994"/>
                  <a:pt x="596" y="994"/>
                  <a:pt x="596" y="994"/>
                </a:cubicBezTo>
                <a:cubicBezTo>
                  <a:pt x="557" y="1017"/>
                  <a:pt x="493" y="1017"/>
                  <a:pt x="454" y="994"/>
                </a:cubicBezTo>
                <a:cubicBezTo>
                  <a:pt x="30" y="748"/>
                  <a:pt x="30" y="748"/>
                  <a:pt x="30" y="748"/>
                </a:cubicBezTo>
                <a:cubicBezTo>
                  <a:pt x="10" y="737"/>
                  <a:pt x="1" y="722"/>
                  <a:pt x="1" y="707"/>
                </a:cubicBezTo>
                <a:cubicBezTo>
                  <a:pt x="1" y="743"/>
                  <a:pt x="1" y="743"/>
                  <a:pt x="1" y="743"/>
                </a:cubicBezTo>
                <a:cubicBezTo>
                  <a:pt x="0" y="758"/>
                  <a:pt x="10" y="773"/>
                  <a:pt x="30" y="785"/>
                </a:cubicBezTo>
                <a:cubicBezTo>
                  <a:pt x="453" y="1030"/>
                  <a:pt x="453" y="1030"/>
                  <a:pt x="453" y="1030"/>
                </a:cubicBezTo>
                <a:cubicBezTo>
                  <a:pt x="493" y="1053"/>
                  <a:pt x="556" y="1053"/>
                  <a:pt x="596" y="1030"/>
                </a:cubicBezTo>
                <a:cubicBezTo>
                  <a:pt x="2227" y="78"/>
                  <a:pt x="2227" y="78"/>
                  <a:pt x="2227" y="78"/>
                </a:cubicBezTo>
                <a:cubicBezTo>
                  <a:pt x="2246" y="66"/>
                  <a:pt x="2256" y="52"/>
                  <a:pt x="2256" y="37"/>
                </a:cubicBezTo>
                <a:cubicBezTo>
                  <a:pt x="2256" y="0"/>
                  <a:pt x="2256" y="0"/>
                  <a:pt x="2256" y="0"/>
                </a:cubicBezTo>
                <a:cubicBezTo>
                  <a:pt x="2256" y="15"/>
                  <a:pt x="2247" y="30"/>
                  <a:pt x="2227" y="41"/>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13">
            <a:extLst>
              <a:ext uri="{FF2B5EF4-FFF2-40B4-BE49-F238E27FC236}">
                <a16:creationId xmlns:a16="http://schemas.microsoft.com/office/drawing/2014/main" id="{7C270F48-4DF9-CEF2-16FE-E6102147DB8D}"/>
              </a:ext>
            </a:extLst>
          </p:cNvPr>
          <p:cNvSpPr>
            <a:spLocks/>
          </p:cNvSpPr>
          <p:nvPr/>
        </p:nvSpPr>
        <p:spPr bwMode="auto">
          <a:xfrm>
            <a:off x="7021439" y="3174935"/>
            <a:ext cx="3249613" cy="1895475"/>
          </a:xfrm>
          <a:custGeom>
            <a:avLst/>
            <a:gdLst>
              <a:gd name="T0" fmla="*/ 2236 w 2275"/>
              <a:gd name="T1" fmla="*/ 269 h 1327"/>
              <a:gd name="T2" fmla="*/ 2236 w 2275"/>
              <a:gd name="T3" fmla="*/ 351 h 1327"/>
              <a:gd name="T4" fmla="*/ 605 w 2275"/>
              <a:gd name="T5" fmla="*/ 1304 h 1327"/>
              <a:gd name="T6" fmla="*/ 463 w 2275"/>
              <a:gd name="T7" fmla="*/ 1304 h 1327"/>
              <a:gd name="T8" fmla="*/ 39 w 2275"/>
              <a:gd name="T9" fmla="*/ 1058 h 1327"/>
              <a:gd name="T10" fmla="*/ 39 w 2275"/>
              <a:gd name="T11" fmla="*/ 976 h 1327"/>
              <a:gd name="T12" fmla="*/ 1670 w 2275"/>
              <a:gd name="T13" fmla="*/ 23 h 1327"/>
              <a:gd name="T14" fmla="*/ 1812 w 2275"/>
              <a:gd name="T15" fmla="*/ 23 h 1327"/>
              <a:gd name="T16" fmla="*/ 2236 w 2275"/>
              <a:gd name="T17" fmla="*/ 269 h 1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5" h="1327">
                <a:moveTo>
                  <a:pt x="2236" y="269"/>
                </a:moveTo>
                <a:cubicBezTo>
                  <a:pt x="2275" y="292"/>
                  <a:pt x="2275" y="329"/>
                  <a:pt x="2236" y="351"/>
                </a:cubicBezTo>
                <a:cubicBezTo>
                  <a:pt x="605" y="1304"/>
                  <a:pt x="605" y="1304"/>
                  <a:pt x="605" y="1304"/>
                </a:cubicBezTo>
                <a:cubicBezTo>
                  <a:pt x="566" y="1327"/>
                  <a:pt x="502" y="1327"/>
                  <a:pt x="463" y="1304"/>
                </a:cubicBezTo>
                <a:cubicBezTo>
                  <a:pt x="39" y="1058"/>
                  <a:pt x="39" y="1058"/>
                  <a:pt x="39" y="1058"/>
                </a:cubicBezTo>
                <a:cubicBezTo>
                  <a:pt x="0" y="1036"/>
                  <a:pt x="0" y="999"/>
                  <a:pt x="39" y="976"/>
                </a:cubicBezTo>
                <a:cubicBezTo>
                  <a:pt x="1670" y="23"/>
                  <a:pt x="1670" y="23"/>
                  <a:pt x="1670" y="23"/>
                </a:cubicBezTo>
                <a:cubicBezTo>
                  <a:pt x="1709" y="0"/>
                  <a:pt x="1773" y="0"/>
                  <a:pt x="1812" y="23"/>
                </a:cubicBezTo>
                <a:lnTo>
                  <a:pt x="2236" y="269"/>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Freeform 14">
            <a:extLst>
              <a:ext uri="{FF2B5EF4-FFF2-40B4-BE49-F238E27FC236}">
                <a16:creationId xmlns:a16="http://schemas.microsoft.com/office/drawing/2014/main" id="{69FD6FD1-CB86-7194-1E4C-F20A1CE22D31}"/>
              </a:ext>
            </a:extLst>
          </p:cNvPr>
          <p:cNvSpPr>
            <a:spLocks/>
          </p:cNvSpPr>
          <p:nvPr/>
        </p:nvSpPr>
        <p:spPr bwMode="auto">
          <a:xfrm>
            <a:off x="4343327" y="1854135"/>
            <a:ext cx="2497138" cy="1192213"/>
          </a:xfrm>
          <a:custGeom>
            <a:avLst/>
            <a:gdLst>
              <a:gd name="T0" fmla="*/ 1730 w 1747"/>
              <a:gd name="T1" fmla="*/ 25 h 834"/>
              <a:gd name="T2" fmla="*/ 425 w 1747"/>
              <a:gd name="T3" fmla="*/ 786 h 834"/>
              <a:gd name="T4" fmla="*/ 342 w 1747"/>
              <a:gd name="T5" fmla="*/ 786 h 834"/>
              <a:gd name="T6" fmla="*/ 18 w 1747"/>
              <a:gd name="T7" fmla="*/ 598 h 834"/>
              <a:gd name="T8" fmla="*/ 0 w 1747"/>
              <a:gd name="T9" fmla="*/ 574 h 834"/>
              <a:gd name="T10" fmla="*/ 0 w 1747"/>
              <a:gd name="T11" fmla="*/ 609 h 834"/>
              <a:gd name="T12" fmla="*/ 17 w 1747"/>
              <a:gd name="T13" fmla="*/ 633 h 834"/>
              <a:gd name="T14" fmla="*/ 342 w 1747"/>
              <a:gd name="T15" fmla="*/ 821 h 834"/>
              <a:gd name="T16" fmla="*/ 425 w 1747"/>
              <a:gd name="T17" fmla="*/ 821 h 834"/>
              <a:gd name="T18" fmla="*/ 1730 w 1747"/>
              <a:gd name="T19" fmla="*/ 59 h 834"/>
              <a:gd name="T20" fmla="*/ 1747 w 1747"/>
              <a:gd name="T21" fmla="*/ 35 h 834"/>
              <a:gd name="T22" fmla="*/ 1747 w 1747"/>
              <a:gd name="T23" fmla="*/ 0 h 834"/>
              <a:gd name="T24" fmla="*/ 1730 w 1747"/>
              <a:gd name="T25" fmla="*/ 25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47" h="834">
                <a:moveTo>
                  <a:pt x="1730" y="25"/>
                </a:moveTo>
                <a:cubicBezTo>
                  <a:pt x="425" y="786"/>
                  <a:pt x="425" y="786"/>
                  <a:pt x="425" y="786"/>
                </a:cubicBezTo>
                <a:cubicBezTo>
                  <a:pt x="402" y="800"/>
                  <a:pt x="365" y="800"/>
                  <a:pt x="342" y="786"/>
                </a:cubicBezTo>
                <a:cubicBezTo>
                  <a:pt x="18" y="598"/>
                  <a:pt x="18" y="598"/>
                  <a:pt x="18" y="598"/>
                </a:cubicBezTo>
                <a:cubicBezTo>
                  <a:pt x="6" y="592"/>
                  <a:pt x="0" y="583"/>
                  <a:pt x="0" y="574"/>
                </a:cubicBezTo>
                <a:cubicBezTo>
                  <a:pt x="0" y="609"/>
                  <a:pt x="0" y="609"/>
                  <a:pt x="0" y="609"/>
                </a:cubicBezTo>
                <a:cubicBezTo>
                  <a:pt x="0" y="617"/>
                  <a:pt x="6" y="626"/>
                  <a:pt x="17" y="633"/>
                </a:cubicBezTo>
                <a:cubicBezTo>
                  <a:pt x="342" y="821"/>
                  <a:pt x="342" y="821"/>
                  <a:pt x="342" y="821"/>
                </a:cubicBezTo>
                <a:cubicBezTo>
                  <a:pt x="365" y="834"/>
                  <a:pt x="402" y="834"/>
                  <a:pt x="425" y="821"/>
                </a:cubicBezTo>
                <a:cubicBezTo>
                  <a:pt x="1730" y="59"/>
                  <a:pt x="1730" y="59"/>
                  <a:pt x="1730" y="59"/>
                </a:cubicBezTo>
                <a:cubicBezTo>
                  <a:pt x="1741" y="53"/>
                  <a:pt x="1747" y="44"/>
                  <a:pt x="1747" y="35"/>
                </a:cubicBezTo>
                <a:cubicBezTo>
                  <a:pt x="1747" y="0"/>
                  <a:pt x="1747" y="0"/>
                  <a:pt x="1747" y="0"/>
                </a:cubicBezTo>
                <a:cubicBezTo>
                  <a:pt x="1747" y="9"/>
                  <a:pt x="1741" y="18"/>
                  <a:pt x="1730" y="25"/>
                </a:cubicBezTo>
                <a:close/>
              </a:path>
            </a:pathLst>
          </a:custGeom>
          <a:solidFill>
            <a:srgbClr val="DADFF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Freeform 15">
            <a:extLst>
              <a:ext uri="{FF2B5EF4-FFF2-40B4-BE49-F238E27FC236}">
                <a16:creationId xmlns:a16="http://schemas.microsoft.com/office/drawing/2014/main" id="{32B2145F-0FCC-30A1-5BC9-928DDAED9032}"/>
              </a:ext>
            </a:extLst>
          </p:cNvPr>
          <p:cNvSpPr>
            <a:spLocks/>
          </p:cNvSpPr>
          <p:nvPr/>
        </p:nvSpPr>
        <p:spPr bwMode="auto">
          <a:xfrm>
            <a:off x="4335389" y="1531873"/>
            <a:ext cx="2513013" cy="1465263"/>
          </a:xfrm>
          <a:custGeom>
            <a:avLst/>
            <a:gdLst>
              <a:gd name="T0" fmla="*/ 1736 w 1759"/>
              <a:gd name="T1" fmla="*/ 201 h 1025"/>
              <a:gd name="T2" fmla="*/ 1736 w 1759"/>
              <a:gd name="T3" fmla="*/ 250 h 1025"/>
              <a:gd name="T4" fmla="*/ 431 w 1759"/>
              <a:gd name="T5" fmla="*/ 1011 h 1025"/>
              <a:gd name="T6" fmla="*/ 348 w 1759"/>
              <a:gd name="T7" fmla="*/ 1011 h 1025"/>
              <a:gd name="T8" fmla="*/ 24 w 1759"/>
              <a:gd name="T9" fmla="*/ 823 h 1025"/>
              <a:gd name="T10" fmla="*/ 23 w 1759"/>
              <a:gd name="T11" fmla="*/ 775 h 1025"/>
              <a:gd name="T12" fmla="*/ 1328 w 1759"/>
              <a:gd name="T13" fmla="*/ 13 h 1025"/>
              <a:gd name="T14" fmla="*/ 1411 w 1759"/>
              <a:gd name="T15" fmla="*/ 13 h 1025"/>
              <a:gd name="T16" fmla="*/ 1736 w 1759"/>
              <a:gd name="T17" fmla="*/ 201 h 10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9" h="1025">
                <a:moveTo>
                  <a:pt x="1736" y="201"/>
                </a:moveTo>
                <a:cubicBezTo>
                  <a:pt x="1759" y="214"/>
                  <a:pt x="1759" y="236"/>
                  <a:pt x="1736" y="250"/>
                </a:cubicBezTo>
                <a:cubicBezTo>
                  <a:pt x="431" y="1011"/>
                  <a:pt x="431" y="1011"/>
                  <a:pt x="431" y="1011"/>
                </a:cubicBezTo>
                <a:cubicBezTo>
                  <a:pt x="408" y="1025"/>
                  <a:pt x="371" y="1025"/>
                  <a:pt x="348" y="1011"/>
                </a:cubicBezTo>
                <a:cubicBezTo>
                  <a:pt x="24" y="823"/>
                  <a:pt x="24" y="823"/>
                  <a:pt x="24" y="823"/>
                </a:cubicBezTo>
                <a:cubicBezTo>
                  <a:pt x="0" y="810"/>
                  <a:pt x="0" y="788"/>
                  <a:pt x="23" y="775"/>
                </a:cubicBezTo>
                <a:cubicBezTo>
                  <a:pt x="1328" y="13"/>
                  <a:pt x="1328" y="13"/>
                  <a:pt x="1328" y="13"/>
                </a:cubicBezTo>
                <a:cubicBezTo>
                  <a:pt x="1351" y="0"/>
                  <a:pt x="1388" y="0"/>
                  <a:pt x="1411" y="13"/>
                </a:cubicBezTo>
                <a:lnTo>
                  <a:pt x="1736" y="20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16">
            <a:extLst>
              <a:ext uri="{FF2B5EF4-FFF2-40B4-BE49-F238E27FC236}">
                <a16:creationId xmlns:a16="http://schemas.microsoft.com/office/drawing/2014/main" id="{567EDFB4-CD28-1CF1-44CA-142919A75AA5}"/>
              </a:ext>
            </a:extLst>
          </p:cNvPr>
          <p:cNvSpPr>
            <a:spLocks/>
          </p:cNvSpPr>
          <p:nvPr/>
        </p:nvSpPr>
        <p:spPr bwMode="auto">
          <a:xfrm>
            <a:off x="6057827" y="2927285"/>
            <a:ext cx="2497138" cy="1190625"/>
          </a:xfrm>
          <a:custGeom>
            <a:avLst/>
            <a:gdLst>
              <a:gd name="T0" fmla="*/ 1730 w 1747"/>
              <a:gd name="T1" fmla="*/ 24 h 834"/>
              <a:gd name="T2" fmla="*/ 425 w 1747"/>
              <a:gd name="T3" fmla="*/ 786 h 834"/>
              <a:gd name="T4" fmla="*/ 342 w 1747"/>
              <a:gd name="T5" fmla="*/ 786 h 834"/>
              <a:gd name="T6" fmla="*/ 18 w 1747"/>
              <a:gd name="T7" fmla="*/ 598 h 834"/>
              <a:gd name="T8" fmla="*/ 0 w 1747"/>
              <a:gd name="T9" fmla="*/ 574 h 834"/>
              <a:gd name="T10" fmla="*/ 0 w 1747"/>
              <a:gd name="T11" fmla="*/ 608 h 834"/>
              <a:gd name="T12" fmla="*/ 18 w 1747"/>
              <a:gd name="T13" fmla="*/ 633 h 834"/>
              <a:gd name="T14" fmla="*/ 342 w 1747"/>
              <a:gd name="T15" fmla="*/ 821 h 834"/>
              <a:gd name="T16" fmla="*/ 425 w 1747"/>
              <a:gd name="T17" fmla="*/ 821 h 834"/>
              <a:gd name="T18" fmla="*/ 1730 w 1747"/>
              <a:gd name="T19" fmla="*/ 59 h 834"/>
              <a:gd name="T20" fmla="*/ 1747 w 1747"/>
              <a:gd name="T21" fmla="*/ 35 h 834"/>
              <a:gd name="T22" fmla="*/ 1747 w 1747"/>
              <a:gd name="T23" fmla="*/ 0 h 834"/>
              <a:gd name="T24" fmla="*/ 1730 w 1747"/>
              <a:gd name="T25" fmla="*/ 24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47" h="834">
                <a:moveTo>
                  <a:pt x="1730" y="24"/>
                </a:moveTo>
                <a:cubicBezTo>
                  <a:pt x="425" y="786"/>
                  <a:pt x="425" y="786"/>
                  <a:pt x="425" y="786"/>
                </a:cubicBezTo>
                <a:cubicBezTo>
                  <a:pt x="402" y="800"/>
                  <a:pt x="365" y="800"/>
                  <a:pt x="342" y="786"/>
                </a:cubicBezTo>
                <a:cubicBezTo>
                  <a:pt x="18" y="598"/>
                  <a:pt x="18" y="598"/>
                  <a:pt x="18" y="598"/>
                </a:cubicBezTo>
                <a:cubicBezTo>
                  <a:pt x="6" y="592"/>
                  <a:pt x="0" y="583"/>
                  <a:pt x="0" y="574"/>
                </a:cubicBezTo>
                <a:cubicBezTo>
                  <a:pt x="0" y="608"/>
                  <a:pt x="0" y="608"/>
                  <a:pt x="0" y="608"/>
                </a:cubicBezTo>
                <a:cubicBezTo>
                  <a:pt x="0" y="617"/>
                  <a:pt x="6" y="626"/>
                  <a:pt x="18" y="633"/>
                </a:cubicBezTo>
                <a:cubicBezTo>
                  <a:pt x="342" y="821"/>
                  <a:pt x="342" y="821"/>
                  <a:pt x="342" y="821"/>
                </a:cubicBezTo>
                <a:cubicBezTo>
                  <a:pt x="365" y="834"/>
                  <a:pt x="402" y="834"/>
                  <a:pt x="425" y="821"/>
                </a:cubicBezTo>
                <a:cubicBezTo>
                  <a:pt x="1730" y="59"/>
                  <a:pt x="1730" y="59"/>
                  <a:pt x="1730" y="59"/>
                </a:cubicBezTo>
                <a:cubicBezTo>
                  <a:pt x="1741" y="53"/>
                  <a:pt x="1747" y="44"/>
                  <a:pt x="1747" y="35"/>
                </a:cubicBezTo>
                <a:cubicBezTo>
                  <a:pt x="1747" y="0"/>
                  <a:pt x="1747" y="0"/>
                  <a:pt x="1747" y="0"/>
                </a:cubicBezTo>
                <a:cubicBezTo>
                  <a:pt x="1747" y="9"/>
                  <a:pt x="1741" y="18"/>
                  <a:pt x="1730" y="24"/>
                </a:cubicBezTo>
                <a:close/>
              </a:path>
            </a:pathLst>
          </a:custGeom>
          <a:solidFill>
            <a:srgbClr val="DADFF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17">
            <a:extLst>
              <a:ext uri="{FF2B5EF4-FFF2-40B4-BE49-F238E27FC236}">
                <a16:creationId xmlns:a16="http://schemas.microsoft.com/office/drawing/2014/main" id="{6A8EEA7F-CC31-5E97-37EA-6E62A59DAB4B}"/>
              </a:ext>
            </a:extLst>
          </p:cNvPr>
          <p:cNvSpPr>
            <a:spLocks/>
          </p:cNvSpPr>
          <p:nvPr/>
        </p:nvSpPr>
        <p:spPr bwMode="auto">
          <a:xfrm>
            <a:off x="6049889" y="2603435"/>
            <a:ext cx="2513013" cy="1466850"/>
          </a:xfrm>
          <a:custGeom>
            <a:avLst/>
            <a:gdLst>
              <a:gd name="T0" fmla="*/ 1736 w 1759"/>
              <a:gd name="T1" fmla="*/ 202 h 1026"/>
              <a:gd name="T2" fmla="*/ 1736 w 1759"/>
              <a:gd name="T3" fmla="*/ 250 h 1026"/>
              <a:gd name="T4" fmla="*/ 431 w 1759"/>
              <a:gd name="T5" fmla="*/ 1012 h 1026"/>
              <a:gd name="T6" fmla="*/ 348 w 1759"/>
              <a:gd name="T7" fmla="*/ 1012 h 1026"/>
              <a:gd name="T8" fmla="*/ 24 w 1759"/>
              <a:gd name="T9" fmla="*/ 824 h 1026"/>
              <a:gd name="T10" fmla="*/ 23 w 1759"/>
              <a:gd name="T11" fmla="*/ 776 h 1026"/>
              <a:gd name="T12" fmla="*/ 1328 w 1759"/>
              <a:gd name="T13" fmla="*/ 14 h 1026"/>
              <a:gd name="T14" fmla="*/ 1412 w 1759"/>
              <a:gd name="T15" fmla="*/ 14 h 1026"/>
              <a:gd name="T16" fmla="*/ 1736 w 1759"/>
              <a:gd name="T17" fmla="*/ 202 h 10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9" h="1026">
                <a:moveTo>
                  <a:pt x="1736" y="202"/>
                </a:moveTo>
                <a:cubicBezTo>
                  <a:pt x="1759" y="215"/>
                  <a:pt x="1759" y="237"/>
                  <a:pt x="1736" y="250"/>
                </a:cubicBezTo>
                <a:cubicBezTo>
                  <a:pt x="431" y="1012"/>
                  <a:pt x="431" y="1012"/>
                  <a:pt x="431" y="1012"/>
                </a:cubicBezTo>
                <a:cubicBezTo>
                  <a:pt x="408" y="1026"/>
                  <a:pt x="371" y="1026"/>
                  <a:pt x="348" y="1012"/>
                </a:cubicBezTo>
                <a:cubicBezTo>
                  <a:pt x="24" y="824"/>
                  <a:pt x="24" y="824"/>
                  <a:pt x="24" y="824"/>
                </a:cubicBezTo>
                <a:cubicBezTo>
                  <a:pt x="1" y="811"/>
                  <a:pt x="0" y="789"/>
                  <a:pt x="23" y="776"/>
                </a:cubicBezTo>
                <a:cubicBezTo>
                  <a:pt x="1328" y="14"/>
                  <a:pt x="1328" y="14"/>
                  <a:pt x="1328" y="14"/>
                </a:cubicBezTo>
                <a:cubicBezTo>
                  <a:pt x="1351" y="0"/>
                  <a:pt x="1388" y="0"/>
                  <a:pt x="1412" y="14"/>
                </a:cubicBezTo>
                <a:lnTo>
                  <a:pt x="1736" y="20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4" name="菱形 43">
            <a:extLst>
              <a:ext uri="{FF2B5EF4-FFF2-40B4-BE49-F238E27FC236}">
                <a16:creationId xmlns:a16="http://schemas.microsoft.com/office/drawing/2014/main" id="{D9F77E02-F9A3-13B4-47E2-0ED11FF56B4C}"/>
              </a:ext>
            </a:extLst>
          </p:cNvPr>
          <p:cNvSpPr/>
          <p:nvPr/>
        </p:nvSpPr>
        <p:spPr>
          <a:xfrm>
            <a:off x="10287426" y="5140597"/>
            <a:ext cx="1395941" cy="774400"/>
          </a:xfrm>
          <a:prstGeom prst="diamond">
            <a:avLst/>
          </a:prstGeom>
          <a:no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sp>
        <p:nvSpPr>
          <p:cNvPr id="46" name="Freeform 28">
            <a:extLst>
              <a:ext uri="{FF2B5EF4-FFF2-40B4-BE49-F238E27FC236}">
                <a16:creationId xmlns:a16="http://schemas.microsoft.com/office/drawing/2014/main" id="{6F557098-721B-456E-DD30-EB6B951F6D02}"/>
              </a:ext>
            </a:extLst>
          </p:cNvPr>
          <p:cNvSpPr>
            <a:spLocks/>
          </p:cNvSpPr>
          <p:nvPr/>
        </p:nvSpPr>
        <p:spPr bwMode="auto">
          <a:xfrm>
            <a:off x="10987676" y="5056086"/>
            <a:ext cx="586228" cy="766746"/>
          </a:xfrm>
          <a:custGeom>
            <a:avLst/>
            <a:gdLst>
              <a:gd name="T0" fmla="*/ 643 w 643"/>
              <a:gd name="T1" fmla="*/ 0 h 841"/>
              <a:gd name="T2" fmla="*/ 641 w 643"/>
              <a:gd name="T3" fmla="*/ 467 h 841"/>
              <a:gd name="T4" fmla="*/ 0 w 643"/>
              <a:gd name="T5" fmla="*/ 841 h 841"/>
              <a:gd name="T6" fmla="*/ 0 w 643"/>
              <a:gd name="T7" fmla="*/ 377 h 841"/>
              <a:gd name="T8" fmla="*/ 643 w 643"/>
              <a:gd name="T9" fmla="*/ 0 h 841"/>
            </a:gdLst>
            <a:ahLst/>
            <a:cxnLst>
              <a:cxn ang="0">
                <a:pos x="T0" y="T1"/>
              </a:cxn>
              <a:cxn ang="0">
                <a:pos x="T2" y="T3"/>
              </a:cxn>
              <a:cxn ang="0">
                <a:pos x="T4" y="T5"/>
              </a:cxn>
              <a:cxn ang="0">
                <a:pos x="T6" y="T7"/>
              </a:cxn>
              <a:cxn ang="0">
                <a:pos x="T8" y="T9"/>
              </a:cxn>
            </a:cxnLst>
            <a:rect l="0" t="0" r="r" b="b"/>
            <a:pathLst>
              <a:path w="643" h="841">
                <a:moveTo>
                  <a:pt x="643" y="0"/>
                </a:moveTo>
                <a:lnTo>
                  <a:pt x="641" y="467"/>
                </a:lnTo>
                <a:lnTo>
                  <a:pt x="0" y="841"/>
                </a:lnTo>
                <a:lnTo>
                  <a:pt x="0" y="377"/>
                </a:lnTo>
                <a:lnTo>
                  <a:pt x="643"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7" name="Freeform 29">
            <a:extLst>
              <a:ext uri="{FF2B5EF4-FFF2-40B4-BE49-F238E27FC236}">
                <a16:creationId xmlns:a16="http://schemas.microsoft.com/office/drawing/2014/main" id="{76D013C8-0FC8-B16A-DB7D-E41FEA6878B0}"/>
              </a:ext>
            </a:extLst>
          </p:cNvPr>
          <p:cNvSpPr>
            <a:spLocks/>
          </p:cNvSpPr>
          <p:nvPr/>
        </p:nvSpPr>
        <p:spPr bwMode="auto">
          <a:xfrm>
            <a:off x="10396889" y="5056086"/>
            <a:ext cx="590787" cy="766746"/>
          </a:xfrm>
          <a:custGeom>
            <a:avLst/>
            <a:gdLst>
              <a:gd name="T0" fmla="*/ 648 w 648"/>
              <a:gd name="T1" fmla="*/ 377 h 841"/>
              <a:gd name="T2" fmla="*/ 648 w 648"/>
              <a:gd name="T3" fmla="*/ 841 h 841"/>
              <a:gd name="T4" fmla="*/ 0 w 648"/>
              <a:gd name="T5" fmla="*/ 467 h 841"/>
              <a:gd name="T6" fmla="*/ 2 w 648"/>
              <a:gd name="T7" fmla="*/ 0 h 841"/>
              <a:gd name="T8" fmla="*/ 648 w 648"/>
              <a:gd name="T9" fmla="*/ 377 h 841"/>
            </a:gdLst>
            <a:ahLst/>
            <a:cxnLst>
              <a:cxn ang="0">
                <a:pos x="T0" y="T1"/>
              </a:cxn>
              <a:cxn ang="0">
                <a:pos x="T2" y="T3"/>
              </a:cxn>
              <a:cxn ang="0">
                <a:pos x="T4" y="T5"/>
              </a:cxn>
              <a:cxn ang="0">
                <a:pos x="T6" y="T7"/>
              </a:cxn>
              <a:cxn ang="0">
                <a:pos x="T8" y="T9"/>
              </a:cxn>
            </a:cxnLst>
            <a:rect l="0" t="0" r="r" b="b"/>
            <a:pathLst>
              <a:path w="648" h="841">
                <a:moveTo>
                  <a:pt x="648" y="377"/>
                </a:moveTo>
                <a:lnTo>
                  <a:pt x="648" y="841"/>
                </a:lnTo>
                <a:lnTo>
                  <a:pt x="0" y="467"/>
                </a:lnTo>
                <a:lnTo>
                  <a:pt x="2" y="0"/>
                </a:lnTo>
                <a:lnTo>
                  <a:pt x="648" y="377"/>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48" name="Freeform 30">
            <a:extLst>
              <a:ext uri="{FF2B5EF4-FFF2-40B4-BE49-F238E27FC236}">
                <a16:creationId xmlns:a16="http://schemas.microsoft.com/office/drawing/2014/main" id="{CCF29A72-80CF-7A1C-9452-21B0F5BA84CA}"/>
              </a:ext>
            </a:extLst>
          </p:cNvPr>
          <p:cNvSpPr>
            <a:spLocks/>
          </p:cNvSpPr>
          <p:nvPr/>
        </p:nvSpPr>
        <p:spPr bwMode="auto">
          <a:xfrm>
            <a:off x="10398712" y="4715107"/>
            <a:ext cx="1175192" cy="684693"/>
          </a:xfrm>
          <a:custGeom>
            <a:avLst/>
            <a:gdLst>
              <a:gd name="T0" fmla="*/ 1289 w 1289"/>
              <a:gd name="T1" fmla="*/ 374 h 751"/>
              <a:gd name="T2" fmla="*/ 646 w 1289"/>
              <a:gd name="T3" fmla="*/ 751 h 751"/>
              <a:gd name="T4" fmla="*/ 0 w 1289"/>
              <a:gd name="T5" fmla="*/ 374 h 751"/>
              <a:gd name="T6" fmla="*/ 641 w 1289"/>
              <a:gd name="T7" fmla="*/ 0 h 751"/>
              <a:gd name="T8" fmla="*/ 1289 w 1289"/>
              <a:gd name="T9" fmla="*/ 374 h 751"/>
            </a:gdLst>
            <a:ahLst/>
            <a:cxnLst>
              <a:cxn ang="0">
                <a:pos x="T0" y="T1"/>
              </a:cxn>
              <a:cxn ang="0">
                <a:pos x="T2" y="T3"/>
              </a:cxn>
              <a:cxn ang="0">
                <a:pos x="T4" y="T5"/>
              </a:cxn>
              <a:cxn ang="0">
                <a:pos x="T6" y="T7"/>
              </a:cxn>
              <a:cxn ang="0">
                <a:pos x="T8" y="T9"/>
              </a:cxn>
            </a:cxnLst>
            <a:rect l="0" t="0" r="r" b="b"/>
            <a:pathLst>
              <a:path w="1289" h="751">
                <a:moveTo>
                  <a:pt x="1289" y="374"/>
                </a:moveTo>
                <a:lnTo>
                  <a:pt x="646" y="751"/>
                </a:lnTo>
                <a:lnTo>
                  <a:pt x="0" y="374"/>
                </a:lnTo>
                <a:lnTo>
                  <a:pt x="641" y="0"/>
                </a:lnTo>
                <a:lnTo>
                  <a:pt x="1289" y="374"/>
                </a:lnTo>
                <a:close/>
              </a:path>
            </a:pathLst>
          </a:custGeom>
          <a:gradFill flip="none" rotWithShape="1">
            <a:gsLst>
              <a:gs pos="0">
                <a:schemeClr val="accent1">
                  <a:lumMod val="5000"/>
                  <a:lumOff val="95000"/>
                </a:schemeClr>
              </a:gs>
              <a:gs pos="100000">
                <a:srgbClr val="8E9CEF">
                  <a:lumMod val="52000"/>
                  <a:lumOff val="48000"/>
                </a:srgbClr>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62" name="组合 161">
            <a:extLst>
              <a:ext uri="{FF2B5EF4-FFF2-40B4-BE49-F238E27FC236}">
                <a16:creationId xmlns:a16="http://schemas.microsoft.com/office/drawing/2014/main" id="{EA87DA8A-C7DB-735C-FFAC-82F4A92A4217}"/>
              </a:ext>
            </a:extLst>
          </p:cNvPr>
          <p:cNvGrpSpPr/>
          <p:nvPr/>
        </p:nvGrpSpPr>
        <p:grpSpPr>
          <a:xfrm>
            <a:off x="7497733" y="4291349"/>
            <a:ext cx="740307" cy="499616"/>
            <a:chOff x="9729321" y="2478301"/>
            <a:chExt cx="740307" cy="499616"/>
          </a:xfrm>
        </p:grpSpPr>
        <p:sp>
          <p:nvSpPr>
            <p:cNvPr id="49" name="Freeform 31">
              <a:extLst>
                <a:ext uri="{FF2B5EF4-FFF2-40B4-BE49-F238E27FC236}">
                  <a16:creationId xmlns:a16="http://schemas.microsoft.com/office/drawing/2014/main" id="{EE40C759-A438-233F-58E9-578FB85F136B}"/>
                </a:ext>
              </a:extLst>
            </p:cNvPr>
            <p:cNvSpPr>
              <a:spLocks/>
            </p:cNvSpPr>
            <p:nvPr/>
          </p:nvSpPr>
          <p:spPr bwMode="auto">
            <a:xfrm>
              <a:off x="10099475" y="2693464"/>
              <a:ext cx="370153" cy="284453"/>
            </a:xfrm>
            <a:custGeom>
              <a:avLst/>
              <a:gdLst>
                <a:gd name="T0" fmla="*/ 406 w 406"/>
                <a:gd name="T1" fmla="*/ 0 h 312"/>
                <a:gd name="T2" fmla="*/ 406 w 406"/>
                <a:gd name="T3" fmla="*/ 76 h 312"/>
                <a:gd name="T4" fmla="*/ 0 w 406"/>
                <a:gd name="T5" fmla="*/ 312 h 312"/>
                <a:gd name="T6" fmla="*/ 3 w 406"/>
                <a:gd name="T7" fmla="*/ 236 h 312"/>
                <a:gd name="T8" fmla="*/ 406 w 406"/>
                <a:gd name="T9" fmla="*/ 0 h 312"/>
              </a:gdLst>
              <a:ahLst/>
              <a:cxnLst>
                <a:cxn ang="0">
                  <a:pos x="T0" y="T1"/>
                </a:cxn>
                <a:cxn ang="0">
                  <a:pos x="T2" y="T3"/>
                </a:cxn>
                <a:cxn ang="0">
                  <a:pos x="T4" y="T5"/>
                </a:cxn>
                <a:cxn ang="0">
                  <a:pos x="T6" y="T7"/>
                </a:cxn>
                <a:cxn ang="0">
                  <a:pos x="T8" y="T9"/>
                </a:cxn>
              </a:cxnLst>
              <a:rect l="0" t="0" r="r" b="b"/>
              <a:pathLst>
                <a:path w="406" h="312">
                  <a:moveTo>
                    <a:pt x="406" y="0"/>
                  </a:moveTo>
                  <a:lnTo>
                    <a:pt x="406" y="76"/>
                  </a:lnTo>
                  <a:lnTo>
                    <a:pt x="0" y="312"/>
                  </a:lnTo>
                  <a:lnTo>
                    <a:pt x="3" y="236"/>
                  </a:lnTo>
                  <a:lnTo>
                    <a:pt x="406"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0" name="Freeform 32">
              <a:extLst>
                <a:ext uri="{FF2B5EF4-FFF2-40B4-BE49-F238E27FC236}">
                  <a16:creationId xmlns:a16="http://schemas.microsoft.com/office/drawing/2014/main" id="{995A27D6-DF14-3C0F-01A2-7F2DE6FE5EAE}"/>
                </a:ext>
              </a:extLst>
            </p:cNvPr>
            <p:cNvSpPr>
              <a:spLocks/>
            </p:cNvSpPr>
            <p:nvPr/>
          </p:nvSpPr>
          <p:spPr bwMode="auto">
            <a:xfrm>
              <a:off x="9729321" y="2693464"/>
              <a:ext cx="372889" cy="284453"/>
            </a:xfrm>
            <a:custGeom>
              <a:avLst/>
              <a:gdLst>
                <a:gd name="T0" fmla="*/ 409 w 409"/>
                <a:gd name="T1" fmla="*/ 236 h 312"/>
                <a:gd name="T2" fmla="*/ 406 w 409"/>
                <a:gd name="T3" fmla="*/ 312 h 312"/>
                <a:gd name="T4" fmla="*/ 0 w 409"/>
                <a:gd name="T5" fmla="*/ 76 h 312"/>
                <a:gd name="T6" fmla="*/ 0 w 409"/>
                <a:gd name="T7" fmla="*/ 0 h 312"/>
                <a:gd name="T8" fmla="*/ 409 w 409"/>
                <a:gd name="T9" fmla="*/ 236 h 312"/>
              </a:gdLst>
              <a:ahLst/>
              <a:cxnLst>
                <a:cxn ang="0">
                  <a:pos x="T0" y="T1"/>
                </a:cxn>
                <a:cxn ang="0">
                  <a:pos x="T2" y="T3"/>
                </a:cxn>
                <a:cxn ang="0">
                  <a:pos x="T4" y="T5"/>
                </a:cxn>
                <a:cxn ang="0">
                  <a:pos x="T6" y="T7"/>
                </a:cxn>
                <a:cxn ang="0">
                  <a:pos x="T8" y="T9"/>
                </a:cxn>
              </a:cxnLst>
              <a:rect l="0" t="0" r="r" b="b"/>
              <a:pathLst>
                <a:path w="409" h="312">
                  <a:moveTo>
                    <a:pt x="409" y="236"/>
                  </a:moveTo>
                  <a:lnTo>
                    <a:pt x="406" y="312"/>
                  </a:lnTo>
                  <a:lnTo>
                    <a:pt x="0" y="76"/>
                  </a:lnTo>
                  <a:lnTo>
                    <a:pt x="0" y="0"/>
                  </a:lnTo>
                  <a:lnTo>
                    <a:pt x="409" y="236"/>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1" name="Freeform 33">
              <a:extLst>
                <a:ext uri="{FF2B5EF4-FFF2-40B4-BE49-F238E27FC236}">
                  <a16:creationId xmlns:a16="http://schemas.microsoft.com/office/drawing/2014/main" id="{642BED19-DCD9-C759-542F-6CFB00595F35}"/>
                </a:ext>
              </a:extLst>
            </p:cNvPr>
            <p:cNvSpPr>
              <a:spLocks/>
            </p:cNvSpPr>
            <p:nvPr/>
          </p:nvSpPr>
          <p:spPr bwMode="auto">
            <a:xfrm>
              <a:off x="9729321" y="2478301"/>
              <a:ext cx="740307" cy="430326"/>
            </a:xfrm>
            <a:custGeom>
              <a:avLst/>
              <a:gdLst>
                <a:gd name="T0" fmla="*/ 812 w 812"/>
                <a:gd name="T1" fmla="*/ 236 h 472"/>
                <a:gd name="T2" fmla="*/ 409 w 812"/>
                <a:gd name="T3" fmla="*/ 472 h 472"/>
                <a:gd name="T4" fmla="*/ 0 w 812"/>
                <a:gd name="T5" fmla="*/ 236 h 472"/>
                <a:gd name="T6" fmla="*/ 404 w 812"/>
                <a:gd name="T7" fmla="*/ 0 h 472"/>
                <a:gd name="T8" fmla="*/ 812 w 812"/>
                <a:gd name="T9" fmla="*/ 236 h 472"/>
              </a:gdLst>
              <a:ahLst/>
              <a:cxnLst>
                <a:cxn ang="0">
                  <a:pos x="T0" y="T1"/>
                </a:cxn>
                <a:cxn ang="0">
                  <a:pos x="T2" y="T3"/>
                </a:cxn>
                <a:cxn ang="0">
                  <a:pos x="T4" y="T5"/>
                </a:cxn>
                <a:cxn ang="0">
                  <a:pos x="T6" y="T7"/>
                </a:cxn>
                <a:cxn ang="0">
                  <a:pos x="T8" y="T9"/>
                </a:cxn>
              </a:cxnLst>
              <a:rect l="0" t="0" r="r" b="b"/>
              <a:pathLst>
                <a:path w="812" h="472">
                  <a:moveTo>
                    <a:pt x="812" y="236"/>
                  </a:moveTo>
                  <a:lnTo>
                    <a:pt x="409" y="472"/>
                  </a:lnTo>
                  <a:lnTo>
                    <a:pt x="0" y="236"/>
                  </a:lnTo>
                  <a:lnTo>
                    <a:pt x="404" y="0"/>
                  </a:lnTo>
                  <a:lnTo>
                    <a:pt x="812" y="236"/>
                  </a:lnTo>
                  <a:close/>
                </a:path>
              </a:pathLst>
            </a:custGeom>
            <a:gradFill flip="none" rotWithShape="1">
              <a:gsLst>
                <a:gs pos="0">
                  <a:schemeClr val="accent1">
                    <a:lumMod val="0"/>
                    <a:lumOff val="100000"/>
                  </a:schemeClr>
                </a:gs>
                <a:gs pos="100000">
                  <a:srgbClr val="8E9CEF">
                    <a:lumMod val="61000"/>
                    <a:lumOff val="39000"/>
                  </a:srgbClr>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82" name="组合 81">
            <a:extLst>
              <a:ext uri="{FF2B5EF4-FFF2-40B4-BE49-F238E27FC236}">
                <a16:creationId xmlns:a16="http://schemas.microsoft.com/office/drawing/2014/main" id="{0E8B663F-284A-90CA-7825-03B5DEC1AB30}"/>
              </a:ext>
            </a:extLst>
          </p:cNvPr>
          <p:cNvGrpSpPr/>
          <p:nvPr/>
        </p:nvGrpSpPr>
        <p:grpSpPr>
          <a:xfrm>
            <a:off x="4541966" y="2078158"/>
            <a:ext cx="857816" cy="796000"/>
            <a:chOff x="3694725" y="1891638"/>
            <a:chExt cx="857816" cy="796000"/>
          </a:xfrm>
        </p:grpSpPr>
        <p:grpSp>
          <p:nvGrpSpPr>
            <p:cNvPr id="66" name="组合 65">
              <a:extLst>
                <a:ext uri="{FF2B5EF4-FFF2-40B4-BE49-F238E27FC236}">
                  <a16:creationId xmlns:a16="http://schemas.microsoft.com/office/drawing/2014/main" id="{0A7E55A8-C93E-9EDD-3FB9-C8473C9E62C9}"/>
                </a:ext>
              </a:extLst>
            </p:cNvPr>
            <p:cNvGrpSpPr/>
            <p:nvPr/>
          </p:nvGrpSpPr>
          <p:grpSpPr>
            <a:xfrm>
              <a:off x="3694725" y="2034773"/>
              <a:ext cx="857816" cy="652865"/>
              <a:chOff x="7866731" y="1005790"/>
              <a:chExt cx="1169117" cy="889789"/>
            </a:xfrm>
          </p:grpSpPr>
          <p:sp>
            <p:nvSpPr>
              <p:cNvPr id="67" name="菱形 66">
                <a:extLst>
                  <a:ext uri="{FF2B5EF4-FFF2-40B4-BE49-F238E27FC236}">
                    <a16:creationId xmlns:a16="http://schemas.microsoft.com/office/drawing/2014/main" id="{1BB2DA1A-1A82-51D0-C048-E85CA333CD3A}"/>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68" name="组合 67">
                <a:extLst>
                  <a:ext uri="{FF2B5EF4-FFF2-40B4-BE49-F238E27FC236}">
                    <a16:creationId xmlns:a16="http://schemas.microsoft.com/office/drawing/2014/main" id="{B89FABDD-2B93-E035-8EE4-3DB8C956BB66}"/>
                  </a:ext>
                </a:extLst>
              </p:cNvPr>
              <p:cNvGrpSpPr/>
              <p:nvPr/>
            </p:nvGrpSpPr>
            <p:grpSpPr>
              <a:xfrm>
                <a:off x="7979430" y="1005790"/>
                <a:ext cx="943718" cy="796775"/>
                <a:chOff x="8056563" y="1092200"/>
                <a:chExt cx="1641476" cy="1385888"/>
              </a:xfrm>
            </p:grpSpPr>
            <p:sp>
              <p:nvSpPr>
                <p:cNvPr id="73" name="Freeform 18">
                  <a:extLst>
                    <a:ext uri="{FF2B5EF4-FFF2-40B4-BE49-F238E27FC236}">
                      <a16:creationId xmlns:a16="http://schemas.microsoft.com/office/drawing/2014/main" id="{0CC11171-1B84-ECDC-48CC-1DFE3F0FA071}"/>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9">
                  <a:extLst>
                    <a:ext uri="{FF2B5EF4-FFF2-40B4-BE49-F238E27FC236}">
                      <a16:creationId xmlns:a16="http://schemas.microsoft.com/office/drawing/2014/main" id="{E5453DB5-697E-AFB6-96E0-2439E3B377AD}"/>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20">
                  <a:extLst>
                    <a:ext uri="{FF2B5EF4-FFF2-40B4-BE49-F238E27FC236}">
                      <a16:creationId xmlns:a16="http://schemas.microsoft.com/office/drawing/2014/main" id="{84990F1D-38FC-1178-BC0B-E7DCF05ADDFF}"/>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81" name="组合 80">
              <a:extLst>
                <a:ext uri="{FF2B5EF4-FFF2-40B4-BE49-F238E27FC236}">
                  <a16:creationId xmlns:a16="http://schemas.microsoft.com/office/drawing/2014/main" id="{18F18012-EB82-F521-EBD1-33D97FE1E4FC}"/>
                </a:ext>
              </a:extLst>
            </p:cNvPr>
            <p:cNvGrpSpPr/>
            <p:nvPr/>
          </p:nvGrpSpPr>
          <p:grpSpPr>
            <a:xfrm>
              <a:off x="3961379" y="1891638"/>
              <a:ext cx="324508" cy="401374"/>
              <a:chOff x="3963363" y="1840537"/>
              <a:chExt cx="324508" cy="489935"/>
            </a:xfrm>
          </p:grpSpPr>
          <p:sp>
            <p:nvSpPr>
              <p:cNvPr id="76" name="椭圆 75">
                <a:extLst>
                  <a:ext uri="{FF2B5EF4-FFF2-40B4-BE49-F238E27FC236}">
                    <a16:creationId xmlns:a16="http://schemas.microsoft.com/office/drawing/2014/main" id="{EF060CF4-0C2F-B467-C7F3-DA67E00B32DC}"/>
                  </a:ext>
                </a:extLst>
              </p:cNvPr>
              <p:cNvSpPr/>
              <p:nvPr/>
            </p:nvSpPr>
            <p:spPr>
              <a:xfrm>
                <a:off x="3963363" y="2143272"/>
                <a:ext cx="324508" cy="187200"/>
              </a:xfrm>
              <a:prstGeom prst="ellipse">
                <a:avLst/>
              </a:prstGeom>
              <a:gradFill>
                <a:gsLst>
                  <a:gs pos="0">
                    <a:srgbClr val="6578F0"/>
                  </a:gs>
                  <a:gs pos="100000">
                    <a:srgbClr val="3749CC"/>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47939429-DCA3-81CB-67F5-66F0DFA2D625}"/>
                  </a:ext>
                </a:extLst>
              </p:cNvPr>
              <p:cNvSpPr/>
              <p:nvPr/>
            </p:nvSpPr>
            <p:spPr>
              <a:xfrm>
                <a:off x="3963363" y="2042361"/>
                <a:ext cx="324508" cy="187200"/>
              </a:xfrm>
              <a:prstGeom prst="ellipse">
                <a:avLst/>
              </a:prstGeom>
              <a:gradFill>
                <a:gsLst>
                  <a:gs pos="0">
                    <a:srgbClr val="6578F0">
                      <a:alpha val="50000"/>
                    </a:srgbClr>
                  </a:gs>
                  <a:gs pos="100000">
                    <a:srgbClr val="3749CC">
                      <a:alpha val="50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CEAA886B-D3A0-BF99-45C3-305B24C68A5A}"/>
                  </a:ext>
                </a:extLst>
              </p:cNvPr>
              <p:cNvSpPr/>
              <p:nvPr/>
            </p:nvSpPr>
            <p:spPr>
              <a:xfrm>
                <a:off x="3963363" y="1941449"/>
                <a:ext cx="324508" cy="187200"/>
              </a:xfrm>
              <a:prstGeom prst="ellipse">
                <a:avLst/>
              </a:prstGeom>
              <a:gradFill>
                <a:gsLst>
                  <a:gs pos="0">
                    <a:srgbClr val="6578F0">
                      <a:alpha val="20000"/>
                    </a:srgbClr>
                  </a:gs>
                  <a:gs pos="100000">
                    <a:srgbClr val="3749CC">
                      <a:alpha val="20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a:extLst>
                  <a:ext uri="{FF2B5EF4-FFF2-40B4-BE49-F238E27FC236}">
                    <a16:creationId xmlns:a16="http://schemas.microsoft.com/office/drawing/2014/main" id="{CCAC3BCB-FDC1-A6F0-5FA2-42797C511B15}"/>
                  </a:ext>
                </a:extLst>
              </p:cNvPr>
              <p:cNvSpPr/>
              <p:nvPr/>
            </p:nvSpPr>
            <p:spPr>
              <a:xfrm>
                <a:off x="3963363" y="1840537"/>
                <a:ext cx="324508" cy="187200"/>
              </a:xfrm>
              <a:prstGeom prst="ellipse">
                <a:avLst/>
              </a:prstGeom>
              <a:gradFill>
                <a:gsLst>
                  <a:gs pos="0">
                    <a:srgbClr val="6578F0">
                      <a:alpha val="10000"/>
                    </a:srgbClr>
                  </a:gs>
                  <a:gs pos="100000">
                    <a:srgbClr val="3749CC">
                      <a:alpha val="20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83" name="组合 82">
            <a:extLst>
              <a:ext uri="{FF2B5EF4-FFF2-40B4-BE49-F238E27FC236}">
                <a16:creationId xmlns:a16="http://schemas.microsoft.com/office/drawing/2014/main" id="{96356922-87D5-D24A-63C0-C0E7DBC45202}"/>
              </a:ext>
            </a:extLst>
          </p:cNvPr>
          <p:cNvGrpSpPr/>
          <p:nvPr/>
        </p:nvGrpSpPr>
        <p:grpSpPr>
          <a:xfrm>
            <a:off x="5118996" y="1728516"/>
            <a:ext cx="857816" cy="796000"/>
            <a:chOff x="3694725" y="1891638"/>
            <a:chExt cx="857816" cy="796000"/>
          </a:xfrm>
        </p:grpSpPr>
        <p:grpSp>
          <p:nvGrpSpPr>
            <p:cNvPr id="84" name="组合 83">
              <a:extLst>
                <a:ext uri="{FF2B5EF4-FFF2-40B4-BE49-F238E27FC236}">
                  <a16:creationId xmlns:a16="http://schemas.microsoft.com/office/drawing/2014/main" id="{5FF8E035-6F67-B2DF-562D-5B160888DEB8}"/>
                </a:ext>
              </a:extLst>
            </p:cNvPr>
            <p:cNvGrpSpPr/>
            <p:nvPr/>
          </p:nvGrpSpPr>
          <p:grpSpPr>
            <a:xfrm>
              <a:off x="3694725" y="2034773"/>
              <a:ext cx="857816" cy="652865"/>
              <a:chOff x="7866731" y="1005790"/>
              <a:chExt cx="1169117" cy="889789"/>
            </a:xfrm>
          </p:grpSpPr>
          <p:sp>
            <p:nvSpPr>
              <p:cNvPr id="90" name="菱形 89">
                <a:extLst>
                  <a:ext uri="{FF2B5EF4-FFF2-40B4-BE49-F238E27FC236}">
                    <a16:creationId xmlns:a16="http://schemas.microsoft.com/office/drawing/2014/main" id="{E0EE9D1A-E0A1-11EB-2CC6-6861575B428A}"/>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91" name="组合 90">
                <a:extLst>
                  <a:ext uri="{FF2B5EF4-FFF2-40B4-BE49-F238E27FC236}">
                    <a16:creationId xmlns:a16="http://schemas.microsoft.com/office/drawing/2014/main" id="{F4B62ACE-3973-9A66-338D-0CA72C3B107F}"/>
                  </a:ext>
                </a:extLst>
              </p:cNvPr>
              <p:cNvGrpSpPr/>
              <p:nvPr/>
            </p:nvGrpSpPr>
            <p:grpSpPr>
              <a:xfrm>
                <a:off x="7979430" y="1005790"/>
                <a:ext cx="943718" cy="796775"/>
                <a:chOff x="8056563" y="1092200"/>
                <a:chExt cx="1641476" cy="1385888"/>
              </a:xfrm>
            </p:grpSpPr>
            <p:sp>
              <p:nvSpPr>
                <p:cNvPr id="92" name="Freeform 18">
                  <a:extLst>
                    <a:ext uri="{FF2B5EF4-FFF2-40B4-BE49-F238E27FC236}">
                      <a16:creationId xmlns:a16="http://schemas.microsoft.com/office/drawing/2014/main" id="{A16EAC70-2601-72E4-7E8B-7E64EFD3A305}"/>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Freeform 19">
                  <a:extLst>
                    <a:ext uri="{FF2B5EF4-FFF2-40B4-BE49-F238E27FC236}">
                      <a16:creationId xmlns:a16="http://schemas.microsoft.com/office/drawing/2014/main" id="{3955D64B-40A0-AB32-1768-C5F73803D40E}"/>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20">
                  <a:extLst>
                    <a:ext uri="{FF2B5EF4-FFF2-40B4-BE49-F238E27FC236}">
                      <a16:creationId xmlns:a16="http://schemas.microsoft.com/office/drawing/2014/main" id="{34903B35-925B-2030-87F9-9B75B038E342}"/>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85" name="组合 84">
              <a:extLst>
                <a:ext uri="{FF2B5EF4-FFF2-40B4-BE49-F238E27FC236}">
                  <a16:creationId xmlns:a16="http://schemas.microsoft.com/office/drawing/2014/main" id="{839B4E20-81C8-6C06-8702-E3A8502B074B}"/>
                </a:ext>
              </a:extLst>
            </p:cNvPr>
            <p:cNvGrpSpPr/>
            <p:nvPr/>
          </p:nvGrpSpPr>
          <p:grpSpPr>
            <a:xfrm>
              <a:off x="3961379" y="1891638"/>
              <a:ext cx="324508" cy="401374"/>
              <a:chOff x="3963363" y="1840537"/>
              <a:chExt cx="324508" cy="489935"/>
            </a:xfrm>
          </p:grpSpPr>
          <p:sp>
            <p:nvSpPr>
              <p:cNvPr id="86" name="椭圆 85">
                <a:extLst>
                  <a:ext uri="{FF2B5EF4-FFF2-40B4-BE49-F238E27FC236}">
                    <a16:creationId xmlns:a16="http://schemas.microsoft.com/office/drawing/2014/main" id="{366F411B-FAF5-DBA8-177A-801AED081761}"/>
                  </a:ext>
                </a:extLst>
              </p:cNvPr>
              <p:cNvSpPr/>
              <p:nvPr/>
            </p:nvSpPr>
            <p:spPr>
              <a:xfrm>
                <a:off x="3963363" y="2143272"/>
                <a:ext cx="324508" cy="187200"/>
              </a:xfrm>
              <a:prstGeom prst="ellipse">
                <a:avLst/>
              </a:prstGeom>
              <a:gradFill>
                <a:gsLst>
                  <a:gs pos="0">
                    <a:srgbClr val="6578F0"/>
                  </a:gs>
                  <a:gs pos="100000">
                    <a:srgbClr val="3749CC"/>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34794CDE-54D4-C1B1-0748-863A3761D00E}"/>
                  </a:ext>
                </a:extLst>
              </p:cNvPr>
              <p:cNvSpPr/>
              <p:nvPr/>
            </p:nvSpPr>
            <p:spPr>
              <a:xfrm>
                <a:off x="3963363" y="2042361"/>
                <a:ext cx="324508" cy="187200"/>
              </a:xfrm>
              <a:prstGeom prst="ellipse">
                <a:avLst/>
              </a:prstGeom>
              <a:gradFill>
                <a:gsLst>
                  <a:gs pos="0">
                    <a:srgbClr val="6578F0">
                      <a:alpha val="50000"/>
                    </a:srgbClr>
                  </a:gs>
                  <a:gs pos="100000">
                    <a:srgbClr val="3749CC">
                      <a:alpha val="50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a:extLst>
                  <a:ext uri="{FF2B5EF4-FFF2-40B4-BE49-F238E27FC236}">
                    <a16:creationId xmlns:a16="http://schemas.microsoft.com/office/drawing/2014/main" id="{6114DD7F-5FF1-83E3-F464-988A19270C46}"/>
                  </a:ext>
                </a:extLst>
              </p:cNvPr>
              <p:cNvSpPr/>
              <p:nvPr/>
            </p:nvSpPr>
            <p:spPr>
              <a:xfrm>
                <a:off x="3963363" y="1941449"/>
                <a:ext cx="324508" cy="187200"/>
              </a:xfrm>
              <a:prstGeom prst="ellipse">
                <a:avLst/>
              </a:prstGeom>
              <a:gradFill>
                <a:gsLst>
                  <a:gs pos="0">
                    <a:srgbClr val="6578F0">
                      <a:alpha val="20000"/>
                    </a:srgbClr>
                  </a:gs>
                  <a:gs pos="100000">
                    <a:srgbClr val="3749CC">
                      <a:alpha val="20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a:extLst>
                  <a:ext uri="{FF2B5EF4-FFF2-40B4-BE49-F238E27FC236}">
                    <a16:creationId xmlns:a16="http://schemas.microsoft.com/office/drawing/2014/main" id="{CE0CD869-E48E-4FDA-17BC-37BDA3E2ADC0}"/>
                  </a:ext>
                </a:extLst>
              </p:cNvPr>
              <p:cNvSpPr/>
              <p:nvPr/>
            </p:nvSpPr>
            <p:spPr>
              <a:xfrm>
                <a:off x="3963363" y="1840537"/>
                <a:ext cx="324508" cy="187200"/>
              </a:xfrm>
              <a:prstGeom prst="ellipse">
                <a:avLst/>
              </a:prstGeom>
              <a:gradFill>
                <a:gsLst>
                  <a:gs pos="0">
                    <a:srgbClr val="6578F0">
                      <a:alpha val="10000"/>
                    </a:srgbClr>
                  </a:gs>
                  <a:gs pos="100000">
                    <a:srgbClr val="3749CC">
                      <a:alpha val="20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95" name="组合 94">
            <a:extLst>
              <a:ext uri="{FF2B5EF4-FFF2-40B4-BE49-F238E27FC236}">
                <a16:creationId xmlns:a16="http://schemas.microsoft.com/office/drawing/2014/main" id="{5032752A-0A27-FA56-C124-B9172D0ED1E8}"/>
              </a:ext>
            </a:extLst>
          </p:cNvPr>
          <p:cNvGrpSpPr/>
          <p:nvPr/>
        </p:nvGrpSpPr>
        <p:grpSpPr>
          <a:xfrm>
            <a:off x="5696026" y="1378874"/>
            <a:ext cx="857816" cy="796000"/>
            <a:chOff x="3694725" y="1891638"/>
            <a:chExt cx="857816" cy="796000"/>
          </a:xfrm>
        </p:grpSpPr>
        <p:grpSp>
          <p:nvGrpSpPr>
            <p:cNvPr id="96" name="组合 95">
              <a:extLst>
                <a:ext uri="{FF2B5EF4-FFF2-40B4-BE49-F238E27FC236}">
                  <a16:creationId xmlns:a16="http://schemas.microsoft.com/office/drawing/2014/main" id="{69A33579-BCED-B484-2BCC-AA144A5F70BF}"/>
                </a:ext>
              </a:extLst>
            </p:cNvPr>
            <p:cNvGrpSpPr/>
            <p:nvPr/>
          </p:nvGrpSpPr>
          <p:grpSpPr>
            <a:xfrm>
              <a:off x="3694725" y="2034773"/>
              <a:ext cx="857816" cy="652865"/>
              <a:chOff x="7866731" y="1005790"/>
              <a:chExt cx="1169117" cy="889789"/>
            </a:xfrm>
          </p:grpSpPr>
          <p:sp>
            <p:nvSpPr>
              <p:cNvPr id="102" name="菱形 101">
                <a:extLst>
                  <a:ext uri="{FF2B5EF4-FFF2-40B4-BE49-F238E27FC236}">
                    <a16:creationId xmlns:a16="http://schemas.microsoft.com/office/drawing/2014/main" id="{AE3D869B-31AA-2748-569F-222FA4FEBC19}"/>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103" name="组合 102">
                <a:extLst>
                  <a:ext uri="{FF2B5EF4-FFF2-40B4-BE49-F238E27FC236}">
                    <a16:creationId xmlns:a16="http://schemas.microsoft.com/office/drawing/2014/main" id="{FCE12A55-24E4-6988-65B2-7F3C0FE00FD7}"/>
                  </a:ext>
                </a:extLst>
              </p:cNvPr>
              <p:cNvGrpSpPr/>
              <p:nvPr/>
            </p:nvGrpSpPr>
            <p:grpSpPr>
              <a:xfrm>
                <a:off x="7979430" y="1005790"/>
                <a:ext cx="943718" cy="796775"/>
                <a:chOff x="8056563" y="1092200"/>
                <a:chExt cx="1641476" cy="1385888"/>
              </a:xfrm>
            </p:grpSpPr>
            <p:sp>
              <p:nvSpPr>
                <p:cNvPr id="104" name="Freeform 18">
                  <a:extLst>
                    <a:ext uri="{FF2B5EF4-FFF2-40B4-BE49-F238E27FC236}">
                      <a16:creationId xmlns:a16="http://schemas.microsoft.com/office/drawing/2014/main" id="{3BAE8CEC-9B60-5BDE-FCD5-E4CF5CF502CD}"/>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19">
                  <a:extLst>
                    <a:ext uri="{FF2B5EF4-FFF2-40B4-BE49-F238E27FC236}">
                      <a16:creationId xmlns:a16="http://schemas.microsoft.com/office/drawing/2014/main" id="{1E8A6521-D515-70E2-A020-3F5F2AB2DD0A}"/>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Freeform 20">
                  <a:extLst>
                    <a:ext uri="{FF2B5EF4-FFF2-40B4-BE49-F238E27FC236}">
                      <a16:creationId xmlns:a16="http://schemas.microsoft.com/office/drawing/2014/main" id="{08ACCEF5-7192-60C7-BB9F-E2148A5704FC}"/>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97" name="组合 96">
              <a:extLst>
                <a:ext uri="{FF2B5EF4-FFF2-40B4-BE49-F238E27FC236}">
                  <a16:creationId xmlns:a16="http://schemas.microsoft.com/office/drawing/2014/main" id="{651C20D0-BDE8-DE05-A1E7-B80A6DCE2063}"/>
                </a:ext>
              </a:extLst>
            </p:cNvPr>
            <p:cNvGrpSpPr/>
            <p:nvPr/>
          </p:nvGrpSpPr>
          <p:grpSpPr>
            <a:xfrm>
              <a:off x="3961379" y="1891638"/>
              <a:ext cx="324508" cy="401374"/>
              <a:chOff x="3963363" y="1840537"/>
              <a:chExt cx="324508" cy="489935"/>
            </a:xfrm>
          </p:grpSpPr>
          <p:sp>
            <p:nvSpPr>
              <p:cNvPr id="98" name="椭圆 97">
                <a:extLst>
                  <a:ext uri="{FF2B5EF4-FFF2-40B4-BE49-F238E27FC236}">
                    <a16:creationId xmlns:a16="http://schemas.microsoft.com/office/drawing/2014/main" id="{BBEDF44B-4ABE-1FDF-A123-7866E797F9BA}"/>
                  </a:ext>
                </a:extLst>
              </p:cNvPr>
              <p:cNvSpPr/>
              <p:nvPr/>
            </p:nvSpPr>
            <p:spPr>
              <a:xfrm>
                <a:off x="3963363" y="2143272"/>
                <a:ext cx="324508" cy="187200"/>
              </a:xfrm>
              <a:prstGeom prst="ellipse">
                <a:avLst/>
              </a:prstGeom>
              <a:gradFill>
                <a:gsLst>
                  <a:gs pos="0">
                    <a:srgbClr val="6578F0"/>
                  </a:gs>
                  <a:gs pos="100000">
                    <a:srgbClr val="3749CC"/>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a:extLst>
                  <a:ext uri="{FF2B5EF4-FFF2-40B4-BE49-F238E27FC236}">
                    <a16:creationId xmlns:a16="http://schemas.microsoft.com/office/drawing/2014/main" id="{881FF865-B442-8B22-8419-E87F7D84FA67}"/>
                  </a:ext>
                </a:extLst>
              </p:cNvPr>
              <p:cNvSpPr/>
              <p:nvPr/>
            </p:nvSpPr>
            <p:spPr>
              <a:xfrm>
                <a:off x="3963363" y="2042361"/>
                <a:ext cx="324508" cy="187200"/>
              </a:xfrm>
              <a:prstGeom prst="ellipse">
                <a:avLst/>
              </a:prstGeom>
              <a:gradFill>
                <a:gsLst>
                  <a:gs pos="0">
                    <a:srgbClr val="6578F0">
                      <a:alpha val="50000"/>
                    </a:srgbClr>
                  </a:gs>
                  <a:gs pos="100000">
                    <a:srgbClr val="3749CC">
                      <a:alpha val="50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椭圆 99">
                <a:extLst>
                  <a:ext uri="{FF2B5EF4-FFF2-40B4-BE49-F238E27FC236}">
                    <a16:creationId xmlns:a16="http://schemas.microsoft.com/office/drawing/2014/main" id="{DCFD1D63-441F-A6A1-1BAE-CC259FACD0BF}"/>
                  </a:ext>
                </a:extLst>
              </p:cNvPr>
              <p:cNvSpPr/>
              <p:nvPr/>
            </p:nvSpPr>
            <p:spPr>
              <a:xfrm>
                <a:off x="3963363" y="1941449"/>
                <a:ext cx="324508" cy="187200"/>
              </a:xfrm>
              <a:prstGeom prst="ellipse">
                <a:avLst/>
              </a:prstGeom>
              <a:gradFill>
                <a:gsLst>
                  <a:gs pos="0">
                    <a:srgbClr val="6578F0">
                      <a:alpha val="20000"/>
                    </a:srgbClr>
                  </a:gs>
                  <a:gs pos="100000">
                    <a:srgbClr val="3749CC">
                      <a:alpha val="20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a:extLst>
                  <a:ext uri="{FF2B5EF4-FFF2-40B4-BE49-F238E27FC236}">
                    <a16:creationId xmlns:a16="http://schemas.microsoft.com/office/drawing/2014/main" id="{51472EF8-7ABA-07E4-E830-A0EC10064CEF}"/>
                  </a:ext>
                </a:extLst>
              </p:cNvPr>
              <p:cNvSpPr/>
              <p:nvPr/>
            </p:nvSpPr>
            <p:spPr>
              <a:xfrm>
                <a:off x="3963363" y="1840537"/>
                <a:ext cx="324508" cy="187200"/>
              </a:xfrm>
              <a:prstGeom prst="ellipse">
                <a:avLst/>
              </a:prstGeom>
              <a:gradFill>
                <a:gsLst>
                  <a:gs pos="0">
                    <a:srgbClr val="6578F0">
                      <a:alpha val="10000"/>
                    </a:srgbClr>
                  </a:gs>
                  <a:gs pos="100000">
                    <a:srgbClr val="3749CC">
                      <a:alpha val="20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07" name="组合 106">
            <a:extLst>
              <a:ext uri="{FF2B5EF4-FFF2-40B4-BE49-F238E27FC236}">
                <a16:creationId xmlns:a16="http://schemas.microsoft.com/office/drawing/2014/main" id="{81D46E47-678B-D715-E0E0-415B8EB559F1}"/>
              </a:ext>
            </a:extLst>
          </p:cNvPr>
          <p:cNvGrpSpPr/>
          <p:nvPr/>
        </p:nvGrpSpPr>
        <p:grpSpPr>
          <a:xfrm>
            <a:off x="6032428" y="1628140"/>
            <a:ext cx="1162050" cy="1514475"/>
            <a:chOff x="5106989" y="1475805"/>
            <a:chExt cx="1162050" cy="1514475"/>
          </a:xfrm>
        </p:grpSpPr>
        <p:sp>
          <p:nvSpPr>
            <p:cNvPr id="64" name="Freeform 25">
              <a:extLst>
                <a:ext uri="{FF2B5EF4-FFF2-40B4-BE49-F238E27FC236}">
                  <a16:creationId xmlns:a16="http://schemas.microsoft.com/office/drawing/2014/main" id="{C8711584-2F5F-1BC8-EA5E-5843F41DFF2C}"/>
                </a:ext>
              </a:extLst>
            </p:cNvPr>
            <p:cNvSpPr>
              <a:spLocks/>
            </p:cNvSpPr>
            <p:nvPr/>
          </p:nvSpPr>
          <p:spPr bwMode="auto">
            <a:xfrm>
              <a:off x="5106989" y="1475805"/>
              <a:ext cx="1009650" cy="1387475"/>
            </a:xfrm>
            <a:custGeom>
              <a:avLst/>
              <a:gdLst>
                <a:gd name="T0" fmla="*/ 593 w 677"/>
                <a:gd name="T1" fmla="*/ 37 h 931"/>
                <a:gd name="T2" fmla="*/ 346 w 677"/>
                <a:gd name="T3" fmla="*/ 61 h 931"/>
                <a:gd name="T4" fmla="*/ 1 w 677"/>
                <a:gd name="T5" fmla="*/ 659 h 931"/>
                <a:gd name="T6" fmla="*/ 102 w 677"/>
                <a:gd name="T7" fmla="*/ 882 h 931"/>
                <a:gd name="T8" fmla="*/ 186 w 677"/>
                <a:gd name="T9" fmla="*/ 931 h 931"/>
                <a:gd name="T10" fmla="*/ 85 w 677"/>
                <a:gd name="T11" fmla="*/ 709 h 931"/>
                <a:gd name="T12" fmla="*/ 431 w 677"/>
                <a:gd name="T13" fmla="*/ 110 h 931"/>
                <a:gd name="T14" fmla="*/ 677 w 677"/>
                <a:gd name="T15" fmla="*/ 86 h 931"/>
                <a:gd name="T16" fmla="*/ 593 w 677"/>
                <a:gd name="T17" fmla="*/ 37 h 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7" h="931">
                  <a:moveTo>
                    <a:pt x="593" y="37"/>
                  </a:moveTo>
                  <a:cubicBezTo>
                    <a:pt x="530" y="0"/>
                    <a:pt x="442" y="5"/>
                    <a:pt x="346" y="61"/>
                  </a:cubicBezTo>
                  <a:cubicBezTo>
                    <a:pt x="155" y="172"/>
                    <a:pt x="0" y="439"/>
                    <a:pt x="1" y="659"/>
                  </a:cubicBezTo>
                  <a:cubicBezTo>
                    <a:pt x="1" y="769"/>
                    <a:pt x="40" y="846"/>
                    <a:pt x="102" y="882"/>
                  </a:cubicBezTo>
                  <a:cubicBezTo>
                    <a:pt x="186" y="931"/>
                    <a:pt x="186" y="931"/>
                    <a:pt x="186" y="931"/>
                  </a:cubicBezTo>
                  <a:cubicBezTo>
                    <a:pt x="124" y="895"/>
                    <a:pt x="86" y="818"/>
                    <a:pt x="85" y="709"/>
                  </a:cubicBezTo>
                  <a:cubicBezTo>
                    <a:pt x="85" y="489"/>
                    <a:pt x="239" y="221"/>
                    <a:pt x="431" y="110"/>
                  </a:cubicBezTo>
                  <a:cubicBezTo>
                    <a:pt x="527" y="55"/>
                    <a:pt x="614" y="49"/>
                    <a:pt x="677" y="86"/>
                  </a:cubicBezTo>
                  <a:lnTo>
                    <a:pt x="593" y="37"/>
                  </a:lnTo>
                  <a:close/>
                </a:path>
              </a:pathLst>
            </a:custGeom>
            <a:gradFill>
              <a:gsLst>
                <a:gs pos="0">
                  <a:srgbClr val="8E9CEF"/>
                </a:gs>
                <a:gs pos="100000">
                  <a:srgbClr val="6578F0"/>
                </a:gs>
              </a:gsLst>
              <a:lin ang="27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5" name="Freeform 26">
              <a:extLst>
                <a:ext uri="{FF2B5EF4-FFF2-40B4-BE49-F238E27FC236}">
                  <a16:creationId xmlns:a16="http://schemas.microsoft.com/office/drawing/2014/main" id="{EE81EAF9-93E4-9DEC-0508-1A4C30DEF207}"/>
                </a:ext>
              </a:extLst>
            </p:cNvPr>
            <p:cNvSpPr>
              <a:spLocks/>
            </p:cNvSpPr>
            <p:nvPr/>
          </p:nvSpPr>
          <p:spPr bwMode="auto">
            <a:xfrm>
              <a:off x="5233989" y="1475805"/>
              <a:ext cx="1035050" cy="1514475"/>
            </a:xfrm>
            <a:custGeom>
              <a:avLst/>
              <a:gdLst>
                <a:gd name="T0" fmla="*/ 346 w 694"/>
                <a:gd name="T1" fmla="*/ 110 h 1017"/>
                <a:gd name="T2" fmla="*/ 693 w 694"/>
                <a:gd name="T3" fmla="*/ 308 h 1017"/>
                <a:gd name="T4" fmla="*/ 348 w 694"/>
                <a:gd name="T5" fmla="*/ 907 h 1017"/>
                <a:gd name="T6" fmla="*/ 0 w 694"/>
                <a:gd name="T7" fmla="*/ 709 h 1017"/>
                <a:gd name="T8" fmla="*/ 346 w 694"/>
                <a:gd name="T9" fmla="*/ 110 h 1017"/>
              </a:gdLst>
              <a:ahLst/>
              <a:cxnLst>
                <a:cxn ang="0">
                  <a:pos x="T0" y="T1"/>
                </a:cxn>
                <a:cxn ang="0">
                  <a:pos x="T2" y="T3"/>
                </a:cxn>
                <a:cxn ang="0">
                  <a:pos x="T4" y="T5"/>
                </a:cxn>
                <a:cxn ang="0">
                  <a:pos x="T6" y="T7"/>
                </a:cxn>
                <a:cxn ang="0">
                  <a:pos x="T8" y="T9"/>
                </a:cxn>
              </a:cxnLst>
              <a:rect l="0" t="0" r="r" b="b"/>
              <a:pathLst>
                <a:path w="694" h="1017">
                  <a:moveTo>
                    <a:pt x="346" y="110"/>
                  </a:moveTo>
                  <a:cubicBezTo>
                    <a:pt x="537" y="0"/>
                    <a:pt x="693" y="88"/>
                    <a:pt x="693" y="308"/>
                  </a:cubicBezTo>
                  <a:cubicBezTo>
                    <a:pt x="694" y="528"/>
                    <a:pt x="539" y="796"/>
                    <a:pt x="348" y="907"/>
                  </a:cubicBezTo>
                  <a:cubicBezTo>
                    <a:pt x="157" y="1017"/>
                    <a:pt x="1" y="928"/>
                    <a:pt x="0" y="709"/>
                  </a:cubicBezTo>
                  <a:cubicBezTo>
                    <a:pt x="0" y="489"/>
                    <a:pt x="154" y="221"/>
                    <a:pt x="346" y="110"/>
                  </a:cubicBezTo>
                  <a:close/>
                </a:path>
              </a:pathLst>
            </a:custGeom>
            <a:gradFill flip="none" rotWithShape="1">
              <a:gsLst>
                <a:gs pos="0">
                  <a:schemeClr val="bg1"/>
                </a:gs>
                <a:gs pos="100000">
                  <a:srgbClr val="D4D9F7"/>
                </a:gs>
              </a:gsLst>
              <a:lin ang="2700000" scaled="1"/>
              <a:tileRect/>
            </a:gradFill>
            <a:ln>
              <a:solidFill>
                <a:srgbClr val="8E9CEF"/>
              </a:solidFill>
            </a:ln>
          </p:spPr>
          <p:txBody>
            <a:bodyPr vert="horz" wrap="square" lIns="91440" tIns="45720" rIns="91440" bIns="45720" numCol="1" anchor="t" anchorCtr="0" compatLnSpc="1">
              <a:prstTxWarp prst="textNoShape">
                <a:avLst/>
              </a:prstTxWarp>
            </a:bodyPr>
            <a:lstStyle/>
            <a:p>
              <a:endParaRPr lang="zh-CN" altLang="en-US"/>
            </a:p>
          </p:txBody>
        </p:sp>
        <p:grpSp>
          <p:nvGrpSpPr>
            <p:cNvPr id="61" name="组合 60">
              <a:extLst>
                <a:ext uri="{FF2B5EF4-FFF2-40B4-BE49-F238E27FC236}">
                  <a16:creationId xmlns:a16="http://schemas.microsoft.com/office/drawing/2014/main" id="{76D76044-6154-D9D3-04CF-2E17251BBEA6}"/>
                </a:ext>
              </a:extLst>
            </p:cNvPr>
            <p:cNvGrpSpPr/>
            <p:nvPr/>
          </p:nvGrpSpPr>
          <p:grpSpPr>
            <a:xfrm>
              <a:off x="5517793" y="1872203"/>
              <a:ext cx="521905" cy="749300"/>
              <a:chOff x="5431501" y="1828858"/>
              <a:chExt cx="521905" cy="749300"/>
            </a:xfrm>
          </p:grpSpPr>
          <p:sp>
            <p:nvSpPr>
              <p:cNvPr id="25" name="Freeform 21">
                <a:extLst>
                  <a:ext uri="{FF2B5EF4-FFF2-40B4-BE49-F238E27FC236}">
                    <a16:creationId xmlns:a16="http://schemas.microsoft.com/office/drawing/2014/main" id="{8833C1F9-89AD-B086-AEC7-D57ED83E8138}"/>
                  </a:ext>
                </a:extLst>
              </p:cNvPr>
              <p:cNvSpPr>
                <a:spLocks/>
              </p:cNvSpPr>
              <p:nvPr/>
            </p:nvSpPr>
            <p:spPr bwMode="auto">
              <a:xfrm>
                <a:off x="5431501" y="1828858"/>
                <a:ext cx="509588" cy="749300"/>
              </a:xfrm>
              <a:custGeom>
                <a:avLst/>
                <a:gdLst>
                  <a:gd name="T0" fmla="*/ 177 w 357"/>
                  <a:gd name="T1" fmla="*/ 57 h 525"/>
                  <a:gd name="T2" fmla="*/ 356 w 357"/>
                  <a:gd name="T3" fmla="*/ 159 h 525"/>
                  <a:gd name="T4" fmla="*/ 179 w 357"/>
                  <a:gd name="T5" fmla="*/ 468 h 525"/>
                  <a:gd name="T6" fmla="*/ 0 w 357"/>
                  <a:gd name="T7" fmla="*/ 366 h 525"/>
                  <a:gd name="T8" fmla="*/ 177 w 357"/>
                  <a:gd name="T9" fmla="*/ 57 h 525"/>
                </a:gdLst>
                <a:ahLst/>
                <a:cxnLst>
                  <a:cxn ang="0">
                    <a:pos x="T0" y="T1"/>
                  </a:cxn>
                  <a:cxn ang="0">
                    <a:pos x="T2" y="T3"/>
                  </a:cxn>
                  <a:cxn ang="0">
                    <a:pos x="T4" y="T5"/>
                  </a:cxn>
                  <a:cxn ang="0">
                    <a:pos x="T6" y="T7"/>
                  </a:cxn>
                  <a:cxn ang="0">
                    <a:pos x="T8" y="T9"/>
                  </a:cxn>
                </a:cxnLst>
                <a:rect l="0" t="0" r="r" b="b"/>
                <a:pathLst>
                  <a:path w="357" h="525">
                    <a:moveTo>
                      <a:pt x="177" y="57"/>
                    </a:moveTo>
                    <a:cubicBezTo>
                      <a:pt x="276" y="0"/>
                      <a:pt x="356" y="46"/>
                      <a:pt x="356" y="159"/>
                    </a:cubicBezTo>
                    <a:cubicBezTo>
                      <a:pt x="357" y="273"/>
                      <a:pt x="277" y="411"/>
                      <a:pt x="179" y="468"/>
                    </a:cubicBezTo>
                    <a:cubicBezTo>
                      <a:pt x="80" y="525"/>
                      <a:pt x="0" y="480"/>
                      <a:pt x="0" y="366"/>
                    </a:cubicBezTo>
                    <a:cubicBezTo>
                      <a:pt x="0" y="252"/>
                      <a:pt x="79" y="114"/>
                      <a:pt x="177" y="57"/>
                    </a:cubicBezTo>
                    <a:close/>
                  </a:path>
                </a:pathLst>
              </a:custGeom>
              <a:gradFill>
                <a:gsLst>
                  <a:gs pos="0">
                    <a:srgbClr val="8E9CEF"/>
                  </a:gs>
                  <a:gs pos="100000">
                    <a:srgbClr val="D4D9F7"/>
                  </a:gs>
                </a:gsLst>
                <a:lin ang="2700000" scaled="1"/>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24" name="Freeform 20">
                <a:extLst>
                  <a:ext uri="{FF2B5EF4-FFF2-40B4-BE49-F238E27FC236}">
                    <a16:creationId xmlns:a16="http://schemas.microsoft.com/office/drawing/2014/main" id="{A93F18EA-7705-01D4-CD27-D4984319600D}"/>
                  </a:ext>
                </a:extLst>
              </p:cNvPr>
              <p:cNvSpPr>
                <a:spLocks/>
              </p:cNvSpPr>
              <p:nvPr/>
            </p:nvSpPr>
            <p:spPr bwMode="auto">
              <a:xfrm rot="10800000">
                <a:off x="5480331" y="1874876"/>
                <a:ext cx="473075" cy="674688"/>
              </a:xfrm>
              <a:custGeom>
                <a:avLst/>
                <a:gdLst>
                  <a:gd name="T0" fmla="*/ 304 w 332"/>
                  <a:gd name="T1" fmla="*/ 19 h 472"/>
                  <a:gd name="T2" fmla="*/ 177 w 332"/>
                  <a:gd name="T3" fmla="*/ 32 h 472"/>
                  <a:gd name="T4" fmla="*/ 0 w 332"/>
                  <a:gd name="T5" fmla="*/ 341 h 472"/>
                  <a:gd name="T6" fmla="*/ 52 w 332"/>
                  <a:gd name="T7" fmla="*/ 455 h 472"/>
                  <a:gd name="T8" fmla="*/ 80 w 332"/>
                  <a:gd name="T9" fmla="*/ 472 h 472"/>
                  <a:gd name="T10" fmla="*/ 28 w 332"/>
                  <a:gd name="T11" fmla="*/ 357 h 472"/>
                  <a:gd name="T12" fmla="*/ 205 w 332"/>
                  <a:gd name="T13" fmla="*/ 48 h 472"/>
                  <a:gd name="T14" fmla="*/ 332 w 332"/>
                  <a:gd name="T15" fmla="*/ 36 h 472"/>
                  <a:gd name="T16" fmla="*/ 304 w 332"/>
                  <a:gd name="T17" fmla="*/ 19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2" h="472">
                    <a:moveTo>
                      <a:pt x="304" y="19"/>
                    </a:moveTo>
                    <a:cubicBezTo>
                      <a:pt x="272" y="0"/>
                      <a:pt x="227" y="3"/>
                      <a:pt x="177" y="32"/>
                    </a:cubicBezTo>
                    <a:cubicBezTo>
                      <a:pt x="79" y="89"/>
                      <a:pt x="0" y="227"/>
                      <a:pt x="0" y="341"/>
                    </a:cubicBezTo>
                    <a:cubicBezTo>
                      <a:pt x="0" y="397"/>
                      <a:pt x="20" y="437"/>
                      <a:pt x="52" y="455"/>
                    </a:cubicBezTo>
                    <a:cubicBezTo>
                      <a:pt x="80" y="472"/>
                      <a:pt x="80" y="472"/>
                      <a:pt x="80" y="472"/>
                    </a:cubicBezTo>
                    <a:cubicBezTo>
                      <a:pt x="48" y="453"/>
                      <a:pt x="28" y="413"/>
                      <a:pt x="28" y="357"/>
                    </a:cubicBezTo>
                    <a:cubicBezTo>
                      <a:pt x="28" y="243"/>
                      <a:pt x="107" y="105"/>
                      <a:pt x="205" y="48"/>
                    </a:cubicBezTo>
                    <a:cubicBezTo>
                      <a:pt x="255" y="19"/>
                      <a:pt x="300" y="17"/>
                      <a:pt x="332" y="36"/>
                    </a:cubicBezTo>
                    <a:lnTo>
                      <a:pt x="304" y="19"/>
                    </a:lnTo>
                    <a:close/>
                  </a:path>
                </a:pathLst>
              </a:custGeom>
              <a:gradFill flip="none" rotWithShape="1">
                <a:gsLst>
                  <a:gs pos="0">
                    <a:srgbClr val="6578F0"/>
                  </a:gs>
                  <a:gs pos="100000">
                    <a:srgbClr val="6578F0"/>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09" name="组合 108">
            <a:extLst>
              <a:ext uri="{FF2B5EF4-FFF2-40B4-BE49-F238E27FC236}">
                <a16:creationId xmlns:a16="http://schemas.microsoft.com/office/drawing/2014/main" id="{9D17D41B-2A1E-7635-6A0C-A0848D92D4CC}"/>
              </a:ext>
            </a:extLst>
          </p:cNvPr>
          <p:cNvGrpSpPr/>
          <p:nvPr/>
        </p:nvGrpSpPr>
        <p:grpSpPr>
          <a:xfrm>
            <a:off x="3636493" y="1200059"/>
            <a:ext cx="1065213" cy="668338"/>
            <a:chOff x="2738439" y="1048465"/>
            <a:chExt cx="1065213" cy="668338"/>
          </a:xfrm>
        </p:grpSpPr>
        <p:grpSp>
          <p:nvGrpSpPr>
            <p:cNvPr id="79" name="组合 78">
              <a:extLst>
                <a:ext uri="{FF2B5EF4-FFF2-40B4-BE49-F238E27FC236}">
                  <a16:creationId xmlns:a16="http://schemas.microsoft.com/office/drawing/2014/main" id="{B7BA036D-B802-B9F3-49B3-0A47AAECAF5D}"/>
                </a:ext>
              </a:extLst>
            </p:cNvPr>
            <p:cNvGrpSpPr/>
            <p:nvPr/>
          </p:nvGrpSpPr>
          <p:grpSpPr>
            <a:xfrm>
              <a:off x="2738439" y="1048465"/>
              <a:ext cx="1065213" cy="668338"/>
              <a:chOff x="3027363" y="1322388"/>
              <a:chExt cx="1065213" cy="668338"/>
            </a:xfrm>
          </p:grpSpPr>
          <p:sp>
            <p:nvSpPr>
              <p:cNvPr id="11" name="Freeform 7">
                <a:extLst>
                  <a:ext uri="{FF2B5EF4-FFF2-40B4-BE49-F238E27FC236}">
                    <a16:creationId xmlns:a16="http://schemas.microsoft.com/office/drawing/2014/main" id="{DDF95975-BADA-43AE-F3B0-716FB5552850}"/>
                  </a:ext>
                </a:extLst>
              </p:cNvPr>
              <p:cNvSpPr>
                <a:spLocks/>
              </p:cNvSpPr>
              <p:nvPr/>
            </p:nvSpPr>
            <p:spPr bwMode="auto">
              <a:xfrm>
                <a:off x="3560763" y="1633538"/>
                <a:ext cx="531813" cy="357188"/>
              </a:xfrm>
              <a:custGeom>
                <a:avLst/>
                <a:gdLst>
                  <a:gd name="T0" fmla="*/ 335 w 335"/>
                  <a:gd name="T1" fmla="*/ 0 h 225"/>
                  <a:gd name="T2" fmla="*/ 335 w 335"/>
                  <a:gd name="T3" fmla="*/ 29 h 225"/>
                  <a:gd name="T4" fmla="*/ 0 w 335"/>
                  <a:gd name="T5" fmla="*/ 225 h 225"/>
                  <a:gd name="T6" fmla="*/ 0 w 335"/>
                  <a:gd name="T7" fmla="*/ 195 h 225"/>
                  <a:gd name="T8" fmla="*/ 335 w 335"/>
                  <a:gd name="T9" fmla="*/ 0 h 225"/>
                </a:gdLst>
                <a:ahLst/>
                <a:cxnLst>
                  <a:cxn ang="0">
                    <a:pos x="T0" y="T1"/>
                  </a:cxn>
                  <a:cxn ang="0">
                    <a:pos x="T2" y="T3"/>
                  </a:cxn>
                  <a:cxn ang="0">
                    <a:pos x="T4" y="T5"/>
                  </a:cxn>
                  <a:cxn ang="0">
                    <a:pos x="T6" y="T7"/>
                  </a:cxn>
                  <a:cxn ang="0">
                    <a:pos x="T8" y="T9"/>
                  </a:cxn>
                </a:cxnLst>
                <a:rect l="0" t="0" r="r" b="b"/>
                <a:pathLst>
                  <a:path w="335" h="225">
                    <a:moveTo>
                      <a:pt x="335" y="0"/>
                    </a:moveTo>
                    <a:lnTo>
                      <a:pt x="335" y="29"/>
                    </a:lnTo>
                    <a:lnTo>
                      <a:pt x="0" y="225"/>
                    </a:lnTo>
                    <a:lnTo>
                      <a:pt x="0" y="195"/>
                    </a:lnTo>
                    <a:lnTo>
                      <a:pt x="335"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 name="Freeform 8">
                <a:extLst>
                  <a:ext uri="{FF2B5EF4-FFF2-40B4-BE49-F238E27FC236}">
                    <a16:creationId xmlns:a16="http://schemas.microsoft.com/office/drawing/2014/main" id="{85BAF674-9C3C-8289-C86B-8B1E90D3F69F}"/>
                  </a:ext>
                </a:extLst>
              </p:cNvPr>
              <p:cNvSpPr>
                <a:spLocks/>
              </p:cNvSpPr>
              <p:nvPr/>
            </p:nvSpPr>
            <p:spPr bwMode="auto">
              <a:xfrm>
                <a:off x="3027363" y="1633538"/>
                <a:ext cx="533400" cy="357188"/>
              </a:xfrm>
              <a:custGeom>
                <a:avLst/>
                <a:gdLst>
                  <a:gd name="T0" fmla="*/ 336 w 336"/>
                  <a:gd name="T1" fmla="*/ 195 h 225"/>
                  <a:gd name="T2" fmla="*/ 336 w 336"/>
                  <a:gd name="T3" fmla="*/ 225 h 225"/>
                  <a:gd name="T4" fmla="*/ 0 w 336"/>
                  <a:gd name="T5" fmla="*/ 29 h 225"/>
                  <a:gd name="T6" fmla="*/ 0 w 336"/>
                  <a:gd name="T7" fmla="*/ 0 h 225"/>
                  <a:gd name="T8" fmla="*/ 336 w 336"/>
                  <a:gd name="T9" fmla="*/ 195 h 225"/>
                </a:gdLst>
                <a:ahLst/>
                <a:cxnLst>
                  <a:cxn ang="0">
                    <a:pos x="T0" y="T1"/>
                  </a:cxn>
                  <a:cxn ang="0">
                    <a:pos x="T2" y="T3"/>
                  </a:cxn>
                  <a:cxn ang="0">
                    <a:pos x="T4" y="T5"/>
                  </a:cxn>
                  <a:cxn ang="0">
                    <a:pos x="T6" y="T7"/>
                  </a:cxn>
                  <a:cxn ang="0">
                    <a:pos x="T8" y="T9"/>
                  </a:cxn>
                </a:cxnLst>
                <a:rect l="0" t="0" r="r" b="b"/>
                <a:pathLst>
                  <a:path w="336" h="225">
                    <a:moveTo>
                      <a:pt x="336" y="195"/>
                    </a:moveTo>
                    <a:lnTo>
                      <a:pt x="336" y="225"/>
                    </a:lnTo>
                    <a:lnTo>
                      <a:pt x="0" y="29"/>
                    </a:lnTo>
                    <a:lnTo>
                      <a:pt x="0" y="0"/>
                    </a:lnTo>
                    <a:lnTo>
                      <a:pt x="336" y="195"/>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Freeform 9">
                <a:extLst>
                  <a:ext uri="{FF2B5EF4-FFF2-40B4-BE49-F238E27FC236}">
                    <a16:creationId xmlns:a16="http://schemas.microsoft.com/office/drawing/2014/main" id="{9CC9C3A1-B027-B3B1-5911-904A4F0D7D38}"/>
                  </a:ext>
                </a:extLst>
              </p:cNvPr>
              <p:cNvSpPr>
                <a:spLocks/>
              </p:cNvSpPr>
              <p:nvPr/>
            </p:nvSpPr>
            <p:spPr bwMode="auto">
              <a:xfrm>
                <a:off x="3027363" y="1322388"/>
                <a:ext cx="1065213" cy="620713"/>
              </a:xfrm>
              <a:custGeom>
                <a:avLst/>
                <a:gdLst>
                  <a:gd name="T0" fmla="*/ 671 w 671"/>
                  <a:gd name="T1" fmla="*/ 196 h 391"/>
                  <a:gd name="T2" fmla="*/ 336 w 671"/>
                  <a:gd name="T3" fmla="*/ 391 h 391"/>
                  <a:gd name="T4" fmla="*/ 0 w 671"/>
                  <a:gd name="T5" fmla="*/ 196 h 391"/>
                  <a:gd name="T6" fmla="*/ 334 w 671"/>
                  <a:gd name="T7" fmla="*/ 0 h 391"/>
                  <a:gd name="T8" fmla="*/ 671 w 671"/>
                  <a:gd name="T9" fmla="*/ 196 h 391"/>
                </a:gdLst>
                <a:ahLst/>
                <a:cxnLst>
                  <a:cxn ang="0">
                    <a:pos x="T0" y="T1"/>
                  </a:cxn>
                  <a:cxn ang="0">
                    <a:pos x="T2" y="T3"/>
                  </a:cxn>
                  <a:cxn ang="0">
                    <a:pos x="T4" y="T5"/>
                  </a:cxn>
                  <a:cxn ang="0">
                    <a:pos x="T6" y="T7"/>
                  </a:cxn>
                  <a:cxn ang="0">
                    <a:pos x="T8" y="T9"/>
                  </a:cxn>
                </a:cxnLst>
                <a:rect l="0" t="0" r="r" b="b"/>
                <a:pathLst>
                  <a:path w="671" h="391">
                    <a:moveTo>
                      <a:pt x="671" y="196"/>
                    </a:moveTo>
                    <a:lnTo>
                      <a:pt x="336" y="391"/>
                    </a:lnTo>
                    <a:lnTo>
                      <a:pt x="0" y="196"/>
                    </a:lnTo>
                    <a:lnTo>
                      <a:pt x="334" y="0"/>
                    </a:lnTo>
                    <a:lnTo>
                      <a:pt x="671" y="196"/>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08" name="菱形 107">
              <a:extLst>
                <a:ext uri="{FF2B5EF4-FFF2-40B4-BE49-F238E27FC236}">
                  <a16:creationId xmlns:a16="http://schemas.microsoft.com/office/drawing/2014/main" id="{E28D2511-66CC-C408-B0C0-14B05BC8C457}"/>
                </a:ext>
              </a:extLst>
            </p:cNvPr>
            <p:cNvSpPr/>
            <p:nvPr/>
          </p:nvSpPr>
          <p:spPr>
            <a:xfrm>
              <a:off x="2972216" y="1185591"/>
              <a:ext cx="599247" cy="338185"/>
            </a:xfrm>
            <a:prstGeom prst="diamond">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4" name="组合 123">
            <a:extLst>
              <a:ext uri="{FF2B5EF4-FFF2-40B4-BE49-F238E27FC236}">
                <a16:creationId xmlns:a16="http://schemas.microsoft.com/office/drawing/2014/main" id="{EA4902AA-C7CD-69B1-F632-EC474413CBD6}"/>
              </a:ext>
            </a:extLst>
          </p:cNvPr>
          <p:cNvGrpSpPr/>
          <p:nvPr/>
        </p:nvGrpSpPr>
        <p:grpSpPr>
          <a:xfrm>
            <a:off x="6241120" y="3527841"/>
            <a:ext cx="760038" cy="484012"/>
            <a:chOff x="10801249" y="2332836"/>
            <a:chExt cx="760038" cy="484012"/>
          </a:xfrm>
        </p:grpSpPr>
        <p:grpSp>
          <p:nvGrpSpPr>
            <p:cNvPr id="111" name="组合 110">
              <a:extLst>
                <a:ext uri="{FF2B5EF4-FFF2-40B4-BE49-F238E27FC236}">
                  <a16:creationId xmlns:a16="http://schemas.microsoft.com/office/drawing/2014/main" id="{F5D4003C-4927-ABA4-EB9F-C56FCD5F9FBE}"/>
                </a:ext>
              </a:extLst>
            </p:cNvPr>
            <p:cNvGrpSpPr/>
            <p:nvPr/>
          </p:nvGrpSpPr>
          <p:grpSpPr>
            <a:xfrm>
              <a:off x="10801249" y="2332836"/>
              <a:ext cx="760038" cy="484012"/>
              <a:chOff x="8647430" y="2989740"/>
              <a:chExt cx="2181226" cy="1389062"/>
            </a:xfrm>
          </p:grpSpPr>
          <p:sp>
            <p:nvSpPr>
              <p:cNvPr id="121" name="Freeform 11">
                <a:extLst>
                  <a:ext uri="{FF2B5EF4-FFF2-40B4-BE49-F238E27FC236}">
                    <a16:creationId xmlns:a16="http://schemas.microsoft.com/office/drawing/2014/main" id="{E45CD2A3-C9A2-F9DA-09BD-DB9015951339}"/>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22" name="Freeform 12">
                <a:extLst>
                  <a:ext uri="{FF2B5EF4-FFF2-40B4-BE49-F238E27FC236}">
                    <a16:creationId xmlns:a16="http://schemas.microsoft.com/office/drawing/2014/main" id="{D3C6C473-520C-861D-C1D8-F84450077BF6}"/>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3" name="Freeform 13">
                <a:extLst>
                  <a:ext uri="{FF2B5EF4-FFF2-40B4-BE49-F238E27FC236}">
                    <a16:creationId xmlns:a16="http://schemas.microsoft.com/office/drawing/2014/main" id="{285E35E0-4EA2-425E-72F9-7A4024DDA690}"/>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13" name="组合 112">
              <a:extLst>
                <a:ext uri="{FF2B5EF4-FFF2-40B4-BE49-F238E27FC236}">
                  <a16:creationId xmlns:a16="http://schemas.microsoft.com/office/drawing/2014/main" id="{F8D064F0-5D82-EA3B-7B23-CA5E50601657}"/>
                </a:ext>
              </a:extLst>
            </p:cNvPr>
            <p:cNvGrpSpPr/>
            <p:nvPr/>
          </p:nvGrpSpPr>
          <p:grpSpPr>
            <a:xfrm>
              <a:off x="10948713" y="2384565"/>
              <a:ext cx="460693" cy="328730"/>
              <a:chOff x="9934979" y="5169636"/>
              <a:chExt cx="460693" cy="328730"/>
            </a:xfrm>
          </p:grpSpPr>
          <p:sp>
            <p:nvSpPr>
              <p:cNvPr id="115" name="Freeform 20">
                <a:extLst>
                  <a:ext uri="{FF2B5EF4-FFF2-40B4-BE49-F238E27FC236}">
                    <a16:creationId xmlns:a16="http://schemas.microsoft.com/office/drawing/2014/main" id="{91FF88B0-DCA3-0CCD-7CEA-DE7C1907473B}"/>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6" name="Freeform 21">
                <a:extLst>
                  <a:ext uri="{FF2B5EF4-FFF2-40B4-BE49-F238E27FC236}">
                    <a16:creationId xmlns:a16="http://schemas.microsoft.com/office/drawing/2014/main" id="{63AC954E-2E4F-7C26-46C7-2C9FB05C6ACF}"/>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7" name="Freeform 22">
                <a:extLst>
                  <a:ext uri="{FF2B5EF4-FFF2-40B4-BE49-F238E27FC236}">
                    <a16:creationId xmlns:a16="http://schemas.microsoft.com/office/drawing/2014/main" id="{C45152DA-0916-37E5-CA95-A8C5D0417F36}"/>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14"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B089A1F0-59F7-32A6-9408-5AFF104C1414}"/>
                </a:ext>
              </a:extLst>
            </p:cNvPr>
            <p:cNvSpPr/>
            <p:nvPr/>
          </p:nvSpPr>
          <p:spPr>
            <a:xfrm>
              <a:off x="11101757" y="2428009"/>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nvGrpSpPr>
          <p:cNvPr id="125" name="组合 124">
            <a:extLst>
              <a:ext uri="{FF2B5EF4-FFF2-40B4-BE49-F238E27FC236}">
                <a16:creationId xmlns:a16="http://schemas.microsoft.com/office/drawing/2014/main" id="{5E0B0418-B6D6-455E-3AD7-3A0F0FA2DD7F}"/>
              </a:ext>
            </a:extLst>
          </p:cNvPr>
          <p:cNvGrpSpPr/>
          <p:nvPr/>
        </p:nvGrpSpPr>
        <p:grpSpPr>
          <a:xfrm>
            <a:off x="6727575" y="3245999"/>
            <a:ext cx="760038" cy="484012"/>
            <a:chOff x="10801249" y="2332836"/>
            <a:chExt cx="760038" cy="484012"/>
          </a:xfrm>
        </p:grpSpPr>
        <p:grpSp>
          <p:nvGrpSpPr>
            <p:cNvPr id="126" name="组合 125">
              <a:extLst>
                <a:ext uri="{FF2B5EF4-FFF2-40B4-BE49-F238E27FC236}">
                  <a16:creationId xmlns:a16="http://schemas.microsoft.com/office/drawing/2014/main" id="{0231B872-1E02-4C91-DD64-0B1A41583CAF}"/>
                </a:ext>
              </a:extLst>
            </p:cNvPr>
            <p:cNvGrpSpPr/>
            <p:nvPr/>
          </p:nvGrpSpPr>
          <p:grpSpPr>
            <a:xfrm>
              <a:off x="10801249" y="2332836"/>
              <a:ext cx="760038" cy="484012"/>
              <a:chOff x="8647430" y="2989740"/>
              <a:chExt cx="2181226" cy="1389062"/>
            </a:xfrm>
          </p:grpSpPr>
          <p:sp>
            <p:nvSpPr>
              <p:cNvPr id="132" name="Freeform 11">
                <a:extLst>
                  <a:ext uri="{FF2B5EF4-FFF2-40B4-BE49-F238E27FC236}">
                    <a16:creationId xmlns:a16="http://schemas.microsoft.com/office/drawing/2014/main" id="{F970C420-2BFE-D367-B348-2E6AEA99ECD2}"/>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33" name="Freeform 12">
                <a:extLst>
                  <a:ext uri="{FF2B5EF4-FFF2-40B4-BE49-F238E27FC236}">
                    <a16:creationId xmlns:a16="http://schemas.microsoft.com/office/drawing/2014/main" id="{624EE272-2E92-BA56-9DE7-D136458A4A44}"/>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4" name="Freeform 13">
                <a:extLst>
                  <a:ext uri="{FF2B5EF4-FFF2-40B4-BE49-F238E27FC236}">
                    <a16:creationId xmlns:a16="http://schemas.microsoft.com/office/drawing/2014/main" id="{A90169E3-3887-0959-D8D7-940CFC03C322}"/>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27" name="组合 126">
              <a:extLst>
                <a:ext uri="{FF2B5EF4-FFF2-40B4-BE49-F238E27FC236}">
                  <a16:creationId xmlns:a16="http://schemas.microsoft.com/office/drawing/2014/main" id="{956F9EA3-26D6-EA17-C177-981980E62B20}"/>
                </a:ext>
              </a:extLst>
            </p:cNvPr>
            <p:cNvGrpSpPr/>
            <p:nvPr/>
          </p:nvGrpSpPr>
          <p:grpSpPr>
            <a:xfrm>
              <a:off x="10948713" y="2384565"/>
              <a:ext cx="460693" cy="328730"/>
              <a:chOff x="9934979" y="5169636"/>
              <a:chExt cx="460693" cy="328730"/>
            </a:xfrm>
          </p:grpSpPr>
          <p:sp>
            <p:nvSpPr>
              <p:cNvPr id="129" name="Freeform 20">
                <a:extLst>
                  <a:ext uri="{FF2B5EF4-FFF2-40B4-BE49-F238E27FC236}">
                    <a16:creationId xmlns:a16="http://schemas.microsoft.com/office/drawing/2014/main" id="{3EE544EB-B8C6-B102-71CE-D2D6D113680D}"/>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 name="Freeform 21">
                <a:extLst>
                  <a:ext uri="{FF2B5EF4-FFF2-40B4-BE49-F238E27FC236}">
                    <a16:creationId xmlns:a16="http://schemas.microsoft.com/office/drawing/2014/main" id="{A73D1EC0-ADA0-EA82-B2D3-69D43CD5B1C3}"/>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1" name="Freeform 22">
                <a:extLst>
                  <a:ext uri="{FF2B5EF4-FFF2-40B4-BE49-F238E27FC236}">
                    <a16:creationId xmlns:a16="http://schemas.microsoft.com/office/drawing/2014/main" id="{042C7BC5-0C7E-FD2A-9DD8-431E9C8EEBC8}"/>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28"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17692C3C-2514-9082-736F-D1D5EFC4CD78}"/>
                </a:ext>
              </a:extLst>
            </p:cNvPr>
            <p:cNvSpPr/>
            <p:nvPr/>
          </p:nvSpPr>
          <p:spPr>
            <a:xfrm>
              <a:off x="11101757" y="2428009"/>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nvGrpSpPr>
          <p:cNvPr id="135" name="组合 134">
            <a:extLst>
              <a:ext uri="{FF2B5EF4-FFF2-40B4-BE49-F238E27FC236}">
                <a16:creationId xmlns:a16="http://schemas.microsoft.com/office/drawing/2014/main" id="{F0D31984-2D72-E15D-E713-25CFE885EB81}"/>
              </a:ext>
            </a:extLst>
          </p:cNvPr>
          <p:cNvGrpSpPr/>
          <p:nvPr/>
        </p:nvGrpSpPr>
        <p:grpSpPr>
          <a:xfrm>
            <a:off x="7214030" y="2964157"/>
            <a:ext cx="760038" cy="484012"/>
            <a:chOff x="10801249" y="2332836"/>
            <a:chExt cx="760038" cy="484012"/>
          </a:xfrm>
        </p:grpSpPr>
        <p:grpSp>
          <p:nvGrpSpPr>
            <p:cNvPr id="136" name="组合 135">
              <a:extLst>
                <a:ext uri="{FF2B5EF4-FFF2-40B4-BE49-F238E27FC236}">
                  <a16:creationId xmlns:a16="http://schemas.microsoft.com/office/drawing/2014/main" id="{EECD63D9-981A-7D93-0DA8-6E2EF040F5BA}"/>
                </a:ext>
              </a:extLst>
            </p:cNvPr>
            <p:cNvGrpSpPr/>
            <p:nvPr/>
          </p:nvGrpSpPr>
          <p:grpSpPr>
            <a:xfrm>
              <a:off x="10801249" y="2332836"/>
              <a:ext cx="760038" cy="484012"/>
              <a:chOff x="8647430" y="2989740"/>
              <a:chExt cx="2181226" cy="1389062"/>
            </a:xfrm>
          </p:grpSpPr>
          <p:sp>
            <p:nvSpPr>
              <p:cNvPr id="142" name="Freeform 11">
                <a:extLst>
                  <a:ext uri="{FF2B5EF4-FFF2-40B4-BE49-F238E27FC236}">
                    <a16:creationId xmlns:a16="http://schemas.microsoft.com/office/drawing/2014/main" id="{9109509B-7151-78BC-4249-71D2A119FA36}"/>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43" name="Freeform 12">
                <a:extLst>
                  <a:ext uri="{FF2B5EF4-FFF2-40B4-BE49-F238E27FC236}">
                    <a16:creationId xmlns:a16="http://schemas.microsoft.com/office/drawing/2014/main" id="{06CF617C-0010-91D4-FE1F-03418502BBC4}"/>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4" name="Freeform 13">
                <a:extLst>
                  <a:ext uri="{FF2B5EF4-FFF2-40B4-BE49-F238E27FC236}">
                    <a16:creationId xmlns:a16="http://schemas.microsoft.com/office/drawing/2014/main" id="{85F10C66-CD26-E8D9-CE8E-340348899DC5}"/>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37" name="组合 136">
              <a:extLst>
                <a:ext uri="{FF2B5EF4-FFF2-40B4-BE49-F238E27FC236}">
                  <a16:creationId xmlns:a16="http://schemas.microsoft.com/office/drawing/2014/main" id="{9EBD6012-C79D-5573-1120-FFF14BF6B8AD}"/>
                </a:ext>
              </a:extLst>
            </p:cNvPr>
            <p:cNvGrpSpPr/>
            <p:nvPr/>
          </p:nvGrpSpPr>
          <p:grpSpPr>
            <a:xfrm>
              <a:off x="10948713" y="2384565"/>
              <a:ext cx="460693" cy="328730"/>
              <a:chOff x="9934979" y="5169636"/>
              <a:chExt cx="460693" cy="328730"/>
            </a:xfrm>
          </p:grpSpPr>
          <p:sp>
            <p:nvSpPr>
              <p:cNvPr id="139" name="Freeform 20">
                <a:extLst>
                  <a:ext uri="{FF2B5EF4-FFF2-40B4-BE49-F238E27FC236}">
                    <a16:creationId xmlns:a16="http://schemas.microsoft.com/office/drawing/2014/main" id="{E46FD9D7-9291-212D-66E8-2616412E1D81}"/>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0" name="Freeform 21">
                <a:extLst>
                  <a:ext uri="{FF2B5EF4-FFF2-40B4-BE49-F238E27FC236}">
                    <a16:creationId xmlns:a16="http://schemas.microsoft.com/office/drawing/2014/main" id="{50FD8170-F0BE-4509-5632-A3514B88F903}"/>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1" name="Freeform 22">
                <a:extLst>
                  <a:ext uri="{FF2B5EF4-FFF2-40B4-BE49-F238E27FC236}">
                    <a16:creationId xmlns:a16="http://schemas.microsoft.com/office/drawing/2014/main" id="{03D1A133-10E2-7D47-047A-50781923BF88}"/>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38"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72475052-A427-9632-BA95-EDAEB58E054B}"/>
                </a:ext>
              </a:extLst>
            </p:cNvPr>
            <p:cNvSpPr/>
            <p:nvPr/>
          </p:nvSpPr>
          <p:spPr>
            <a:xfrm>
              <a:off x="11101757" y="2428009"/>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nvGrpSpPr>
          <p:cNvPr id="145" name="组合 144">
            <a:extLst>
              <a:ext uri="{FF2B5EF4-FFF2-40B4-BE49-F238E27FC236}">
                <a16:creationId xmlns:a16="http://schemas.microsoft.com/office/drawing/2014/main" id="{8C29BD7B-61E9-048A-7FF1-417A4D046B97}"/>
              </a:ext>
            </a:extLst>
          </p:cNvPr>
          <p:cNvGrpSpPr/>
          <p:nvPr/>
        </p:nvGrpSpPr>
        <p:grpSpPr>
          <a:xfrm>
            <a:off x="7700485" y="2682315"/>
            <a:ext cx="760038" cy="484012"/>
            <a:chOff x="10801249" y="2332836"/>
            <a:chExt cx="760038" cy="484012"/>
          </a:xfrm>
        </p:grpSpPr>
        <p:grpSp>
          <p:nvGrpSpPr>
            <p:cNvPr id="146" name="组合 145">
              <a:extLst>
                <a:ext uri="{FF2B5EF4-FFF2-40B4-BE49-F238E27FC236}">
                  <a16:creationId xmlns:a16="http://schemas.microsoft.com/office/drawing/2014/main" id="{3C270804-C30B-7244-E3A6-E5BA9CD0C324}"/>
                </a:ext>
              </a:extLst>
            </p:cNvPr>
            <p:cNvGrpSpPr/>
            <p:nvPr/>
          </p:nvGrpSpPr>
          <p:grpSpPr>
            <a:xfrm>
              <a:off x="10801249" y="2332836"/>
              <a:ext cx="760038" cy="484012"/>
              <a:chOff x="8647430" y="2989740"/>
              <a:chExt cx="2181226" cy="1389062"/>
            </a:xfrm>
          </p:grpSpPr>
          <p:sp>
            <p:nvSpPr>
              <p:cNvPr id="152" name="Freeform 11">
                <a:extLst>
                  <a:ext uri="{FF2B5EF4-FFF2-40B4-BE49-F238E27FC236}">
                    <a16:creationId xmlns:a16="http://schemas.microsoft.com/office/drawing/2014/main" id="{D1552FC8-E1A0-7182-A1F9-2DE3F03C13A6}"/>
                  </a:ext>
                </a:extLst>
              </p:cNvPr>
              <p:cNvSpPr>
                <a:spLocks/>
              </p:cNvSpPr>
              <p:nvPr/>
            </p:nvSpPr>
            <p:spPr bwMode="auto">
              <a:xfrm>
                <a:off x="9744393" y="3621565"/>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FAFBFF"/>
                  </a:gs>
                  <a:gs pos="100000">
                    <a:srgbClr val="CDD2F8"/>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153" name="Freeform 12">
                <a:extLst>
                  <a:ext uri="{FF2B5EF4-FFF2-40B4-BE49-F238E27FC236}">
                    <a16:creationId xmlns:a16="http://schemas.microsoft.com/office/drawing/2014/main" id="{27CE3678-8566-EC7E-0765-C1CC0983CFFE}"/>
                  </a:ext>
                </a:extLst>
              </p:cNvPr>
              <p:cNvSpPr>
                <a:spLocks/>
              </p:cNvSpPr>
              <p:nvPr/>
            </p:nvSpPr>
            <p:spPr bwMode="auto">
              <a:xfrm>
                <a:off x="8647430" y="3621565"/>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E7EBFF"/>
                  </a:gs>
                  <a:gs pos="100000">
                    <a:srgbClr val="CDD2F8"/>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4" name="Freeform 13">
                <a:extLst>
                  <a:ext uri="{FF2B5EF4-FFF2-40B4-BE49-F238E27FC236}">
                    <a16:creationId xmlns:a16="http://schemas.microsoft.com/office/drawing/2014/main" id="{191E47D9-55B2-A015-1A11-D3DBF9E9217E}"/>
                  </a:ext>
                </a:extLst>
              </p:cNvPr>
              <p:cNvSpPr>
                <a:spLocks/>
              </p:cNvSpPr>
              <p:nvPr/>
            </p:nvSpPr>
            <p:spPr bwMode="auto">
              <a:xfrm>
                <a:off x="8650605" y="2989740"/>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CDD2F8"/>
                  </a:gs>
                  <a:gs pos="100000">
                    <a:srgbClr val="6578F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47" name="组合 146">
              <a:extLst>
                <a:ext uri="{FF2B5EF4-FFF2-40B4-BE49-F238E27FC236}">
                  <a16:creationId xmlns:a16="http://schemas.microsoft.com/office/drawing/2014/main" id="{2F7BD6F2-3D2B-8744-E749-9C275FA0FE52}"/>
                </a:ext>
              </a:extLst>
            </p:cNvPr>
            <p:cNvGrpSpPr/>
            <p:nvPr/>
          </p:nvGrpSpPr>
          <p:grpSpPr>
            <a:xfrm>
              <a:off x="10948713" y="2384565"/>
              <a:ext cx="460693" cy="328730"/>
              <a:chOff x="9934979" y="5169636"/>
              <a:chExt cx="460693" cy="328730"/>
            </a:xfrm>
          </p:grpSpPr>
          <p:sp>
            <p:nvSpPr>
              <p:cNvPr id="149" name="Freeform 20">
                <a:extLst>
                  <a:ext uri="{FF2B5EF4-FFF2-40B4-BE49-F238E27FC236}">
                    <a16:creationId xmlns:a16="http://schemas.microsoft.com/office/drawing/2014/main" id="{A42F4DFB-AE5E-6530-3E68-770787D5E26A}"/>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0" name="Freeform 21">
                <a:extLst>
                  <a:ext uri="{FF2B5EF4-FFF2-40B4-BE49-F238E27FC236}">
                    <a16:creationId xmlns:a16="http://schemas.microsoft.com/office/drawing/2014/main" id="{67A08233-5D9D-026E-60AB-31D590610328}"/>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1" name="Freeform 22">
                <a:extLst>
                  <a:ext uri="{FF2B5EF4-FFF2-40B4-BE49-F238E27FC236}">
                    <a16:creationId xmlns:a16="http://schemas.microsoft.com/office/drawing/2014/main" id="{7FB01B9C-ED53-A91B-E9F6-13DEAF26BB36}"/>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48"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EC6A7E71-E89E-CE1D-1E33-DEA62E2750A8}"/>
                </a:ext>
              </a:extLst>
            </p:cNvPr>
            <p:cNvSpPr/>
            <p:nvPr/>
          </p:nvSpPr>
          <p:spPr>
            <a:xfrm>
              <a:off x="11101757" y="2428009"/>
              <a:ext cx="154605" cy="188962"/>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02F276"/>
            </a:solidFill>
            <a:ln w="9525" cap="flat">
              <a:noFill/>
              <a:prstDash val="solid"/>
              <a:miter/>
            </a:ln>
            <a:scene3d>
              <a:camera prst="isometricBottomDown"/>
              <a:lightRig rig="threePt" dir="t"/>
            </a:scene3d>
          </p:spPr>
          <p:txBody>
            <a:bodyPr rtlCol="0" anchor="ctr"/>
            <a:lstStyle/>
            <a:p>
              <a:endParaRPr lang="zh-CN" altLang="en-US"/>
            </a:p>
          </p:txBody>
        </p:sp>
      </p:grpSp>
      <p:grpSp>
        <p:nvGrpSpPr>
          <p:cNvPr id="175" name="组合 174">
            <a:extLst>
              <a:ext uri="{FF2B5EF4-FFF2-40B4-BE49-F238E27FC236}">
                <a16:creationId xmlns:a16="http://schemas.microsoft.com/office/drawing/2014/main" id="{EC66214A-318C-315F-BB6F-95FA0C91DF0B}"/>
              </a:ext>
            </a:extLst>
          </p:cNvPr>
          <p:cNvGrpSpPr/>
          <p:nvPr/>
        </p:nvGrpSpPr>
        <p:grpSpPr>
          <a:xfrm>
            <a:off x="8022134" y="3975970"/>
            <a:ext cx="740307" cy="499616"/>
            <a:chOff x="9729321" y="2478301"/>
            <a:chExt cx="740307" cy="499616"/>
          </a:xfrm>
        </p:grpSpPr>
        <p:sp>
          <p:nvSpPr>
            <p:cNvPr id="176" name="Freeform 31">
              <a:extLst>
                <a:ext uri="{FF2B5EF4-FFF2-40B4-BE49-F238E27FC236}">
                  <a16:creationId xmlns:a16="http://schemas.microsoft.com/office/drawing/2014/main" id="{08214914-EF30-C584-B25C-FF9782CF36CB}"/>
                </a:ext>
              </a:extLst>
            </p:cNvPr>
            <p:cNvSpPr>
              <a:spLocks/>
            </p:cNvSpPr>
            <p:nvPr/>
          </p:nvSpPr>
          <p:spPr bwMode="auto">
            <a:xfrm>
              <a:off x="10099475" y="2693464"/>
              <a:ext cx="370153" cy="284453"/>
            </a:xfrm>
            <a:custGeom>
              <a:avLst/>
              <a:gdLst>
                <a:gd name="T0" fmla="*/ 406 w 406"/>
                <a:gd name="T1" fmla="*/ 0 h 312"/>
                <a:gd name="T2" fmla="*/ 406 w 406"/>
                <a:gd name="T3" fmla="*/ 76 h 312"/>
                <a:gd name="T4" fmla="*/ 0 w 406"/>
                <a:gd name="T5" fmla="*/ 312 h 312"/>
                <a:gd name="T6" fmla="*/ 3 w 406"/>
                <a:gd name="T7" fmla="*/ 236 h 312"/>
                <a:gd name="T8" fmla="*/ 406 w 406"/>
                <a:gd name="T9" fmla="*/ 0 h 312"/>
              </a:gdLst>
              <a:ahLst/>
              <a:cxnLst>
                <a:cxn ang="0">
                  <a:pos x="T0" y="T1"/>
                </a:cxn>
                <a:cxn ang="0">
                  <a:pos x="T2" y="T3"/>
                </a:cxn>
                <a:cxn ang="0">
                  <a:pos x="T4" y="T5"/>
                </a:cxn>
                <a:cxn ang="0">
                  <a:pos x="T6" y="T7"/>
                </a:cxn>
                <a:cxn ang="0">
                  <a:pos x="T8" y="T9"/>
                </a:cxn>
              </a:cxnLst>
              <a:rect l="0" t="0" r="r" b="b"/>
              <a:pathLst>
                <a:path w="406" h="312">
                  <a:moveTo>
                    <a:pt x="406" y="0"/>
                  </a:moveTo>
                  <a:lnTo>
                    <a:pt x="406" y="76"/>
                  </a:lnTo>
                  <a:lnTo>
                    <a:pt x="0" y="312"/>
                  </a:lnTo>
                  <a:lnTo>
                    <a:pt x="3" y="236"/>
                  </a:lnTo>
                  <a:lnTo>
                    <a:pt x="406"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7" name="Freeform 32">
              <a:extLst>
                <a:ext uri="{FF2B5EF4-FFF2-40B4-BE49-F238E27FC236}">
                  <a16:creationId xmlns:a16="http://schemas.microsoft.com/office/drawing/2014/main" id="{B4226033-AD41-8DF5-7B1B-85F7D29F86E9}"/>
                </a:ext>
              </a:extLst>
            </p:cNvPr>
            <p:cNvSpPr>
              <a:spLocks/>
            </p:cNvSpPr>
            <p:nvPr/>
          </p:nvSpPr>
          <p:spPr bwMode="auto">
            <a:xfrm>
              <a:off x="9729321" y="2693464"/>
              <a:ext cx="372889" cy="284453"/>
            </a:xfrm>
            <a:custGeom>
              <a:avLst/>
              <a:gdLst>
                <a:gd name="T0" fmla="*/ 409 w 409"/>
                <a:gd name="T1" fmla="*/ 236 h 312"/>
                <a:gd name="T2" fmla="*/ 406 w 409"/>
                <a:gd name="T3" fmla="*/ 312 h 312"/>
                <a:gd name="T4" fmla="*/ 0 w 409"/>
                <a:gd name="T5" fmla="*/ 76 h 312"/>
                <a:gd name="T6" fmla="*/ 0 w 409"/>
                <a:gd name="T7" fmla="*/ 0 h 312"/>
                <a:gd name="T8" fmla="*/ 409 w 409"/>
                <a:gd name="T9" fmla="*/ 236 h 312"/>
              </a:gdLst>
              <a:ahLst/>
              <a:cxnLst>
                <a:cxn ang="0">
                  <a:pos x="T0" y="T1"/>
                </a:cxn>
                <a:cxn ang="0">
                  <a:pos x="T2" y="T3"/>
                </a:cxn>
                <a:cxn ang="0">
                  <a:pos x="T4" y="T5"/>
                </a:cxn>
                <a:cxn ang="0">
                  <a:pos x="T6" y="T7"/>
                </a:cxn>
                <a:cxn ang="0">
                  <a:pos x="T8" y="T9"/>
                </a:cxn>
              </a:cxnLst>
              <a:rect l="0" t="0" r="r" b="b"/>
              <a:pathLst>
                <a:path w="409" h="312">
                  <a:moveTo>
                    <a:pt x="409" y="236"/>
                  </a:moveTo>
                  <a:lnTo>
                    <a:pt x="406" y="312"/>
                  </a:lnTo>
                  <a:lnTo>
                    <a:pt x="0" y="76"/>
                  </a:lnTo>
                  <a:lnTo>
                    <a:pt x="0" y="0"/>
                  </a:lnTo>
                  <a:lnTo>
                    <a:pt x="409" y="236"/>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8" name="Freeform 33">
              <a:extLst>
                <a:ext uri="{FF2B5EF4-FFF2-40B4-BE49-F238E27FC236}">
                  <a16:creationId xmlns:a16="http://schemas.microsoft.com/office/drawing/2014/main" id="{A67A53A0-D808-9646-C858-3F9C00A3F03C}"/>
                </a:ext>
              </a:extLst>
            </p:cNvPr>
            <p:cNvSpPr>
              <a:spLocks/>
            </p:cNvSpPr>
            <p:nvPr/>
          </p:nvSpPr>
          <p:spPr bwMode="auto">
            <a:xfrm>
              <a:off x="9729321" y="2478301"/>
              <a:ext cx="740307" cy="430326"/>
            </a:xfrm>
            <a:custGeom>
              <a:avLst/>
              <a:gdLst>
                <a:gd name="T0" fmla="*/ 812 w 812"/>
                <a:gd name="T1" fmla="*/ 236 h 472"/>
                <a:gd name="T2" fmla="*/ 409 w 812"/>
                <a:gd name="T3" fmla="*/ 472 h 472"/>
                <a:gd name="T4" fmla="*/ 0 w 812"/>
                <a:gd name="T5" fmla="*/ 236 h 472"/>
                <a:gd name="T6" fmla="*/ 404 w 812"/>
                <a:gd name="T7" fmla="*/ 0 h 472"/>
                <a:gd name="T8" fmla="*/ 812 w 812"/>
                <a:gd name="T9" fmla="*/ 236 h 472"/>
              </a:gdLst>
              <a:ahLst/>
              <a:cxnLst>
                <a:cxn ang="0">
                  <a:pos x="T0" y="T1"/>
                </a:cxn>
                <a:cxn ang="0">
                  <a:pos x="T2" y="T3"/>
                </a:cxn>
                <a:cxn ang="0">
                  <a:pos x="T4" y="T5"/>
                </a:cxn>
                <a:cxn ang="0">
                  <a:pos x="T6" y="T7"/>
                </a:cxn>
                <a:cxn ang="0">
                  <a:pos x="T8" y="T9"/>
                </a:cxn>
              </a:cxnLst>
              <a:rect l="0" t="0" r="r" b="b"/>
              <a:pathLst>
                <a:path w="812" h="472">
                  <a:moveTo>
                    <a:pt x="812" y="236"/>
                  </a:moveTo>
                  <a:lnTo>
                    <a:pt x="409" y="472"/>
                  </a:lnTo>
                  <a:lnTo>
                    <a:pt x="0" y="236"/>
                  </a:lnTo>
                  <a:lnTo>
                    <a:pt x="404" y="0"/>
                  </a:lnTo>
                  <a:lnTo>
                    <a:pt x="812" y="236"/>
                  </a:lnTo>
                  <a:close/>
                </a:path>
              </a:pathLst>
            </a:custGeom>
            <a:gradFill flip="none" rotWithShape="1">
              <a:gsLst>
                <a:gs pos="0">
                  <a:schemeClr val="accent1">
                    <a:lumMod val="0"/>
                    <a:lumOff val="100000"/>
                  </a:schemeClr>
                </a:gs>
                <a:gs pos="100000">
                  <a:srgbClr val="8E9CEF">
                    <a:lumMod val="61000"/>
                    <a:lumOff val="39000"/>
                  </a:srgbClr>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79" name="组合 178">
            <a:extLst>
              <a:ext uri="{FF2B5EF4-FFF2-40B4-BE49-F238E27FC236}">
                <a16:creationId xmlns:a16="http://schemas.microsoft.com/office/drawing/2014/main" id="{3ADF7118-53CA-5CEC-C3DA-BC0D5F4BACE8}"/>
              </a:ext>
            </a:extLst>
          </p:cNvPr>
          <p:cNvGrpSpPr/>
          <p:nvPr/>
        </p:nvGrpSpPr>
        <p:grpSpPr>
          <a:xfrm>
            <a:off x="8546535" y="3660591"/>
            <a:ext cx="740307" cy="499616"/>
            <a:chOff x="9729321" y="2478301"/>
            <a:chExt cx="740307" cy="499616"/>
          </a:xfrm>
        </p:grpSpPr>
        <p:sp>
          <p:nvSpPr>
            <p:cNvPr id="180" name="Freeform 31">
              <a:extLst>
                <a:ext uri="{FF2B5EF4-FFF2-40B4-BE49-F238E27FC236}">
                  <a16:creationId xmlns:a16="http://schemas.microsoft.com/office/drawing/2014/main" id="{D1542C87-B67E-FEB4-3E62-7F240BB1A406}"/>
                </a:ext>
              </a:extLst>
            </p:cNvPr>
            <p:cNvSpPr>
              <a:spLocks/>
            </p:cNvSpPr>
            <p:nvPr/>
          </p:nvSpPr>
          <p:spPr bwMode="auto">
            <a:xfrm>
              <a:off x="10099475" y="2693464"/>
              <a:ext cx="370153" cy="284453"/>
            </a:xfrm>
            <a:custGeom>
              <a:avLst/>
              <a:gdLst>
                <a:gd name="T0" fmla="*/ 406 w 406"/>
                <a:gd name="T1" fmla="*/ 0 h 312"/>
                <a:gd name="T2" fmla="*/ 406 w 406"/>
                <a:gd name="T3" fmla="*/ 76 h 312"/>
                <a:gd name="T4" fmla="*/ 0 w 406"/>
                <a:gd name="T5" fmla="*/ 312 h 312"/>
                <a:gd name="T6" fmla="*/ 3 w 406"/>
                <a:gd name="T7" fmla="*/ 236 h 312"/>
                <a:gd name="T8" fmla="*/ 406 w 406"/>
                <a:gd name="T9" fmla="*/ 0 h 312"/>
              </a:gdLst>
              <a:ahLst/>
              <a:cxnLst>
                <a:cxn ang="0">
                  <a:pos x="T0" y="T1"/>
                </a:cxn>
                <a:cxn ang="0">
                  <a:pos x="T2" y="T3"/>
                </a:cxn>
                <a:cxn ang="0">
                  <a:pos x="T4" y="T5"/>
                </a:cxn>
                <a:cxn ang="0">
                  <a:pos x="T6" y="T7"/>
                </a:cxn>
                <a:cxn ang="0">
                  <a:pos x="T8" y="T9"/>
                </a:cxn>
              </a:cxnLst>
              <a:rect l="0" t="0" r="r" b="b"/>
              <a:pathLst>
                <a:path w="406" h="312">
                  <a:moveTo>
                    <a:pt x="406" y="0"/>
                  </a:moveTo>
                  <a:lnTo>
                    <a:pt x="406" y="76"/>
                  </a:lnTo>
                  <a:lnTo>
                    <a:pt x="0" y="312"/>
                  </a:lnTo>
                  <a:lnTo>
                    <a:pt x="3" y="236"/>
                  </a:lnTo>
                  <a:lnTo>
                    <a:pt x="406"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1" name="Freeform 32">
              <a:extLst>
                <a:ext uri="{FF2B5EF4-FFF2-40B4-BE49-F238E27FC236}">
                  <a16:creationId xmlns:a16="http://schemas.microsoft.com/office/drawing/2014/main" id="{64550868-BE09-BD2C-419E-2377D54B375C}"/>
                </a:ext>
              </a:extLst>
            </p:cNvPr>
            <p:cNvSpPr>
              <a:spLocks/>
            </p:cNvSpPr>
            <p:nvPr/>
          </p:nvSpPr>
          <p:spPr bwMode="auto">
            <a:xfrm>
              <a:off x="9729321" y="2693464"/>
              <a:ext cx="372889" cy="284453"/>
            </a:xfrm>
            <a:custGeom>
              <a:avLst/>
              <a:gdLst>
                <a:gd name="T0" fmla="*/ 409 w 409"/>
                <a:gd name="T1" fmla="*/ 236 h 312"/>
                <a:gd name="T2" fmla="*/ 406 w 409"/>
                <a:gd name="T3" fmla="*/ 312 h 312"/>
                <a:gd name="T4" fmla="*/ 0 w 409"/>
                <a:gd name="T5" fmla="*/ 76 h 312"/>
                <a:gd name="T6" fmla="*/ 0 w 409"/>
                <a:gd name="T7" fmla="*/ 0 h 312"/>
                <a:gd name="T8" fmla="*/ 409 w 409"/>
                <a:gd name="T9" fmla="*/ 236 h 312"/>
              </a:gdLst>
              <a:ahLst/>
              <a:cxnLst>
                <a:cxn ang="0">
                  <a:pos x="T0" y="T1"/>
                </a:cxn>
                <a:cxn ang="0">
                  <a:pos x="T2" y="T3"/>
                </a:cxn>
                <a:cxn ang="0">
                  <a:pos x="T4" y="T5"/>
                </a:cxn>
                <a:cxn ang="0">
                  <a:pos x="T6" y="T7"/>
                </a:cxn>
                <a:cxn ang="0">
                  <a:pos x="T8" y="T9"/>
                </a:cxn>
              </a:cxnLst>
              <a:rect l="0" t="0" r="r" b="b"/>
              <a:pathLst>
                <a:path w="409" h="312">
                  <a:moveTo>
                    <a:pt x="409" y="236"/>
                  </a:moveTo>
                  <a:lnTo>
                    <a:pt x="406" y="312"/>
                  </a:lnTo>
                  <a:lnTo>
                    <a:pt x="0" y="76"/>
                  </a:lnTo>
                  <a:lnTo>
                    <a:pt x="0" y="0"/>
                  </a:lnTo>
                  <a:lnTo>
                    <a:pt x="409" y="236"/>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2" name="Freeform 33">
              <a:extLst>
                <a:ext uri="{FF2B5EF4-FFF2-40B4-BE49-F238E27FC236}">
                  <a16:creationId xmlns:a16="http://schemas.microsoft.com/office/drawing/2014/main" id="{E0A1586A-9EBD-9DC0-9E7B-427D164335A7}"/>
                </a:ext>
              </a:extLst>
            </p:cNvPr>
            <p:cNvSpPr>
              <a:spLocks/>
            </p:cNvSpPr>
            <p:nvPr/>
          </p:nvSpPr>
          <p:spPr bwMode="auto">
            <a:xfrm>
              <a:off x="9729321" y="2478301"/>
              <a:ext cx="740307" cy="430326"/>
            </a:xfrm>
            <a:custGeom>
              <a:avLst/>
              <a:gdLst>
                <a:gd name="T0" fmla="*/ 812 w 812"/>
                <a:gd name="T1" fmla="*/ 236 h 472"/>
                <a:gd name="T2" fmla="*/ 409 w 812"/>
                <a:gd name="T3" fmla="*/ 472 h 472"/>
                <a:gd name="T4" fmla="*/ 0 w 812"/>
                <a:gd name="T5" fmla="*/ 236 h 472"/>
                <a:gd name="T6" fmla="*/ 404 w 812"/>
                <a:gd name="T7" fmla="*/ 0 h 472"/>
                <a:gd name="T8" fmla="*/ 812 w 812"/>
                <a:gd name="T9" fmla="*/ 236 h 472"/>
              </a:gdLst>
              <a:ahLst/>
              <a:cxnLst>
                <a:cxn ang="0">
                  <a:pos x="T0" y="T1"/>
                </a:cxn>
                <a:cxn ang="0">
                  <a:pos x="T2" y="T3"/>
                </a:cxn>
                <a:cxn ang="0">
                  <a:pos x="T4" y="T5"/>
                </a:cxn>
                <a:cxn ang="0">
                  <a:pos x="T6" y="T7"/>
                </a:cxn>
                <a:cxn ang="0">
                  <a:pos x="T8" y="T9"/>
                </a:cxn>
              </a:cxnLst>
              <a:rect l="0" t="0" r="r" b="b"/>
              <a:pathLst>
                <a:path w="812" h="472">
                  <a:moveTo>
                    <a:pt x="812" y="236"/>
                  </a:moveTo>
                  <a:lnTo>
                    <a:pt x="409" y="472"/>
                  </a:lnTo>
                  <a:lnTo>
                    <a:pt x="0" y="236"/>
                  </a:lnTo>
                  <a:lnTo>
                    <a:pt x="404" y="0"/>
                  </a:lnTo>
                  <a:lnTo>
                    <a:pt x="812" y="236"/>
                  </a:lnTo>
                  <a:close/>
                </a:path>
              </a:pathLst>
            </a:custGeom>
            <a:gradFill flip="none" rotWithShape="1">
              <a:gsLst>
                <a:gs pos="0">
                  <a:schemeClr val="accent1">
                    <a:lumMod val="0"/>
                    <a:lumOff val="100000"/>
                  </a:schemeClr>
                </a:gs>
                <a:gs pos="100000">
                  <a:srgbClr val="8E9CEF">
                    <a:lumMod val="61000"/>
                    <a:lumOff val="39000"/>
                  </a:srgbClr>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83" name="组合 182">
            <a:extLst>
              <a:ext uri="{FF2B5EF4-FFF2-40B4-BE49-F238E27FC236}">
                <a16:creationId xmlns:a16="http://schemas.microsoft.com/office/drawing/2014/main" id="{B2D2AAE9-3784-612B-44A3-BF4986F1A757}"/>
              </a:ext>
            </a:extLst>
          </p:cNvPr>
          <p:cNvGrpSpPr/>
          <p:nvPr/>
        </p:nvGrpSpPr>
        <p:grpSpPr>
          <a:xfrm>
            <a:off x="9070936" y="3345212"/>
            <a:ext cx="740307" cy="499616"/>
            <a:chOff x="9729321" y="2478301"/>
            <a:chExt cx="740307" cy="499616"/>
          </a:xfrm>
        </p:grpSpPr>
        <p:sp>
          <p:nvSpPr>
            <p:cNvPr id="184" name="Freeform 31">
              <a:extLst>
                <a:ext uri="{FF2B5EF4-FFF2-40B4-BE49-F238E27FC236}">
                  <a16:creationId xmlns:a16="http://schemas.microsoft.com/office/drawing/2014/main" id="{5919B035-FBC9-774A-F6C4-A7359E340372}"/>
                </a:ext>
              </a:extLst>
            </p:cNvPr>
            <p:cNvSpPr>
              <a:spLocks/>
            </p:cNvSpPr>
            <p:nvPr/>
          </p:nvSpPr>
          <p:spPr bwMode="auto">
            <a:xfrm>
              <a:off x="10099475" y="2693464"/>
              <a:ext cx="370153" cy="284453"/>
            </a:xfrm>
            <a:custGeom>
              <a:avLst/>
              <a:gdLst>
                <a:gd name="T0" fmla="*/ 406 w 406"/>
                <a:gd name="T1" fmla="*/ 0 h 312"/>
                <a:gd name="T2" fmla="*/ 406 w 406"/>
                <a:gd name="T3" fmla="*/ 76 h 312"/>
                <a:gd name="T4" fmla="*/ 0 w 406"/>
                <a:gd name="T5" fmla="*/ 312 h 312"/>
                <a:gd name="T6" fmla="*/ 3 w 406"/>
                <a:gd name="T7" fmla="*/ 236 h 312"/>
                <a:gd name="T8" fmla="*/ 406 w 406"/>
                <a:gd name="T9" fmla="*/ 0 h 312"/>
              </a:gdLst>
              <a:ahLst/>
              <a:cxnLst>
                <a:cxn ang="0">
                  <a:pos x="T0" y="T1"/>
                </a:cxn>
                <a:cxn ang="0">
                  <a:pos x="T2" y="T3"/>
                </a:cxn>
                <a:cxn ang="0">
                  <a:pos x="T4" y="T5"/>
                </a:cxn>
                <a:cxn ang="0">
                  <a:pos x="T6" y="T7"/>
                </a:cxn>
                <a:cxn ang="0">
                  <a:pos x="T8" y="T9"/>
                </a:cxn>
              </a:cxnLst>
              <a:rect l="0" t="0" r="r" b="b"/>
              <a:pathLst>
                <a:path w="406" h="312">
                  <a:moveTo>
                    <a:pt x="406" y="0"/>
                  </a:moveTo>
                  <a:lnTo>
                    <a:pt x="406" y="76"/>
                  </a:lnTo>
                  <a:lnTo>
                    <a:pt x="0" y="312"/>
                  </a:lnTo>
                  <a:lnTo>
                    <a:pt x="3" y="236"/>
                  </a:lnTo>
                  <a:lnTo>
                    <a:pt x="406" y="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5" name="Freeform 32">
              <a:extLst>
                <a:ext uri="{FF2B5EF4-FFF2-40B4-BE49-F238E27FC236}">
                  <a16:creationId xmlns:a16="http://schemas.microsoft.com/office/drawing/2014/main" id="{E27076B3-BA9D-6EE4-3203-198ACA2DBC0E}"/>
                </a:ext>
              </a:extLst>
            </p:cNvPr>
            <p:cNvSpPr>
              <a:spLocks/>
            </p:cNvSpPr>
            <p:nvPr/>
          </p:nvSpPr>
          <p:spPr bwMode="auto">
            <a:xfrm>
              <a:off x="9729321" y="2693464"/>
              <a:ext cx="372889" cy="284453"/>
            </a:xfrm>
            <a:custGeom>
              <a:avLst/>
              <a:gdLst>
                <a:gd name="T0" fmla="*/ 409 w 409"/>
                <a:gd name="T1" fmla="*/ 236 h 312"/>
                <a:gd name="T2" fmla="*/ 406 w 409"/>
                <a:gd name="T3" fmla="*/ 312 h 312"/>
                <a:gd name="T4" fmla="*/ 0 w 409"/>
                <a:gd name="T5" fmla="*/ 76 h 312"/>
                <a:gd name="T6" fmla="*/ 0 w 409"/>
                <a:gd name="T7" fmla="*/ 0 h 312"/>
                <a:gd name="T8" fmla="*/ 409 w 409"/>
                <a:gd name="T9" fmla="*/ 236 h 312"/>
              </a:gdLst>
              <a:ahLst/>
              <a:cxnLst>
                <a:cxn ang="0">
                  <a:pos x="T0" y="T1"/>
                </a:cxn>
                <a:cxn ang="0">
                  <a:pos x="T2" y="T3"/>
                </a:cxn>
                <a:cxn ang="0">
                  <a:pos x="T4" y="T5"/>
                </a:cxn>
                <a:cxn ang="0">
                  <a:pos x="T6" y="T7"/>
                </a:cxn>
                <a:cxn ang="0">
                  <a:pos x="T8" y="T9"/>
                </a:cxn>
              </a:cxnLst>
              <a:rect l="0" t="0" r="r" b="b"/>
              <a:pathLst>
                <a:path w="409" h="312">
                  <a:moveTo>
                    <a:pt x="409" y="236"/>
                  </a:moveTo>
                  <a:lnTo>
                    <a:pt x="406" y="312"/>
                  </a:lnTo>
                  <a:lnTo>
                    <a:pt x="0" y="76"/>
                  </a:lnTo>
                  <a:lnTo>
                    <a:pt x="0" y="0"/>
                  </a:lnTo>
                  <a:lnTo>
                    <a:pt x="409" y="236"/>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6" name="Freeform 33">
              <a:extLst>
                <a:ext uri="{FF2B5EF4-FFF2-40B4-BE49-F238E27FC236}">
                  <a16:creationId xmlns:a16="http://schemas.microsoft.com/office/drawing/2014/main" id="{79D52BDE-CAD3-BA7E-A91A-B35CB86A33E6}"/>
                </a:ext>
              </a:extLst>
            </p:cNvPr>
            <p:cNvSpPr>
              <a:spLocks/>
            </p:cNvSpPr>
            <p:nvPr/>
          </p:nvSpPr>
          <p:spPr bwMode="auto">
            <a:xfrm>
              <a:off x="9729321" y="2478301"/>
              <a:ext cx="740307" cy="430326"/>
            </a:xfrm>
            <a:custGeom>
              <a:avLst/>
              <a:gdLst>
                <a:gd name="T0" fmla="*/ 812 w 812"/>
                <a:gd name="T1" fmla="*/ 236 h 472"/>
                <a:gd name="T2" fmla="*/ 409 w 812"/>
                <a:gd name="T3" fmla="*/ 472 h 472"/>
                <a:gd name="T4" fmla="*/ 0 w 812"/>
                <a:gd name="T5" fmla="*/ 236 h 472"/>
                <a:gd name="T6" fmla="*/ 404 w 812"/>
                <a:gd name="T7" fmla="*/ 0 h 472"/>
                <a:gd name="T8" fmla="*/ 812 w 812"/>
                <a:gd name="T9" fmla="*/ 236 h 472"/>
              </a:gdLst>
              <a:ahLst/>
              <a:cxnLst>
                <a:cxn ang="0">
                  <a:pos x="T0" y="T1"/>
                </a:cxn>
                <a:cxn ang="0">
                  <a:pos x="T2" y="T3"/>
                </a:cxn>
                <a:cxn ang="0">
                  <a:pos x="T4" y="T5"/>
                </a:cxn>
                <a:cxn ang="0">
                  <a:pos x="T6" y="T7"/>
                </a:cxn>
                <a:cxn ang="0">
                  <a:pos x="T8" y="T9"/>
                </a:cxn>
              </a:cxnLst>
              <a:rect l="0" t="0" r="r" b="b"/>
              <a:pathLst>
                <a:path w="812" h="472">
                  <a:moveTo>
                    <a:pt x="812" y="236"/>
                  </a:moveTo>
                  <a:lnTo>
                    <a:pt x="409" y="472"/>
                  </a:lnTo>
                  <a:lnTo>
                    <a:pt x="0" y="236"/>
                  </a:lnTo>
                  <a:lnTo>
                    <a:pt x="404" y="0"/>
                  </a:lnTo>
                  <a:lnTo>
                    <a:pt x="812" y="236"/>
                  </a:lnTo>
                  <a:close/>
                </a:path>
              </a:pathLst>
            </a:custGeom>
            <a:gradFill flip="none" rotWithShape="1">
              <a:gsLst>
                <a:gs pos="0">
                  <a:schemeClr val="accent1">
                    <a:lumMod val="0"/>
                    <a:lumOff val="100000"/>
                  </a:schemeClr>
                </a:gs>
                <a:gs pos="100000">
                  <a:srgbClr val="8E9CEF">
                    <a:lumMod val="61000"/>
                    <a:lumOff val="39000"/>
                  </a:srgbClr>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61" name="组合 260">
            <a:extLst>
              <a:ext uri="{FF2B5EF4-FFF2-40B4-BE49-F238E27FC236}">
                <a16:creationId xmlns:a16="http://schemas.microsoft.com/office/drawing/2014/main" id="{CD4CE921-867B-1F76-006E-2C099B5B82F8}"/>
              </a:ext>
            </a:extLst>
          </p:cNvPr>
          <p:cNvGrpSpPr/>
          <p:nvPr/>
        </p:nvGrpSpPr>
        <p:grpSpPr>
          <a:xfrm>
            <a:off x="10307953" y="3418016"/>
            <a:ext cx="819459" cy="1098897"/>
            <a:chOff x="9166755" y="3242783"/>
            <a:chExt cx="819459" cy="1098897"/>
          </a:xfrm>
        </p:grpSpPr>
        <p:grpSp>
          <p:nvGrpSpPr>
            <p:cNvPr id="262" name="组合 261">
              <a:extLst>
                <a:ext uri="{FF2B5EF4-FFF2-40B4-BE49-F238E27FC236}">
                  <a16:creationId xmlns:a16="http://schemas.microsoft.com/office/drawing/2014/main" id="{93C94811-60C3-E438-8D19-7C5BDF2BAFA8}"/>
                </a:ext>
              </a:extLst>
            </p:cNvPr>
            <p:cNvGrpSpPr/>
            <p:nvPr/>
          </p:nvGrpSpPr>
          <p:grpSpPr>
            <a:xfrm>
              <a:off x="9166755" y="3242783"/>
              <a:ext cx="819459" cy="1098897"/>
              <a:chOff x="6678823" y="337331"/>
              <a:chExt cx="819459" cy="1098897"/>
            </a:xfrm>
          </p:grpSpPr>
          <p:sp>
            <p:nvSpPr>
              <p:cNvPr id="268" name="菱形 267">
                <a:extLst>
                  <a:ext uri="{FF2B5EF4-FFF2-40B4-BE49-F238E27FC236}">
                    <a16:creationId xmlns:a16="http://schemas.microsoft.com/office/drawing/2014/main" id="{A7A06BA9-A661-8EAE-62E2-98932A671FE6}"/>
                  </a:ext>
                </a:extLst>
              </p:cNvPr>
              <p:cNvSpPr/>
              <p:nvPr/>
            </p:nvSpPr>
            <p:spPr>
              <a:xfrm>
                <a:off x="6682489" y="983666"/>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sp>
            <p:nvSpPr>
              <p:cNvPr id="269" name="梯形 32">
                <a:extLst>
                  <a:ext uri="{FF2B5EF4-FFF2-40B4-BE49-F238E27FC236}">
                    <a16:creationId xmlns:a16="http://schemas.microsoft.com/office/drawing/2014/main" id="{C430217D-4152-6485-7D01-74C4B310BF5E}"/>
                  </a:ext>
                </a:extLst>
              </p:cNvPr>
              <p:cNvSpPr/>
              <p:nvPr/>
            </p:nvSpPr>
            <p:spPr>
              <a:xfrm rot="10800000">
                <a:off x="6678823" y="337331"/>
                <a:ext cx="819459" cy="861550"/>
              </a:xfrm>
              <a:custGeom>
                <a:avLst/>
                <a:gdLst>
                  <a:gd name="connsiteX0" fmla="*/ 0 w 819459"/>
                  <a:gd name="connsiteY0" fmla="*/ 684862 h 684862"/>
                  <a:gd name="connsiteX1" fmla="*/ 109619 w 819459"/>
                  <a:gd name="connsiteY1" fmla="*/ 0 h 684862"/>
                  <a:gd name="connsiteX2" fmla="*/ 709840 w 819459"/>
                  <a:gd name="connsiteY2" fmla="*/ 0 h 684862"/>
                  <a:gd name="connsiteX3" fmla="*/ 819459 w 819459"/>
                  <a:gd name="connsiteY3" fmla="*/ 684862 h 684862"/>
                  <a:gd name="connsiteX4" fmla="*/ 0 w 819459"/>
                  <a:gd name="connsiteY4" fmla="*/ 684862 h 684862"/>
                  <a:gd name="connsiteX0" fmla="*/ 0 w 819459"/>
                  <a:gd name="connsiteY0" fmla="*/ 685443 h 685443"/>
                  <a:gd name="connsiteX1" fmla="*/ 109619 w 819459"/>
                  <a:gd name="connsiteY1" fmla="*/ 581 h 685443"/>
                  <a:gd name="connsiteX2" fmla="*/ 420149 w 819459"/>
                  <a:gd name="connsiteY2" fmla="*/ 0 h 685443"/>
                  <a:gd name="connsiteX3" fmla="*/ 709840 w 819459"/>
                  <a:gd name="connsiteY3" fmla="*/ 581 h 685443"/>
                  <a:gd name="connsiteX4" fmla="*/ 819459 w 819459"/>
                  <a:gd name="connsiteY4" fmla="*/ 685443 h 685443"/>
                  <a:gd name="connsiteX5" fmla="*/ 0 w 819459"/>
                  <a:gd name="connsiteY5" fmla="*/ 685443 h 685443"/>
                  <a:gd name="connsiteX0" fmla="*/ 0 w 819459"/>
                  <a:gd name="connsiteY0" fmla="*/ 861550 h 861550"/>
                  <a:gd name="connsiteX1" fmla="*/ 109619 w 819459"/>
                  <a:gd name="connsiteY1" fmla="*/ 176688 h 861550"/>
                  <a:gd name="connsiteX2" fmla="*/ 406602 w 819459"/>
                  <a:gd name="connsiteY2" fmla="*/ 0 h 861550"/>
                  <a:gd name="connsiteX3" fmla="*/ 709840 w 819459"/>
                  <a:gd name="connsiteY3" fmla="*/ 176688 h 861550"/>
                  <a:gd name="connsiteX4" fmla="*/ 819459 w 819459"/>
                  <a:gd name="connsiteY4" fmla="*/ 861550 h 861550"/>
                  <a:gd name="connsiteX5" fmla="*/ 0 w 819459"/>
                  <a:gd name="connsiteY5" fmla="*/ 861550 h 861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9459" h="861550">
                    <a:moveTo>
                      <a:pt x="0" y="861550"/>
                    </a:moveTo>
                    <a:lnTo>
                      <a:pt x="109619" y="176688"/>
                    </a:lnTo>
                    <a:lnTo>
                      <a:pt x="406602" y="0"/>
                    </a:lnTo>
                    <a:lnTo>
                      <a:pt x="709840" y="176688"/>
                    </a:lnTo>
                    <a:lnTo>
                      <a:pt x="819459" y="861550"/>
                    </a:lnTo>
                    <a:lnTo>
                      <a:pt x="0" y="861550"/>
                    </a:lnTo>
                    <a:close/>
                  </a:path>
                </a:pathLst>
              </a:cu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armonyOS Sans SC Medium" panose="00000600000000000000" pitchFamily="2" charset="-122"/>
                  <a:ea typeface="HarmonyOS Sans SC Medium" panose="00000600000000000000" pitchFamily="2" charset="-122"/>
                </a:endParaRPr>
              </a:p>
            </p:txBody>
          </p:sp>
          <p:grpSp>
            <p:nvGrpSpPr>
              <p:cNvPr id="270" name="组合 269">
                <a:extLst>
                  <a:ext uri="{FF2B5EF4-FFF2-40B4-BE49-F238E27FC236}">
                    <a16:creationId xmlns:a16="http://schemas.microsoft.com/office/drawing/2014/main" id="{6B8129C9-B64C-D974-F607-3866D4DCAEBC}"/>
                  </a:ext>
                </a:extLst>
              </p:cNvPr>
              <p:cNvGrpSpPr/>
              <p:nvPr/>
            </p:nvGrpSpPr>
            <p:grpSpPr>
              <a:xfrm>
                <a:off x="6780926" y="853690"/>
                <a:ext cx="620945" cy="495547"/>
                <a:chOff x="2883576" y="2528237"/>
                <a:chExt cx="620945" cy="495547"/>
              </a:xfrm>
            </p:grpSpPr>
            <p:grpSp>
              <p:nvGrpSpPr>
                <p:cNvPr id="271" name="组合 270">
                  <a:extLst>
                    <a:ext uri="{FF2B5EF4-FFF2-40B4-BE49-F238E27FC236}">
                      <a16:creationId xmlns:a16="http://schemas.microsoft.com/office/drawing/2014/main" id="{4C07CC17-EFCD-FAC2-00E5-DDF05F8F0B9B}"/>
                    </a:ext>
                  </a:extLst>
                </p:cNvPr>
                <p:cNvGrpSpPr/>
                <p:nvPr/>
              </p:nvGrpSpPr>
              <p:grpSpPr>
                <a:xfrm>
                  <a:off x="2883576" y="2621661"/>
                  <a:ext cx="620945" cy="402123"/>
                  <a:chOff x="6512018" y="615964"/>
                  <a:chExt cx="1370013" cy="930275"/>
                </a:xfrm>
              </p:grpSpPr>
              <p:sp>
                <p:nvSpPr>
                  <p:cNvPr id="276" name="Freeform 14">
                    <a:extLst>
                      <a:ext uri="{FF2B5EF4-FFF2-40B4-BE49-F238E27FC236}">
                        <a16:creationId xmlns:a16="http://schemas.microsoft.com/office/drawing/2014/main" id="{CED07E63-1DB0-7210-78AB-1CFFC43E85D0}"/>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77" name="Freeform 15">
                    <a:extLst>
                      <a:ext uri="{FF2B5EF4-FFF2-40B4-BE49-F238E27FC236}">
                        <a16:creationId xmlns:a16="http://schemas.microsoft.com/office/drawing/2014/main" id="{D86C69F7-672E-E25A-FB07-D9C6DCFA0B60}"/>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78" name="Freeform 16">
                    <a:extLst>
                      <a:ext uri="{FF2B5EF4-FFF2-40B4-BE49-F238E27FC236}">
                        <a16:creationId xmlns:a16="http://schemas.microsoft.com/office/drawing/2014/main" id="{83372819-37ED-752A-2ED1-BA809742C224}"/>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272" name="组合 271">
                  <a:extLst>
                    <a:ext uri="{FF2B5EF4-FFF2-40B4-BE49-F238E27FC236}">
                      <a16:creationId xmlns:a16="http://schemas.microsoft.com/office/drawing/2014/main" id="{FCF76250-B4F7-98F2-CAFD-477D4B0154B6}"/>
                    </a:ext>
                  </a:extLst>
                </p:cNvPr>
                <p:cNvGrpSpPr/>
                <p:nvPr/>
              </p:nvGrpSpPr>
              <p:grpSpPr>
                <a:xfrm>
                  <a:off x="2883576" y="2528237"/>
                  <a:ext cx="620945" cy="402123"/>
                  <a:chOff x="6512018" y="615964"/>
                  <a:chExt cx="1370013" cy="930275"/>
                </a:xfrm>
              </p:grpSpPr>
              <p:sp>
                <p:nvSpPr>
                  <p:cNvPr id="273" name="Freeform 14">
                    <a:extLst>
                      <a:ext uri="{FF2B5EF4-FFF2-40B4-BE49-F238E27FC236}">
                        <a16:creationId xmlns:a16="http://schemas.microsoft.com/office/drawing/2014/main" id="{E375B1C0-A549-AE03-708C-5703D6A99E81}"/>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74" name="Freeform 15">
                    <a:extLst>
                      <a:ext uri="{FF2B5EF4-FFF2-40B4-BE49-F238E27FC236}">
                        <a16:creationId xmlns:a16="http://schemas.microsoft.com/office/drawing/2014/main" id="{1B235B23-F84F-B383-8D6E-3DEAE32D1F21}"/>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75" name="Freeform 16">
                    <a:extLst>
                      <a:ext uri="{FF2B5EF4-FFF2-40B4-BE49-F238E27FC236}">
                        <a16:creationId xmlns:a16="http://schemas.microsoft.com/office/drawing/2014/main" id="{6346F68B-864C-9C90-D2C2-2B826CDAF062}"/>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grpSp>
        <p:grpSp>
          <p:nvGrpSpPr>
            <p:cNvPr id="263" name="组合 262">
              <a:extLst>
                <a:ext uri="{FF2B5EF4-FFF2-40B4-BE49-F238E27FC236}">
                  <a16:creationId xmlns:a16="http://schemas.microsoft.com/office/drawing/2014/main" id="{163079AC-EF1B-B507-654E-C75C8B898664}"/>
                </a:ext>
              </a:extLst>
            </p:cNvPr>
            <p:cNvGrpSpPr/>
            <p:nvPr/>
          </p:nvGrpSpPr>
          <p:grpSpPr>
            <a:xfrm>
              <a:off x="9426670" y="3579393"/>
              <a:ext cx="314812" cy="426359"/>
              <a:chOff x="7181361" y="634142"/>
              <a:chExt cx="314812" cy="426359"/>
            </a:xfrm>
          </p:grpSpPr>
          <p:grpSp>
            <p:nvGrpSpPr>
              <p:cNvPr id="264" name="组合 263">
                <a:extLst>
                  <a:ext uri="{FF2B5EF4-FFF2-40B4-BE49-F238E27FC236}">
                    <a16:creationId xmlns:a16="http://schemas.microsoft.com/office/drawing/2014/main" id="{AFA23897-43CA-22B8-9C1B-5EC5B73E5395}"/>
                  </a:ext>
                </a:extLst>
              </p:cNvPr>
              <p:cNvGrpSpPr/>
              <p:nvPr/>
            </p:nvGrpSpPr>
            <p:grpSpPr>
              <a:xfrm>
                <a:off x="7181361" y="634142"/>
                <a:ext cx="314812" cy="426359"/>
                <a:chOff x="5015665" y="3704732"/>
                <a:chExt cx="2016126" cy="2730500"/>
              </a:xfrm>
            </p:grpSpPr>
            <p:sp>
              <p:nvSpPr>
                <p:cNvPr id="266" name="Freeform 35">
                  <a:extLst>
                    <a:ext uri="{FF2B5EF4-FFF2-40B4-BE49-F238E27FC236}">
                      <a16:creationId xmlns:a16="http://schemas.microsoft.com/office/drawing/2014/main" id="{AA5FDCBA-87E1-2134-52F5-CBEC9B3C81D4}"/>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67" name="Freeform 36">
                  <a:extLst>
                    <a:ext uri="{FF2B5EF4-FFF2-40B4-BE49-F238E27FC236}">
                      <a16:creationId xmlns:a16="http://schemas.microsoft.com/office/drawing/2014/main" id="{D63AEE4C-C52E-F41F-DC12-AEE88E52613A}"/>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grpSp>
          <p:sp>
            <p:nvSpPr>
              <p:cNvPr id="265" name="Freeform 40">
                <a:extLst>
                  <a:ext uri="{FF2B5EF4-FFF2-40B4-BE49-F238E27FC236}">
                    <a16:creationId xmlns:a16="http://schemas.microsoft.com/office/drawing/2014/main" id="{2C409744-51B4-EFD9-A298-6DB2C621EB8A}"/>
                  </a:ext>
                </a:extLst>
              </p:cNvPr>
              <p:cNvSpPr>
                <a:spLocks/>
              </p:cNvSpPr>
              <p:nvPr/>
            </p:nvSpPr>
            <p:spPr bwMode="auto">
              <a:xfrm>
                <a:off x="7262069" y="768927"/>
                <a:ext cx="115424" cy="153462"/>
              </a:xfrm>
              <a:custGeom>
                <a:avLst/>
                <a:gdLst>
                  <a:gd name="T0" fmla="*/ 24 w 37"/>
                  <a:gd name="T1" fmla="*/ 6 h 49"/>
                  <a:gd name="T2" fmla="*/ 25 w 37"/>
                  <a:gd name="T3" fmla="*/ 8 h 49"/>
                  <a:gd name="T4" fmla="*/ 26 w 37"/>
                  <a:gd name="T5" fmla="*/ 14 h 49"/>
                  <a:gd name="T6" fmla="*/ 31 w 37"/>
                  <a:gd name="T7" fmla="*/ 15 h 49"/>
                  <a:gd name="T8" fmla="*/ 31 w 37"/>
                  <a:gd name="T9" fmla="*/ 15 h 49"/>
                  <a:gd name="T10" fmla="*/ 32 w 37"/>
                  <a:gd name="T11" fmla="*/ 16 h 49"/>
                  <a:gd name="T12" fmla="*/ 33 w 37"/>
                  <a:gd name="T13" fmla="*/ 19 h 49"/>
                  <a:gd name="T14" fmla="*/ 31 w 37"/>
                  <a:gd name="T15" fmla="*/ 23 h 49"/>
                  <a:gd name="T16" fmla="*/ 36 w 37"/>
                  <a:gd name="T17" fmla="*/ 27 h 49"/>
                  <a:gd name="T18" fmla="*/ 37 w 37"/>
                  <a:gd name="T19" fmla="*/ 29 h 49"/>
                  <a:gd name="T20" fmla="*/ 37 w 37"/>
                  <a:gd name="T21" fmla="*/ 31 h 49"/>
                  <a:gd name="T22" fmla="*/ 33 w 37"/>
                  <a:gd name="T23" fmla="*/ 32 h 49"/>
                  <a:gd name="T24" fmla="*/ 37 w 37"/>
                  <a:gd name="T25" fmla="*/ 38 h 49"/>
                  <a:gd name="T26" fmla="*/ 37 w 37"/>
                  <a:gd name="T27" fmla="*/ 41 h 49"/>
                  <a:gd name="T28" fmla="*/ 36 w 37"/>
                  <a:gd name="T29" fmla="*/ 41 h 49"/>
                  <a:gd name="T30" fmla="*/ 31 w 37"/>
                  <a:gd name="T31" fmla="*/ 40 h 49"/>
                  <a:gd name="T32" fmla="*/ 33 w 37"/>
                  <a:gd name="T33" fmla="*/ 46 h 49"/>
                  <a:gd name="T34" fmla="*/ 32 w 37"/>
                  <a:gd name="T35" fmla="*/ 47 h 49"/>
                  <a:gd name="T36" fmla="*/ 31 w 37"/>
                  <a:gd name="T37" fmla="*/ 47 h 49"/>
                  <a:gd name="T38" fmla="*/ 26 w 37"/>
                  <a:gd name="T39" fmla="*/ 43 h 49"/>
                  <a:gd name="T40" fmla="*/ 24 w 37"/>
                  <a:gd name="T41" fmla="*/ 47 h 49"/>
                  <a:gd name="T42" fmla="*/ 24 w 37"/>
                  <a:gd name="T43" fmla="*/ 49 h 49"/>
                  <a:gd name="T44" fmla="*/ 23 w 37"/>
                  <a:gd name="T45" fmla="*/ 48 h 49"/>
                  <a:gd name="T46" fmla="*/ 22 w 37"/>
                  <a:gd name="T47" fmla="*/ 47 h 49"/>
                  <a:gd name="T48" fmla="*/ 18 w 37"/>
                  <a:gd name="T49" fmla="*/ 41 h 49"/>
                  <a:gd name="T50" fmla="*/ 15 w 37"/>
                  <a:gd name="T51" fmla="*/ 43 h 49"/>
                  <a:gd name="T52" fmla="*/ 14 w 37"/>
                  <a:gd name="T53" fmla="*/ 43 h 49"/>
                  <a:gd name="T54" fmla="*/ 12 w 37"/>
                  <a:gd name="T55" fmla="*/ 40 h 49"/>
                  <a:gd name="T56" fmla="*/ 11 w 37"/>
                  <a:gd name="T57" fmla="*/ 34 h 49"/>
                  <a:gd name="T58" fmla="*/ 7 w 37"/>
                  <a:gd name="T59" fmla="*/ 33 h 49"/>
                  <a:gd name="T60" fmla="*/ 5 w 37"/>
                  <a:gd name="T61" fmla="*/ 31 h 49"/>
                  <a:gd name="T62" fmla="*/ 5 w 37"/>
                  <a:gd name="T63" fmla="*/ 30 h 49"/>
                  <a:gd name="T64" fmla="*/ 5 w 37"/>
                  <a:gd name="T65" fmla="*/ 25 h 49"/>
                  <a:gd name="T66" fmla="*/ 1 w 37"/>
                  <a:gd name="T67" fmla="*/ 21 h 49"/>
                  <a:gd name="T68" fmla="*/ 0 w 37"/>
                  <a:gd name="T69" fmla="*/ 19 h 49"/>
                  <a:gd name="T70" fmla="*/ 1 w 37"/>
                  <a:gd name="T71" fmla="*/ 17 h 49"/>
                  <a:gd name="T72" fmla="*/ 4 w 37"/>
                  <a:gd name="T73" fmla="*/ 15 h 49"/>
                  <a:gd name="T74" fmla="*/ 1 w 37"/>
                  <a:gd name="T75" fmla="*/ 10 h 49"/>
                  <a:gd name="T76" fmla="*/ 0 w 37"/>
                  <a:gd name="T77" fmla="*/ 8 h 49"/>
                  <a:gd name="T78" fmla="*/ 2 w 37"/>
                  <a:gd name="T79" fmla="*/ 7 h 49"/>
                  <a:gd name="T80" fmla="*/ 6 w 37"/>
                  <a:gd name="T81" fmla="*/ 8 h 49"/>
                  <a:gd name="T82" fmla="*/ 5 w 37"/>
                  <a:gd name="T83" fmla="*/ 3 h 49"/>
                  <a:gd name="T84" fmla="*/ 5 w 37"/>
                  <a:gd name="T85" fmla="*/ 0 h 49"/>
                  <a:gd name="T86" fmla="*/ 6 w 37"/>
                  <a:gd name="T87" fmla="*/ 1 h 49"/>
                  <a:gd name="T88" fmla="*/ 7 w 37"/>
                  <a:gd name="T89" fmla="*/ 1 h 49"/>
                  <a:gd name="T90" fmla="*/ 11 w 37"/>
                  <a:gd name="T91" fmla="*/ 5 h 49"/>
                  <a:gd name="T92" fmla="*/ 12 w 37"/>
                  <a:gd name="T93" fmla="*/ 1 h 49"/>
                  <a:gd name="T94" fmla="*/ 14 w 37"/>
                  <a:gd name="T95" fmla="*/ 0 h 49"/>
                  <a:gd name="T96" fmla="*/ 15 w 37"/>
                  <a:gd name="T97" fmla="*/ 2 h 49"/>
                  <a:gd name="T98" fmla="*/ 18 w 37"/>
                  <a:gd name="T99" fmla="*/ 7 h 49"/>
                  <a:gd name="T100" fmla="*/ 22 w 37"/>
                  <a:gd name="T101" fmla="*/ 5 h 49"/>
                  <a:gd name="T102" fmla="*/ 24 w 37"/>
                  <a:gd name="T103" fmla="*/ 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7" h="49">
                    <a:moveTo>
                      <a:pt x="24" y="6"/>
                    </a:moveTo>
                    <a:cubicBezTo>
                      <a:pt x="24" y="6"/>
                      <a:pt x="25" y="7"/>
                      <a:pt x="25" y="8"/>
                    </a:cubicBezTo>
                    <a:cubicBezTo>
                      <a:pt x="26" y="14"/>
                      <a:pt x="26" y="14"/>
                      <a:pt x="26" y="14"/>
                    </a:cubicBezTo>
                    <a:cubicBezTo>
                      <a:pt x="31" y="15"/>
                      <a:pt x="31" y="15"/>
                      <a:pt x="31" y="15"/>
                    </a:cubicBezTo>
                    <a:cubicBezTo>
                      <a:pt x="31" y="15"/>
                      <a:pt x="31" y="15"/>
                      <a:pt x="31" y="15"/>
                    </a:cubicBezTo>
                    <a:cubicBezTo>
                      <a:pt x="32" y="15"/>
                      <a:pt x="32" y="16"/>
                      <a:pt x="32" y="16"/>
                    </a:cubicBezTo>
                    <a:cubicBezTo>
                      <a:pt x="33" y="17"/>
                      <a:pt x="33" y="18"/>
                      <a:pt x="33" y="19"/>
                    </a:cubicBezTo>
                    <a:cubicBezTo>
                      <a:pt x="31" y="23"/>
                      <a:pt x="31" y="23"/>
                      <a:pt x="31" y="23"/>
                    </a:cubicBezTo>
                    <a:cubicBezTo>
                      <a:pt x="36" y="27"/>
                      <a:pt x="36" y="27"/>
                      <a:pt x="36" y="27"/>
                    </a:cubicBezTo>
                    <a:cubicBezTo>
                      <a:pt x="37" y="27"/>
                      <a:pt x="37" y="28"/>
                      <a:pt x="37" y="29"/>
                    </a:cubicBezTo>
                    <a:cubicBezTo>
                      <a:pt x="37" y="30"/>
                      <a:pt x="37" y="30"/>
                      <a:pt x="37" y="31"/>
                    </a:cubicBezTo>
                    <a:cubicBezTo>
                      <a:pt x="33" y="32"/>
                      <a:pt x="33" y="32"/>
                      <a:pt x="33" y="32"/>
                    </a:cubicBezTo>
                    <a:cubicBezTo>
                      <a:pt x="37" y="38"/>
                      <a:pt x="37" y="38"/>
                      <a:pt x="37" y="38"/>
                    </a:cubicBezTo>
                    <a:cubicBezTo>
                      <a:pt x="37" y="39"/>
                      <a:pt x="37" y="40"/>
                      <a:pt x="37" y="41"/>
                    </a:cubicBezTo>
                    <a:cubicBezTo>
                      <a:pt x="37" y="41"/>
                      <a:pt x="37" y="41"/>
                      <a:pt x="36" y="41"/>
                    </a:cubicBezTo>
                    <a:cubicBezTo>
                      <a:pt x="31" y="40"/>
                      <a:pt x="31" y="40"/>
                      <a:pt x="31" y="40"/>
                    </a:cubicBezTo>
                    <a:cubicBezTo>
                      <a:pt x="33" y="46"/>
                      <a:pt x="33" y="46"/>
                      <a:pt x="33" y="46"/>
                    </a:cubicBezTo>
                    <a:cubicBezTo>
                      <a:pt x="33" y="47"/>
                      <a:pt x="33" y="47"/>
                      <a:pt x="32" y="47"/>
                    </a:cubicBezTo>
                    <a:cubicBezTo>
                      <a:pt x="32" y="48"/>
                      <a:pt x="31" y="47"/>
                      <a:pt x="31" y="47"/>
                    </a:cubicBezTo>
                    <a:cubicBezTo>
                      <a:pt x="26" y="43"/>
                      <a:pt x="26" y="43"/>
                      <a:pt x="26" y="43"/>
                    </a:cubicBezTo>
                    <a:cubicBezTo>
                      <a:pt x="24" y="47"/>
                      <a:pt x="24" y="47"/>
                      <a:pt x="24" y="47"/>
                    </a:cubicBezTo>
                    <a:cubicBezTo>
                      <a:pt x="24" y="48"/>
                      <a:pt x="24" y="48"/>
                      <a:pt x="24" y="49"/>
                    </a:cubicBezTo>
                    <a:cubicBezTo>
                      <a:pt x="23" y="48"/>
                      <a:pt x="23" y="48"/>
                      <a:pt x="23" y="48"/>
                    </a:cubicBezTo>
                    <a:cubicBezTo>
                      <a:pt x="22" y="48"/>
                      <a:pt x="22" y="47"/>
                      <a:pt x="22" y="47"/>
                    </a:cubicBezTo>
                    <a:cubicBezTo>
                      <a:pt x="18" y="41"/>
                      <a:pt x="18" y="41"/>
                      <a:pt x="18" y="41"/>
                    </a:cubicBezTo>
                    <a:cubicBezTo>
                      <a:pt x="15" y="43"/>
                      <a:pt x="15" y="43"/>
                      <a:pt x="15" y="43"/>
                    </a:cubicBezTo>
                    <a:cubicBezTo>
                      <a:pt x="15" y="44"/>
                      <a:pt x="14" y="43"/>
                      <a:pt x="14" y="43"/>
                    </a:cubicBezTo>
                    <a:cubicBezTo>
                      <a:pt x="13" y="42"/>
                      <a:pt x="12" y="41"/>
                      <a:pt x="12" y="40"/>
                    </a:cubicBezTo>
                    <a:cubicBezTo>
                      <a:pt x="11" y="34"/>
                      <a:pt x="11" y="34"/>
                      <a:pt x="11" y="34"/>
                    </a:cubicBezTo>
                    <a:cubicBezTo>
                      <a:pt x="7" y="33"/>
                      <a:pt x="7" y="33"/>
                      <a:pt x="7" y="33"/>
                    </a:cubicBezTo>
                    <a:cubicBezTo>
                      <a:pt x="6" y="33"/>
                      <a:pt x="5" y="33"/>
                      <a:pt x="5" y="31"/>
                    </a:cubicBezTo>
                    <a:cubicBezTo>
                      <a:pt x="5" y="31"/>
                      <a:pt x="4" y="30"/>
                      <a:pt x="5" y="30"/>
                    </a:cubicBezTo>
                    <a:cubicBezTo>
                      <a:pt x="5" y="25"/>
                      <a:pt x="5" y="25"/>
                      <a:pt x="5" y="25"/>
                    </a:cubicBezTo>
                    <a:cubicBezTo>
                      <a:pt x="1" y="21"/>
                      <a:pt x="1" y="21"/>
                      <a:pt x="1" y="21"/>
                    </a:cubicBezTo>
                    <a:cubicBezTo>
                      <a:pt x="1" y="21"/>
                      <a:pt x="0" y="20"/>
                      <a:pt x="0" y="19"/>
                    </a:cubicBezTo>
                    <a:cubicBezTo>
                      <a:pt x="0" y="19"/>
                      <a:pt x="0" y="18"/>
                      <a:pt x="1" y="17"/>
                    </a:cubicBezTo>
                    <a:cubicBezTo>
                      <a:pt x="4" y="15"/>
                      <a:pt x="4" y="15"/>
                      <a:pt x="4" y="15"/>
                    </a:cubicBezTo>
                    <a:cubicBezTo>
                      <a:pt x="1" y="10"/>
                      <a:pt x="1" y="10"/>
                      <a:pt x="1" y="10"/>
                    </a:cubicBezTo>
                    <a:cubicBezTo>
                      <a:pt x="0" y="9"/>
                      <a:pt x="0" y="8"/>
                      <a:pt x="0" y="8"/>
                    </a:cubicBezTo>
                    <a:cubicBezTo>
                      <a:pt x="0" y="7"/>
                      <a:pt x="1" y="7"/>
                      <a:pt x="2" y="7"/>
                    </a:cubicBezTo>
                    <a:cubicBezTo>
                      <a:pt x="6" y="8"/>
                      <a:pt x="6" y="8"/>
                      <a:pt x="6" y="8"/>
                    </a:cubicBezTo>
                    <a:cubicBezTo>
                      <a:pt x="5" y="3"/>
                      <a:pt x="5" y="3"/>
                      <a:pt x="5" y="3"/>
                    </a:cubicBezTo>
                    <a:cubicBezTo>
                      <a:pt x="4" y="2"/>
                      <a:pt x="5" y="1"/>
                      <a:pt x="5" y="0"/>
                    </a:cubicBezTo>
                    <a:cubicBezTo>
                      <a:pt x="5" y="1"/>
                      <a:pt x="6" y="1"/>
                      <a:pt x="6" y="1"/>
                    </a:cubicBezTo>
                    <a:cubicBezTo>
                      <a:pt x="6" y="1"/>
                      <a:pt x="7" y="1"/>
                      <a:pt x="7" y="1"/>
                    </a:cubicBezTo>
                    <a:cubicBezTo>
                      <a:pt x="11" y="5"/>
                      <a:pt x="11" y="5"/>
                      <a:pt x="11" y="5"/>
                    </a:cubicBezTo>
                    <a:cubicBezTo>
                      <a:pt x="12" y="1"/>
                      <a:pt x="12" y="1"/>
                      <a:pt x="12" y="1"/>
                    </a:cubicBezTo>
                    <a:cubicBezTo>
                      <a:pt x="12" y="0"/>
                      <a:pt x="13" y="0"/>
                      <a:pt x="14" y="0"/>
                    </a:cubicBezTo>
                    <a:cubicBezTo>
                      <a:pt x="14" y="0"/>
                      <a:pt x="15" y="1"/>
                      <a:pt x="15" y="2"/>
                    </a:cubicBezTo>
                    <a:cubicBezTo>
                      <a:pt x="18" y="7"/>
                      <a:pt x="18" y="7"/>
                      <a:pt x="18" y="7"/>
                    </a:cubicBezTo>
                    <a:cubicBezTo>
                      <a:pt x="22" y="5"/>
                      <a:pt x="22" y="5"/>
                      <a:pt x="22" y="5"/>
                    </a:cubicBezTo>
                    <a:cubicBezTo>
                      <a:pt x="23" y="5"/>
                      <a:pt x="23" y="5"/>
                      <a:pt x="24" y="6"/>
                    </a:cubicBezTo>
                    <a:close/>
                  </a:path>
                </a:pathLst>
              </a:custGeom>
              <a:solidFill>
                <a:srgbClr val="0EF081"/>
              </a:soli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grpSp>
        <p:nvGrpSpPr>
          <p:cNvPr id="243" name="组合 242">
            <a:extLst>
              <a:ext uri="{FF2B5EF4-FFF2-40B4-BE49-F238E27FC236}">
                <a16:creationId xmlns:a16="http://schemas.microsoft.com/office/drawing/2014/main" id="{DA1E3A8B-5FE9-7CB5-C19D-67223F482EEB}"/>
              </a:ext>
            </a:extLst>
          </p:cNvPr>
          <p:cNvGrpSpPr/>
          <p:nvPr/>
        </p:nvGrpSpPr>
        <p:grpSpPr>
          <a:xfrm>
            <a:off x="9714947" y="3738111"/>
            <a:ext cx="819459" cy="1098897"/>
            <a:chOff x="9166755" y="3242783"/>
            <a:chExt cx="819459" cy="1098897"/>
          </a:xfrm>
        </p:grpSpPr>
        <p:grpSp>
          <p:nvGrpSpPr>
            <p:cNvPr id="244" name="组合 243">
              <a:extLst>
                <a:ext uri="{FF2B5EF4-FFF2-40B4-BE49-F238E27FC236}">
                  <a16:creationId xmlns:a16="http://schemas.microsoft.com/office/drawing/2014/main" id="{8E1ABA79-EDE0-CBF2-4FC8-F4EC78EF9362}"/>
                </a:ext>
              </a:extLst>
            </p:cNvPr>
            <p:cNvGrpSpPr/>
            <p:nvPr/>
          </p:nvGrpSpPr>
          <p:grpSpPr>
            <a:xfrm>
              <a:off x="9166755" y="3242783"/>
              <a:ext cx="819459" cy="1098897"/>
              <a:chOff x="6678823" y="337331"/>
              <a:chExt cx="819459" cy="1098897"/>
            </a:xfrm>
          </p:grpSpPr>
          <p:sp>
            <p:nvSpPr>
              <p:cNvPr id="250" name="菱形 249">
                <a:extLst>
                  <a:ext uri="{FF2B5EF4-FFF2-40B4-BE49-F238E27FC236}">
                    <a16:creationId xmlns:a16="http://schemas.microsoft.com/office/drawing/2014/main" id="{FD03A0F3-6252-986A-CDCA-7EDA94D2F818}"/>
                  </a:ext>
                </a:extLst>
              </p:cNvPr>
              <p:cNvSpPr/>
              <p:nvPr/>
            </p:nvSpPr>
            <p:spPr>
              <a:xfrm>
                <a:off x="6682489" y="983666"/>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sp>
            <p:nvSpPr>
              <p:cNvPr id="251" name="梯形 32">
                <a:extLst>
                  <a:ext uri="{FF2B5EF4-FFF2-40B4-BE49-F238E27FC236}">
                    <a16:creationId xmlns:a16="http://schemas.microsoft.com/office/drawing/2014/main" id="{0811B9B8-BB9B-EA8D-FF93-7059A8F5BB10}"/>
                  </a:ext>
                </a:extLst>
              </p:cNvPr>
              <p:cNvSpPr/>
              <p:nvPr/>
            </p:nvSpPr>
            <p:spPr>
              <a:xfrm rot="10800000">
                <a:off x="6678823" y="337331"/>
                <a:ext cx="819459" cy="861550"/>
              </a:xfrm>
              <a:custGeom>
                <a:avLst/>
                <a:gdLst>
                  <a:gd name="connsiteX0" fmla="*/ 0 w 819459"/>
                  <a:gd name="connsiteY0" fmla="*/ 684862 h 684862"/>
                  <a:gd name="connsiteX1" fmla="*/ 109619 w 819459"/>
                  <a:gd name="connsiteY1" fmla="*/ 0 h 684862"/>
                  <a:gd name="connsiteX2" fmla="*/ 709840 w 819459"/>
                  <a:gd name="connsiteY2" fmla="*/ 0 h 684862"/>
                  <a:gd name="connsiteX3" fmla="*/ 819459 w 819459"/>
                  <a:gd name="connsiteY3" fmla="*/ 684862 h 684862"/>
                  <a:gd name="connsiteX4" fmla="*/ 0 w 819459"/>
                  <a:gd name="connsiteY4" fmla="*/ 684862 h 684862"/>
                  <a:gd name="connsiteX0" fmla="*/ 0 w 819459"/>
                  <a:gd name="connsiteY0" fmla="*/ 685443 h 685443"/>
                  <a:gd name="connsiteX1" fmla="*/ 109619 w 819459"/>
                  <a:gd name="connsiteY1" fmla="*/ 581 h 685443"/>
                  <a:gd name="connsiteX2" fmla="*/ 420149 w 819459"/>
                  <a:gd name="connsiteY2" fmla="*/ 0 h 685443"/>
                  <a:gd name="connsiteX3" fmla="*/ 709840 w 819459"/>
                  <a:gd name="connsiteY3" fmla="*/ 581 h 685443"/>
                  <a:gd name="connsiteX4" fmla="*/ 819459 w 819459"/>
                  <a:gd name="connsiteY4" fmla="*/ 685443 h 685443"/>
                  <a:gd name="connsiteX5" fmla="*/ 0 w 819459"/>
                  <a:gd name="connsiteY5" fmla="*/ 685443 h 685443"/>
                  <a:gd name="connsiteX0" fmla="*/ 0 w 819459"/>
                  <a:gd name="connsiteY0" fmla="*/ 861550 h 861550"/>
                  <a:gd name="connsiteX1" fmla="*/ 109619 w 819459"/>
                  <a:gd name="connsiteY1" fmla="*/ 176688 h 861550"/>
                  <a:gd name="connsiteX2" fmla="*/ 406602 w 819459"/>
                  <a:gd name="connsiteY2" fmla="*/ 0 h 861550"/>
                  <a:gd name="connsiteX3" fmla="*/ 709840 w 819459"/>
                  <a:gd name="connsiteY3" fmla="*/ 176688 h 861550"/>
                  <a:gd name="connsiteX4" fmla="*/ 819459 w 819459"/>
                  <a:gd name="connsiteY4" fmla="*/ 861550 h 861550"/>
                  <a:gd name="connsiteX5" fmla="*/ 0 w 819459"/>
                  <a:gd name="connsiteY5" fmla="*/ 861550 h 861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9459" h="861550">
                    <a:moveTo>
                      <a:pt x="0" y="861550"/>
                    </a:moveTo>
                    <a:lnTo>
                      <a:pt x="109619" y="176688"/>
                    </a:lnTo>
                    <a:lnTo>
                      <a:pt x="406602" y="0"/>
                    </a:lnTo>
                    <a:lnTo>
                      <a:pt x="709840" y="176688"/>
                    </a:lnTo>
                    <a:lnTo>
                      <a:pt x="819459" y="861550"/>
                    </a:lnTo>
                    <a:lnTo>
                      <a:pt x="0" y="861550"/>
                    </a:lnTo>
                    <a:close/>
                  </a:path>
                </a:pathLst>
              </a:cu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armonyOS Sans SC Medium" panose="00000600000000000000" pitchFamily="2" charset="-122"/>
                  <a:ea typeface="HarmonyOS Sans SC Medium" panose="00000600000000000000" pitchFamily="2" charset="-122"/>
                </a:endParaRPr>
              </a:p>
            </p:txBody>
          </p:sp>
          <p:grpSp>
            <p:nvGrpSpPr>
              <p:cNvPr id="252" name="组合 251">
                <a:extLst>
                  <a:ext uri="{FF2B5EF4-FFF2-40B4-BE49-F238E27FC236}">
                    <a16:creationId xmlns:a16="http://schemas.microsoft.com/office/drawing/2014/main" id="{7B6EF462-A9A8-DBA5-6407-8F783E817176}"/>
                  </a:ext>
                </a:extLst>
              </p:cNvPr>
              <p:cNvGrpSpPr/>
              <p:nvPr/>
            </p:nvGrpSpPr>
            <p:grpSpPr>
              <a:xfrm>
                <a:off x="6780926" y="853690"/>
                <a:ext cx="620945" cy="495547"/>
                <a:chOff x="2883576" y="2528237"/>
                <a:chExt cx="620945" cy="495547"/>
              </a:xfrm>
            </p:grpSpPr>
            <p:grpSp>
              <p:nvGrpSpPr>
                <p:cNvPr id="253" name="组合 252">
                  <a:extLst>
                    <a:ext uri="{FF2B5EF4-FFF2-40B4-BE49-F238E27FC236}">
                      <a16:creationId xmlns:a16="http://schemas.microsoft.com/office/drawing/2014/main" id="{D9A6AD13-F583-853E-C857-6023353E3B15}"/>
                    </a:ext>
                  </a:extLst>
                </p:cNvPr>
                <p:cNvGrpSpPr/>
                <p:nvPr/>
              </p:nvGrpSpPr>
              <p:grpSpPr>
                <a:xfrm>
                  <a:off x="2883576" y="2621661"/>
                  <a:ext cx="620945" cy="402123"/>
                  <a:chOff x="6512018" y="615964"/>
                  <a:chExt cx="1370013" cy="930275"/>
                </a:xfrm>
              </p:grpSpPr>
              <p:sp>
                <p:nvSpPr>
                  <p:cNvPr id="258" name="Freeform 14">
                    <a:extLst>
                      <a:ext uri="{FF2B5EF4-FFF2-40B4-BE49-F238E27FC236}">
                        <a16:creationId xmlns:a16="http://schemas.microsoft.com/office/drawing/2014/main" id="{4ECD0FA7-1557-629A-32A1-76F1C04A1118}"/>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59" name="Freeform 15">
                    <a:extLst>
                      <a:ext uri="{FF2B5EF4-FFF2-40B4-BE49-F238E27FC236}">
                        <a16:creationId xmlns:a16="http://schemas.microsoft.com/office/drawing/2014/main" id="{EE4F8DDD-4FAD-47D1-B79A-5DF7EDB30344}"/>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60" name="Freeform 16">
                    <a:extLst>
                      <a:ext uri="{FF2B5EF4-FFF2-40B4-BE49-F238E27FC236}">
                        <a16:creationId xmlns:a16="http://schemas.microsoft.com/office/drawing/2014/main" id="{64FD426D-E259-EE31-C0F0-DEA73101D7C4}"/>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254" name="组合 253">
                  <a:extLst>
                    <a:ext uri="{FF2B5EF4-FFF2-40B4-BE49-F238E27FC236}">
                      <a16:creationId xmlns:a16="http://schemas.microsoft.com/office/drawing/2014/main" id="{B55E6AF4-6953-0855-0826-B58B6807A208}"/>
                    </a:ext>
                  </a:extLst>
                </p:cNvPr>
                <p:cNvGrpSpPr/>
                <p:nvPr/>
              </p:nvGrpSpPr>
              <p:grpSpPr>
                <a:xfrm>
                  <a:off x="2883576" y="2528237"/>
                  <a:ext cx="620945" cy="402123"/>
                  <a:chOff x="6512018" y="615964"/>
                  <a:chExt cx="1370013" cy="930275"/>
                </a:xfrm>
              </p:grpSpPr>
              <p:sp>
                <p:nvSpPr>
                  <p:cNvPr id="255" name="Freeform 14">
                    <a:extLst>
                      <a:ext uri="{FF2B5EF4-FFF2-40B4-BE49-F238E27FC236}">
                        <a16:creationId xmlns:a16="http://schemas.microsoft.com/office/drawing/2014/main" id="{83A6F08A-88FD-E59B-18E8-7745A6C9F8F7}"/>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56" name="Freeform 15">
                    <a:extLst>
                      <a:ext uri="{FF2B5EF4-FFF2-40B4-BE49-F238E27FC236}">
                        <a16:creationId xmlns:a16="http://schemas.microsoft.com/office/drawing/2014/main" id="{43EF88E4-AA40-2333-DBD0-B4B5DBC3C673}"/>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57" name="Freeform 16">
                    <a:extLst>
                      <a:ext uri="{FF2B5EF4-FFF2-40B4-BE49-F238E27FC236}">
                        <a16:creationId xmlns:a16="http://schemas.microsoft.com/office/drawing/2014/main" id="{DE32D15C-8064-9C94-EA6B-E7E325989A67}"/>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grpSp>
        <p:grpSp>
          <p:nvGrpSpPr>
            <p:cNvPr id="245" name="组合 244">
              <a:extLst>
                <a:ext uri="{FF2B5EF4-FFF2-40B4-BE49-F238E27FC236}">
                  <a16:creationId xmlns:a16="http://schemas.microsoft.com/office/drawing/2014/main" id="{EB40E7CA-13ED-4990-FF44-130759FB2709}"/>
                </a:ext>
              </a:extLst>
            </p:cNvPr>
            <p:cNvGrpSpPr/>
            <p:nvPr/>
          </p:nvGrpSpPr>
          <p:grpSpPr>
            <a:xfrm>
              <a:off x="9426670" y="3579393"/>
              <a:ext cx="314812" cy="426359"/>
              <a:chOff x="7181361" y="634142"/>
              <a:chExt cx="314812" cy="426359"/>
            </a:xfrm>
          </p:grpSpPr>
          <p:grpSp>
            <p:nvGrpSpPr>
              <p:cNvPr id="246" name="组合 245">
                <a:extLst>
                  <a:ext uri="{FF2B5EF4-FFF2-40B4-BE49-F238E27FC236}">
                    <a16:creationId xmlns:a16="http://schemas.microsoft.com/office/drawing/2014/main" id="{F881B5AF-90D3-A466-0B24-9636A14004CF}"/>
                  </a:ext>
                </a:extLst>
              </p:cNvPr>
              <p:cNvGrpSpPr/>
              <p:nvPr/>
            </p:nvGrpSpPr>
            <p:grpSpPr>
              <a:xfrm>
                <a:off x="7181361" y="634142"/>
                <a:ext cx="314812" cy="426359"/>
                <a:chOff x="5015665" y="3704732"/>
                <a:chExt cx="2016126" cy="2730500"/>
              </a:xfrm>
            </p:grpSpPr>
            <p:sp>
              <p:nvSpPr>
                <p:cNvPr id="248" name="Freeform 35">
                  <a:extLst>
                    <a:ext uri="{FF2B5EF4-FFF2-40B4-BE49-F238E27FC236}">
                      <a16:creationId xmlns:a16="http://schemas.microsoft.com/office/drawing/2014/main" id="{4BF3EFD9-9ED4-22BB-A205-865D8D635530}"/>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49" name="Freeform 36">
                  <a:extLst>
                    <a:ext uri="{FF2B5EF4-FFF2-40B4-BE49-F238E27FC236}">
                      <a16:creationId xmlns:a16="http://schemas.microsoft.com/office/drawing/2014/main" id="{9D08BFB5-84D1-AAF0-0B97-E76FE2741137}"/>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grpSp>
          <p:sp>
            <p:nvSpPr>
              <p:cNvPr id="247" name="Freeform 40">
                <a:extLst>
                  <a:ext uri="{FF2B5EF4-FFF2-40B4-BE49-F238E27FC236}">
                    <a16:creationId xmlns:a16="http://schemas.microsoft.com/office/drawing/2014/main" id="{2A612AD9-4FAB-F40A-7B78-A4F2E3C1C920}"/>
                  </a:ext>
                </a:extLst>
              </p:cNvPr>
              <p:cNvSpPr>
                <a:spLocks/>
              </p:cNvSpPr>
              <p:nvPr/>
            </p:nvSpPr>
            <p:spPr bwMode="auto">
              <a:xfrm>
                <a:off x="7262069" y="768927"/>
                <a:ext cx="115424" cy="153462"/>
              </a:xfrm>
              <a:custGeom>
                <a:avLst/>
                <a:gdLst>
                  <a:gd name="T0" fmla="*/ 24 w 37"/>
                  <a:gd name="T1" fmla="*/ 6 h 49"/>
                  <a:gd name="T2" fmla="*/ 25 w 37"/>
                  <a:gd name="T3" fmla="*/ 8 h 49"/>
                  <a:gd name="T4" fmla="*/ 26 w 37"/>
                  <a:gd name="T5" fmla="*/ 14 h 49"/>
                  <a:gd name="T6" fmla="*/ 31 w 37"/>
                  <a:gd name="T7" fmla="*/ 15 h 49"/>
                  <a:gd name="T8" fmla="*/ 31 w 37"/>
                  <a:gd name="T9" fmla="*/ 15 h 49"/>
                  <a:gd name="T10" fmla="*/ 32 w 37"/>
                  <a:gd name="T11" fmla="*/ 16 h 49"/>
                  <a:gd name="T12" fmla="*/ 33 w 37"/>
                  <a:gd name="T13" fmla="*/ 19 h 49"/>
                  <a:gd name="T14" fmla="*/ 31 w 37"/>
                  <a:gd name="T15" fmla="*/ 23 h 49"/>
                  <a:gd name="T16" fmla="*/ 36 w 37"/>
                  <a:gd name="T17" fmla="*/ 27 h 49"/>
                  <a:gd name="T18" fmla="*/ 37 w 37"/>
                  <a:gd name="T19" fmla="*/ 29 h 49"/>
                  <a:gd name="T20" fmla="*/ 37 w 37"/>
                  <a:gd name="T21" fmla="*/ 31 h 49"/>
                  <a:gd name="T22" fmla="*/ 33 w 37"/>
                  <a:gd name="T23" fmla="*/ 32 h 49"/>
                  <a:gd name="T24" fmla="*/ 37 w 37"/>
                  <a:gd name="T25" fmla="*/ 38 h 49"/>
                  <a:gd name="T26" fmla="*/ 37 w 37"/>
                  <a:gd name="T27" fmla="*/ 41 h 49"/>
                  <a:gd name="T28" fmla="*/ 36 w 37"/>
                  <a:gd name="T29" fmla="*/ 41 h 49"/>
                  <a:gd name="T30" fmla="*/ 31 w 37"/>
                  <a:gd name="T31" fmla="*/ 40 h 49"/>
                  <a:gd name="T32" fmla="*/ 33 w 37"/>
                  <a:gd name="T33" fmla="*/ 46 h 49"/>
                  <a:gd name="T34" fmla="*/ 32 w 37"/>
                  <a:gd name="T35" fmla="*/ 47 h 49"/>
                  <a:gd name="T36" fmla="*/ 31 w 37"/>
                  <a:gd name="T37" fmla="*/ 47 h 49"/>
                  <a:gd name="T38" fmla="*/ 26 w 37"/>
                  <a:gd name="T39" fmla="*/ 43 h 49"/>
                  <a:gd name="T40" fmla="*/ 24 w 37"/>
                  <a:gd name="T41" fmla="*/ 47 h 49"/>
                  <a:gd name="T42" fmla="*/ 24 w 37"/>
                  <a:gd name="T43" fmla="*/ 49 h 49"/>
                  <a:gd name="T44" fmla="*/ 23 w 37"/>
                  <a:gd name="T45" fmla="*/ 48 h 49"/>
                  <a:gd name="T46" fmla="*/ 22 w 37"/>
                  <a:gd name="T47" fmla="*/ 47 h 49"/>
                  <a:gd name="T48" fmla="*/ 18 w 37"/>
                  <a:gd name="T49" fmla="*/ 41 h 49"/>
                  <a:gd name="T50" fmla="*/ 15 w 37"/>
                  <a:gd name="T51" fmla="*/ 43 h 49"/>
                  <a:gd name="T52" fmla="*/ 14 w 37"/>
                  <a:gd name="T53" fmla="*/ 43 h 49"/>
                  <a:gd name="T54" fmla="*/ 12 w 37"/>
                  <a:gd name="T55" fmla="*/ 40 h 49"/>
                  <a:gd name="T56" fmla="*/ 11 w 37"/>
                  <a:gd name="T57" fmla="*/ 34 h 49"/>
                  <a:gd name="T58" fmla="*/ 7 w 37"/>
                  <a:gd name="T59" fmla="*/ 33 h 49"/>
                  <a:gd name="T60" fmla="*/ 5 w 37"/>
                  <a:gd name="T61" fmla="*/ 31 h 49"/>
                  <a:gd name="T62" fmla="*/ 5 w 37"/>
                  <a:gd name="T63" fmla="*/ 30 h 49"/>
                  <a:gd name="T64" fmla="*/ 5 w 37"/>
                  <a:gd name="T65" fmla="*/ 25 h 49"/>
                  <a:gd name="T66" fmla="*/ 1 w 37"/>
                  <a:gd name="T67" fmla="*/ 21 h 49"/>
                  <a:gd name="T68" fmla="*/ 0 w 37"/>
                  <a:gd name="T69" fmla="*/ 19 h 49"/>
                  <a:gd name="T70" fmla="*/ 1 w 37"/>
                  <a:gd name="T71" fmla="*/ 17 h 49"/>
                  <a:gd name="T72" fmla="*/ 4 w 37"/>
                  <a:gd name="T73" fmla="*/ 15 h 49"/>
                  <a:gd name="T74" fmla="*/ 1 w 37"/>
                  <a:gd name="T75" fmla="*/ 10 h 49"/>
                  <a:gd name="T76" fmla="*/ 0 w 37"/>
                  <a:gd name="T77" fmla="*/ 8 h 49"/>
                  <a:gd name="T78" fmla="*/ 2 w 37"/>
                  <a:gd name="T79" fmla="*/ 7 h 49"/>
                  <a:gd name="T80" fmla="*/ 6 w 37"/>
                  <a:gd name="T81" fmla="*/ 8 h 49"/>
                  <a:gd name="T82" fmla="*/ 5 w 37"/>
                  <a:gd name="T83" fmla="*/ 3 h 49"/>
                  <a:gd name="T84" fmla="*/ 5 w 37"/>
                  <a:gd name="T85" fmla="*/ 0 h 49"/>
                  <a:gd name="T86" fmla="*/ 6 w 37"/>
                  <a:gd name="T87" fmla="*/ 1 h 49"/>
                  <a:gd name="T88" fmla="*/ 7 w 37"/>
                  <a:gd name="T89" fmla="*/ 1 h 49"/>
                  <a:gd name="T90" fmla="*/ 11 w 37"/>
                  <a:gd name="T91" fmla="*/ 5 h 49"/>
                  <a:gd name="T92" fmla="*/ 12 w 37"/>
                  <a:gd name="T93" fmla="*/ 1 h 49"/>
                  <a:gd name="T94" fmla="*/ 14 w 37"/>
                  <a:gd name="T95" fmla="*/ 0 h 49"/>
                  <a:gd name="T96" fmla="*/ 15 w 37"/>
                  <a:gd name="T97" fmla="*/ 2 h 49"/>
                  <a:gd name="T98" fmla="*/ 18 w 37"/>
                  <a:gd name="T99" fmla="*/ 7 h 49"/>
                  <a:gd name="T100" fmla="*/ 22 w 37"/>
                  <a:gd name="T101" fmla="*/ 5 h 49"/>
                  <a:gd name="T102" fmla="*/ 24 w 37"/>
                  <a:gd name="T103" fmla="*/ 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7" h="49">
                    <a:moveTo>
                      <a:pt x="24" y="6"/>
                    </a:moveTo>
                    <a:cubicBezTo>
                      <a:pt x="24" y="6"/>
                      <a:pt x="25" y="7"/>
                      <a:pt x="25" y="8"/>
                    </a:cubicBezTo>
                    <a:cubicBezTo>
                      <a:pt x="26" y="14"/>
                      <a:pt x="26" y="14"/>
                      <a:pt x="26" y="14"/>
                    </a:cubicBezTo>
                    <a:cubicBezTo>
                      <a:pt x="31" y="15"/>
                      <a:pt x="31" y="15"/>
                      <a:pt x="31" y="15"/>
                    </a:cubicBezTo>
                    <a:cubicBezTo>
                      <a:pt x="31" y="15"/>
                      <a:pt x="31" y="15"/>
                      <a:pt x="31" y="15"/>
                    </a:cubicBezTo>
                    <a:cubicBezTo>
                      <a:pt x="32" y="15"/>
                      <a:pt x="32" y="16"/>
                      <a:pt x="32" y="16"/>
                    </a:cubicBezTo>
                    <a:cubicBezTo>
                      <a:pt x="33" y="17"/>
                      <a:pt x="33" y="18"/>
                      <a:pt x="33" y="19"/>
                    </a:cubicBezTo>
                    <a:cubicBezTo>
                      <a:pt x="31" y="23"/>
                      <a:pt x="31" y="23"/>
                      <a:pt x="31" y="23"/>
                    </a:cubicBezTo>
                    <a:cubicBezTo>
                      <a:pt x="36" y="27"/>
                      <a:pt x="36" y="27"/>
                      <a:pt x="36" y="27"/>
                    </a:cubicBezTo>
                    <a:cubicBezTo>
                      <a:pt x="37" y="27"/>
                      <a:pt x="37" y="28"/>
                      <a:pt x="37" y="29"/>
                    </a:cubicBezTo>
                    <a:cubicBezTo>
                      <a:pt x="37" y="30"/>
                      <a:pt x="37" y="30"/>
                      <a:pt x="37" y="31"/>
                    </a:cubicBezTo>
                    <a:cubicBezTo>
                      <a:pt x="33" y="32"/>
                      <a:pt x="33" y="32"/>
                      <a:pt x="33" y="32"/>
                    </a:cubicBezTo>
                    <a:cubicBezTo>
                      <a:pt x="37" y="38"/>
                      <a:pt x="37" y="38"/>
                      <a:pt x="37" y="38"/>
                    </a:cubicBezTo>
                    <a:cubicBezTo>
                      <a:pt x="37" y="39"/>
                      <a:pt x="37" y="40"/>
                      <a:pt x="37" y="41"/>
                    </a:cubicBezTo>
                    <a:cubicBezTo>
                      <a:pt x="37" y="41"/>
                      <a:pt x="37" y="41"/>
                      <a:pt x="36" y="41"/>
                    </a:cubicBezTo>
                    <a:cubicBezTo>
                      <a:pt x="31" y="40"/>
                      <a:pt x="31" y="40"/>
                      <a:pt x="31" y="40"/>
                    </a:cubicBezTo>
                    <a:cubicBezTo>
                      <a:pt x="33" y="46"/>
                      <a:pt x="33" y="46"/>
                      <a:pt x="33" y="46"/>
                    </a:cubicBezTo>
                    <a:cubicBezTo>
                      <a:pt x="33" y="47"/>
                      <a:pt x="33" y="47"/>
                      <a:pt x="32" y="47"/>
                    </a:cubicBezTo>
                    <a:cubicBezTo>
                      <a:pt x="32" y="48"/>
                      <a:pt x="31" y="47"/>
                      <a:pt x="31" y="47"/>
                    </a:cubicBezTo>
                    <a:cubicBezTo>
                      <a:pt x="26" y="43"/>
                      <a:pt x="26" y="43"/>
                      <a:pt x="26" y="43"/>
                    </a:cubicBezTo>
                    <a:cubicBezTo>
                      <a:pt x="24" y="47"/>
                      <a:pt x="24" y="47"/>
                      <a:pt x="24" y="47"/>
                    </a:cubicBezTo>
                    <a:cubicBezTo>
                      <a:pt x="24" y="48"/>
                      <a:pt x="24" y="48"/>
                      <a:pt x="24" y="49"/>
                    </a:cubicBezTo>
                    <a:cubicBezTo>
                      <a:pt x="23" y="48"/>
                      <a:pt x="23" y="48"/>
                      <a:pt x="23" y="48"/>
                    </a:cubicBezTo>
                    <a:cubicBezTo>
                      <a:pt x="22" y="48"/>
                      <a:pt x="22" y="47"/>
                      <a:pt x="22" y="47"/>
                    </a:cubicBezTo>
                    <a:cubicBezTo>
                      <a:pt x="18" y="41"/>
                      <a:pt x="18" y="41"/>
                      <a:pt x="18" y="41"/>
                    </a:cubicBezTo>
                    <a:cubicBezTo>
                      <a:pt x="15" y="43"/>
                      <a:pt x="15" y="43"/>
                      <a:pt x="15" y="43"/>
                    </a:cubicBezTo>
                    <a:cubicBezTo>
                      <a:pt x="15" y="44"/>
                      <a:pt x="14" y="43"/>
                      <a:pt x="14" y="43"/>
                    </a:cubicBezTo>
                    <a:cubicBezTo>
                      <a:pt x="13" y="42"/>
                      <a:pt x="12" y="41"/>
                      <a:pt x="12" y="40"/>
                    </a:cubicBezTo>
                    <a:cubicBezTo>
                      <a:pt x="11" y="34"/>
                      <a:pt x="11" y="34"/>
                      <a:pt x="11" y="34"/>
                    </a:cubicBezTo>
                    <a:cubicBezTo>
                      <a:pt x="7" y="33"/>
                      <a:pt x="7" y="33"/>
                      <a:pt x="7" y="33"/>
                    </a:cubicBezTo>
                    <a:cubicBezTo>
                      <a:pt x="6" y="33"/>
                      <a:pt x="5" y="33"/>
                      <a:pt x="5" y="31"/>
                    </a:cubicBezTo>
                    <a:cubicBezTo>
                      <a:pt x="5" y="31"/>
                      <a:pt x="4" y="30"/>
                      <a:pt x="5" y="30"/>
                    </a:cubicBezTo>
                    <a:cubicBezTo>
                      <a:pt x="5" y="25"/>
                      <a:pt x="5" y="25"/>
                      <a:pt x="5" y="25"/>
                    </a:cubicBezTo>
                    <a:cubicBezTo>
                      <a:pt x="1" y="21"/>
                      <a:pt x="1" y="21"/>
                      <a:pt x="1" y="21"/>
                    </a:cubicBezTo>
                    <a:cubicBezTo>
                      <a:pt x="1" y="21"/>
                      <a:pt x="0" y="20"/>
                      <a:pt x="0" y="19"/>
                    </a:cubicBezTo>
                    <a:cubicBezTo>
                      <a:pt x="0" y="19"/>
                      <a:pt x="0" y="18"/>
                      <a:pt x="1" y="17"/>
                    </a:cubicBezTo>
                    <a:cubicBezTo>
                      <a:pt x="4" y="15"/>
                      <a:pt x="4" y="15"/>
                      <a:pt x="4" y="15"/>
                    </a:cubicBezTo>
                    <a:cubicBezTo>
                      <a:pt x="1" y="10"/>
                      <a:pt x="1" y="10"/>
                      <a:pt x="1" y="10"/>
                    </a:cubicBezTo>
                    <a:cubicBezTo>
                      <a:pt x="0" y="9"/>
                      <a:pt x="0" y="8"/>
                      <a:pt x="0" y="8"/>
                    </a:cubicBezTo>
                    <a:cubicBezTo>
                      <a:pt x="0" y="7"/>
                      <a:pt x="1" y="7"/>
                      <a:pt x="2" y="7"/>
                    </a:cubicBezTo>
                    <a:cubicBezTo>
                      <a:pt x="6" y="8"/>
                      <a:pt x="6" y="8"/>
                      <a:pt x="6" y="8"/>
                    </a:cubicBezTo>
                    <a:cubicBezTo>
                      <a:pt x="5" y="3"/>
                      <a:pt x="5" y="3"/>
                      <a:pt x="5" y="3"/>
                    </a:cubicBezTo>
                    <a:cubicBezTo>
                      <a:pt x="4" y="2"/>
                      <a:pt x="5" y="1"/>
                      <a:pt x="5" y="0"/>
                    </a:cubicBezTo>
                    <a:cubicBezTo>
                      <a:pt x="5" y="1"/>
                      <a:pt x="6" y="1"/>
                      <a:pt x="6" y="1"/>
                    </a:cubicBezTo>
                    <a:cubicBezTo>
                      <a:pt x="6" y="1"/>
                      <a:pt x="7" y="1"/>
                      <a:pt x="7" y="1"/>
                    </a:cubicBezTo>
                    <a:cubicBezTo>
                      <a:pt x="11" y="5"/>
                      <a:pt x="11" y="5"/>
                      <a:pt x="11" y="5"/>
                    </a:cubicBezTo>
                    <a:cubicBezTo>
                      <a:pt x="12" y="1"/>
                      <a:pt x="12" y="1"/>
                      <a:pt x="12" y="1"/>
                    </a:cubicBezTo>
                    <a:cubicBezTo>
                      <a:pt x="12" y="0"/>
                      <a:pt x="13" y="0"/>
                      <a:pt x="14" y="0"/>
                    </a:cubicBezTo>
                    <a:cubicBezTo>
                      <a:pt x="14" y="0"/>
                      <a:pt x="15" y="1"/>
                      <a:pt x="15" y="2"/>
                    </a:cubicBezTo>
                    <a:cubicBezTo>
                      <a:pt x="18" y="7"/>
                      <a:pt x="18" y="7"/>
                      <a:pt x="18" y="7"/>
                    </a:cubicBezTo>
                    <a:cubicBezTo>
                      <a:pt x="22" y="5"/>
                      <a:pt x="22" y="5"/>
                      <a:pt x="22" y="5"/>
                    </a:cubicBezTo>
                    <a:cubicBezTo>
                      <a:pt x="23" y="5"/>
                      <a:pt x="23" y="5"/>
                      <a:pt x="24" y="6"/>
                    </a:cubicBezTo>
                    <a:close/>
                  </a:path>
                </a:pathLst>
              </a:custGeom>
              <a:solidFill>
                <a:srgbClr val="0EF081"/>
              </a:soli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grpSp>
        <p:nvGrpSpPr>
          <p:cNvPr id="225" name="组合 224">
            <a:extLst>
              <a:ext uri="{FF2B5EF4-FFF2-40B4-BE49-F238E27FC236}">
                <a16:creationId xmlns:a16="http://schemas.microsoft.com/office/drawing/2014/main" id="{CB6BC469-EAF2-4C05-D5A3-6DC686CDE7E7}"/>
              </a:ext>
            </a:extLst>
          </p:cNvPr>
          <p:cNvGrpSpPr/>
          <p:nvPr/>
        </p:nvGrpSpPr>
        <p:grpSpPr>
          <a:xfrm>
            <a:off x="9121941" y="4058206"/>
            <a:ext cx="819459" cy="1098897"/>
            <a:chOff x="9166755" y="3242783"/>
            <a:chExt cx="819459" cy="1098897"/>
          </a:xfrm>
        </p:grpSpPr>
        <p:grpSp>
          <p:nvGrpSpPr>
            <p:cNvPr id="226" name="组合 225">
              <a:extLst>
                <a:ext uri="{FF2B5EF4-FFF2-40B4-BE49-F238E27FC236}">
                  <a16:creationId xmlns:a16="http://schemas.microsoft.com/office/drawing/2014/main" id="{3473A5B9-2E25-3C7B-D7E5-EE942D3BBEBA}"/>
                </a:ext>
              </a:extLst>
            </p:cNvPr>
            <p:cNvGrpSpPr/>
            <p:nvPr/>
          </p:nvGrpSpPr>
          <p:grpSpPr>
            <a:xfrm>
              <a:off x="9166755" y="3242783"/>
              <a:ext cx="819459" cy="1098897"/>
              <a:chOff x="6678823" y="337331"/>
              <a:chExt cx="819459" cy="1098897"/>
            </a:xfrm>
          </p:grpSpPr>
          <p:sp>
            <p:nvSpPr>
              <p:cNvPr id="232" name="菱形 231">
                <a:extLst>
                  <a:ext uri="{FF2B5EF4-FFF2-40B4-BE49-F238E27FC236}">
                    <a16:creationId xmlns:a16="http://schemas.microsoft.com/office/drawing/2014/main" id="{A7A05799-572C-B9D2-7097-6CED5930E725}"/>
                  </a:ext>
                </a:extLst>
              </p:cNvPr>
              <p:cNvSpPr/>
              <p:nvPr/>
            </p:nvSpPr>
            <p:spPr>
              <a:xfrm>
                <a:off x="6682489" y="983666"/>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sp>
            <p:nvSpPr>
              <p:cNvPr id="233" name="梯形 32">
                <a:extLst>
                  <a:ext uri="{FF2B5EF4-FFF2-40B4-BE49-F238E27FC236}">
                    <a16:creationId xmlns:a16="http://schemas.microsoft.com/office/drawing/2014/main" id="{2287EF8D-AB15-2E61-C547-B510A569F7F2}"/>
                  </a:ext>
                </a:extLst>
              </p:cNvPr>
              <p:cNvSpPr/>
              <p:nvPr/>
            </p:nvSpPr>
            <p:spPr>
              <a:xfrm rot="10800000">
                <a:off x="6678823" y="337331"/>
                <a:ext cx="819459" cy="861550"/>
              </a:xfrm>
              <a:custGeom>
                <a:avLst/>
                <a:gdLst>
                  <a:gd name="connsiteX0" fmla="*/ 0 w 819459"/>
                  <a:gd name="connsiteY0" fmla="*/ 684862 h 684862"/>
                  <a:gd name="connsiteX1" fmla="*/ 109619 w 819459"/>
                  <a:gd name="connsiteY1" fmla="*/ 0 h 684862"/>
                  <a:gd name="connsiteX2" fmla="*/ 709840 w 819459"/>
                  <a:gd name="connsiteY2" fmla="*/ 0 h 684862"/>
                  <a:gd name="connsiteX3" fmla="*/ 819459 w 819459"/>
                  <a:gd name="connsiteY3" fmla="*/ 684862 h 684862"/>
                  <a:gd name="connsiteX4" fmla="*/ 0 w 819459"/>
                  <a:gd name="connsiteY4" fmla="*/ 684862 h 684862"/>
                  <a:gd name="connsiteX0" fmla="*/ 0 w 819459"/>
                  <a:gd name="connsiteY0" fmla="*/ 685443 h 685443"/>
                  <a:gd name="connsiteX1" fmla="*/ 109619 w 819459"/>
                  <a:gd name="connsiteY1" fmla="*/ 581 h 685443"/>
                  <a:gd name="connsiteX2" fmla="*/ 420149 w 819459"/>
                  <a:gd name="connsiteY2" fmla="*/ 0 h 685443"/>
                  <a:gd name="connsiteX3" fmla="*/ 709840 w 819459"/>
                  <a:gd name="connsiteY3" fmla="*/ 581 h 685443"/>
                  <a:gd name="connsiteX4" fmla="*/ 819459 w 819459"/>
                  <a:gd name="connsiteY4" fmla="*/ 685443 h 685443"/>
                  <a:gd name="connsiteX5" fmla="*/ 0 w 819459"/>
                  <a:gd name="connsiteY5" fmla="*/ 685443 h 685443"/>
                  <a:gd name="connsiteX0" fmla="*/ 0 w 819459"/>
                  <a:gd name="connsiteY0" fmla="*/ 861550 h 861550"/>
                  <a:gd name="connsiteX1" fmla="*/ 109619 w 819459"/>
                  <a:gd name="connsiteY1" fmla="*/ 176688 h 861550"/>
                  <a:gd name="connsiteX2" fmla="*/ 406602 w 819459"/>
                  <a:gd name="connsiteY2" fmla="*/ 0 h 861550"/>
                  <a:gd name="connsiteX3" fmla="*/ 709840 w 819459"/>
                  <a:gd name="connsiteY3" fmla="*/ 176688 h 861550"/>
                  <a:gd name="connsiteX4" fmla="*/ 819459 w 819459"/>
                  <a:gd name="connsiteY4" fmla="*/ 861550 h 861550"/>
                  <a:gd name="connsiteX5" fmla="*/ 0 w 819459"/>
                  <a:gd name="connsiteY5" fmla="*/ 861550 h 861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9459" h="861550">
                    <a:moveTo>
                      <a:pt x="0" y="861550"/>
                    </a:moveTo>
                    <a:lnTo>
                      <a:pt x="109619" y="176688"/>
                    </a:lnTo>
                    <a:lnTo>
                      <a:pt x="406602" y="0"/>
                    </a:lnTo>
                    <a:lnTo>
                      <a:pt x="709840" y="176688"/>
                    </a:lnTo>
                    <a:lnTo>
                      <a:pt x="819459" y="861550"/>
                    </a:lnTo>
                    <a:lnTo>
                      <a:pt x="0" y="861550"/>
                    </a:lnTo>
                    <a:close/>
                  </a:path>
                </a:pathLst>
              </a:cu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armonyOS Sans SC Medium" panose="00000600000000000000" pitchFamily="2" charset="-122"/>
                  <a:ea typeface="HarmonyOS Sans SC Medium" panose="00000600000000000000" pitchFamily="2" charset="-122"/>
                </a:endParaRPr>
              </a:p>
            </p:txBody>
          </p:sp>
          <p:grpSp>
            <p:nvGrpSpPr>
              <p:cNvPr id="234" name="组合 233">
                <a:extLst>
                  <a:ext uri="{FF2B5EF4-FFF2-40B4-BE49-F238E27FC236}">
                    <a16:creationId xmlns:a16="http://schemas.microsoft.com/office/drawing/2014/main" id="{2AA17011-83DA-BB0C-26E9-5064419B646C}"/>
                  </a:ext>
                </a:extLst>
              </p:cNvPr>
              <p:cNvGrpSpPr/>
              <p:nvPr/>
            </p:nvGrpSpPr>
            <p:grpSpPr>
              <a:xfrm>
                <a:off x="6780926" y="853690"/>
                <a:ext cx="620945" cy="495547"/>
                <a:chOff x="2883576" y="2528237"/>
                <a:chExt cx="620945" cy="495547"/>
              </a:xfrm>
            </p:grpSpPr>
            <p:grpSp>
              <p:nvGrpSpPr>
                <p:cNvPr id="235" name="组合 234">
                  <a:extLst>
                    <a:ext uri="{FF2B5EF4-FFF2-40B4-BE49-F238E27FC236}">
                      <a16:creationId xmlns:a16="http://schemas.microsoft.com/office/drawing/2014/main" id="{63B3D3DB-8B94-94C3-BE8E-4203C9A18FDA}"/>
                    </a:ext>
                  </a:extLst>
                </p:cNvPr>
                <p:cNvGrpSpPr/>
                <p:nvPr/>
              </p:nvGrpSpPr>
              <p:grpSpPr>
                <a:xfrm>
                  <a:off x="2883576" y="2621661"/>
                  <a:ext cx="620945" cy="402123"/>
                  <a:chOff x="6512018" y="615964"/>
                  <a:chExt cx="1370013" cy="930275"/>
                </a:xfrm>
              </p:grpSpPr>
              <p:sp>
                <p:nvSpPr>
                  <p:cNvPr id="240" name="Freeform 14">
                    <a:extLst>
                      <a:ext uri="{FF2B5EF4-FFF2-40B4-BE49-F238E27FC236}">
                        <a16:creationId xmlns:a16="http://schemas.microsoft.com/office/drawing/2014/main" id="{F0A8EE3E-BCD5-07A3-B7CB-9B75845E07E3}"/>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41" name="Freeform 15">
                    <a:extLst>
                      <a:ext uri="{FF2B5EF4-FFF2-40B4-BE49-F238E27FC236}">
                        <a16:creationId xmlns:a16="http://schemas.microsoft.com/office/drawing/2014/main" id="{969069D5-5CD9-2FF8-B833-65989B5BBDBA}"/>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42" name="Freeform 16">
                    <a:extLst>
                      <a:ext uri="{FF2B5EF4-FFF2-40B4-BE49-F238E27FC236}">
                        <a16:creationId xmlns:a16="http://schemas.microsoft.com/office/drawing/2014/main" id="{011274B1-CD91-44BB-10E2-6E597A9AB3B2}"/>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236" name="组合 235">
                  <a:extLst>
                    <a:ext uri="{FF2B5EF4-FFF2-40B4-BE49-F238E27FC236}">
                      <a16:creationId xmlns:a16="http://schemas.microsoft.com/office/drawing/2014/main" id="{694D9B2A-EA7F-0935-542F-2647344AD443}"/>
                    </a:ext>
                  </a:extLst>
                </p:cNvPr>
                <p:cNvGrpSpPr/>
                <p:nvPr/>
              </p:nvGrpSpPr>
              <p:grpSpPr>
                <a:xfrm>
                  <a:off x="2883576" y="2528237"/>
                  <a:ext cx="620945" cy="402123"/>
                  <a:chOff x="6512018" y="615964"/>
                  <a:chExt cx="1370013" cy="930275"/>
                </a:xfrm>
              </p:grpSpPr>
              <p:sp>
                <p:nvSpPr>
                  <p:cNvPr id="237" name="Freeform 14">
                    <a:extLst>
                      <a:ext uri="{FF2B5EF4-FFF2-40B4-BE49-F238E27FC236}">
                        <a16:creationId xmlns:a16="http://schemas.microsoft.com/office/drawing/2014/main" id="{B1D9577F-7A28-FF5C-8111-C1BC066D82FC}"/>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38" name="Freeform 15">
                    <a:extLst>
                      <a:ext uri="{FF2B5EF4-FFF2-40B4-BE49-F238E27FC236}">
                        <a16:creationId xmlns:a16="http://schemas.microsoft.com/office/drawing/2014/main" id="{169CE05F-26D3-5D07-B7F5-3B4F3B9624B3}"/>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39" name="Freeform 16">
                    <a:extLst>
                      <a:ext uri="{FF2B5EF4-FFF2-40B4-BE49-F238E27FC236}">
                        <a16:creationId xmlns:a16="http://schemas.microsoft.com/office/drawing/2014/main" id="{AB82D78E-E11F-CF78-96E0-3EBEA903EB4E}"/>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grpSp>
        <p:grpSp>
          <p:nvGrpSpPr>
            <p:cNvPr id="227" name="组合 226">
              <a:extLst>
                <a:ext uri="{FF2B5EF4-FFF2-40B4-BE49-F238E27FC236}">
                  <a16:creationId xmlns:a16="http://schemas.microsoft.com/office/drawing/2014/main" id="{F482E4E4-2B57-8781-3FB0-84D144A02AC9}"/>
                </a:ext>
              </a:extLst>
            </p:cNvPr>
            <p:cNvGrpSpPr/>
            <p:nvPr/>
          </p:nvGrpSpPr>
          <p:grpSpPr>
            <a:xfrm>
              <a:off x="9426670" y="3579393"/>
              <a:ext cx="314812" cy="426359"/>
              <a:chOff x="7181361" y="634142"/>
              <a:chExt cx="314812" cy="426359"/>
            </a:xfrm>
          </p:grpSpPr>
          <p:grpSp>
            <p:nvGrpSpPr>
              <p:cNvPr id="228" name="组合 227">
                <a:extLst>
                  <a:ext uri="{FF2B5EF4-FFF2-40B4-BE49-F238E27FC236}">
                    <a16:creationId xmlns:a16="http://schemas.microsoft.com/office/drawing/2014/main" id="{F640B750-80CA-EC8F-197F-7C267F183224}"/>
                  </a:ext>
                </a:extLst>
              </p:cNvPr>
              <p:cNvGrpSpPr/>
              <p:nvPr/>
            </p:nvGrpSpPr>
            <p:grpSpPr>
              <a:xfrm>
                <a:off x="7181361" y="634142"/>
                <a:ext cx="314812" cy="426359"/>
                <a:chOff x="5015665" y="3704732"/>
                <a:chExt cx="2016126" cy="2730500"/>
              </a:xfrm>
            </p:grpSpPr>
            <p:sp>
              <p:nvSpPr>
                <p:cNvPr id="230" name="Freeform 35">
                  <a:extLst>
                    <a:ext uri="{FF2B5EF4-FFF2-40B4-BE49-F238E27FC236}">
                      <a16:creationId xmlns:a16="http://schemas.microsoft.com/office/drawing/2014/main" id="{4341A43E-28BE-5CE3-ED70-C6C558458452}"/>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31" name="Freeform 36">
                  <a:extLst>
                    <a:ext uri="{FF2B5EF4-FFF2-40B4-BE49-F238E27FC236}">
                      <a16:creationId xmlns:a16="http://schemas.microsoft.com/office/drawing/2014/main" id="{706BBBCF-2A29-7993-1004-0F4EC78CCD8B}"/>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grpSp>
          <p:sp>
            <p:nvSpPr>
              <p:cNvPr id="229" name="Freeform 40">
                <a:extLst>
                  <a:ext uri="{FF2B5EF4-FFF2-40B4-BE49-F238E27FC236}">
                    <a16:creationId xmlns:a16="http://schemas.microsoft.com/office/drawing/2014/main" id="{A6E2FED4-493F-A105-1AC2-8B5029572973}"/>
                  </a:ext>
                </a:extLst>
              </p:cNvPr>
              <p:cNvSpPr>
                <a:spLocks/>
              </p:cNvSpPr>
              <p:nvPr/>
            </p:nvSpPr>
            <p:spPr bwMode="auto">
              <a:xfrm>
                <a:off x="7262069" y="768927"/>
                <a:ext cx="115424" cy="153462"/>
              </a:xfrm>
              <a:custGeom>
                <a:avLst/>
                <a:gdLst>
                  <a:gd name="T0" fmla="*/ 24 w 37"/>
                  <a:gd name="T1" fmla="*/ 6 h 49"/>
                  <a:gd name="T2" fmla="*/ 25 w 37"/>
                  <a:gd name="T3" fmla="*/ 8 h 49"/>
                  <a:gd name="T4" fmla="*/ 26 w 37"/>
                  <a:gd name="T5" fmla="*/ 14 h 49"/>
                  <a:gd name="T6" fmla="*/ 31 w 37"/>
                  <a:gd name="T7" fmla="*/ 15 h 49"/>
                  <a:gd name="T8" fmla="*/ 31 w 37"/>
                  <a:gd name="T9" fmla="*/ 15 h 49"/>
                  <a:gd name="T10" fmla="*/ 32 w 37"/>
                  <a:gd name="T11" fmla="*/ 16 h 49"/>
                  <a:gd name="T12" fmla="*/ 33 w 37"/>
                  <a:gd name="T13" fmla="*/ 19 h 49"/>
                  <a:gd name="T14" fmla="*/ 31 w 37"/>
                  <a:gd name="T15" fmla="*/ 23 h 49"/>
                  <a:gd name="T16" fmla="*/ 36 w 37"/>
                  <a:gd name="T17" fmla="*/ 27 h 49"/>
                  <a:gd name="T18" fmla="*/ 37 w 37"/>
                  <a:gd name="T19" fmla="*/ 29 h 49"/>
                  <a:gd name="T20" fmla="*/ 37 w 37"/>
                  <a:gd name="T21" fmla="*/ 31 h 49"/>
                  <a:gd name="T22" fmla="*/ 33 w 37"/>
                  <a:gd name="T23" fmla="*/ 32 h 49"/>
                  <a:gd name="T24" fmla="*/ 37 w 37"/>
                  <a:gd name="T25" fmla="*/ 38 h 49"/>
                  <a:gd name="T26" fmla="*/ 37 w 37"/>
                  <a:gd name="T27" fmla="*/ 41 h 49"/>
                  <a:gd name="T28" fmla="*/ 36 w 37"/>
                  <a:gd name="T29" fmla="*/ 41 h 49"/>
                  <a:gd name="T30" fmla="*/ 31 w 37"/>
                  <a:gd name="T31" fmla="*/ 40 h 49"/>
                  <a:gd name="T32" fmla="*/ 33 w 37"/>
                  <a:gd name="T33" fmla="*/ 46 h 49"/>
                  <a:gd name="T34" fmla="*/ 32 w 37"/>
                  <a:gd name="T35" fmla="*/ 47 h 49"/>
                  <a:gd name="T36" fmla="*/ 31 w 37"/>
                  <a:gd name="T37" fmla="*/ 47 h 49"/>
                  <a:gd name="T38" fmla="*/ 26 w 37"/>
                  <a:gd name="T39" fmla="*/ 43 h 49"/>
                  <a:gd name="T40" fmla="*/ 24 w 37"/>
                  <a:gd name="T41" fmla="*/ 47 h 49"/>
                  <a:gd name="T42" fmla="*/ 24 w 37"/>
                  <a:gd name="T43" fmla="*/ 49 h 49"/>
                  <a:gd name="T44" fmla="*/ 23 w 37"/>
                  <a:gd name="T45" fmla="*/ 48 h 49"/>
                  <a:gd name="T46" fmla="*/ 22 w 37"/>
                  <a:gd name="T47" fmla="*/ 47 h 49"/>
                  <a:gd name="T48" fmla="*/ 18 w 37"/>
                  <a:gd name="T49" fmla="*/ 41 h 49"/>
                  <a:gd name="T50" fmla="*/ 15 w 37"/>
                  <a:gd name="T51" fmla="*/ 43 h 49"/>
                  <a:gd name="T52" fmla="*/ 14 w 37"/>
                  <a:gd name="T53" fmla="*/ 43 h 49"/>
                  <a:gd name="T54" fmla="*/ 12 w 37"/>
                  <a:gd name="T55" fmla="*/ 40 h 49"/>
                  <a:gd name="T56" fmla="*/ 11 w 37"/>
                  <a:gd name="T57" fmla="*/ 34 h 49"/>
                  <a:gd name="T58" fmla="*/ 7 w 37"/>
                  <a:gd name="T59" fmla="*/ 33 h 49"/>
                  <a:gd name="T60" fmla="*/ 5 w 37"/>
                  <a:gd name="T61" fmla="*/ 31 h 49"/>
                  <a:gd name="T62" fmla="*/ 5 w 37"/>
                  <a:gd name="T63" fmla="*/ 30 h 49"/>
                  <a:gd name="T64" fmla="*/ 5 w 37"/>
                  <a:gd name="T65" fmla="*/ 25 h 49"/>
                  <a:gd name="T66" fmla="*/ 1 w 37"/>
                  <a:gd name="T67" fmla="*/ 21 h 49"/>
                  <a:gd name="T68" fmla="*/ 0 w 37"/>
                  <a:gd name="T69" fmla="*/ 19 h 49"/>
                  <a:gd name="T70" fmla="*/ 1 w 37"/>
                  <a:gd name="T71" fmla="*/ 17 h 49"/>
                  <a:gd name="T72" fmla="*/ 4 w 37"/>
                  <a:gd name="T73" fmla="*/ 15 h 49"/>
                  <a:gd name="T74" fmla="*/ 1 w 37"/>
                  <a:gd name="T75" fmla="*/ 10 h 49"/>
                  <a:gd name="T76" fmla="*/ 0 w 37"/>
                  <a:gd name="T77" fmla="*/ 8 h 49"/>
                  <a:gd name="T78" fmla="*/ 2 w 37"/>
                  <a:gd name="T79" fmla="*/ 7 h 49"/>
                  <a:gd name="T80" fmla="*/ 6 w 37"/>
                  <a:gd name="T81" fmla="*/ 8 h 49"/>
                  <a:gd name="T82" fmla="*/ 5 w 37"/>
                  <a:gd name="T83" fmla="*/ 3 h 49"/>
                  <a:gd name="T84" fmla="*/ 5 w 37"/>
                  <a:gd name="T85" fmla="*/ 0 h 49"/>
                  <a:gd name="T86" fmla="*/ 6 w 37"/>
                  <a:gd name="T87" fmla="*/ 1 h 49"/>
                  <a:gd name="T88" fmla="*/ 7 w 37"/>
                  <a:gd name="T89" fmla="*/ 1 h 49"/>
                  <a:gd name="T90" fmla="*/ 11 w 37"/>
                  <a:gd name="T91" fmla="*/ 5 h 49"/>
                  <a:gd name="T92" fmla="*/ 12 w 37"/>
                  <a:gd name="T93" fmla="*/ 1 h 49"/>
                  <a:gd name="T94" fmla="*/ 14 w 37"/>
                  <a:gd name="T95" fmla="*/ 0 h 49"/>
                  <a:gd name="T96" fmla="*/ 15 w 37"/>
                  <a:gd name="T97" fmla="*/ 2 h 49"/>
                  <a:gd name="T98" fmla="*/ 18 w 37"/>
                  <a:gd name="T99" fmla="*/ 7 h 49"/>
                  <a:gd name="T100" fmla="*/ 22 w 37"/>
                  <a:gd name="T101" fmla="*/ 5 h 49"/>
                  <a:gd name="T102" fmla="*/ 24 w 37"/>
                  <a:gd name="T103" fmla="*/ 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7" h="49">
                    <a:moveTo>
                      <a:pt x="24" y="6"/>
                    </a:moveTo>
                    <a:cubicBezTo>
                      <a:pt x="24" y="6"/>
                      <a:pt x="25" y="7"/>
                      <a:pt x="25" y="8"/>
                    </a:cubicBezTo>
                    <a:cubicBezTo>
                      <a:pt x="26" y="14"/>
                      <a:pt x="26" y="14"/>
                      <a:pt x="26" y="14"/>
                    </a:cubicBezTo>
                    <a:cubicBezTo>
                      <a:pt x="31" y="15"/>
                      <a:pt x="31" y="15"/>
                      <a:pt x="31" y="15"/>
                    </a:cubicBezTo>
                    <a:cubicBezTo>
                      <a:pt x="31" y="15"/>
                      <a:pt x="31" y="15"/>
                      <a:pt x="31" y="15"/>
                    </a:cubicBezTo>
                    <a:cubicBezTo>
                      <a:pt x="32" y="15"/>
                      <a:pt x="32" y="16"/>
                      <a:pt x="32" y="16"/>
                    </a:cubicBezTo>
                    <a:cubicBezTo>
                      <a:pt x="33" y="17"/>
                      <a:pt x="33" y="18"/>
                      <a:pt x="33" y="19"/>
                    </a:cubicBezTo>
                    <a:cubicBezTo>
                      <a:pt x="31" y="23"/>
                      <a:pt x="31" y="23"/>
                      <a:pt x="31" y="23"/>
                    </a:cubicBezTo>
                    <a:cubicBezTo>
                      <a:pt x="36" y="27"/>
                      <a:pt x="36" y="27"/>
                      <a:pt x="36" y="27"/>
                    </a:cubicBezTo>
                    <a:cubicBezTo>
                      <a:pt x="37" y="27"/>
                      <a:pt x="37" y="28"/>
                      <a:pt x="37" y="29"/>
                    </a:cubicBezTo>
                    <a:cubicBezTo>
                      <a:pt x="37" y="30"/>
                      <a:pt x="37" y="30"/>
                      <a:pt x="37" y="31"/>
                    </a:cubicBezTo>
                    <a:cubicBezTo>
                      <a:pt x="33" y="32"/>
                      <a:pt x="33" y="32"/>
                      <a:pt x="33" y="32"/>
                    </a:cubicBezTo>
                    <a:cubicBezTo>
                      <a:pt x="37" y="38"/>
                      <a:pt x="37" y="38"/>
                      <a:pt x="37" y="38"/>
                    </a:cubicBezTo>
                    <a:cubicBezTo>
                      <a:pt x="37" y="39"/>
                      <a:pt x="37" y="40"/>
                      <a:pt x="37" y="41"/>
                    </a:cubicBezTo>
                    <a:cubicBezTo>
                      <a:pt x="37" y="41"/>
                      <a:pt x="37" y="41"/>
                      <a:pt x="36" y="41"/>
                    </a:cubicBezTo>
                    <a:cubicBezTo>
                      <a:pt x="31" y="40"/>
                      <a:pt x="31" y="40"/>
                      <a:pt x="31" y="40"/>
                    </a:cubicBezTo>
                    <a:cubicBezTo>
                      <a:pt x="33" y="46"/>
                      <a:pt x="33" y="46"/>
                      <a:pt x="33" y="46"/>
                    </a:cubicBezTo>
                    <a:cubicBezTo>
                      <a:pt x="33" y="47"/>
                      <a:pt x="33" y="47"/>
                      <a:pt x="32" y="47"/>
                    </a:cubicBezTo>
                    <a:cubicBezTo>
                      <a:pt x="32" y="48"/>
                      <a:pt x="31" y="47"/>
                      <a:pt x="31" y="47"/>
                    </a:cubicBezTo>
                    <a:cubicBezTo>
                      <a:pt x="26" y="43"/>
                      <a:pt x="26" y="43"/>
                      <a:pt x="26" y="43"/>
                    </a:cubicBezTo>
                    <a:cubicBezTo>
                      <a:pt x="24" y="47"/>
                      <a:pt x="24" y="47"/>
                      <a:pt x="24" y="47"/>
                    </a:cubicBezTo>
                    <a:cubicBezTo>
                      <a:pt x="24" y="48"/>
                      <a:pt x="24" y="48"/>
                      <a:pt x="24" y="49"/>
                    </a:cubicBezTo>
                    <a:cubicBezTo>
                      <a:pt x="23" y="48"/>
                      <a:pt x="23" y="48"/>
                      <a:pt x="23" y="48"/>
                    </a:cubicBezTo>
                    <a:cubicBezTo>
                      <a:pt x="22" y="48"/>
                      <a:pt x="22" y="47"/>
                      <a:pt x="22" y="47"/>
                    </a:cubicBezTo>
                    <a:cubicBezTo>
                      <a:pt x="18" y="41"/>
                      <a:pt x="18" y="41"/>
                      <a:pt x="18" y="41"/>
                    </a:cubicBezTo>
                    <a:cubicBezTo>
                      <a:pt x="15" y="43"/>
                      <a:pt x="15" y="43"/>
                      <a:pt x="15" y="43"/>
                    </a:cubicBezTo>
                    <a:cubicBezTo>
                      <a:pt x="15" y="44"/>
                      <a:pt x="14" y="43"/>
                      <a:pt x="14" y="43"/>
                    </a:cubicBezTo>
                    <a:cubicBezTo>
                      <a:pt x="13" y="42"/>
                      <a:pt x="12" y="41"/>
                      <a:pt x="12" y="40"/>
                    </a:cubicBezTo>
                    <a:cubicBezTo>
                      <a:pt x="11" y="34"/>
                      <a:pt x="11" y="34"/>
                      <a:pt x="11" y="34"/>
                    </a:cubicBezTo>
                    <a:cubicBezTo>
                      <a:pt x="7" y="33"/>
                      <a:pt x="7" y="33"/>
                      <a:pt x="7" y="33"/>
                    </a:cubicBezTo>
                    <a:cubicBezTo>
                      <a:pt x="6" y="33"/>
                      <a:pt x="5" y="33"/>
                      <a:pt x="5" y="31"/>
                    </a:cubicBezTo>
                    <a:cubicBezTo>
                      <a:pt x="5" y="31"/>
                      <a:pt x="4" y="30"/>
                      <a:pt x="5" y="30"/>
                    </a:cubicBezTo>
                    <a:cubicBezTo>
                      <a:pt x="5" y="25"/>
                      <a:pt x="5" y="25"/>
                      <a:pt x="5" y="25"/>
                    </a:cubicBezTo>
                    <a:cubicBezTo>
                      <a:pt x="1" y="21"/>
                      <a:pt x="1" y="21"/>
                      <a:pt x="1" y="21"/>
                    </a:cubicBezTo>
                    <a:cubicBezTo>
                      <a:pt x="1" y="21"/>
                      <a:pt x="0" y="20"/>
                      <a:pt x="0" y="19"/>
                    </a:cubicBezTo>
                    <a:cubicBezTo>
                      <a:pt x="0" y="19"/>
                      <a:pt x="0" y="18"/>
                      <a:pt x="1" y="17"/>
                    </a:cubicBezTo>
                    <a:cubicBezTo>
                      <a:pt x="4" y="15"/>
                      <a:pt x="4" y="15"/>
                      <a:pt x="4" y="15"/>
                    </a:cubicBezTo>
                    <a:cubicBezTo>
                      <a:pt x="1" y="10"/>
                      <a:pt x="1" y="10"/>
                      <a:pt x="1" y="10"/>
                    </a:cubicBezTo>
                    <a:cubicBezTo>
                      <a:pt x="0" y="9"/>
                      <a:pt x="0" y="8"/>
                      <a:pt x="0" y="8"/>
                    </a:cubicBezTo>
                    <a:cubicBezTo>
                      <a:pt x="0" y="7"/>
                      <a:pt x="1" y="7"/>
                      <a:pt x="2" y="7"/>
                    </a:cubicBezTo>
                    <a:cubicBezTo>
                      <a:pt x="6" y="8"/>
                      <a:pt x="6" y="8"/>
                      <a:pt x="6" y="8"/>
                    </a:cubicBezTo>
                    <a:cubicBezTo>
                      <a:pt x="5" y="3"/>
                      <a:pt x="5" y="3"/>
                      <a:pt x="5" y="3"/>
                    </a:cubicBezTo>
                    <a:cubicBezTo>
                      <a:pt x="4" y="2"/>
                      <a:pt x="5" y="1"/>
                      <a:pt x="5" y="0"/>
                    </a:cubicBezTo>
                    <a:cubicBezTo>
                      <a:pt x="5" y="1"/>
                      <a:pt x="6" y="1"/>
                      <a:pt x="6" y="1"/>
                    </a:cubicBezTo>
                    <a:cubicBezTo>
                      <a:pt x="6" y="1"/>
                      <a:pt x="7" y="1"/>
                      <a:pt x="7" y="1"/>
                    </a:cubicBezTo>
                    <a:cubicBezTo>
                      <a:pt x="11" y="5"/>
                      <a:pt x="11" y="5"/>
                      <a:pt x="11" y="5"/>
                    </a:cubicBezTo>
                    <a:cubicBezTo>
                      <a:pt x="12" y="1"/>
                      <a:pt x="12" y="1"/>
                      <a:pt x="12" y="1"/>
                    </a:cubicBezTo>
                    <a:cubicBezTo>
                      <a:pt x="12" y="0"/>
                      <a:pt x="13" y="0"/>
                      <a:pt x="14" y="0"/>
                    </a:cubicBezTo>
                    <a:cubicBezTo>
                      <a:pt x="14" y="0"/>
                      <a:pt x="15" y="1"/>
                      <a:pt x="15" y="2"/>
                    </a:cubicBezTo>
                    <a:cubicBezTo>
                      <a:pt x="18" y="7"/>
                      <a:pt x="18" y="7"/>
                      <a:pt x="18" y="7"/>
                    </a:cubicBezTo>
                    <a:cubicBezTo>
                      <a:pt x="22" y="5"/>
                      <a:pt x="22" y="5"/>
                      <a:pt x="22" y="5"/>
                    </a:cubicBezTo>
                    <a:cubicBezTo>
                      <a:pt x="23" y="5"/>
                      <a:pt x="23" y="5"/>
                      <a:pt x="24" y="6"/>
                    </a:cubicBezTo>
                    <a:close/>
                  </a:path>
                </a:pathLst>
              </a:custGeom>
              <a:solidFill>
                <a:srgbClr val="0EF081"/>
              </a:soli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grpSp>
        <p:nvGrpSpPr>
          <p:cNvPr id="224" name="组合 223">
            <a:extLst>
              <a:ext uri="{FF2B5EF4-FFF2-40B4-BE49-F238E27FC236}">
                <a16:creationId xmlns:a16="http://schemas.microsoft.com/office/drawing/2014/main" id="{835D0395-E4D3-A4C1-6C09-7D6915957121}"/>
              </a:ext>
            </a:extLst>
          </p:cNvPr>
          <p:cNvGrpSpPr/>
          <p:nvPr/>
        </p:nvGrpSpPr>
        <p:grpSpPr>
          <a:xfrm>
            <a:off x="8528935" y="4378301"/>
            <a:ext cx="819459" cy="1098897"/>
            <a:chOff x="9166755" y="3242783"/>
            <a:chExt cx="819459" cy="1098897"/>
          </a:xfrm>
        </p:grpSpPr>
        <p:grpSp>
          <p:nvGrpSpPr>
            <p:cNvPr id="207" name="组合 206">
              <a:extLst>
                <a:ext uri="{FF2B5EF4-FFF2-40B4-BE49-F238E27FC236}">
                  <a16:creationId xmlns:a16="http://schemas.microsoft.com/office/drawing/2014/main" id="{760D85B3-0B96-13FD-2732-BD0B10E959E3}"/>
                </a:ext>
              </a:extLst>
            </p:cNvPr>
            <p:cNvGrpSpPr/>
            <p:nvPr/>
          </p:nvGrpSpPr>
          <p:grpSpPr>
            <a:xfrm>
              <a:off x="9166755" y="3242783"/>
              <a:ext cx="819459" cy="1098897"/>
              <a:chOff x="6678823" y="337331"/>
              <a:chExt cx="819459" cy="1098897"/>
            </a:xfrm>
          </p:grpSpPr>
          <p:sp>
            <p:nvSpPr>
              <p:cNvPr id="208" name="菱形 207">
                <a:extLst>
                  <a:ext uri="{FF2B5EF4-FFF2-40B4-BE49-F238E27FC236}">
                    <a16:creationId xmlns:a16="http://schemas.microsoft.com/office/drawing/2014/main" id="{81FE5D30-A395-7381-FE2D-535A2DB0477F}"/>
                  </a:ext>
                </a:extLst>
              </p:cNvPr>
              <p:cNvSpPr/>
              <p:nvPr/>
            </p:nvSpPr>
            <p:spPr>
              <a:xfrm>
                <a:off x="6682489" y="983666"/>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sp>
            <p:nvSpPr>
              <p:cNvPr id="209" name="梯形 32">
                <a:extLst>
                  <a:ext uri="{FF2B5EF4-FFF2-40B4-BE49-F238E27FC236}">
                    <a16:creationId xmlns:a16="http://schemas.microsoft.com/office/drawing/2014/main" id="{116C6E90-566F-B809-1078-C0B716C89B8F}"/>
                  </a:ext>
                </a:extLst>
              </p:cNvPr>
              <p:cNvSpPr/>
              <p:nvPr/>
            </p:nvSpPr>
            <p:spPr>
              <a:xfrm rot="10800000">
                <a:off x="6678823" y="337331"/>
                <a:ext cx="819459" cy="861550"/>
              </a:xfrm>
              <a:custGeom>
                <a:avLst/>
                <a:gdLst>
                  <a:gd name="connsiteX0" fmla="*/ 0 w 819459"/>
                  <a:gd name="connsiteY0" fmla="*/ 684862 h 684862"/>
                  <a:gd name="connsiteX1" fmla="*/ 109619 w 819459"/>
                  <a:gd name="connsiteY1" fmla="*/ 0 h 684862"/>
                  <a:gd name="connsiteX2" fmla="*/ 709840 w 819459"/>
                  <a:gd name="connsiteY2" fmla="*/ 0 h 684862"/>
                  <a:gd name="connsiteX3" fmla="*/ 819459 w 819459"/>
                  <a:gd name="connsiteY3" fmla="*/ 684862 h 684862"/>
                  <a:gd name="connsiteX4" fmla="*/ 0 w 819459"/>
                  <a:gd name="connsiteY4" fmla="*/ 684862 h 684862"/>
                  <a:gd name="connsiteX0" fmla="*/ 0 w 819459"/>
                  <a:gd name="connsiteY0" fmla="*/ 685443 h 685443"/>
                  <a:gd name="connsiteX1" fmla="*/ 109619 w 819459"/>
                  <a:gd name="connsiteY1" fmla="*/ 581 h 685443"/>
                  <a:gd name="connsiteX2" fmla="*/ 420149 w 819459"/>
                  <a:gd name="connsiteY2" fmla="*/ 0 h 685443"/>
                  <a:gd name="connsiteX3" fmla="*/ 709840 w 819459"/>
                  <a:gd name="connsiteY3" fmla="*/ 581 h 685443"/>
                  <a:gd name="connsiteX4" fmla="*/ 819459 w 819459"/>
                  <a:gd name="connsiteY4" fmla="*/ 685443 h 685443"/>
                  <a:gd name="connsiteX5" fmla="*/ 0 w 819459"/>
                  <a:gd name="connsiteY5" fmla="*/ 685443 h 685443"/>
                  <a:gd name="connsiteX0" fmla="*/ 0 w 819459"/>
                  <a:gd name="connsiteY0" fmla="*/ 861550 h 861550"/>
                  <a:gd name="connsiteX1" fmla="*/ 109619 w 819459"/>
                  <a:gd name="connsiteY1" fmla="*/ 176688 h 861550"/>
                  <a:gd name="connsiteX2" fmla="*/ 406602 w 819459"/>
                  <a:gd name="connsiteY2" fmla="*/ 0 h 861550"/>
                  <a:gd name="connsiteX3" fmla="*/ 709840 w 819459"/>
                  <a:gd name="connsiteY3" fmla="*/ 176688 h 861550"/>
                  <a:gd name="connsiteX4" fmla="*/ 819459 w 819459"/>
                  <a:gd name="connsiteY4" fmla="*/ 861550 h 861550"/>
                  <a:gd name="connsiteX5" fmla="*/ 0 w 819459"/>
                  <a:gd name="connsiteY5" fmla="*/ 861550 h 861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9459" h="861550">
                    <a:moveTo>
                      <a:pt x="0" y="861550"/>
                    </a:moveTo>
                    <a:lnTo>
                      <a:pt x="109619" y="176688"/>
                    </a:lnTo>
                    <a:lnTo>
                      <a:pt x="406602" y="0"/>
                    </a:lnTo>
                    <a:lnTo>
                      <a:pt x="709840" y="176688"/>
                    </a:lnTo>
                    <a:lnTo>
                      <a:pt x="819459" y="861550"/>
                    </a:lnTo>
                    <a:lnTo>
                      <a:pt x="0" y="861550"/>
                    </a:lnTo>
                    <a:close/>
                  </a:path>
                </a:pathLst>
              </a:cu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armonyOS Sans SC Medium" panose="00000600000000000000" pitchFamily="2" charset="-122"/>
                  <a:ea typeface="HarmonyOS Sans SC Medium" panose="00000600000000000000" pitchFamily="2" charset="-122"/>
                </a:endParaRPr>
              </a:p>
            </p:txBody>
          </p:sp>
          <p:grpSp>
            <p:nvGrpSpPr>
              <p:cNvPr id="210" name="组合 209">
                <a:extLst>
                  <a:ext uri="{FF2B5EF4-FFF2-40B4-BE49-F238E27FC236}">
                    <a16:creationId xmlns:a16="http://schemas.microsoft.com/office/drawing/2014/main" id="{AB49466E-F528-E6C9-7E01-C6A684E3B364}"/>
                  </a:ext>
                </a:extLst>
              </p:cNvPr>
              <p:cNvGrpSpPr/>
              <p:nvPr/>
            </p:nvGrpSpPr>
            <p:grpSpPr>
              <a:xfrm>
                <a:off x="6780926" y="853690"/>
                <a:ext cx="620945" cy="495547"/>
                <a:chOff x="2883576" y="2528237"/>
                <a:chExt cx="620945" cy="495547"/>
              </a:xfrm>
            </p:grpSpPr>
            <p:grpSp>
              <p:nvGrpSpPr>
                <p:cNvPr id="211" name="组合 210">
                  <a:extLst>
                    <a:ext uri="{FF2B5EF4-FFF2-40B4-BE49-F238E27FC236}">
                      <a16:creationId xmlns:a16="http://schemas.microsoft.com/office/drawing/2014/main" id="{EDACFA45-4ED0-AE1C-33AA-DE9F1BFEC0C7}"/>
                    </a:ext>
                  </a:extLst>
                </p:cNvPr>
                <p:cNvGrpSpPr/>
                <p:nvPr/>
              </p:nvGrpSpPr>
              <p:grpSpPr>
                <a:xfrm>
                  <a:off x="2883576" y="2621661"/>
                  <a:ext cx="620945" cy="402123"/>
                  <a:chOff x="6512018" y="615964"/>
                  <a:chExt cx="1370013" cy="930275"/>
                </a:xfrm>
              </p:grpSpPr>
              <p:sp>
                <p:nvSpPr>
                  <p:cNvPr id="216" name="Freeform 14">
                    <a:extLst>
                      <a:ext uri="{FF2B5EF4-FFF2-40B4-BE49-F238E27FC236}">
                        <a16:creationId xmlns:a16="http://schemas.microsoft.com/office/drawing/2014/main" id="{8CABAFD7-2195-2F76-CD7B-0BDA82D2B8E1}"/>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17" name="Freeform 15">
                    <a:extLst>
                      <a:ext uri="{FF2B5EF4-FFF2-40B4-BE49-F238E27FC236}">
                        <a16:creationId xmlns:a16="http://schemas.microsoft.com/office/drawing/2014/main" id="{0DCFE2F1-CDBA-B83F-2512-2B3A3F3E84B3}"/>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18" name="Freeform 16">
                    <a:extLst>
                      <a:ext uri="{FF2B5EF4-FFF2-40B4-BE49-F238E27FC236}">
                        <a16:creationId xmlns:a16="http://schemas.microsoft.com/office/drawing/2014/main" id="{11F5BFBC-30B1-F183-7F30-1835A7B2DBA6}"/>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212" name="组合 211">
                  <a:extLst>
                    <a:ext uri="{FF2B5EF4-FFF2-40B4-BE49-F238E27FC236}">
                      <a16:creationId xmlns:a16="http://schemas.microsoft.com/office/drawing/2014/main" id="{1AFEC981-B4CE-1754-78A1-51BF7FE2BA89}"/>
                    </a:ext>
                  </a:extLst>
                </p:cNvPr>
                <p:cNvGrpSpPr/>
                <p:nvPr/>
              </p:nvGrpSpPr>
              <p:grpSpPr>
                <a:xfrm>
                  <a:off x="2883576" y="2528237"/>
                  <a:ext cx="620945" cy="402123"/>
                  <a:chOff x="6512018" y="615964"/>
                  <a:chExt cx="1370013" cy="930275"/>
                </a:xfrm>
              </p:grpSpPr>
              <p:sp>
                <p:nvSpPr>
                  <p:cNvPr id="213" name="Freeform 14">
                    <a:extLst>
                      <a:ext uri="{FF2B5EF4-FFF2-40B4-BE49-F238E27FC236}">
                        <a16:creationId xmlns:a16="http://schemas.microsoft.com/office/drawing/2014/main" id="{A7573327-B557-FEA5-90A3-6AE453B5D0A7}"/>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14" name="Freeform 15">
                    <a:extLst>
                      <a:ext uri="{FF2B5EF4-FFF2-40B4-BE49-F238E27FC236}">
                        <a16:creationId xmlns:a16="http://schemas.microsoft.com/office/drawing/2014/main" id="{9C8459D1-A7D6-7A88-8E0B-53B01E5AB835}"/>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15" name="Freeform 16">
                    <a:extLst>
                      <a:ext uri="{FF2B5EF4-FFF2-40B4-BE49-F238E27FC236}">
                        <a16:creationId xmlns:a16="http://schemas.microsoft.com/office/drawing/2014/main" id="{370852B7-9460-5CC1-1CC3-12701167E5D5}"/>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grpSp>
        <p:grpSp>
          <p:nvGrpSpPr>
            <p:cNvPr id="219" name="组合 218">
              <a:extLst>
                <a:ext uri="{FF2B5EF4-FFF2-40B4-BE49-F238E27FC236}">
                  <a16:creationId xmlns:a16="http://schemas.microsoft.com/office/drawing/2014/main" id="{C01E49EB-583A-0A70-69D5-9E537391D83E}"/>
                </a:ext>
              </a:extLst>
            </p:cNvPr>
            <p:cNvGrpSpPr/>
            <p:nvPr/>
          </p:nvGrpSpPr>
          <p:grpSpPr>
            <a:xfrm>
              <a:off x="9426670" y="3579393"/>
              <a:ext cx="314812" cy="426359"/>
              <a:chOff x="7181361" y="634142"/>
              <a:chExt cx="314812" cy="426359"/>
            </a:xfrm>
          </p:grpSpPr>
          <p:grpSp>
            <p:nvGrpSpPr>
              <p:cNvPr id="220" name="组合 219">
                <a:extLst>
                  <a:ext uri="{FF2B5EF4-FFF2-40B4-BE49-F238E27FC236}">
                    <a16:creationId xmlns:a16="http://schemas.microsoft.com/office/drawing/2014/main" id="{B821EA41-8671-5803-CE5E-9103042F8009}"/>
                  </a:ext>
                </a:extLst>
              </p:cNvPr>
              <p:cNvGrpSpPr/>
              <p:nvPr/>
            </p:nvGrpSpPr>
            <p:grpSpPr>
              <a:xfrm>
                <a:off x="7181361" y="634142"/>
                <a:ext cx="314812" cy="426359"/>
                <a:chOff x="5015665" y="3704732"/>
                <a:chExt cx="2016126" cy="2730500"/>
              </a:xfrm>
            </p:grpSpPr>
            <p:sp>
              <p:nvSpPr>
                <p:cNvPr id="222" name="Freeform 35">
                  <a:extLst>
                    <a:ext uri="{FF2B5EF4-FFF2-40B4-BE49-F238E27FC236}">
                      <a16:creationId xmlns:a16="http://schemas.microsoft.com/office/drawing/2014/main" id="{D599D426-01C9-B8F1-50DD-EFEF48E0214E}"/>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sp>
              <p:nvSpPr>
                <p:cNvPr id="223" name="Freeform 36">
                  <a:extLst>
                    <a:ext uri="{FF2B5EF4-FFF2-40B4-BE49-F238E27FC236}">
                      <a16:creationId xmlns:a16="http://schemas.microsoft.com/office/drawing/2014/main" id="{AB84B832-E6B0-070D-5441-CE056AF8BEBF}"/>
                    </a:ext>
                  </a:extLst>
                </p:cNvPr>
                <p:cNvSpPr>
                  <a:spLocks/>
                </p:cNvSpPr>
                <p:nvPr/>
              </p:nvSpPr>
              <p:spPr bwMode="auto">
                <a:xfrm>
                  <a:off x="5015665" y="3787282"/>
                  <a:ext cx="1857375" cy="2647950"/>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p>
                  <a:endParaRPr lang="zh-CN" altLang="en-US">
                    <a:latin typeface="HarmonyOS Sans SC Medium" panose="00000600000000000000" pitchFamily="2" charset="-122"/>
                    <a:ea typeface="HarmonyOS Sans SC Medium" panose="00000600000000000000" pitchFamily="2" charset="-122"/>
                  </a:endParaRPr>
                </a:p>
              </p:txBody>
            </p:sp>
          </p:grpSp>
          <p:sp>
            <p:nvSpPr>
              <p:cNvPr id="221" name="Freeform 40">
                <a:extLst>
                  <a:ext uri="{FF2B5EF4-FFF2-40B4-BE49-F238E27FC236}">
                    <a16:creationId xmlns:a16="http://schemas.microsoft.com/office/drawing/2014/main" id="{15E140FD-B5A1-8FD9-E8D8-497C2E44B413}"/>
                  </a:ext>
                </a:extLst>
              </p:cNvPr>
              <p:cNvSpPr>
                <a:spLocks/>
              </p:cNvSpPr>
              <p:nvPr/>
            </p:nvSpPr>
            <p:spPr bwMode="auto">
              <a:xfrm>
                <a:off x="7262069" y="768927"/>
                <a:ext cx="115424" cy="153462"/>
              </a:xfrm>
              <a:custGeom>
                <a:avLst/>
                <a:gdLst>
                  <a:gd name="T0" fmla="*/ 24 w 37"/>
                  <a:gd name="T1" fmla="*/ 6 h 49"/>
                  <a:gd name="T2" fmla="*/ 25 w 37"/>
                  <a:gd name="T3" fmla="*/ 8 h 49"/>
                  <a:gd name="T4" fmla="*/ 26 w 37"/>
                  <a:gd name="T5" fmla="*/ 14 h 49"/>
                  <a:gd name="T6" fmla="*/ 31 w 37"/>
                  <a:gd name="T7" fmla="*/ 15 h 49"/>
                  <a:gd name="T8" fmla="*/ 31 w 37"/>
                  <a:gd name="T9" fmla="*/ 15 h 49"/>
                  <a:gd name="T10" fmla="*/ 32 w 37"/>
                  <a:gd name="T11" fmla="*/ 16 h 49"/>
                  <a:gd name="T12" fmla="*/ 33 w 37"/>
                  <a:gd name="T13" fmla="*/ 19 h 49"/>
                  <a:gd name="T14" fmla="*/ 31 w 37"/>
                  <a:gd name="T15" fmla="*/ 23 h 49"/>
                  <a:gd name="T16" fmla="*/ 36 w 37"/>
                  <a:gd name="T17" fmla="*/ 27 h 49"/>
                  <a:gd name="T18" fmla="*/ 37 w 37"/>
                  <a:gd name="T19" fmla="*/ 29 h 49"/>
                  <a:gd name="T20" fmla="*/ 37 w 37"/>
                  <a:gd name="T21" fmla="*/ 31 h 49"/>
                  <a:gd name="T22" fmla="*/ 33 w 37"/>
                  <a:gd name="T23" fmla="*/ 32 h 49"/>
                  <a:gd name="T24" fmla="*/ 37 w 37"/>
                  <a:gd name="T25" fmla="*/ 38 h 49"/>
                  <a:gd name="T26" fmla="*/ 37 w 37"/>
                  <a:gd name="T27" fmla="*/ 41 h 49"/>
                  <a:gd name="T28" fmla="*/ 36 w 37"/>
                  <a:gd name="T29" fmla="*/ 41 h 49"/>
                  <a:gd name="T30" fmla="*/ 31 w 37"/>
                  <a:gd name="T31" fmla="*/ 40 h 49"/>
                  <a:gd name="T32" fmla="*/ 33 w 37"/>
                  <a:gd name="T33" fmla="*/ 46 h 49"/>
                  <a:gd name="T34" fmla="*/ 32 w 37"/>
                  <a:gd name="T35" fmla="*/ 47 h 49"/>
                  <a:gd name="T36" fmla="*/ 31 w 37"/>
                  <a:gd name="T37" fmla="*/ 47 h 49"/>
                  <a:gd name="T38" fmla="*/ 26 w 37"/>
                  <a:gd name="T39" fmla="*/ 43 h 49"/>
                  <a:gd name="T40" fmla="*/ 24 w 37"/>
                  <a:gd name="T41" fmla="*/ 47 h 49"/>
                  <a:gd name="T42" fmla="*/ 24 w 37"/>
                  <a:gd name="T43" fmla="*/ 49 h 49"/>
                  <a:gd name="T44" fmla="*/ 23 w 37"/>
                  <a:gd name="T45" fmla="*/ 48 h 49"/>
                  <a:gd name="T46" fmla="*/ 22 w 37"/>
                  <a:gd name="T47" fmla="*/ 47 h 49"/>
                  <a:gd name="T48" fmla="*/ 18 w 37"/>
                  <a:gd name="T49" fmla="*/ 41 h 49"/>
                  <a:gd name="T50" fmla="*/ 15 w 37"/>
                  <a:gd name="T51" fmla="*/ 43 h 49"/>
                  <a:gd name="T52" fmla="*/ 14 w 37"/>
                  <a:gd name="T53" fmla="*/ 43 h 49"/>
                  <a:gd name="T54" fmla="*/ 12 w 37"/>
                  <a:gd name="T55" fmla="*/ 40 h 49"/>
                  <a:gd name="T56" fmla="*/ 11 w 37"/>
                  <a:gd name="T57" fmla="*/ 34 h 49"/>
                  <a:gd name="T58" fmla="*/ 7 w 37"/>
                  <a:gd name="T59" fmla="*/ 33 h 49"/>
                  <a:gd name="T60" fmla="*/ 5 w 37"/>
                  <a:gd name="T61" fmla="*/ 31 h 49"/>
                  <a:gd name="T62" fmla="*/ 5 w 37"/>
                  <a:gd name="T63" fmla="*/ 30 h 49"/>
                  <a:gd name="T64" fmla="*/ 5 w 37"/>
                  <a:gd name="T65" fmla="*/ 25 h 49"/>
                  <a:gd name="T66" fmla="*/ 1 w 37"/>
                  <a:gd name="T67" fmla="*/ 21 h 49"/>
                  <a:gd name="T68" fmla="*/ 0 w 37"/>
                  <a:gd name="T69" fmla="*/ 19 h 49"/>
                  <a:gd name="T70" fmla="*/ 1 w 37"/>
                  <a:gd name="T71" fmla="*/ 17 h 49"/>
                  <a:gd name="T72" fmla="*/ 4 w 37"/>
                  <a:gd name="T73" fmla="*/ 15 h 49"/>
                  <a:gd name="T74" fmla="*/ 1 w 37"/>
                  <a:gd name="T75" fmla="*/ 10 h 49"/>
                  <a:gd name="T76" fmla="*/ 0 w 37"/>
                  <a:gd name="T77" fmla="*/ 8 h 49"/>
                  <a:gd name="T78" fmla="*/ 2 w 37"/>
                  <a:gd name="T79" fmla="*/ 7 h 49"/>
                  <a:gd name="T80" fmla="*/ 6 w 37"/>
                  <a:gd name="T81" fmla="*/ 8 h 49"/>
                  <a:gd name="T82" fmla="*/ 5 w 37"/>
                  <a:gd name="T83" fmla="*/ 3 h 49"/>
                  <a:gd name="T84" fmla="*/ 5 w 37"/>
                  <a:gd name="T85" fmla="*/ 0 h 49"/>
                  <a:gd name="T86" fmla="*/ 6 w 37"/>
                  <a:gd name="T87" fmla="*/ 1 h 49"/>
                  <a:gd name="T88" fmla="*/ 7 w 37"/>
                  <a:gd name="T89" fmla="*/ 1 h 49"/>
                  <a:gd name="T90" fmla="*/ 11 w 37"/>
                  <a:gd name="T91" fmla="*/ 5 h 49"/>
                  <a:gd name="T92" fmla="*/ 12 w 37"/>
                  <a:gd name="T93" fmla="*/ 1 h 49"/>
                  <a:gd name="T94" fmla="*/ 14 w 37"/>
                  <a:gd name="T95" fmla="*/ 0 h 49"/>
                  <a:gd name="T96" fmla="*/ 15 w 37"/>
                  <a:gd name="T97" fmla="*/ 2 h 49"/>
                  <a:gd name="T98" fmla="*/ 18 w 37"/>
                  <a:gd name="T99" fmla="*/ 7 h 49"/>
                  <a:gd name="T100" fmla="*/ 22 w 37"/>
                  <a:gd name="T101" fmla="*/ 5 h 49"/>
                  <a:gd name="T102" fmla="*/ 24 w 37"/>
                  <a:gd name="T103" fmla="*/ 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7" h="49">
                    <a:moveTo>
                      <a:pt x="24" y="6"/>
                    </a:moveTo>
                    <a:cubicBezTo>
                      <a:pt x="24" y="6"/>
                      <a:pt x="25" y="7"/>
                      <a:pt x="25" y="8"/>
                    </a:cubicBezTo>
                    <a:cubicBezTo>
                      <a:pt x="26" y="14"/>
                      <a:pt x="26" y="14"/>
                      <a:pt x="26" y="14"/>
                    </a:cubicBezTo>
                    <a:cubicBezTo>
                      <a:pt x="31" y="15"/>
                      <a:pt x="31" y="15"/>
                      <a:pt x="31" y="15"/>
                    </a:cubicBezTo>
                    <a:cubicBezTo>
                      <a:pt x="31" y="15"/>
                      <a:pt x="31" y="15"/>
                      <a:pt x="31" y="15"/>
                    </a:cubicBezTo>
                    <a:cubicBezTo>
                      <a:pt x="32" y="15"/>
                      <a:pt x="32" y="16"/>
                      <a:pt x="32" y="16"/>
                    </a:cubicBezTo>
                    <a:cubicBezTo>
                      <a:pt x="33" y="17"/>
                      <a:pt x="33" y="18"/>
                      <a:pt x="33" y="19"/>
                    </a:cubicBezTo>
                    <a:cubicBezTo>
                      <a:pt x="31" y="23"/>
                      <a:pt x="31" y="23"/>
                      <a:pt x="31" y="23"/>
                    </a:cubicBezTo>
                    <a:cubicBezTo>
                      <a:pt x="36" y="27"/>
                      <a:pt x="36" y="27"/>
                      <a:pt x="36" y="27"/>
                    </a:cubicBezTo>
                    <a:cubicBezTo>
                      <a:pt x="37" y="27"/>
                      <a:pt x="37" y="28"/>
                      <a:pt x="37" y="29"/>
                    </a:cubicBezTo>
                    <a:cubicBezTo>
                      <a:pt x="37" y="30"/>
                      <a:pt x="37" y="30"/>
                      <a:pt x="37" y="31"/>
                    </a:cubicBezTo>
                    <a:cubicBezTo>
                      <a:pt x="33" y="32"/>
                      <a:pt x="33" y="32"/>
                      <a:pt x="33" y="32"/>
                    </a:cubicBezTo>
                    <a:cubicBezTo>
                      <a:pt x="37" y="38"/>
                      <a:pt x="37" y="38"/>
                      <a:pt x="37" y="38"/>
                    </a:cubicBezTo>
                    <a:cubicBezTo>
                      <a:pt x="37" y="39"/>
                      <a:pt x="37" y="40"/>
                      <a:pt x="37" y="41"/>
                    </a:cubicBezTo>
                    <a:cubicBezTo>
                      <a:pt x="37" y="41"/>
                      <a:pt x="37" y="41"/>
                      <a:pt x="36" y="41"/>
                    </a:cubicBezTo>
                    <a:cubicBezTo>
                      <a:pt x="31" y="40"/>
                      <a:pt x="31" y="40"/>
                      <a:pt x="31" y="40"/>
                    </a:cubicBezTo>
                    <a:cubicBezTo>
                      <a:pt x="33" y="46"/>
                      <a:pt x="33" y="46"/>
                      <a:pt x="33" y="46"/>
                    </a:cubicBezTo>
                    <a:cubicBezTo>
                      <a:pt x="33" y="47"/>
                      <a:pt x="33" y="47"/>
                      <a:pt x="32" y="47"/>
                    </a:cubicBezTo>
                    <a:cubicBezTo>
                      <a:pt x="32" y="48"/>
                      <a:pt x="31" y="47"/>
                      <a:pt x="31" y="47"/>
                    </a:cubicBezTo>
                    <a:cubicBezTo>
                      <a:pt x="26" y="43"/>
                      <a:pt x="26" y="43"/>
                      <a:pt x="26" y="43"/>
                    </a:cubicBezTo>
                    <a:cubicBezTo>
                      <a:pt x="24" y="47"/>
                      <a:pt x="24" y="47"/>
                      <a:pt x="24" y="47"/>
                    </a:cubicBezTo>
                    <a:cubicBezTo>
                      <a:pt x="24" y="48"/>
                      <a:pt x="24" y="48"/>
                      <a:pt x="24" y="49"/>
                    </a:cubicBezTo>
                    <a:cubicBezTo>
                      <a:pt x="23" y="48"/>
                      <a:pt x="23" y="48"/>
                      <a:pt x="23" y="48"/>
                    </a:cubicBezTo>
                    <a:cubicBezTo>
                      <a:pt x="22" y="48"/>
                      <a:pt x="22" y="47"/>
                      <a:pt x="22" y="47"/>
                    </a:cubicBezTo>
                    <a:cubicBezTo>
                      <a:pt x="18" y="41"/>
                      <a:pt x="18" y="41"/>
                      <a:pt x="18" y="41"/>
                    </a:cubicBezTo>
                    <a:cubicBezTo>
                      <a:pt x="15" y="43"/>
                      <a:pt x="15" y="43"/>
                      <a:pt x="15" y="43"/>
                    </a:cubicBezTo>
                    <a:cubicBezTo>
                      <a:pt x="15" y="44"/>
                      <a:pt x="14" y="43"/>
                      <a:pt x="14" y="43"/>
                    </a:cubicBezTo>
                    <a:cubicBezTo>
                      <a:pt x="13" y="42"/>
                      <a:pt x="12" y="41"/>
                      <a:pt x="12" y="40"/>
                    </a:cubicBezTo>
                    <a:cubicBezTo>
                      <a:pt x="11" y="34"/>
                      <a:pt x="11" y="34"/>
                      <a:pt x="11" y="34"/>
                    </a:cubicBezTo>
                    <a:cubicBezTo>
                      <a:pt x="7" y="33"/>
                      <a:pt x="7" y="33"/>
                      <a:pt x="7" y="33"/>
                    </a:cubicBezTo>
                    <a:cubicBezTo>
                      <a:pt x="6" y="33"/>
                      <a:pt x="5" y="33"/>
                      <a:pt x="5" y="31"/>
                    </a:cubicBezTo>
                    <a:cubicBezTo>
                      <a:pt x="5" y="31"/>
                      <a:pt x="4" y="30"/>
                      <a:pt x="5" y="30"/>
                    </a:cubicBezTo>
                    <a:cubicBezTo>
                      <a:pt x="5" y="25"/>
                      <a:pt x="5" y="25"/>
                      <a:pt x="5" y="25"/>
                    </a:cubicBezTo>
                    <a:cubicBezTo>
                      <a:pt x="1" y="21"/>
                      <a:pt x="1" y="21"/>
                      <a:pt x="1" y="21"/>
                    </a:cubicBezTo>
                    <a:cubicBezTo>
                      <a:pt x="1" y="21"/>
                      <a:pt x="0" y="20"/>
                      <a:pt x="0" y="19"/>
                    </a:cubicBezTo>
                    <a:cubicBezTo>
                      <a:pt x="0" y="19"/>
                      <a:pt x="0" y="18"/>
                      <a:pt x="1" y="17"/>
                    </a:cubicBezTo>
                    <a:cubicBezTo>
                      <a:pt x="4" y="15"/>
                      <a:pt x="4" y="15"/>
                      <a:pt x="4" y="15"/>
                    </a:cubicBezTo>
                    <a:cubicBezTo>
                      <a:pt x="1" y="10"/>
                      <a:pt x="1" y="10"/>
                      <a:pt x="1" y="10"/>
                    </a:cubicBezTo>
                    <a:cubicBezTo>
                      <a:pt x="0" y="9"/>
                      <a:pt x="0" y="8"/>
                      <a:pt x="0" y="8"/>
                    </a:cubicBezTo>
                    <a:cubicBezTo>
                      <a:pt x="0" y="7"/>
                      <a:pt x="1" y="7"/>
                      <a:pt x="2" y="7"/>
                    </a:cubicBezTo>
                    <a:cubicBezTo>
                      <a:pt x="6" y="8"/>
                      <a:pt x="6" y="8"/>
                      <a:pt x="6" y="8"/>
                    </a:cubicBezTo>
                    <a:cubicBezTo>
                      <a:pt x="5" y="3"/>
                      <a:pt x="5" y="3"/>
                      <a:pt x="5" y="3"/>
                    </a:cubicBezTo>
                    <a:cubicBezTo>
                      <a:pt x="4" y="2"/>
                      <a:pt x="5" y="1"/>
                      <a:pt x="5" y="0"/>
                    </a:cubicBezTo>
                    <a:cubicBezTo>
                      <a:pt x="5" y="1"/>
                      <a:pt x="6" y="1"/>
                      <a:pt x="6" y="1"/>
                    </a:cubicBezTo>
                    <a:cubicBezTo>
                      <a:pt x="6" y="1"/>
                      <a:pt x="7" y="1"/>
                      <a:pt x="7" y="1"/>
                    </a:cubicBezTo>
                    <a:cubicBezTo>
                      <a:pt x="11" y="5"/>
                      <a:pt x="11" y="5"/>
                      <a:pt x="11" y="5"/>
                    </a:cubicBezTo>
                    <a:cubicBezTo>
                      <a:pt x="12" y="1"/>
                      <a:pt x="12" y="1"/>
                      <a:pt x="12" y="1"/>
                    </a:cubicBezTo>
                    <a:cubicBezTo>
                      <a:pt x="12" y="0"/>
                      <a:pt x="13" y="0"/>
                      <a:pt x="14" y="0"/>
                    </a:cubicBezTo>
                    <a:cubicBezTo>
                      <a:pt x="14" y="0"/>
                      <a:pt x="15" y="1"/>
                      <a:pt x="15" y="2"/>
                    </a:cubicBezTo>
                    <a:cubicBezTo>
                      <a:pt x="18" y="7"/>
                      <a:pt x="18" y="7"/>
                      <a:pt x="18" y="7"/>
                    </a:cubicBezTo>
                    <a:cubicBezTo>
                      <a:pt x="22" y="5"/>
                      <a:pt x="22" y="5"/>
                      <a:pt x="22" y="5"/>
                    </a:cubicBezTo>
                    <a:cubicBezTo>
                      <a:pt x="23" y="5"/>
                      <a:pt x="23" y="5"/>
                      <a:pt x="24" y="6"/>
                    </a:cubicBezTo>
                    <a:close/>
                  </a:path>
                </a:pathLst>
              </a:custGeom>
              <a:solidFill>
                <a:srgbClr val="0EF081"/>
              </a:solidFill>
              <a:ln>
                <a:noFill/>
              </a:ln>
            </p:spPr>
            <p:txBody>
              <a:bodyPr vert="horz" wrap="square" lIns="91440" tIns="45720" rIns="91440" bIns="45720" numCol="1" anchor="t" anchorCtr="0" compatLnSpc="1">
                <a:prstTxWarp prst="textNoShape">
                  <a:avLst/>
                </a:prstTxWarp>
              </a:bodyPr>
              <a:lstStyle/>
              <a:p>
                <a:endParaRPr lang="zh-CN" altLang="en-US">
                  <a:latin typeface="HarmonyOS Sans SC Medium" panose="00000600000000000000" pitchFamily="2" charset="-122"/>
                  <a:ea typeface="HarmonyOS Sans SC Medium" panose="00000600000000000000" pitchFamily="2" charset="-122"/>
                </a:endParaRPr>
              </a:p>
            </p:txBody>
          </p:sp>
        </p:grpSp>
      </p:grpSp>
      <p:sp>
        <p:nvSpPr>
          <p:cNvPr id="283" name="任意多边形: 形状 282">
            <a:extLst>
              <a:ext uri="{FF2B5EF4-FFF2-40B4-BE49-F238E27FC236}">
                <a16:creationId xmlns:a16="http://schemas.microsoft.com/office/drawing/2014/main" id="{43F0169D-0D9C-C8E4-70C3-152CDB7BCD0A}"/>
              </a:ext>
            </a:extLst>
          </p:cNvPr>
          <p:cNvSpPr/>
          <p:nvPr/>
        </p:nvSpPr>
        <p:spPr>
          <a:xfrm rot="12600000">
            <a:off x="6442157" y="2250037"/>
            <a:ext cx="1274938" cy="719311"/>
          </a:xfrm>
          <a:custGeom>
            <a:avLst/>
            <a:gdLst>
              <a:gd name="connsiteX0" fmla="*/ 1146027 w 1274938"/>
              <a:gd name="connsiteY0" fmla="*/ 692613 h 719311"/>
              <a:gd name="connsiteX1" fmla="*/ 1107417 w 1274938"/>
              <a:gd name="connsiteY1" fmla="*/ 712548 h 719311"/>
              <a:gd name="connsiteX2" fmla="*/ 1095989 w 1274938"/>
              <a:gd name="connsiteY2" fmla="*/ 714492 h 719311"/>
              <a:gd name="connsiteX3" fmla="*/ 1095993 w 1274938"/>
              <a:gd name="connsiteY3" fmla="*/ 714675 h 719311"/>
              <a:gd name="connsiteX4" fmla="*/ 1095129 w 1274938"/>
              <a:gd name="connsiteY4" fmla="*/ 714639 h 719311"/>
              <a:gd name="connsiteX5" fmla="*/ 1067671 w 1274938"/>
              <a:gd name="connsiteY5" fmla="*/ 719310 h 719311"/>
              <a:gd name="connsiteX6" fmla="*/ 1027976 w 1274938"/>
              <a:gd name="connsiteY6" fmla="*/ 712912 h 719311"/>
              <a:gd name="connsiteX7" fmla="*/ 1025638 w 1274938"/>
              <a:gd name="connsiteY7" fmla="*/ 711723 h 719311"/>
              <a:gd name="connsiteX8" fmla="*/ 15065 w 1274938"/>
              <a:gd name="connsiteY8" fmla="*/ 669319 h 719311"/>
              <a:gd name="connsiteX9" fmla="*/ 0 w 1274938"/>
              <a:gd name="connsiteY9" fmla="*/ 13239 h 719311"/>
              <a:gd name="connsiteX10" fmla="*/ 1014684 w 1274938"/>
              <a:gd name="connsiteY10" fmla="*/ 13239 h 719311"/>
              <a:gd name="connsiteX11" fmla="*/ 1026834 w 1274938"/>
              <a:gd name="connsiteY11" fmla="*/ 6903 h 719311"/>
              <a:gd name="connsiteX12" fmla="*/ 1213400 w 1274938"/>
              <a:gd name="connsiteY12" fmla="*/ 104920 h 719311"/>
              <a:gd name="connsiteX13" fmla="*/ 1215104 w 1274938"/>
              <a:gd name="connsiteY13" fmla="*/ 613178 h 719311"/>
              <a:gd name="connsiteX14" fmla="*/ 1146027 w 1274938"/>
              <a:gd name="connsiteY14" fmla="*/ 692613 h 719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74938" h="719311">
                <a:moveTo>
                  <a:pt x="1146027" y="692613"/>
                </a:moveTo>
                <a:cubicBezTo>
                  <a:pt x="1133477" y="701454"/>
                  <a:pt x="1120541" y="708099"/>
                  <a:pt x="1107417" y="712548"/>
                </a:cubicBezTo>
                <a:lnTo>
                  <a:pt x="1095989" y="714492"/>
                </a:lnTo>
                <a:lnTo>
                  <a:pt x="1095993" y="714675"/>
                </a:lnTo>
                <a:lnTo>
                  <a:pt x="1095129" y="714639"/>
                </a:lnTo>
                <a:lnTo>
                  <a:pt x="1067671" y="719310"/>
                </a:lnTo>
                <a:cubicBezTo>
                  <a:pt x="1054366" y="719370"/>
                  <a:pt x="1041068" y="717237"/>
                  <a:pt x="1027976" y="712912"/>
                </a:cubicBezTo>
                <a:lnTo>
                  <a:pt x="1025638" y="711723"/>
                </a:lnTo>
                <a:lnTo>
                  <a:pt x="15065" y="669319"/>
                </a:lnTo>
                <a:lnTo>
                  <a:pt x="0" y="13239"/>
                </a:lnTo>
                <a:lnTo>
                  <a:pt x="1014684" y="13239"/>
                </a:lnTo>
                <a:lnTo>
                  <a:pt x="1026834" y="6903"/>
                </a:lnTo>
                <a:cubicBezTo>
                  <a:pt x="1092312" y="-15595"/>
                  <a:pt x="1162554" y="16853"/>
                  <a:pt x="1213400" y="104920"/>
                </a:cubicBezTo>
                <a:cubicBezTo>
                  <a:pt x="1294752" y="245827"/>
                  <a:pt x="1295573" y="472781"/>
                  <a:pt x="1215104" y="613178"/>
                </a:cubicBezTo>
                <a:cubicBezTo>
                  <a:pt x="1194678" y="648456"/>
                  <a:pt x="1171125" y="674929"/>
                  <a:pt x="1146027" y="692613"/>
                </a:cubicBezTo>
                <a:close/>
              </a:path>
            </a:pathLst>
          </a:custGeom>
          <a:gradFill flip="none" rotWithShape="1">
            <a:gsLst>
              <a:gs pos="0">
                <a:srgbClr val="8E9CEF"/>
              </a:gs>
              <a:gs pos="100000">
                <a:srgbClr val="D4D9F7">
                  <a:alpha val="0"/>
                </a:srgbClr>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sp>
        <p:nvSpPr>
          <p:cNvPr id="285"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56E9A6DE-1E16-AA11-4C66-D3359F8C87AC}"/>
              </a:ext>
            </a:extLst>
          </p:cNvPr>
          <p:cNvSpPr/>
          <p:nvPr/>
        </p:nvSpPr>
        <p:spPr>
          <a:xfrm>
            <a:off x="10644305" y="4302880"/>
            <a:ext cx="691009" cy="844565"/>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3749CC"/>
          </a:solidFill>
          <a:ln w="9525" cap="flat">
            <a:noFill/>
            <a:prstDash val="solid"/>
            <a:miter/>
          </a:ln>
          <a:scene3d>
            <a:camera prst="isometricRightUp"/>
            <a:lightRig rig="threePt" dir="t"/>
          </a:scene3d>
          <a:sp3d extrusionH="38100" prstMaterial="flat">
            <a:extrusionClr>
              <a:srgbClr val="E7EBFF"/>
            </a:extrusionClr>
          </a:sp3d>
        </p:spPr>
        <p:txBody>
          <a:bodyPr rtlCol="0" anchor="ctr"/>
          <a:lstStyle/>
          <a:p>
            <a:endParaRPr lang="zh-CN" altLang="en-US"/>
          </a:p>
        </p:txBody>
      </p:sp>
      <p:sp>
        <p:nvSpPr>
          <p:cNvPr id="290" name="Freeform 30">
            <a:extLst>
              <a:ext uri="{FF2B5EF4-FFF2-40B4-BE49-F238E27FC236}">
                <a16:creationId xmlns:a16="http://schemas.microsoft.com/office/drawing/2014/main" id="{2141EDD0-6418-A873-4E25-7E3E1D9BEDE7}"/>
              </a:ext>
            </a:extLst>
          </p:cNvPr>
          <p:cNvSpPr>
            <a:spLocks/>
          </p:cNvSpPr>
          <p:nvPr/>
        </p:nvSpPr>
        <p:spPr bwMode="auto">
          <a:xfrm>
            <a:off x="7757053" y="4241376"/>
            <a:ext cx="282166" cy="281914"/>
          </a:xfrm>
          <a:custGeom>
            <a:avLst/>
            <a:gdLst>
              <a:gd name="T0" fmla="*/ 942 w 942"/>
              <a:gd name="T1" fmla="*/ 471 h 941"/>
              <a:gd name="T2" fmla="*/ 942 w 942"/>
              <a:gd name="T3" fmla="*/ 471 h 941"/>
              <a:gd name="T4" fmla="*/ 471 w 942"/>
              <a:gd name="T5" fmla="*/ 941 h 941"/>
              <a:gd name="T6" fmla="*/ 0 w 942"/>
              <a:gd name="T7" fmla="*/ 941 h 941"/>
              <a:gd name="T8" fmla="*/ 0 w 942"/>
              <a:gd name="T9" fmla="*/ 471 h 941"/>
              <a:gd name="T10" fmla="*/ 471 w 942"/>
              <a:gd name="T11" fmla="*/ 0 h 941"/>
              <a:gd name="T12" fmla="*/ 471 w 942"/>
              <a:gd name="T13" fmla="*/ 0 h 941"/>
              <a:gd name="T14" fmla="*/ 942 w 942"/>
              <a:gd name="T15" fmla="*/ 471 h 9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42" h="941">
                <a:moveTo>
                  <a:pt x="942" y="471"/>
                </a:moveTo>
                <a:cubicBezTo>
                  <a:pt x="942" y="471"/>
                  <a:pt x="942" y="471"/>
                  <a:pt x="942" y="471"/>
                </a:cubicBezTo>
                <a:cubicBezTo>
                  <a:pt x="942" y="731"/>
                  <a:pt x="731" y="941"/>
                  <a:pt x="471" y="941"/>
                </a:cubicBezTo>
                <a:cubicBezTo>
                  <a:pt x="0" y="941"/>
                  <a:pt x="0" y="941"/>
                  <a:pt x="0" y="941"/>
                </a:cubicBezTo>
                <a:cubicBezTo>
                  <a:pt x="0" y="471"/>
                  <a:pt x="0" y="471"/>
                  <a:pt x="0" y="471"/>
                </a:cubicBezTo>
                <a:cubicBezTo>
                  <a:pt x="0" y="210"/>
                  <a:pt x="211" y="0"/>
                  <a:pt x="471" y="0"/>
                </a:cubicBezTo>
                <a:cubicBezTo>
                  <a:pt x="471" y="0"/>
                  <a:pt x="471" y="0"/>
                  <a:pt x="471" y="0"/>
                </a:cubicBezTo>
                <a:cubicBezTo>
                  <a:pt x="731" y="0"/>
                  <a:pt x="942" y="210"/>
                  <a:pt x="942" y="471"/>
                </a:cubicBezTo>
                <a:close/>
              </a:path>
            </a:pathLst>
          </a:custGeom>
          <a:gradFill flip="none" rotWithShape="1">
            <a:gsLst>
              <a:gs pos="0">
                <a:srgbClr val="6578F0"/>
              </a:gs>
              <a:gs pos="100000">
                <a:srgbClr val="3749CC"/>
              </a:gs>
            </a:gsLst>
            <a:lin ang="0" scaled="1"/>
            <a:tileRect/>
          </a:gradFill>
          <a:ln w="9525" cap="flat">
            <a:noFill/>
            <a:prstDash val="solid"/>
            <a:miter/>
          </a:ln>
          <a:scene3d>
            <a:camera prst="isometricRightUp"/>
            <a:lightRig rig="threePt" dir="t"/>
          </a:scene3d>
          <a:sp3d extrusionH="38100" prstMaterial="flat">
            <a:extrusionClr>
              <a:srgbClr val="E7EBFF"/>
            </a:extrusionClr>
          </a:sp3d>
        </p:spPr>
        <p:txBody>
          <a:bodyPr rtlCol="0" anchor="ctr"/>
          <a:lstStyle/>
          <a:p>
            <a:endParaRPr lang="zh-CN" altLang="en-US"/>
          </a:p>
        </p:txBody>
      </p:sp>
      <p:sp>
        <p:nvSpPr>
          <p:cNvPr id="291" name="Freeform 30">
            <a:extLst>
              <a:ext uri="{FF2B5EF4-FFF2-40B4-BE49-F238E27FC236}">
                <a16:creationId xmlns:a16="http://schemas.microsoft.com/office/drawing/2014/main" id="{2779D034-18FE-80CD-E6D2-C78F6113B03A}"/>
              </a:ext>
            </a:extLst>
          </p:cNvPr>
          <p:cNvSpPr>
            <a:spLocks/>
          </p:cNvSpPr>
          <p:nvPr/>
        </p:nvSpPr>
        <p:spPr bwMode="auto">
          <a:xfrm>
            <a:off x="8263025" y="3947268"/>
            <a:ext cx="282166" cy="281914"/>
          </a:xfrm>
          <a:custGeom>
            <a:avLst/>
            <a:gdLst>
              <a:gd name="T0" fmla="*/ 942 w 942"/>
              <a:gd name="T1" fmla="*/ 471 h 941"/>
              <a:gd name="T2" fmla="*/ 942 w 942"/>
              <a:gd name="T3" fmla="*/ 471 h 941"/>
              <a:gd name="T4" fmla="*/ 471 w 942"/>
              <a:gd name="T5" fmla="*/ 941 h 941"/>
              <a:gd name="T6" fmla="*/ 0 w 942"/>
              <a:gd name="T7" fmla="*/ 941 h 941"/>
              <a:gd name="T8" fmla="*/ 0 w 942"/>
              <a:gd name="T9" fmla="*/ 471 h 941"/>
              <a:gd name="T10" fmla="*/ 471 w 942"/>
              <a:gd name="T11" fmla="*/ 0 h 941"/>
              <a:gd name="T12" fmla="*/ 471 w 942"/>
              <a:gd name="T13" fmla="*/ 0 h 941"/>
              <a:gd name="T14" fmla="*/ 942 w 942"/>
              <a:gd name="T15" fmla="*/ 471 h 9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42" h="941">
                <a:moveTo>
                  <a:pt x="942" y="471"/>
                </a:moveTo>
                <a:cubicBezTo>
                  <a:pt x="942" y="471"/>
                  <a:pt x="942" y="471"/>
                  <a:pt x="942" y="471"/>
                </a:cubicBezTo>
                <a:cubicBezTo>
                  <a:pt x="942" y="731"/>
                  <a:pt x="731" y="941"/>
                  <a:pt x="471" y="941"/>
                </a:cubicBezTo>
                <a:cubicBezTo>
                  <a:pt x="0" y="941"/>
                  <a:pt x="0" y="941"/>
                  <a:pt x="0" y="941"/>
                </a:cubicBezTo>
                <a:cubicBezTo>
                  <a:pt x="0" y="471"/>
                  <a:pt x="0" y="471"/>
                  <a:pt x="0" y="471"/>
                </a:cubicBezTo>
                <a:cubicBezTo>
                  <a:pt x="0" y="210"/>
                  <a:pt x="211" y="0"/>
                  <a:pt x="471" y="0"/>
                </a:cubicBezTo>
                <a:cubicBezTo>
                  <a:pt x="471" y="0"/>
                  <a:pt x="471" y="0"/>
                  <a:pt x="471" y="0"/>
                </a:cubicBezTo>
                <a:cubicBezTo>
                  <a:pt x="731" y="0"/>
                  <a:pt x="942" y="210"/>
                  <a:pt x="942" y="471"/>
                </a:cubicBezTo>
                <a:close/>
              </a:path>
            </a:pathLst>
          </a:custGeom>
          <a:gradFill flip="none" rotWithShape="1">
            <a:gsLst>
              <a:gs pos="0">
                <a:srgbClr val="6578F0"/>
              </a:gs>
              <a:gs pos="100000">
                <a:srgbClr val="3749CC"/>
              </a:gs>
            </a:gsLst>
            <a:lin ang="0" scaled="1"/>
            <a:tileRect/>
          </a:gradFill>
          <a:ln w="9525" cap="flat">
            <a:noFill/>
            <a:prstDash val="solid"/>
            <a:miter/>
          </a:ln>
          <a:scene3d>
            <a:camera prst="isometricRightUp"/>
            <a:lightRig rig="threePt" dir="t"/>
          </a:scene3d>
          <a:sp3d extrusionH="38100" prstMaterial="flat">
            <a:extrusionClr>
              <a:srgbClr val="E7EBFF"/>
            </a:extrusionClr>
          </a:sp3d>
        </p:spPr>
        <p:txBody>
          <a:bodyPr rtlCol="0" anchor="ctr"/>
          <a:lstStyle/>
          <a:p>
            <a:endParaRPr lang="zh-CN" altLang="en-US"/>
          </a:p>
        </p:txBody>
      </p:sp>
      <p:sp>
        <p:nvSpPr>
          <p:cNvPr id="292" name="Freeform 30">
            <a:extLst>
              <a:ext uri="{FF2B5EF4-FFF2-40B4-BE49-F238E27FC236}">
                <a16:creationId xmlns:a16="http://schemas.microsoft.com/office/drawing/2014/main" id="{150152D2-F039-7DAF-F04B-BA871F7CF0DD}"/>
              </a:ext>
            </a:extLst>
          </p:cNvPr>
          <p:cNvSpPr>
            <a:spLocks/>
          </p:cNvSpPr>
          <p:nvPr/>
        </p:nvSpPr>
        <p:spPr bwMode="auto">
          <a:xfrm>
            <a:off x="8768997" y="3653160"/>
            <a:ext cx="282166" cy="281914"/>
          </a:xfrm>
          <a:custGeom>
            <a:avLst/>
            <a:gdLst>
              <a:gd name="T0" fmla="*/ 942 w 942"/>
              <a:gd name="T1" fmla="*/ 471 h 941"/>
              <a:gd name="T2" fmla="*/ 942 w 942"/>
              <a:gd name="T3" fmla="*/ 471 h 941"/>
              <a:gd name="T4" fmla="*/ 471 w 942"/>
              <a:gd name="T5" fmla="*/ 941 h 941"/>
              <a:gd name="T6" fmla="*/ 0 w 942"/>
              <a:gd name="T7" fmla="*/ 941 h 941"/>
              <a:gd name="T8" fmla="*/ 0 w 942"/>
              <a:gd name="T9" fmla="*/ 471 h 941"/>
              <a:gd name="T10" fmla="*/ 471 w 942"/>
              <a:gd name="T11" fmla="*/ 0 h 941"/>
              <a:gd name="T12" fmla="*/ 471 w 942"/>
              <a:gd name="T13" fmla="*/ 0 h 941"/>
              <a:gd name="T14" fmla="*/ 942 w 942"/>
              <a:gd name="T15" fmla="*/ 471 h 9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42" h="941">
                <a:moveTo>
                  <a:pt x="942" y="471"/>
                </a:moveTo>
                <a:cubicBezTo>
                  <a:pt x="942" y="471"/>
                  <a:pt x="942" y="471"/>
                  <a:pt x="942" y="471"/>
                </a:cubicBezTo>
                <a:cubicBezTo>
                  <a:pt x="942" y="731"/>
                  <a:pt x="731" y="941"/>
                  <a:pt x="471" y="941"/>
                </a:cubicBezTo>
                <a:cubicBezTo>
                  <a:pt x="0" y="941"/>
                  <a:pt x="0" y="941"/>
                  <a:pt x="0" y="941"/>
                </a:cubicBezTo>
                <a:cubicBezTo>
                  <a:pt x="0" y="471"/>
                  <a:pt x="0" y="471"/>
                  <a:pt x="0" y="471"/>
                </a:cubicBezTo>
                <a:cubicBezTo>
                  <a:pt x="0" y="210"/>
                  <a:pt x="211" y="0"/>
                  <a:pt x="471" y="0"/>
                </a:cubicBezTo>
                <a:cubicBezTo>
                  <a:pt x="471" y="0"/>
                  <a:pt x="471" y="0"/>
                  <a:pt x="471" y="0"/>
                </a:cubicBezTo>
                <a:cubicBezTo>
                  <a:pt x="731" y="0"/>
                  <a:pt x="942" y="210"/>
                  <a:pt x="942" y="471"/>
                </a:cubicBezTo>
                <a:close/>
              </a:path>
            </a:pathLst>
          </a:custGeom>
          <a:gradFill flip="none" rotWithShape="1">
            <a:gsLst>
              <a:gs pos="0">
                <a:srgbClr val="6578F0"/>
              </a:gs>
              <a:gs pos="100000">
                <a:srgbClr val="3749CC"/>
              </a:gs>
            </a:gsLst>
            <a:lin ang="0" scaled="1"/>
            <a:tileRect/>
          </a:gradFill>
          <a:ln w="9525" cap="flat">
            <a:noFill/>
            <a:prstDash val="solid"/>
            <a:miter/>
          </a:ln>
          <a:scene3d>
            <a:camera prst="isometricRightUp"/>
            <a:lightRig rig="threePt" dir="t"/>
          </a:scene3d>
          <a:sp3d extrusionH="38100" prstMaterial="flat">
            <a:extrusionClr>
              <a:srgbClr val="E7EBFF"/>
            </a:extrusionClr>
          </a:sp3d>
        </p:spPr>
        <p:txBody>
          <a:bodyPr rtlCol="0" anchor="ctr"/>
          <a:lstStyle/>
          <a:p>
            <a:endParaRPr lang="zh-CN" altLang="en-US"/>
          </a:p>
        </p:txBody>
      </p:sp>
      <p:sp>
        <p:nvSpPr>
          <p:cNvPr id="293" name="Freeform 30">
            <a:extLst>
              <a:ext uri="{FF2B5EF4-FFF2-40B4-BE49-F238E27FC236}">
                <a16:creationId xmlns:a16="http://schemas.microsoft.com/office/drawing/2014/main" id="{5447489E-58C6-060B-1993-EFD109D036BB}"/>
              </a:ext>
            </a:extLst>
          </p:cNvPr>
          <p:cNvSpPr>
            <a:spLocks/>
          </p:cNvSpPr>
          <p:nvPr/>
        </p:nvSpPr>
        <p:spPr bwMode="auto">
          <a:xfrm>
            <a:off x="9274969" y="3359052"/>
            <a:ext cx="282166" cy="281914"/>
          </a:xfrm>
          <a:custGeom>
            <a:avLst/>
            <a:gdLst>
              <a:gd name="T0" fmla="*/ 942 w 942"/>
              <a:gd name="T1" fmla="*/ 471 h 941"/>
              <a:gd name="T2" fmla="*/ 942 w 942"/>
              <a:gd name="T3" fmla="*/ 471 h 941"/>
              <a:gd name="T4" fmla="*/ 471 w 942"/>
              <a:gd name="T5" fmla="*/ 941 h 941"/>
              <a:gd name="T6" fmla="*/ 0 w 942"/>
              <a:gd name="T7" fmla="*/ 941 h 941"/>
              <a:gd name="T8" fmla="*/ 0 w 942"/>
              <a:gd name="T9" fmla="*/ 471 h 941"/>
              <a:gd name="T10" fmla="*/ 471 w 942"/>
              <a:gd name="T11" fmla="*/ 0 h 941"/>
              <a:gd name="T12" fmla="*/ 471 w 942"/>
              <a:gd name="T13" fmla="*/ 0 h 941"/>
              <a:gd name="T14" fmla="*/ 942 w 942"/>
              <a:gd name="T15" fmla="*/ 471 h 9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42" h="941">
                <a:moveTo>
                  <a:pt x="942" y="471"/>
                </a:moveTo>
                <a:cubicBezTo>
                  <a:pt x="942" y="471"/>
                  <a:pt x="942" y="471"/>
                  <a:pt x="942" y="471"/>
                </a:cubicBezTo>
                <a:cubicBezTo>
                  <a:pt x="942" y="731"/>
                  <a:pt x="731" y="941"/>
                  <a:pt x="471" y="941"/>
                </a:cubicBezTo>
                <a:cubicBezTo>
                  <a:pt x="0" y="941"/>
                  <a:pt x="0" y="941"/>
                  <a:pt x="0" y="941"/>
                </a:cubicBezTo>
                <a:cubicBezTo>
                  <a:pt x="0" y="471"/>
                  <a:pt x="0" y="471"/>
                  <a:pt x="0" y="471"/>
                </a:cubicBezTo>
                <a:cubicBezTo>
                  <a:pt x="0" y="210"/>
                  <a:pt x="211" y="0"/>
                  <a:pt x="471" y="0"/>
                </a:cubicBezTo>
                <a:cubicBezTo>
                  <a:pt x="471" y="0"/>
                  <a:pt x="471" y="0"/>
                  <a:pt x="471" y="0"/>
                </a:cubicBezTo>
                <a:cubicBezTo>
                  <a:pt x="731" y="0"/>
                  <a:pt x="942" y="210"/>
                  <a:pt x="942" y="471"/>
                </a:cubicBezTo>
                <a:close/>
              </a:path>
            </a:pathLst>
          </a:custGeom>
          <a:gradFill flip="none" rotWithShape="1">
            <a:gsLst>
              <a:gs pos="0">
                <a:srgbClr val="6578F0"/>
              </a:gs>
              <a:gs pos="100000">
                <a:srgbClr val="3749CC"/>
              </a:gs>
            </a:gsLst>
            <a:lin ang="0" scaled="1"/>
            <a:tileRect/>
          </a:gradFill>
          <a:ln w="9525" cap="flat">
            <a:noFill/>
            <a:prstDash val="solid"/>
            <a:miter/>
          </a:ln>
          <a:scene3d>
            <a:camera prst="isometricRightUp"/>
            <a:lightRig rig="threePt" dir="t"/>
          </a:scene3d>
          <a:sp3d extrusionH="38100" prstMaterial="flat">
            <a:extrusionClr>
              <a:srgbClr val="E7EBFF"/>
            </a:extrusionClr>
          </a:sp3d>
        </p:spPr>
        <p:txBody>
          <a:bodyPr rtlCol="0" anchor="ctr"/>
          <a:lstStyle/>
          <a:p>
            <a:endParaRPr lang="zh-CN" altLang="en-US"/>
          </a:p>
        </p:txBody>
      </p:sp>
      <p:sp>
        <p:nvSpPr>
          <p:cNvPr id="296" name="图形 93"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064424E-52AA-74D3-E2C2-164F1A33AA03}"/>
              </a:ext>
            </a:extLst>
          </p:cNvPr>
          <p:cNvSpPr/>
          <p:nvPr/>
        </p:nvSpPr>
        <p:spPr>
          <a:xfrm>
            <a:off x="3969684" y="1145183"/>
            <a:ext cx="406733" cy="406733"/>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76200 w 190500"/>
              <a:gd name="connsiteY5" fmla="*/ 142875 h 190500"/>
              <a:gd name="connsiteX6" fmla="*/ 28575 w 190500"/>
              <a:gd name="connsiteY6" fmla="*/ 95250 h 190500"/>
              <a:gd name="connsiteX7" fmla="*/ 42005 w 190500"/>
              <a:gd name="connsiteY7" fmla="*/ 81820 h 190500"/>
              <a:gd name="connsiteX8" fmla="*/ 76200 w 190500"/>
              <a:gd name="connsiteY8" fmla="*/ 115919 h 190500"/>
              <a:gd name="connsiteX9" fmla="*/ 148495 w 190500"/>
              <a:gd name="connsiteY9" fmla="*/ 43625 h 190500"/>
              <a:gd name="connsiteX10" fmla="*/ 161925 w 190500"/>
              <a:gd name="connsiteY10" fmla="*/ 57150 h 190500"/>
              <a:gd name="connsiteX11" fmla="*/ 76200 w 190500"/>
              <a:gd name="connsiteY11" fmla="*/ 1428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76200" y="142875"/>
                </a:moveTo>
                <a:lnTo>
                  <a:pt x="28575" y="95250"/>
                </a:lnTo>
                <a:lnTo>
                  <a:pt x="42005" y="81820"/>
                </a:lnTo>
                <a:lnTo>
                  <a:pt x="76200" y="115919"/>
                </a:lnTo>
                <a:lnTo>
                  <a:pt x="148495" y="43625"/>
                </a:lnTo>
                <a:lnTo>
                  <a:pt x="161925" y="57150"/>
                </a:lnTo>
                <a:lnTo>
                  <a:pt x="76200" y="142875"/>
                </a:lnTo>
                <a:close/>
              </a:path>
            </a:pathLst>
          </a:custGeom>
          <a:solidFill>
            <a:srgbClr val="3749CC"/>
          </a:solidFill>
          <a:ln w="9525" cap="flat">
            <a:noFill/>
            <a:prstDash val="solid"/>
            <a:miter/>
          </a:ln>
          <a:scene3d>
            <a:camera prst="isometricRightUp"/>
            <a:lightRig rig="threePt" dir="t"/>
          </a:scene3d>
          <a:sp3d extrusionH="38100" prstMaterial="flat">
            <a:extrusionClr>
              <a:srgbClr val="E7EBFF"/>
            </a:extrusionClr>
          </a:sp3d>
        </p:spPr>
        <p:txBody>
          <a:bodyPr rtlCol="0" anchor="ctr"/>
          <a:lstStyle/>
          <a:p>
            <a:endParaRPr lang="zh-CN" altLang="en-US"/>
          </a:p>
        </p:txBody>
      </p:sp>
      <p:sp>
        <p:nvSpPr>
          <p:cNvPr id="297" name="文本框 296">
            <a:extLst>
              <a:ext uri="{FF2B5EF4-FFF2-40B4-BE49-F238E27FC236}">
                <a16:creationId xmlns:a16="http://schemas.microsoft.com/office/drawing/2014/main" id="{2C9A352A-5556-18F5-2F09-FB44DFAA5561}"/>
              </a:ext>
            </a:extLst>
          </p:cNvPr>
          <p:cNvSpPr txBox="1"/>
          <p:nvPr/>
        </p:nvSpPr>
        <p:spPr>
          <a:xfrm>
            <a:off x="4383219" y="3693279"/>
            <a:ext cx="1454244" cy="261610"/>
          </a:xfrm>
          <a:prstGeom prst="rect">
            <a:avLst/>
          </a:prstGeom>
          <a:noFill/>
          <a:scene3d>
            <a:camera prst="isometricLeftDown"/>
            <a:lightRig rig="threePt" dir="t"/>
          </a:scene3d>
        </p:spPr>
        <p:txBody>
          <a:bodyPr wrap="none" rtlCol="0">
            <a:spAutoFit/>
          </a:bodyPr>
          <a:lstStyle/>
          <a:p>
            <a:r>
              <a:rPr lang="zh-CN" altLang="en-US" sz="1100" dirty="0">
                <a:solidFill>
                  <a:srgbClr val="3749CC"/>
                </a:solidFill>
                <a:latin typeface="HarmonyOS Sans SC Medium" panose="00000600000000000000" pitchFamily="2" charset="-122"/>
                <a:ea typeface="HarmonyOS Sans SC Medium" panose="00000600000000000000" pitchFamily="2" charset="-122"/>
              </a:rPr>
              <a:t>品牌本身是一种价值</a:t>
            </a:r>
          </a:p>
        </p:txBody>
      </p:sp>
      <p:sp>
        <p:nvSpPr>
          <p:cNvPr id="298" name="文本框 297">
            <a:extLst>
              <a:ext uri="{FF2B5EF4-FFF2-40B4-BE49-F238E27FC236}">
                <a16:creationId xmlns:a16="http://schemas.microsoft.com/office/drawing/2014/main" id="{26A1522C-B33B-0126-24D1-EFF21EB8F71B}"/>
              </a:ext>
            </a:extLst>
          </p:cNvPr>
          <p:cNvSpPr txBox="1"/>
          <p:nvPr/>
        </p:nvSpPr>
        <p:spPr>
          <a:xfrm>
            <a:off x="9369750" y="3683368"/>
            <a:ext cx="697627" cy="246221"/>
          </a:xfrm>
          <a:prstGeom prst="rect">
            <a:avLst/>
          </a:prstGeom>
          <a:noFill/>
          <a:scene3d>
            <a:camera prst="isometricRightUp"/>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品牌营销</a:t>
            </a:r>
          </a:p>
        </p:txBody>
      </p:sp>
      <p:sp>
        <p:nvSpPr>
          <p:cNvPr id="299" name="文本框 298">
            <a:extLst>
              <a:ext uri="{FF2B5EF4-FFF2-40B4-BE49-F238E27FC236}">
                <a16:creationId xmlns:a16="http://schemas.microsoft.com/office/drawing/2014/main" id="{E862DF54-889A-0C6C-FE43-8E24086DE399}"/>
              </a:ext>
            </a:extLst>
          </p:cNvPr>
          <p:cNvSpPr txBox="1"/>
          <p:nvPr/>
        </p:nvSpPr>
        <p:spPr>
          <a:xfrm>
            <a:off x="8897541" y="3967951"/>
            <a:ext cx="697627" cy="246221"/>
          </a:xfrm>
          <a:prstGeom prst="rect">
            <a:avLst/>
          </a:prstGeom>
          <a:noFill/>
          <a:scene3d>
            <a:camera prst="isometricRightUp"/>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品牌营销</a:t>
            </a:r>
          </a:p>
        </p:txBody>
      </p:sp>
      <p:sp>
        <p:nvSpPr>
          <p:cNvPr id="300" name="文本框 299">
            <a:extLst>
              <a:ext uri="{FF2B5EF4-FFF2-40B4-BE49-F238E27FC236}">
                <a16:creationId xmlns:a16="http://schemas.microsoft.com/office/drawing/2014/main" id="{534502AA-8FF1-F289-603C-510B9E1ABB42}"/>
              </a:ext>
            </a:extLst>
          </p:cNvPr>
          <p:cNvSpPr txBox="1"/>
          <p:nvPr/>
        </p:nvSpPr>
        <p:spPr>
          <a:xfrm>
            <a:off x="8358319" y="4277875"/>
            <a:ext cx="697627" cy="246221"/>
          </a:xfrm>
          <a:prstGeom prst="rect">
            <a:avLst/>
          </a:prstGeom>
          <a:noFill/>
          <a:scene3d>
            <a:camera prst="isometricRightUp"/>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品牌营销</a:t>
            </a:r>
          </a:p>
        </p:txBody>
      </p:sp>
      <p:sp>
        <p:nvSpPr>
          <p:cNvPr id="301" name="文本框 300">
            <a:extLst>
              <a:ext uri="{FF2B5EF4-FFF2-40B4-BE49-F238E27FC236}">
                <a16:creationId xmlns:a16="http://schemas.microsoft.com/office/drawing/2014/main" id="{A16CC8C2-0069-061A-FA9E-68176F85033E}"/>
              </a:ext>
            </a:extLst>
          </p:cNvPr>
          <p:cNvSpPr txBox="1"/>
          <p:nvPr/>
        </p:nvSpPr>
        <p:spPr>
          <a:xfrm>
            <a:off x="7793136" y="4604582"/>
            <a:ext cx="697627" cy="246221"/>
          </a:xfrm>
          <a:prstGeom prst="rect">
            <a:avLst/>
          </a:prstGeom>
          <a:noFill/>
          <a:scene3d>
            <a:camera prst="isometricRightUp"/>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品牌营销</a:t>
            </a:r>
          </a:p>
        </p:txBody>
      </p:sp>
      <p:sp>
        <p:nvSpPr>
          <p:cNvPr id="302" name="文本框 301">
            <a:extLst>
              <a:ext uri="{FF2B5EF4-FFF2-40B4-BE49-F238E27FC236}">
                <a16:creationId xmlns:a16="http://schemas.microsoft.com/office/drawing/2014/main" id="{689DDEA3-108B-E082-542C-A01ECE3D80E0}"/>
              </a:ext>
            </a:extLst>
          </p:cNvPr>
          <p:cNvSpPr txBox="1"/>
          <p:nvPr/>
        </p:nvSpPr>
        <p:spPr>
          <a:xfrm>
            <a:off x="5030826" y="3133126"/>
            <a:ext cx="1314784" cy="461665"/>
          </a:xfrm>
          <a:prstGeom prst="rect">
            <a:avLst/>
          </a:prstGeom>
          <a:noFill/>
          <a:scene3d>
            <a:camera prst="isometricBottomDown"/>
            <a:lightRig rig="threePt" dir="t"/>
          </a:scene3d>
        </p:spPr>
        <p:txBody>
          <a:bodyPr wrap="none" rtlCol="0">
            <a:spAutoFit/>
          </a:bodyPr>
          <a:lstStyle/>
          <a:p>
            <a:r>
              <a:rPr lang="en-US" altLang="zh-CN" sz="2400" dirty="0">
                <a:solidFill>
                  <a:srgbClr val="CDD2F8"/>
                </a:solidFill>
                <a:latin typeface="HarmonyOS Sans SC Black" panose="00000A00000000000000" pitchFamily="2" charset="-122"/>
                <a:ea typeface="HarmonyOS Sans SC Black" panose="00000A00000000000000" pitchFamily="2" charset="-122"/>
              </a:rPr>
              <a:t>BRAND</a:t>
            </a:r>
            <a:endParaRPr lang="zh-CN" altLang="en-US" sz="2400" dirty="0">
              <a:solidFill>
                <a:srgbClr val="CDD2F8"/>
              </a:solidFill>
              <a:latin typeface="HarmonyOS Sans SC Black" panose="00000A00000000000000" pitchFamily="2" charset="-122"/>
              <a:ea typeface="HarmonyOS Sans SC Black" panose="00000A00000000000000" pitchFamily="2" charset="-122"/>
            </a:endParaRPr>
          </a:p>
        </p:txBody>
      </p:sp>
      <p:sp>
        <p:nvSpPr>
          <p:cNvPr id="303" name="文本框 302">
            <a:extLst>
              <a:ext uri="{FF2B5EF4-FFF2-40B4-BE49-F238E27FC236}">
                <a16:creationId xmlns:a16="http://schemas.microsoft.com/office/drawing/2014/main" id="{EF8D3B08-30B7-2D85-347A-F3ACE947EAB2}"/>
              </a:ext>
            </a:extLst>
          </p:cNvPr>
          <p:cNvSpPr txBox="1"/>
          <p:nvPr/>
        </p:nvSpPr>
        <p:spPr>
          <a:xfrm>
            <a:off x="3047931" y="1672968"/>
            <a:ext cx="1454244" cy="261610"/>
          </a:xfrm>
          <a:prstGeom prst="rect">
            <a:avLst/>
          </a:prstGeom>
          <a:noFill/>
          <a:scene3d>
            <a:camera prst="isometricLeftDown"/>
            <a:lightRig rig="threePt" dir="t"/>
          </a:scene3d>
        </p:spPr>
        <p:txBody>
          <a:bodyPr wrap="none" rtlCol="0">
            <a:spAutoFit/>
          </a:bodyPr>
          <a:lstStyle/>
          <a:p>
            <a:r>
              <a:rPr lang="zh-CN" altLang="en-US" sz="1100" dirty="0">
                <a:solidFill>
                  <a:srgbClr val="3749CC"/>
                </a:solidFill>
                <a:latin typeface="HarmonyOS Sans SC Medium" panose="00000600000000000000" pitchFamily="2" charset="-122"/>
                <a:ea typeface="HarmonyOS Sans SC Medium" panose="00000600000000000000" pitchFamily="2" charset="-122"/>
              </a:rPr>
              <a:t>品牌本身是一种价值</a:t>
            </a:r>
          </a:p>
        </p:txBody>
      </p:sp>
      <p:sp>
        <p:nvSpPr>
          <p:cNvPr id="304" name="文本框 303">
            <a:extLst>
              <a:ext uri="{FF2B5EF4-FFF2-40B4-BE49-F238E27FC236}">
                <a16:creationId xmlns:a16="http://schemas.microsoft.com/office/drawing/2014/main" id="{5BDE9304-3FF7-E198-4D94-8DA5C95C5677}"/>
              </a:ext>
            </a:extLst>
          </p:cNvPr>
          <p:cNvSpPr txBox="1"/>
          <p:nvPr/>
        </p:nvSpPr>
        <p:spPr>
          <a:xfrm>
            <a:off x="6951331" y="4876190"/>
            <a:ext cx="607859" cy="261610"/>
          </a:xfrm>
          <a:prstGeom prst="rect">
            <a:avLst/>
          </a:prstGeom>
          <a:noFill/>
          <a:scene3d>
            <a:camera prst="isometricLeftDown"/>
            <a:lightRig rig="threePt" dir="t"/>
          </a:scene3d>
        </p:spPr>
        <p:txBody>
          <a:bodyPr wrap="none" rtlCol="0">
            <a:spAutoFit/>
          </a:bodyPr>
          <a:lstStyle/>
          <a:p>
            <a:r>
              <a:rPr lang="zh-CN" altLang="en-US" sz="1100" dirty="0">
                <a:solidFill>
                  <a:srgbClr val="3749CC"/>
                </a:solidFill>
                <a:latin typeface="HarmonyOS Sans SC Medium" panose="00000600000000000000" pitchFamily="2" charset="-122"/>
                <a:ea typeface="HarmonyOS Sans SC Medium" panose="00000600000000000000" pitchFamily="2" charset="-122"/>
              </a:rPr>
              <a:t>规模化</a:t>
            </a:r>
          </a:p>
        </p:txBody>
      </p:sp>
      <p:sp>
        <p:nvSpPr>
          <p:cNvPr id="305" name="文本框 304">
            <a:extLst>
              <a:ext uri="{FF2B5EF4-FFF2-40B4-BE49-F238E27FC236}">
                <a16:creationId xmlns:a16="http://schemas.microsoft.com/office/drawing/2014/main" id="{DA59D30B-79C1-D581-754A-FC040B2A4E12}"/>
              </a:ext>
            </a:extLst>
          </p:cNvPr>
          <p:cNvSpPr txBox="1"/>
          <p:nvPr/>
        </p:nvSpPr>
        <p:spPr>
          <a:xfrm>
            <a:off x="8054389" y="5493684"/>
            <a:ext cx="607859" cy="261610"/>
          </a:xfrm>
          <a:prstGeom prst="rect">
            <a:avLst/>
          </a:prstGeom>
          <a:noFill/>
          <a:scene3d>
            <a:camera prst="isometricLeftDown"/>
            <a:lightRig rig="threePt" dir="t"/>
          </a:scene3d>
        </p:spPr>
        <p:txBody>
          <a:bodyPr wrap="none" rtlCol="0">
            <a:spAutoFit/>
          </a:bodyPr>
          <a:lstStyle/>
          <a:p>
            <a:r>
              <a:rPr lang="zh-CN" altLang="en-US" sz="1100" dirty="0">
                <a:solidFill>
                  <a:srgbClr val="3749CC"/>
                </a:solidFill>
                <a:latin typeface="HarmonyOS Sans SC Medium" panose="00000600000000000000" pitchFamily="2" charset="-122"/>
                <a:ea typeface="HarmonyOS Sans SC Medium" panose="00000600000000000000" pitchFamily="2" charset="-122"/>
              </a:rPr>
              <a:t>规模化</a:t>
            </a:r>
          </a:p>
        </p:txBody>
      </p:sp>
      <p:grpSp>
        <p:nvGrpSpPr>
          <p:cNvPr id="306" name="组合 305">
            <a:extLst>
              <a:ext uri="{FF2B5EF4-FFF2-40B4-BE49-F238E27FC236}">
                <a16:creationId xmlns:a16="http://schemas.microsoft.com/office/drawing/2014/main" id="{1A6A7ECD-5FCC-8D3E-0C25-8CF048D621FD}"/>
              </a:ext>
            </a:extLst>
          </p:cNvPr>
          <p:cNvGrpSpPr/>
          <p:nvPr/>
        </p:nvGrpSpPr>
        <p:grpSpPr>
          <a:xfrm>
            <a:off x="1008848" y="3819263"/>
            <a:ext cx="3489741" cy="1174065"/>
            <a:chOff x="474580" y="1511573"/>
            <a:chExt cx="3489741" cy="1174065"/>
          </a:xfrm>
        </p:grpSpPr>
        <p:sp>
          <p:nvSpPr>
            <p:cNvPr id="307" name="文本框 306">
              <a:extLst>
                <a:ext uri="{FF2B5EF4-FFF2-40B4-BE49-F238E27FC236}">
                  <a16:creationId xmlns:a16="http://schemas.microsoft.com/office/drawing/2014/main" id="{E678C2DD-D2AF-AD52-5751-E49C23F1CDBD}"/>
                </a:ext>
              </a:extLst>
            </p:cNvPr>
            <p:cNvSpPr txBox="1"/>
            <p:nvPr/>
          </p:nvSpPr>
          <p:spPr>
            <a:xfrm>
              <a:off x="474580" y="1696972"/>
              <a:ext cx="3023585" cy="584775"/>
            </a:xfrm>
            <a:prstGeom prst="rect">
              <a:avLst/>
            </a:prstGeom>
            <a:noFill/>
          </p:spPr>
          <p:txBody>
            <a:bodyPr wrap="none" rtlCol="0">
              <a:spAutoFit/>
            </a:bodyPr>
            <a:lstStyle/>
            <a:p>
              <a:r>
                <a:rPr lang="en-US" altLang="zh-CN"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rPr>
                <a:t>YOUR BRAND</a:t>
              </a:r>
              <a:endParaRPr lang="zh-CN" altLang="en-US"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endParaRPr>
            </a:p>
          </p:txBody>
        </p:sp>
        <p:sp>
          <p:nvSpPr>
            <p:cNvPr id="308" name="文本框 307">
              <a:extLst>
                <a:ext uri="{FF2B5EF4-FFF2-40B4-BE49-F238E27FC236}">
                  <a16:creationId xmlns:a16="http://schemas.microsoft.com/office/drawing/2014/main" id="{32B1E054-895A-E1CE-9F4A-D16F98DBEB9E}"/>
                </a:ext>
              </a:extLst>
            </p:cNvPr>
            <p:cNvSpPr txBox="1"/>
            <p:nvPr/>
          </p:nvSpPr>
          <p:spPr>
            <a:xfrm>
              <a:off x="474580" y="1511573"/>
              <a:ext cx="1197764" cy="307777"/>
            </a:xfrm>
            <a:prstGeom prst="rect">
              <a:avLst/>
            </a:prstGeom>
            <a:noFill/>
          </p:spPr>
          <p:txBody>
            <a:bodyPr wrap="none" rtlCol="0">
              <a:spAutoFit/>
            </a:bodyPr>
            <a:lstStyle/>
            <a:p>
              <a:r>
                <a:rPr lang="en-US" altLang="zh-CN" sz="1400" dirty="0">
                  <a:solidFill>
                    <a:srgbClr val="02F276"/>
                  </a:solidFill>
                  <a:latin typeface="HarmonyOS Sans SC Black" panose="00000A00000000000000" pitchFamily="2" charset="-122"/>
                  <a:ea typeface="HarmonyOS Sans SC Black" panose="00000A00000000000000" pitchFamily="2" charset="-122"/>
                </a:rPr>
                <a:t>TEXT TITLE</a:t>
              </a:r>
              <a:endParaRPr lang="zh-CN" altLang="en-US" sz="1400" dirty="0">
                <a:solidFill>
                  <a:srgbClr val="02F276"/>
                </a:solidFill>
                <a:latin typeface="HarmonyOS Sans SC Black" panose="00000A00000000000000" pitchFamily="2" charset="-122"/>
                <a:ea typeface="HarmonyOS Sans SC Black" panose="00000A00000000000000" pitchFamily="2" charset="-122"/>
              </a:endParaRPr>
            </a:p>
          </p:txBody>
        </p:sp>
        <p:sp>
          <p:nvSpPr>
            <p:cNvPr id="309" name="文本框 308">
              <a:extLst>
                <a:ext uri="{FF2B5EF4-FFF2-40B4-BE49-F238E27FC236}">
                  <a16:creationId xmlns:a16="http://schemas.microsoft.com/office/drawing/2014/main" id="{2C87BA40-AC02-3CC0-F40A-DCBF3FE816CA}"/>
                </a:ext>
              </a:extLst>
            </p:cNvPr>
            <p:cNvSpPr txBox="1"/>
            <p:nvPr/>
          </p:nvSpPr>
          <p:spPr>
            <a:xfrm>
              <a:off x="474580" y="2223973"/>
              <a:ext cx="3489741" cy="461665"/>
            </a:xfrm>
            <a:prstGeom prst="rect">
              <a:avLst/>
            </a:prstGeom>
            <a:noFill/>
          </p:spPr>
          <p:txBody>
            <a:bodyPr wrap="square" rtlCol="0">
              <a:spAutoFit/>
            </a:bodyPr>
            <a:lstStyle/>
            <a:p>
              <a:r>
                <a:rPr lang="zh-CN" altLang="en-US" sz="24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rPr>
                <a:t>图标文字均可</a:t>
              </a:r>
              <a:r>
                <a:rPr lang="zh-CN" altLang="en-US" sz="2400" dirty="0">
                  <a:solidFill>
                    <a:srgbClr val="02F276"/>
                  </a:solidFill>
                  <a:latin typeface="HarmonyOS Sans SC Black" panose="00000A00000000000000" pitchFamily="2" charset="-122"/>
                  <a:ea typeface="HarmonyOS Sans SC Black" panose="00000A00000000000000" pitchFamily="2" charset="-122"/>
                </a:rPr>
                <a:t>替换修改</a:t>
              </a:r>
            </a:p>
          </p:txBody>
        </p:sp>
      </p:grpSp>
      <p:sp>
        <p:nvSpPr>
          <p:cNvPr id="311" name="文本框 310">
            <a:extLst>
              <a:ext uri="{FF2B5EF4-FFF2-40B4-BE49-F238E27FC236}">
                <a16:creationId xmlns:a16="http://schemas.microsoft.com/office/drawing/2014/main" id="{B266354D-1D9A-0E1E-B654-94A982446A65}"/>
              </a:ext>
            </a:extLst>
          </p:cNvPr>
          <p:cNvSpPr txBox="1"/>
          <p:nvPr/>
        </p:nvSpPr>
        <p:spPr>
          <a:xfrm>
            <a:off x="1037906" y="5192133"/>
            <a:ext cx="3258704" cy="550087"/>
          </a:xfrm>
          <a:prstGeom prst="rect">
            <a:avLst/>
          </a:prstGeom>
          <a:noFill/>
        </p:spPr>
        <p:txBody>
          <a:bodyPr wrap="square" rtlCol="0">
            <a:spAutoFit/>
          </a:bodyPr>
          <a:lstStyle/>
          <a:p>
            <a:pPr>
              <a:lnSpc>
                <a:spcPct val="150000"/>
              </a:lnSpc>
            </a:pPr>
            <a:r>
              <a:rPr lang="zh-CN" altLang="en-US" sz="1050" dirty="0">
                <a:solidFill>
                  <a:schemeClr val="bg1">
                    <a:lumMod val="50000"/>
                  </a:schemeClr>
                </a:solidFill>
                <a:latin typeface="HarmonyOS Sans SC Light" panose="00000400000000000000" pitchFamily="2" charset="-122"/>
                <a:ea typeface="HarmonyOS Sans SC Light" panose="00000400000000000000" pitchFamily="2" charset="-122"/>
              </a:rPr>
              <a:t>企业形象是企业自身在消费者心日中的地位和价值的体现，也是企业在市场竞争中取胜的有力武器。</a:t>
            </a:r>
          </a:p>
        </p:txBody>
      </p:sp>
    </p:spTree>
    <p:extLst>
      <p:ext uri="{BB962C8B-B14F-4D97-AF65-F5344CB8AC3E}">
        <p14:creationId xmlns:p14="http://schemas.microsoft.com/office/powerpoint/2010/main" val="650947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03CFD995-87EA-C57C-2C78-BE551A1831FD}"/>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DC14169A-6F3B-54CB-B6BE-82F12A6B9C34}"/>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F79E9074-73FD-B737-AAF1-A83A921A3CB2}"/>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0A97AEEA-13B8-5B5F-A3A9-BCB3B90784A9}"/>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B6744894-C748-338F-AD5A-F3051EA3EE5F}"/>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57621A60-6519-72F6-FF24-374A0699AA29}"/>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8" name="文本框 7">
              <a:extLst>
                <a:ext uri="{FF2B5EF4-FFF2-40B4-BE49-F238E27FC236}">
                  <a16:creationId xmlns:a16="http://schemas.microsoft.com/office/drawing/2014/main" id="{67D904D8-6856-6ABB-5C5D-317CB09DA61B}"/>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9" name="文本框 8">
              <a:extLst>
                <a:ext uri="{FF2B5EF4-FFF2-40B4-BE49-F238E27FC236}">
                  <a16:creationId xmlns:a16="http://schemas.microsoft.com/office/drawing/2014/main" id="{EEF72640-5C1A-89E6-32BC-E64EC1983F57}"/>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10"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80F9F118-ADBA-4913-AD98-1F256F2B2D40}"/>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14" name="文本框 13">
              <a:extLst>
                <a:ext uri="{FF2B5EF4-FFF2-40B4-BE49-F238E27FC236}">
                  <a16:creationId xmlns:a16="http://schemas.microsoft.com/office/drawing/2014/main" id="{4A29FBF5-C64A-F96E-744B-DD8BEAC91AB2}"/>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15" name="文本框 14">
              <a:extLst>
                <a:ext uri="{FF2B5EF4-FFF2-40B4-BE49-F238E27FC236}">
                  <a16:creationId xmlns:a16="http://schemas.microsoft.com/office/drawing/2014/main" id="{7A749D8A-7208-7F0C-68AA-9B4D2E687A2B}"/>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sp>
        <p:nvSpPr>
          <p:cNvPr id="50" name="Freeform 6">
            <a:extLst>
              <a:ext uri="{FF2B5EF4-FFF2-40B4-BE49-F238E27FC236}">
                <a16:creationId xmlns:a16="http://schemas.microsoft.com/office/drawing/2014/main" id="{B0AF2AF4-9716-6701-51B3-FDBDA6A9584F}"/>
              </a:ext>
            </a:extLst>
          </p:cNvPr>
          <p:cNvSpPr>
            <a:spLocks/>
          </p:cNvSpPr>
          <p:nvPr/>
        </p:nvSpPr>
        <p:spPr bwMode="auto">
          <a:xfrm>
            <a:off x="938151" y="1986675"/>
            <a:ext cx="10428030" cy="4373187"/>
          </a:xfrm>
          <a:custGeom>
            <a:avLst/>
            <a:gdLst>
              <a:gd name="T0" fmla="*/ 7602 w 9263"/>
              <a:gd name="T1" fmla="*/ 953 h 5360"/>
              <a:gd name="T2" fmla="*/ 7622 w 9263"/>
              <a:gd name="T3" fmla="*/ 4407 h 5360"/>
              <a:gd name="T4" fmla="*/ 1660 w 9263"/>
              <a:gd name="T5" fmla="*/ 4407 h 5360"/>
              <a:gd name="T6" fmla="*/ 1641 w 9263"/>
              <a:gd name="T7" fmla="*/ 953 h 5360"/>
              <a:gd name="T8" fmla="*/ 7602 w 9263"/>
              <a:gd name="T9" fmla="*/ 953 h 5360"/>
            </a:gdLst>
            <a:ahLst/>
            <a:cxnLst>
              <a:cxn ang="0">
                <a:pos x="T0" y="T1"/>
              </a:cxn>
              <a:cxn ang="0">
                <a:pos x="T2" y="T3"/>
              </a:cxn>
              <a:cxn ang="0">
                <a:pos x="T4" y="T5"/>
              </a:cxn>
              <a:cxn ang="0">
                <a:pos x="T6" y="T7"/>
              </a:cxn>
              <a:cxn ang="0">
                <a:pos x="T8" y="T9"/>
              </a:cxn>
            </a:cxnLst>
            <a:rect l="0" t="0" r="r" b="b"/>
            <a:pathLst>
              <a:path w="9263" h="5360">
                <a:moveTo>
                  <a:pt x="7602" y="953"/>
                </a:moveTo>
                <a:cubicBezTo>
                  <a:pt x="9254" y="1907"/>
                  <a:pt x="9263" y="3453"/>
                  <a:pt x="7622" y="4407"/>
                </a:cubicBezTo>
                <a:cubicBezTo>
                  <a:pt x="5981" y="5360"/>
                  <a:pt x="3312" y="5360"/>
                  <a:pt x="1660" y="4407"/>
                </a:cubicBezTo>
                <a:cubicBezTo>
                  <a:pt x="8" y="3453"/>
                  <a:pt x="0" y="1907"/>
                  <a:pt x="1641" y="953"/>
                </a:cubicBezTo>
                <a:cubicBezTo>
                  <a:pt x="3281" y="0"/>
                  <a:pt x="5951" y="0"/>
                  <a:pt x="7602" y="953"/>
                </a:cubicBezTo>
                <a:close/>
              </a:path>
            </a:pathLst>
          </a:custGeom>
          <a:noFill/>
          <a:ln>
            <a:gradFill>
              <a:gsLst>
                <a:gs pos="0">
                  <a:schemeClr val="accent1">
                    <a:lumMod val="5000"/>
                    <a:lumOff val="95000"/>
                  </a:schemeClr>
                </a:gs>
                <a:gs pos="100000">
                  <a:srgbClr val="7584E5"/>
                </a:gs>
              </a:gsLst>
              <a:lin ang="5400000" scaled="1"/>
            </a:gradFill>
          </a:ln>
        </p:spPr>
        <p:txBody>
          <a:bodyPr vert="horz" wrap="square" lIns="91440" tIns="45720" rIns="91440" bIns="45720" numCol="1" anchor="t" anchorCtr="0" compatLnSpc="1">
            <a:prstTxWarp prst="textNoShape">
              <a:avLst/>
            </a:prstTxWarp>
          </a:bodyPr>
          <a:lstStyle/>
          <a:p>
            <a:endParaRPr lang="zh-CN" altLang="en-US" dirty="0"/>
          </a:p>
        </p:txBody>
      </p:sp>
      <p:sp>
        <p:nvSpPr>
          <p:cNvPr id="49" name="Freeform 6">
            <a:extLst>
              <a:ext uri="{FF2B5EF4-FFF2-40B4-BE49-F238E27FC236}">
                <a16:creationId xmlns:a16="http://schemas.microsoft.com/office/drawing/2014/main" id="{97BBE399-F468-4260-72D7-D83C003FB25A}"/>
              </a:ext>
            </a:extLst>
          </p:cNvPr>
          <p:cNvSpPr>
            <a:spLocks/>
          </p:cNvSpPr>
          <p:nvPr/>
        </p:nvSpPr>
        <p:spPr bwMode="auto">
          <a:xfrm>
            <a:off x="1673681" y="1939936"/>
            <a:ext cx="8956970" cy="3852050"/>
          </a:xfrm>
          <a:custGeom>
            <a:avLst/>
            <a:gdLst>
              <a:gd name="T0" fmla="*/ 7602 w 9263"/>
              <a:gd name="T1" fmla="*/ 953 h 5360"/>
              <a:gd name="T2" fmla="*/ 7622 w 9263"/>
              <a:gd name="T3" fmla="*/ 4407 h 5360"/>
              <a:gd name="T4" fmla="*/ 1660 w 9263"/>
              <a:gd name="T5" fmla="*/ 4407 h 5360"/>
              <a:gd name="T6" fmla="*/ 1641 w 9263"/>
              <a:gd name="T7" fmla="*/ 953 h 5360"/>
              <a:gd name="T8" fmla="*/ 7602 w 9263"/>
              <a:gd name="T9" fmla="*/ 953 h 5360"/>
            </a:gdLst>
            <a:ahLst/>
            <a:cxnLst>
              <a:cxn ang="0">
                <a:pos x="T0" y="T1"/>
              </a:cxn>
              <a:cxn ang="0">
                <a:pos x="T2" y="T3"/>
              </a:cxn>
              <a:cxn ang="0">
                <a:pos x="T4" y="T5"/>
              </a:cxn>
              <a:cxn ang="0">
                <a:pos x="T6" y="T7"/>
              </a:cxn>
              <a:cxn ang="0">
                <a:pos x="T8" y="T9"/>
              </a:cxn>
            </a:cxnLst>
            <a:rect l="0" t="0" r="r" b="b"/>
            <a:pathLst>
              <a:path w="9263" h="5360">
                <a:moveTo>
                  <a:pt x="7602" y="953"/>
                </a:moveTo>
                <a:cubicBezTo>
                  <a:pt x="9254" y="1907"/>
                  <a:pt x="9263" y="3453"/>
                  <a:pt x="7622" y="4407"/>
                </a:cubicBezTo>
                <a:cubicBezTo>
                  <a:pt x="5981" y="5360"/>
                  <a:pt x="3312" y="5360"/>
                  <a:pt x="1660" y="4407"/>
                </a:cubicBezTo>
                <a:cubicBezTo>
                  <a:pt x="8" y="3453"/>
                  <a:pt x="0" y="1907"/>
                  <a:pt x="1641" y="953"/>
                </a:cubicBezTo>
                <a:cubicBezTo>
                  <a:pt x="3281" y="0"/>
                  <a:pt x="5951" y="0"/>
                  <a:pt x="7602" y="953"/>
                </a:cubicBezTo>
                <a:close/>
              </a:path>
            </a:pathLst>
          </a:custGeom>
          <a:noFill/>
          <a:ln>
            <a:gradFill>
              <a:gsLst>
                <a:gs pos="0">
                  <a:schemeClr val="accent1">
                    <a:lumMod val="5000"/>
                    <a:lumOff val="95000"/>
                  </a:schemeClr>
                </a:gs>
                <a:gs pos="100000">
                  <a:srgbClr val="7584E5"/>
                </a:gs>
              </a:gsLst>
              <a:lin ang="5400000" scaled="1"/>
            </a:gradFill>
          </a:ln>
        </p:spPr>
        <p:txBody>
          <a:bodyPr vert="horz" wrap="square" lIns="91440" tIns="45720" rIns="91440" bIns="45720" numCol="1" anchor="t" anchorCtr="0" compatLnSpc="1">
            <a:prstTxWarp prst="textNoShape">
              <a:avLst/>
            </a:prstTxWarp>
          </a:bodyPr>
          <a:lstStyle/>
          <a:p>
            <a:endParaRPr lang="zh-CN" altLang="en-US" dirty="0"/>
          </a:p>
        </p:txBody>
      </p:sp>
      <p:grpSp>
        <p:nvGrpSpPr>
          <p:cNvPr id="13" name="组合 12">
            <a:extLst>
              <a:ext uri="{FF2B5EF4-FFF2-40B4-BE49-F238E27FC236}">
                <a16:creationId xmlns:a16="http://schemas.microsoft.com/office/drawing/2014/main" id="{34BA42A7-F869-1B94-5DA0-9395F256F973}"/>
              </a:ext>
            </a:extLst>
          </p:cNvPr>
          <p:cNvGrpSpPr/>
          <p:nvPr/>
        </p:nvGrpSpPr>
        <p:grpSpPr>
          <a:xfrm>
            <a:off x="2466096" y="2112891"/>
            <a:ext cx="7426324" cy="3051493"/>
            <a:chOff x="2106613" y="1500187"/>
            <a:chExt cx="7426324" cy="4559300"/>
          </a:xfrm>
        </p:grpSpPr>
        <p:sp>
          <p:nvSpPr>
            <p:cNvPr id="11" name="Freeform 5">
              <a:extLst>
                <a:ext uri="{FF2B5EF4-FFF2-40B4-BE49-F238E27FC236}">
                  <a16:creationId xmlns:a16="http://schemas.microsoft.com/office/drawing/2014/main" id="{E8D9C401-6BCE-E809-1275-0E292ED9E732}"/>
                </a:ext>
              </a:extLst>
            </p:cNvPr>
            <p:cNvSpPr>
              <a:spLocks/>
            </p:cNvSpPr>
            <p:nvPr/>
          </p:nvSpPr>
          <p:spPr bwMode="auto">
            <a:xfrm>
              <a:off x="2436813" y="3640137"/>
              <a:ext cx="6761162" cy="2419350"/>
            </a:xfrm>
            <a:custGeom>
              <a:avLst/>
              <a:gdLst>
                <a:gd name="T0" fmla="*/ 8434 w 8434"/>
                <a:gd name="T1" fmla="*/ 24 h 3018"/>
                <a:gd name="T2" fmla="*/ 8433 w 8434"/>
                <a:gd name="T3" fmla="*/ 350 h 3018"/>
                <a:gd name="T4" fmla="*/ 7208 w 8434"/>
                <a:gd name="T5" fmla="*/ 2065 h 3018"/>
                <a:gd name="T6" fmla="*/ 1246 w 8434"/>
                <a:gd name="T7" fmla="*/ 2065 h 3018"/>
                <a:gd name="T8" fmla="*/ 2 w 8434"/>
                <a:gd name="T9" fmla="*/ 326 h 3018"/>
                <a:gd name="T10" fmla="*/ 3 w 8434"/>
                <a:gd name="T11" fmla="*/ 0 h 3018"/>
                <a:gd name="T12" fmla="*/ 1247 w 8434"/>
                <a:gd name="T13" fmla="*/ 1739 h 3018"/>
                <a:gd name="T14" fmla="*/ 7209 w 8434"/>
                <a:gd name="T15" fmla="*/ 1739 h 3018"/>
                <a:gd name="T16" fmla="*/ 8434 w 8434"/>
                <a:gd name="T17" fmla="*/ 24 h 3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434" h="3018">
                  <a:moveTo>
                    <a:pt x="8434" y="24"/>
                  </a:moveTo>
                  <a:cubicBezTo>
                    <a:pt x="8433" y="350"/>
                    <a:pt x="8433" y="350"/>
                    <a:pt x="8433" y="350"/>
                  </a:cubicBezTo>
                  <a:cubicBezTo>
                    <a:pt x="8431" y="971"/>
                    <a:pt x="8023" y="1591"/>
                    <a:pt x="7208" y="2065"/>
                  </a:cubicBezTo>
                  <a:cubicBezTo>
                    <a:pt x="5567" y="3018"/>
                    <a:pt x="2898" y="3018"/>
                    <a:pt x="1246" y="2065"/>
                  </a:cubicBezTo>
                  <a:cubicBezTo>
                    <a:pt x="415" y="1585"/>
                    <a:pt x="0" y="955"/>
                    <a:pt x="2" y="326"/>
                  </a:cubicBezTo>
                  <a:cubicBezTo>
                    <a:pt x="3" y="0"/>
                    <a:pt x="3" y="0"/>
                    <a:pt x="3" y="0"/>
                  </a:cubicBezTo>
                  <a:cubicBezTo>
                    <a:pt x="1" y="629"/>
                    <a:pt x="416" y="1259"/>
                    <a:pt x="1247" y="1739"/>
                  </a:cubicBezTo>
                  <a:cubicBezTo>
                    <a:pt x="2899" y="2692"/>
                    <a:pt x="5568" y="2692"/>
                    <a:pt x="7209" y="1739"/>
                  </a:cubicBezTo>
                  <a:cubicBezTo>
                    <a:pt x="8024" y="1265"/>
                    <a:pt x="8432" y="645"/>
                    <a:pt x="8434" y="24"/>
                  </a:cubicBezTo>
                  <a:close/>
                </a:path>
              </a:pathLst>
            </a:custGeom>
            <a:gradFill flip="none" rotWithShape="1">
              <a:gsLst>
                <a:gs pos="0">
                  <a:srgbClr val="3749CC"/>
                </a:gs>
                <a:gs pos="85000">
                  <a:srgbClr val="7584E5"/>
                </a:gs>
              </a:gsLst>
              <a:lin ang="108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 name="Freeform 6">
              <a:extLst>
                <a:ext uri="{FF2B5EF4-FFF2-40B4-BE49-F238E27FC236}">
                  <a16:creationId xmlns:a16="http://schemas.microsoft.com/office/drawing/2014/main" id="{D9E200E2-65DF-3122-1F0F-4AE1675CBEE1}"/>
                </a:ext>
              </a:extLst>
            </p:cNvPr>
            <p:cNvSpPr>
              <a:spLocks/>
            </p:cNvSpPr>
            <p:nvPr/>
          </p:nvSpPr>
          <p:spPr bwMode="auto">
            <a:xfrm>
              <a:off x="2106613" y="1500187"/>
              <a:ext cx="7426324" cy="4298950"/>
            </a:xfrm>
            <a:custGeom>
              <a:avLst/>
              <a:gdLst>
                <a:gd name="T0" fmla="*/ 7602 w 9263"/>
                <a:gd name="T1" fmla="*/ 953 h 5360"/>
                <a:gd name="T2" fmla="*/ 7622 w 9263"/>
                <a:gd name="T3" fmla="*/ 4407 h 5360"/>
                <a:gd name="T4" fmla="*/ 1660 w 9263"/>
                <a:gd name="T5" fmla="*/ 4407 h 5360"/>
                <a:gd name="T6" fmla="*/ 1641 w 9263"/>
                <a:gd name="T7" fmla="*/ 953 h 5360"/>
                <a:gd name="T8" fmla="*/ 7602 w 9263"/>
                <a:gd name="T9" fmla="*/ 953 h 5360"/>
              </a:gdLst>
              <a:ahLst/>
              <a:cxnLst>
                <a:cxn ang="0">
                  <a:pos x="T0" y="T1"/>
                </a:cxn>
                <a:cxn ang="0">
                  <a:pos x="T2" y="T3"/>
                </a:cxn>
                <a:cxn ang="0">
                  <a:pos x="T4" y="T5"/>
                </a:cxn>
                <a:cxn ang="0">
                  <a:pos x="T6" y="T7"/>
                </a:cxn>
                <a:cxn ang="0">
                  <a:pos x="T8" y="T9"/>
                </a:cxn>
              </a:cxnLst>
              <a:rect l="0" t="0" r="r" b="b"/>
              <a:pathLst>
                <a:path w="9263" h="5360">
                  <a:moveTo>
                    <a:pt x="7602" y="953"/>
                  </a:moveTo>
                  <a:cubicBezTo>
                    <a:pt x="9254" y="1907"/>
                    <a:pt x="9263" y="3453"/>
                    <a:pt x="7622" y="4407"/>
                  </a:cubicBezTo>
                  <a:cubicBezTo>
                    <a:pt x="5981" y="5360"/>
                    <a:pt x="3312" y="5360"/>
                    <a:pt x="1660" y="4407"/>
                  </a:cubicBezTo>
                  <a:cubicBezTo>
                    <a:pt x="8" y="3453"/>
                    <a:pt x="0" y="1907"/>
                    <a:pt x="1641" y="953"/>
                  </a:cubicBezTo>
                  <a:cubicBezTo>
                    <a:pt x="3281" y="0"/>
                    <a:pt x="5951" y="0"/>
                    <a:pt x="7602" y="953"/>
                  </a:cubicBezTo>
                  <a:close/>
                </a:path>
              </a:pathLst>
            </a:custGeom>
            <a:gradFill flip="none" rotWithShape="1">
              <a:gsLst>
                <a:gs pos="0">
                  <a:srgbClr val="D4D9F7"/>
                </a:gs>
                <a:gs pos="100000">
                  <a:srgbClr val="FAFBFF"/>
                </a:gs>
              </a:gsLst>
              <a:lin ang="13500000" scaled="1"/>
              <a:tileRect/>
            </a:gradFill>
            <a:ln>
              <a:noFill/>
            </a:ln>
          </p:spPr>
          <p:txBody>
            <a:bodyPr vert="horz" wrap="square" lIns="91440" tIns="45720" rIns="91440" bIns="45720" numCol="1" anchor="t" anchorCtr="0" compatLnSpc="1">
              <a:prstTxWarp prst="textNoShape">
                <a:avLst/>
              </a:prstTxWarp>
            </a:bodyPr>
            <a:lstStyle/>
            <a:p>
              <a:endParaRPr lang="zh-CN" altLang="en-US" dirty="0"/>
            </a:p>
          </p:txBody>
        </p:sp>
      </p:grpSp>
      <p:grpSp>
        <p:nvGrpSpPr>
          <p:cNvPr id="91" name="组合 90">
            <a:extLst>
              <a:ext uri="{FF2B5EF4-FFF2-40B4-BE49-F238E27FC236}">
                <a16:creationId xmlns:a16="http://schemas.microsoft.com/office/drawing/2014/main" id="{BFDD807A-8CE1-47F4-DB7F-DB978D6F1AB8}"/>
              </a:ext>
            </a:extLst>
          </p:cNvPr>
          <p:cNvGrpSpPr/>
          <p:nvPr/>
        </p:nvGrpSpPr>
        <p:grpSpPr>
          <a:xfrm>
            <a:off x="3737779" y="2344479"/>
            <a:ext cx="4869413" cy="1817434"/>
            <a:chOff x="3881251" y="2510496"/>
            <a:chExt cx="4869413" cy="1817434"/>
          </a:xfrm>
        </p:grpSpPr>
        <p:cxnSp>
          <p:nvCxnSpPr>
            <p:cNvPr id="52" name="直接连接符 51">
              <a:extLst>
                <a:ext uri="{FF2B5EF4-FFF2-40B4-BE49-F238E27FC236}">
                  <a16:creationId xmlns:a16="http://schemas.microsoft.com/office/drawing/2014/main" id="{E6615759-6120-5EF2-9D0C-27A44ED7110C}"/>
                </a:ext>
              </a:extLst>
            </p:cNvPr>
            <p:cNvCxnSpPr>
              <a:cxnSpLocks/>
              <a:stCxn id="20" idx="2"/>
              <a:endCxn id="37" idx="0"/>
            </p:cNvCxnSpPr>
            <p:nvPr/>
          </p:nvCxnSpPr>
          <p:spPr>
            <a:xfrm>
              <a:off x="5458060" y="2738966"/>
              <a:ext cx="2351278" cy="1007087"/>
            </a:xfrm>
            <a:prstGeom prst="line">
              <a:avLst/>
            </a:prstGeom>
            <a:ln>
              <a:solidFill>
                <a:srgbClr val="7584E5">
                  <a:alpha val="75000"/>
                </a:srgb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9AE0BB54-C8A4-623F-EB81-14421B57180F}"/>
                </a:ext>
              </a:extLst>
            </p:cNvPr>
            <p:cNvCxnSpPr>
              <a:cxnSpLocks/>
              <a:stCxn id="23" idx="2"/>
              <a:endCxn id="34" idx="0"/>
            </p:cNvCxnSpPr>
            <p:nvPr/>
          </p:nvCxnSpPr>
          <p:spPr>
            <a:xfrm flipH="1">
              <a:off x="4836124" y="2738966"/>
              <a:ext cx="2351277" cy="1007087"/>
            </a:xfrm>
            <a:prstGeom prst="line">
              <a:avLst/>
            </a:prstGeom>
            <a:ln>
              <a:solidFill>
                <a:srgbClr val="7584E5">
                  <a:alpha val="75000"/>
                </a:srgb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85339C81-827C-A89F-3B48-B9AF9CC22D1B}"/>
                </a:ext>
              </a:extLst>
            </p:cNvPr>
            <p:cNvCxnSpPr>
              <a:cxnSpLocks/>
              <a:stCxn id="29" idx="3"/>
              <a:endCxn id="26" idx="1"/>
            </p:cNvCxnSpPr>
            <p:nvPr/>
          </p:nvCxnSpPr>
          <p:spPr>
            <a:xfrm>
              <a:off x="4123268" y="3301900"/>
              <a:ext cx="4398925" cy="0"/>
            </a:xfrm>
            <a:prstGeom prst="line">
              <a:avLst/>
            </a:prstGeom>
            <a:ln>
              <a:solidFill>
                <a:srgbClr val="7584E5">
                  <a:alpha val="75000"/>
                </a:srgb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CFC97AF4-3387-D4C8-B172-97C56C2A7ADE}"/>
                </a:ext>
              </a:extLst>
            </p:cNvPr>
            <p:cNvCxnSpPr>
              <a:cxnSpLocks/>
              <a:stCxn id="23" idx="3"/>
              <a:endCxn id="25" idx="0"/>
            </p:cNvCxnSpPr>
            <p:nvPr/>
          </p:nvCxnSpPr>
          <p:spPr>
            <a:xfrm>
              <a:off x="7415871" y="2510496"/>
              <a:ext cx="1334793" cy="501607"/>
            </a:xfrm>
            <a:prstGeom prst="line">
              <a:avLst/>
            </a:prstGeom>
            <a:ln>
              <a:solidFill>
                <a:srgbClr val="7584E5">
                  <a:alpha val="75000"/>
                </a:srgb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96687A0F-E049-B782-5E4D-E6E6F614EA8D}"/>
                </a:ext>
              </a:extLst>
            </p:cNvPr>
            <p:cNvCxnSpPr>
              <a:cxnSpLocks/>
              <a:stCxn id="20" idx="1"/>
              <a:endCxn id="28" idx="0"/>
            </p:cNvCxnSpPr>
            <p:nvPr/>
          </p:nvCxnSpPr>
          <p:spPr>
            <a:xfrm flipH="1">
              <a:off x="3894798" y="2510496"/>
              <a:ext cx="1334791" cy="501607"/>
            </a:xfrm>
            <a:prstGeom prst="line">
              <a:avLst/>
            </a:prstGeom>
            <a:ln>
              <a:solidFill>
                <a:srgbClr val="7584E5">
                  <a:alpha val="75000"/>
                </a:srgb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614359A2-0332-22B0-EE63-8DDB36E05991}"/>
                </a:ext>
              </a:extLst>
            </p:cNvPr>
            <p:cNvCxnSpPr>
              <a:cxnSpLocks/>
              <a:stCxn id="20" idx="3"/>
              <a:endCxn id="23" idx="1"/>
            </p:cNvCxnSpPr>
            <p:nvPr/>
          </p:nvCxnSpPr>
          <p:spPr>
            <a:xfrm>
              <a:off x="5686530" y="2510496"/>
              <a:ext cx="1272400" cy="0"/>
            </a:xfrm>
            <a:prstGeom prst="line">
              <a:avLst/>
            </a:prstGeom>
            <a:ln>
              <a:solidFill>
                <a:srgbClr val="7584E5">
                  <a:alpha val="75000"/>
                </a:srgb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CFA8E72B-7209-D079-3C5F-0C5CB5F3A9A5}"/>
                </a:ext>
              </a:extLst>
            </p:cNvPr>
            <p:cNvCxnSpPr>
              <a:cxnSpLocks/>
              <a:stCxn id="35" idx="3"/>
              <a:endCxn id="32" idx="1"/>
            </p:cNvCxnSpPr>
            <p:nvPr/>
          </p:nvCxnSpPr>
          <p:spPr>
            <a:xfrm>
              <a:off x="5064594" y="4035850"/>
              <a:ext cx="1029666" cy="292080"/>
            </a:xfrm>
            <a:prstGeom prst="line">
              <a:avLst/>
            </a:prstGeom>
            <a:ln>
              <a:solidFill>
                <a:srgbClr val="7584E5">
                  <a:alpha val="75000"/>
                </a:srgb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28E2C1EE-4667-573E-3A9A-EE3419A10FAD}"/>
                </a:ext>
              </a:extLst>
            </p:cNvPr>
            <p:cNvCxnSpPr>
              <a:cxnSpLocks/>
              <a:endCxn id="38" idx="1"/>
            </p:cNvCxnSpPr>
            <p:nvPr/>
          </p:nvCxnSpPr>
          <p:spPr>
            <a:xfrm flipV="1">
              <a:off x="6407729" y="3869833"/>
              <a:ext cx="1029666" cy="290343"/>
            </a:xfrm>
            <a:prstGeom prst="line">
              <a:avLst/>
            </a:prstGeom>
            <a:ln>
              <a:solidFill>
                <a:srgbClr val="7584E5">
                  <a:alpha val="75000"/>
                </a:srgb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6C759CDE-8EB5-15DE-F6CF-D56FC5CB4C67}"/>
                </a:ext>
              </a:extLst>
            </p:cNvPr>
            <p:cNvCxnSpPr>
              <a:cxnSpLocks/>
              <a:endCxn id="38" idx="3"/>
            </p:cNvCxnSpPr>
            <p:nvPr/>
          </p:nvCxnSpPr>
          <p:spPr>
            <a:xfrm flipH="1">
              <a:off x="7894336" y="3364353"/>
              <a:ext cx="712855" cy="505480"/>
            </a:xfrm>
            <a:prstGeom prst="line">
              <a:avLst/>
            </a:prstGeom>
            <a:ln>
              <a:solidFill>
                <a:srgbClr val="7584E5">
                  <a:alpha val="75000"/>
                </a:srgbClr>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F98E2617-C26C-4653-B546-1E3FB37ACD26}"/>
                </a:ext>
              </a:extLst>
            </p:cNvPr>
            <p:cNvCxnSpPr>
              <a:cxnSpLocks/>
            </p:cNvCxnSpPr>
            <p:nvPr/>
          </p:nvCxnSpPr>
          <p:spPr>
            <a:xfrm>
              <a:off x="3881251" y="3530370"/>
              <a:ext cx="715521" cy="501608"/>
            </a:xfrm>
            <a:prstGeom prst="line">
              <a:avLst/>
            </a:prstGeom>
            <a:ln>
              <a:solidFill>
                <a:srgbClr val="7584E5">
                  <a:alpha val="75000"/>
                </a:srgbClr>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27FE23DD-F146-C0D5-BE48-3DD17D852D1B}"/>
                </a:ext>
              </a:extLst>
            </p:cNvPr>
            <p:cNvCxnSpPr>
              <a:cxnSpLocks/>
              <a:stCxn id="20" idx="2"/>
              <a:endCxn id="34" idx="0"/>
            </p:cNvCxnSpPr>
            <p:nvPr/>
          </p:nvCxnSpPr>
          <p:spPr>
            <a:xfrm flipH="1">
              <a:off x="4836124" y="2738966"/>
              <a:ext cx="621936" cy="1007087"/>
            </a:xfrm>
            <a:prstGeom prst="line">
              <a:avLst/>
            </a:prstGeom>
            <a:ln>
              <a:solidFill>
                <a:srgbClr val="7584E5">
                  <a:alpha val="75000"/>
                </a:srgbClr>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EE9325B5-D2B6-0537-E7A4-DDD040244811}"/>
                </a:ext>
              </a:extLst>
            </p:cNvPr>
            <p:cNvCxnSpPr>
              <a:cxnSpLocks/>
              <a:stCxn id="23" idx="2"/>
              <a:endCxn id="37" idx="0"/>
            </p:cNvCxnSpPr>
            <p:nvPr/>
          </p:nvCxnSpPr>
          <p:spPr>
            <a:xfrm>
              <a:off x="7187401" y="2738966"/>
              <a:ext cx="621937" cy="1007087"/>
            </a:xfrm>
            <a:prstGeom prst="line">
              <a:avLst/>
            </a:prstGeom>
            <a:ln>
              <a:solidFill>
                <a:srgbClr val="7584E5">
                  <a:alpha val="75000"/>
                </a:srgbClr>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BBB9785C-6677-47EC-1134-C7F5A905F7BD}"/>
                </a:ext>
              </a:extLst>
            </p:cNvPr>
            <p:cNvCxnSpPr>
              <a:cxnSpLocks/>
              <a:endCxn id="31" idx="0"/>
            </p:cNvCxnSpPr>
            <p:nvPr/>
          </p:nvCxnSpPr>
          <p:spPr>
            <a:xfrm>
              <a:off x="5314587" y="2572949"/>
              <a:ext cx="891765" cy="1610740"/>
            </a:xfrm>
            <a:prstGeom prst="line">
              <a:avLst/>
            </a:prstGeom>
            <a:ln>
              <a:solidFill>
                <a:srgbClr val="7584E5">
                  <a:alpha val="75000"/>
                </a:srgb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AFEE0217-4295-25BF-4948-03A0BD26C92A}"/>
                </a:ext>
              </a:extLst>
            </p:cNvPr>
            <p:cNvCxnSpPr>
              <a:cxnSpLocks/>
              <a:endCxn id="31" idx="0"/>
            </p:cNvCxnSpPr>
            <p:nvPr/>
          </p:nvCxnSpPr>
          <p:spPr>
            <a:xfrm flipH="1">
              <a:off x="6206352" y="2572949"/>
              <a:ext cx="846587" cy="1610740"/>
            </a:xfrm>
            <a:prstGeom prst="line">
              <a:avLst/>
            </a:prstGeom>
            <a:ln>
              <a:solidFill>
                <a:srgbClr val="7584E5">
                  <a:alpha val="75000"/>
                </a:srgb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B5BFDC4D-DFF1-8800-2C35-55852ABD317A}"/>
                </a:ext>
              </a:extLst>
            </p:cNvPr>
            <p:cNvCxnSpPr>
              <a:cxnSpLocks/>
              <a:stCxn id="23" idx="2"/>
            </p:cNvCxnSpPr>
            <p:nvPr/>
          </p:nvCxnSpPr>
          <p:spPr>
            <a:xfrm flipH="1">
              <a:off x="3979796" y="2572949"/>
              <a:ext cx="3064133" cy="562933"/>
            </a:xfrm>
            <a:prstGeom prst="line">
              <a:avLst/>
            </a:prstGeom>
            <a:ln>
              <a:solidFill>
                <a:srgbClr val="7584E5">
                  <a:alpha val="75000"/>
                </a:srgbClr>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98769B29-BFEF-B4F1-18E1-2E350091BCA7}"/>
                </a:ext>
              </a:extLst>
            </p:cNvPr>
            <p:cNvCxnSpPr>
              <a:cxnSpLocks/>
              <a:endCxn id="26" idx="1"/>
            </p:cNvCxnSpPr>
            <p:nvPr/>
          </p:nvCxnSpPr>
          <p:spPr>
            <a:xfrm>
              <a:off x="5325469" y="2574644"/>
              <a:ext cx="3053252" cy="561239"/>
            </a:xfrm>
            <a:prstGeom prst="line">
              <a:avLst/>
            </a:prstGeom>
            <a:ln>
              <a:solidFill>
                <a:srgbClr val="7584E5">
                  <a:alpha val="75000"/>
                </a:srgbClr>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F5BB1952-006A-FDD1-0C3F-0EABA2CE4B6A}"/>
                </a:ext>
              </a:extLst>
            </p:cNvPr>
            <p:cNvCxnSpPr>
              <a:cxnSpLocks/>
              <a:endCxn id="38" idx="1"/>
            </p:cNvCxnSpPr>
            <p:nvPr/>
          </p:nvCxnSpPr>
          <p:spPr>
            <a:xfrm>
              <a:off x="3979796" y="3135882"/>
              <a:ext cx="3457599" cy="733951"/>
            </a:xfrm>
            <a:prstGeom prst="line">
              <a:avLst/>
            </a:prstGeom>
            <a:ln>
              <a:solidFill>
                <a:srgbClr val="7584E5">
                  <a:alpha val="75000"/>
                </a:srgb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D648001F-FC45-9B13-0BD1-EBCEAA1E4A4C}"/>
                </a:ext>
              </a:extLst>
            </p:cNvPr>
            <p:cNvCxnSpPr>
              <a:cxnSpLocks/>
              <a:endCxn id="26" idx="1"/>
            </p:cNvCxnSpPr>
            <p:nvPr/>
          </p:nvCxnSpPr>
          <p:spPr>
            <a:xfrm flipV="1">
              <a:off x="4921122" y="3135883"/>
              <a:ext cx="3457599" cy="730078"/>
            </a:xfrm>
            <a:prstGeom prst="line">
              <a:avLst/>
            </a:prstGeom>
            <a:ln>
              <a:solidFill>
                <a:srgbClr val="7584E5">
                  <a:alpha val="75000"/>
                </a:srgbClr>
              </a:solidFill>
            </a:ln>
          </p:spPr>
          <p:style>
            <a:lnRef idx="1">
              <a:schemeClr val="accent1"/>
            </a:lnRef>
            <a:fillRef idx="0">
              <a:schemeClr val="accent1"/>
            </a:fillRef>
            <a:effectRef idx="0">
              <a:schemeClr val="accent1"/>
            </a:effectRef>
            <a:fontRef idx="minor">
              <a:schemeClr val="tx1"/>
            </a:fontRef>
          </p:style>
        </p:cxnSp>
      </p:grpSp>
      <p:grpSp>
        <p:nvGrpSpPr>
          <p:cNvPr id="40" name="组合 39">
            <a:extLst>
              <a:ext uri="{FF2B5EF4-FFF2-40B4-BE49-F238E27FC236}">
                <a16:creationId xmlns:a16="http://schemas.microsoft.com/office/drawing/2014/main" id="{B86F3F28-0403-07CA-FEFE-18569507F02C}"/>
              </a:ext>
            </a:extLst>
          </p:cNvPr>
          <p:cNvGrpSpPr/>
          <p:nvPr/>
        </p:nvGrpSpPr>
        <p:grpSpPr>
          <a:xfrm>
            <a:off x="5086117" y="2054682"/>
            <a:ext cx="2186282" cy="518267"/>
            <a:chOff x="4924924" y="2234246"/>
            <a:chExt cx="2186282" cy="518267"/>
          </a:xfrm>
        </p:grpSpPr>
        <p:grpSp>
          <p:nvGrpSpPr>
            <p:cNvPr id="18" name="组合 17">
              <a:extLst>
                <a:ext uri="{FF2B5EF4-FFF2-40B4-BE49-F238E27FC236}">
                  <a16:creationId xmlns:a16="http://schemas.microsoft.com/office/drawing/2014/main" id="{60F0F997-4F4D-83FC-E598-B71C03BC29E2}"/>
                </a:ext>
              </a:extLst>
            </p:cNvPr>
            <p:cNvGrpSpPr/>
            <p:nvPr/>
          </p:nvGrpSpPr>
          <p:grpSpPr>
            <a:xfrm>
              <a:off x="4924924" y="2234246"/>
              <a:ext cx="456941" cy="518267"/>
              <a:chOff x="5737013" y="1372538"/>
              <a:chExt cx="467360" cy="530084"/>
            </a:xfrm>
            <a:effectLst>
              <a:outerShdw blurRad="127000" dir="5400000" sx="90000" sy="-19000" rotWithShape="0">
                <a:srgbClr val="3749CC">
                  <a:alpha val="33000"/>
                </a:srgbClr>
              </a:outerShdw>
            </a:effectLst>
          </p:grpSpPr>
          <p:sp>
            <p:nvSpPr>
              <p:cNvPr id="19" name="矩形: 圆角 18">
                <a:extLst>
                  <a:ext uri="{FF2B5EF4-FFF2-40B4-BE49-F238E27FC236}">
                    <a16:creationId xmlns:a16="http://schemas.microsoft.com/office/drawing/2014/main" id="{368A97F5-445A-7A43-5227-95B2571971DE}"/>
                  </a:ext>
                </a:extLst>
              </p:cNvPr>
              <p:cNvSpPr/>
              <p:nvPr/>
            </p:nvSpPr>
            <p:spPr>
              <a:xfrm>
                <a:off x="5737013" y="1372538"/>
                <a:ext cx="467360" cy="467360"/>
              </a:xfrm>
              <a:prstGeom prst="roundRect">
                <a:avLst/>
              </a:prstGeom>
              <a:gradFill flip="none" rotWithShape="1">
                <a:gsLst>
                  <a:gs pos="0">
                    <a:srgbClr val="7584E5">
                      <a:alpha val="50000"/>
                    </a:srgbClr>
                  </a:gs>
                  <a:gs pos="100000">
                    <a:srgbClr val="3749CC">
                      <a:alpha val="50000"/>
                    </a:srgbClr>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sp>
            <p:nvSpPr>
              <p:cNvPr id="20" name="矩形: 圆角 19">
                <a:extLst>
                  <a:ext uri="{FF2B5EF4-FFF2-40B4-BE49-F238E27FC236}">
                    <a16:creationId xmlns:a16="http://schemas.microsoft.com/office/drawing/2014/main" id="{417B6256-2AEE-F021-5D00-FF76568E32BA}"/>
                  </a:ext>
                </a:extLst>
              </p:cNvPr>
              <p:cNvSpPr/>
              <p:nvPr/>
            </p:nvSpPr>
            <p:spPr>
              <a:xfrm>
                <a:off x="5737013" y="1435262"/>
                <a:ext cx="467360" cy="467360"/>
              </a:xfrm>
              <a:prstGeom prst="roundRect">
                <a:avLst/>
              </a:prstGeom>
              <a:gradFill flip="none" rotWithShape="1">
                <a:gsLst>
                  <a:gs pos="0">
                    <a:srgbClr val="7584E5"/>
                  </a:gs>
                  <a:gs pos="100000">
                    <a:srgbClr val="3749CC"/>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grpSp>
        <p:grpSp>
          <p:nvGrpSpPr>
            <p:cNvPr id="21" name="组合 20">
              <a:extLst>
                <a:ext uri="{FF2B5EF4-FFF2-40B4-BE49-F238E27FC236}">
                  <a16:creationId xmlns:a16="http://schemas.microsoft.com/office/drawing/2014/main" id="{884401EC-B1F5-DDDA-0128-35E660DA442D}"/>
                </a:ext>
              </a:extLst>
            </p:cNvPr>
            <p:cNvGrpSpPr/>
            <p:nvPr/>
          </p:nvGrpSpPr>
          <p:grpSpPr>
            <a:xfrm>
              <a:off x="6654265" y="2234246"/>
              <a:ext cx="456941" cy="518267"/>
              <a:chOff x="5737013" y="1372538"/>
              <a:chExt cx="467360" cy="530084"/>
            </a:xfrm>
            <a:effectLst>
              <a:outerShdw blurRad="127000" dir="5400000" sx="90000" sy="-19000" rotWithShape="0">
                <a:srgbClr val="3749CC">
                  <a:alpha val="33000"/>
                </a:srgbClr>
              </a:outerShdw>
            </a:effectLst>
          </p:grpSpPr>
          <p:sp>
            <p:nvSpPr>
              <p:cNvPr id="22" name="矩形: 圆角 21">
                <a:extLst>
                  <a:ext uri="{FF2B5EF4-FFF2-40B4-BE49-F238E27FC236}">
                    <a16:creationId xmlns:a16="http://schemas.microsoft.com/office/drawing/2014/main" id="{D522F5E9-77BB-7FDB-941C-517617281909}"/>
                  </a:ext>
                </a:extLst>
              </p:cNvPr>
              <p:cNvSpPr/>
              <p:nvPr/>
            </p:nvSpPr>
            <p:spPr>
              <a:xfrm>
                <a:off x="5737013" y="1372538"/>
                <a:ext cx="467360" cy="467360"/>
              </a:xfrm>
              <a:prstGeom prst="roundRect">
                <a:avLst/>
              </a:prstGeom>
              <a:gradFill flip="none" rotWithShape="1">
                <a:gsLst>
                  <a:gs pos="0">
                    <a:srgbClr val="7584E5">
                      <a:alpha val="50000"/>
                    </a:srgbClr>
                  </a:gs>
                  <a:gs pos="100000">
                    <a:srgbClr val="3749CC">
                      <a:alpha val="50000"/>
                    </a:srgbClr>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sp>
            <p:nvSpPr>
              <p:cNvPr id="23" name="矩形: 圆角 22">
                <a:extLst>
                  <a:ext uri="{FF2B5EF4-FFF2-40B4-BE49-F238E27FC236}">
                    <a16:creationId xmlns:a16="http://schemas.microsoft.com/office/drawing/2014/main" id="{7E4D1D96-104E-D81E-959A-6A83E7FEB88A}"/>
                  </a:ext>
                </a:extLst>
              </p:cNvPr>
              <p:cNvSpPr/>
              <p:nvPr/>
            </p:nvSpPr>
            <p:spPr>
              <a:xfrm>
                <a:off x="5737013" y="1435262"/>
                <a:ext cx="467360" cy="467360"/>
              </a:xfrm>
              <a:prstGeom prst="roundRect">
                <a:avLst/>
              </a:prstGeom>
              <a:gradFill flip="none" rotWithShape="1">
                <a:gsLst>
                  <a:gs pos="0">
                    <a:srgbClr val="7584E5"/>
                  </a:gs>
                  <a:gs pos="100000">
                    <a:srgbClr val="3749CC"/>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grpSp>
      </p:grpSp>
      <p:grpSp>
        <p:nvGrpSpPr>
          <p:cNvPr id="41" name="组合 40">
            <a:extLst>
              <a:ext uri="{FF2B5EF4-FFF2-40B4-BE49-F238E27FC236}">
                <a16:creationId xmlns:a16="http://schemas.microsoft.com/office/drawing/2014/main" id="{F2067875-A2DF-8513-8AD3-870BA2340795}"/>
              </a:ext>
            </a:extLst>
          </p:cNvPr>
          <p:cNvGrpSpPr/>
          <p:nvPr/>
        </p:nvGrpSpPr>
        <p:grpSpPr>
          <a:xfrm>
            <a:off x="3522855" y="2846086"/>
            <a:ext cx="5312807" cy="518267"/>
            <a:chOff x="3325362" y="3025650"/>
            <a:chExt cx="5312807" cy="518267"/>
          </a:xfrm>
        </p:grpSpPr>
        <p:grpSp>
          <p:nvGrpSpPr>
            <p:cNvPr id="24" name="组合 23">
              <a:extLst>
                <a:ext uri="{FF2B5EF4-FFF2-40B4-BE49-F238E27FC236}">
                  <a16:creationId xmlns:a16="http://schemas.microsoft.com/office/drawing/2014/main" id="{CB7A7F38-D033-C1AE-0DE1-A8B7EDEABF64}"/>
                </a:ext>
              </a:extLst>
            </p:cNvPr>
            <p:cNvGrpSpPr/>
            <p:nvPr/>
          </p:nvGrpSpPr>
          <p:grpSpPr>
            <a:xfrm>
              <a:off x="8181228" y="3025650"/>
              <a:ext cx="456941" cy="518267"/>
              <a:chOff x="5737013" y="1372538"/>
              <a:chExt cx="467360" cy="530084"/>
            </a:xfrm>
            <a:effectLst>
              <a:outerShdw blurRad="127000" dir="5400000" sx="90000" sy="-19000" rotWithShape="0">
                <a:srgbClr val="3749CC">
                  <a:alpha val="33000"/>
                </a:srgbClr>
              </a:outerShdw>
            </a:effectLst>
          </p:grpSpPr>
          <p:sp>
            <p:nvSpPr>
              <p:cNvPr id="25" name="矩形: 圆角 24">
                <a:extLst>
                  <a:ext uri="{FF2B5EF4-FFF2-40B4-BE49-F238E27FC236}">
                    <a16:creationId xmlns:a16="http://schemas.microsoft.com/office/drawing/2014/main" id="{0448CC75-CFDC-0973-D5CC-4CD6C1E2F8DC}"/>
                  </a:ext>
                </a:extLst>
              </p:cNvPr>
              <p:cNvSpPr/>
              <p:nvPr/>
            </p:nvSpPr>
            <p:spPr>
              <a:xfrm>
                <a:off x="5737013" y="1372538"/>
                <a:ext cx="467360" cy="467360"/>
              </a:xfrm>
              <a:prstGeom prst="roundRect">
                <a:avLst/>
              </a:prstGeom>
              <a:gradFill flip="none" rotWithShape="1">
                <a:gsLst>
                  <a:gs pos="0">
                    <a:srgbClr val="7584E5">
                      <a:alpha val="50000"/>
                    </a:srgbClr>
                  </a:gs>
                  <a:gs pos="100000">
                    <a:srgbClr val="3749CC">
                      <a:alpha val="50000"/>
                    </a:srgbClr>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sp>
            <p:nvSpPr>
              <p:cNvPr id="26" name="矩形: 圆角 25">
                <a:extLst>
                  <a:ext uri="{FF2B5EF4-FFF2-40B4-BE49-F238E27FC236}">
                    <a16:creationId xmlns:a16="http://schemas.microsoft.com/office/drawing/2014/main" id="{446FB5F8-6ADC-1F93-803E-401E2E18B200}"/>
                  </a:ext>
                </a:extLst>
              </p:cNvPr>
              <p:cNvSpPr/>
              <p:nvPr/>
            </p:nvSpPr>
            <p:spPr>
              <a:xfrm>
                <a:off x="5737013" y="1435262"/>
                <a:ext cx="467360" cy="467360"/>
              </a:xfrm>
              <a:prstGeom prst="roundRect">
                <a:avLst/>
              </a:prstGeom>
              <a:gradFill flip="none" rotWithShape="1">
                <a:gsLst>
                  <a:gs pos="0">
                    <a:srgbClr val="7584E5"/>
                  </a:gs>
                  <a:gs pos="100000">
                    <a:srgbClr val="3749CC"/>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grpSp>
        <p:grpSp>
          <p:nvGrpSpPr>
            <p:cNvPr id="27" name="组合 26">
              <a:extLst>
                <a:ext uri="{FF2B5EF4-FFF2-40B4-BE49-F238E27FC236}">
                  <a16:creationId xmlns:a16="http://schemas.microsoft.com/office/drawing/2014/main" id="{426CF15A-F099-91E2-612F-A036415828E2}"/>
                </a:ext>
              </a:extLst>
            </p:cNvPr>
            <p:cNvGrpSpPr/>
            <p:nvPr/>
          </p:nvGrpSpPr>
          <p:grpSpPr>
            <a:xfrm>
              <a:off x="3325362" y="3025650"/>
              <a:ext cx="456941" cy="518267"/>
              <a:chOff x="5737013" y="1372538"/>
              <a:chExt cx="467360" cy="530084"/>
            </a:xfrm>
            <a:effectLst>
              <a:outerShdw blurRad="127000" dir="5400000" sx="90000" sy="-19000" rotWithShape="0">
                <a:srgbClr val="3749CC">
                  <a:alpha val="33000"/>
                </a:srgbClr>
              </a:outerShdw>
            </a:effectLst>
          </p:grpSpPr>
          <p:sp>
            <p:nvSpPr>
              <p:cNvPr id="28" name="矩形: 圆角 27">
                <a:extLst>
                  <a:ext uri="{FF2B5EF4-FFF2-40B4-BE49-F238E27FC236}">
                    <a16:creationId xmlns:a16="http://schemas.microsoft.com/office/drawing/2014/main" id="{B209781D-A296-66D7-ACD4-B99AA6AD0E44}"/>
                  </a:ext>
                </a:extLst>
              </p:cNvPr>
              <p:cNvSpPr/>
              <p:nvPr/>
            </p:nvSpPr>
            <p:spPr>
              <a:xfrm>
                <a:off x="5737013" y="1372538"/>
                <a:ext cx="467360" cy="467360"/>
              </a:xfrm>
              <a:prstGeom prst="roundRect">
                <a:avLst/>
              </a:prstGeom>
              <a:gradFill flip="none" rotWithShape="1">
                <a:gsLst>
                  <a:gs pos="0">
                    <a:srgbClr val="7584E5">
                      <a:alpha val="50000"/>
                    </a:srgbClr>
                  </a:gs>
                  <a:gs pos="100000">
                    <a:srgbClr val="3749CC">
                      <a:alpha val="50000"/>
                    </a:srgbClr>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sp>
            <p:nvSpPr>
              <p:cNvPr id="29" name="矩形: 圆角 28">
                <a:extLst>
                  <a:ext uri="{FF2B5EF4-FFF2-40B4-BE49-F238E27FC236}">
                    <a16:creationId xmlns:a16="http://schemas.microsoft.com/office/drawing/2014/main" id="{156C02C2-360C-0F2E-7BD0-34DD8705CF94}"/>
                  </a:ext>
                </a:extLst>
              </p:cNvPr>
              <p:cNvSpPr/>
              <p:nvPr/>
            </p:nvSpPr>
            <p:spPr>
              <a:xfrm>
                <a:off x="5737013" y="1435262"/>
                <a:ext cx="467360" cy="467360"/>
              </a:xfrm>
              <a:prstGeom prst="roundRect">
                <a:avLst/>
              </a:prstGeom>
              <a:gradFill flip="none" rotWithShape="1">
                <a:gsLst>
                  <a:gs pos="0">
                    <a:srgbClr val="7584E5"/>
                  </a:gs>
                  <a:gs pos="100000">
                    <a:srgbClr val="3749CC"/>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grpSp>
      </p:grpSp>
      <p:grpSp>
        <p:nvGrpSpPr>
          <p:cNvPr id="30" name="组合 29">
            <a:extLst>
              <a:ext uri="{FF2B5EF4-FFF2-40B4-BE49-F238E27FC236}">
                <a16:creationId xmlns:a16="http://schemas.microsoft.com/office/drawing/2014/main" id="{D822FF7D-9165-D975-7F56-C770A932C4CF}"/>
              </a:ext>
            </a:extLst>
          </p:cNvPr>
          <p:cNvGrpSpPr/>
          <p:nvPr/>
        </p:nvGrpSpPr>
        <p:grpSpPr>
          <a:xfrm>
            <a:off x="5950788" y="3872116"/>
            <a:ext cx="456941" cy="518267"/>
            <a:chOff x="5737013" y="1372538"/>
            <a:chExt cx="467360" cy="530084"/>
          </a:xfrm>
          <a:effectLst>
            <a:outerShdw blurRad="127000" dir="5400000" sx="90000" sy="-19000" rotWithShape="0">
              <a:srgbClr val="3749CC">
                <a:alpha val="33000"/>
              </a:srgbClr>
            </a:outerShdw>
          </a:effectLst>
        </p:grpSpPr>
        <p:sp>
          <p:nvSpPr>
            <p:cNvPr id="31" name="矩形: 圆角 30">
              <a:extLst>
                <a:ext uri="{FF2B5EF4-FFF2-40B4-BE49-F238E27FC236}">
                  <a16:creationId xmlns:a16="http://schemas.microsoft.com/office/drawing/2014/main" id="{BEF3F032-1A4D-CBE2-8909-42E85297BD8F}"/>
                </a:ext>
              </a:extLst>
            </p:cNvPr>
            <p:cNvSpPr/>
            <p:nvPr/>
          </p:nvSpPr>
          <p:spPr>
            <a:xfrm>
              <a:off x="5737013" y="1372538"/>
              <a:ext cx="467360" cy="467360"/>
            </a:xfrm>
            <a:prstGeom prst="roundRect">
              <a:avLst/>
            </a:prstGeom>
            <a:gradFill flip="none" rotWithShape="1">
              <a:gsLst>
                <a:gs pos="0">
                  <a:srgbClr val="7584E5">
                    <a:alpha val="50000"/>
                  </a:srgbClr>
                </a:gs>
                <a:gs pos="100000">
                  <a:srgbClr val="3749CC">
                    <a:alpha val="50000"/>
                  </a:srgbClr>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sp>
          <p:nvSpPr>
            <p:cNvPr id="32" name="矩形: 圆角 31">
              <a:extLst>
                <a:ext uri="{FF2B5EF4-FFF2-40B4-BE49-F238E27FC236}">
                  <a16:creationId xmlns:a16="http://schemas.microsoft.com/office/drawing/2014/main" id="{5B519FB8-F4D6-8DAE-12CA-BD60FB70FC95}"/>
                </a:ext>
              </a:extLst>
            </p:cNvPr>
            <p:cNvSpPr/>
            <p:nvPr/>
          </p:nvSpPr>
          <p:spPr>
            <a:xfrm>
              <a:off x="5737013" y="1435262"/>
              <a:ext cx="467360" cy="467360"/>
            </a:xfrm>
            <a:prstGeom prst="roundRect">
              <a:avLst/>
            </a:prstGeom>
            <a:gradFill flip="none" rotWithShape="1">
              <a:gsLst>
                <a:gs pos="0">
                  <a:srgbClr val="7584E5"/>
                </a:gs>
                <a:gs pos="100000">
                  <a:srgbClr val="3749CC"/>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grpSp>
      <p:grpSp>
        <p:nvGrpSpPr>
          <p:cNvPr id="39" name="组合 38">
            <a:extLst>
              <a:ext uri="{FF2B5EF4-FFF2-40B4-BE49-F238E27FC236}">
                <a16:creationId xmlns:a16="http://schemas.microsoft.com/office/drawing/2014/main" id="{39A0E42D-1961-D7A5-ABD3-CAD0120675B9}"/>
              </a:ext>
            </a:extLst>
          </p:cNvPr>
          <p:cNvGrpSpPr/>
          <p:nvPr/>
        </p:nvGrpSpPr>
        <p:grpSpPr>
          <a:xfrm>
            <a:off x="4464181" y="3580036"/>
            <a:ext cx="3430155" cy="518267"/>
            <a:chOff x="4370966" y="3759600"/>
            <a:chExt cx="3430155" cy="518267"/>
          </a:xfrm>
        </p:grpSpPr>
        <p:grpSp>
          <p:nvGrpSpPr>
            <p:cNvPr id="33" name="组合 32">
              <a:extLst>
                <a:ext uri="{FF2B5EF4-FFF2-40B4-BE49-F238E27FC236}">
                  <a16:creationId xmlns:a16="http://schemas.microsoft.com/office/drawing/2014/main" id="{C46242EF-D688-928B-2363-C8B3A9F11904}"/>
                </a:ext>
              </a:extLst>
            </p:cNvPr>
            <p:cNvGrpSpPr/>
            <p:nvPr/>
          </p:nvGrpSpPr>
          <p:grpSpPr>
            <a:xfrm>
              <a:off x="4370966" y="3759600"/>
              <a:ext cx="456941" cy="518267"/>
              <a:chOff x="5737013" y="1372538"/>
              <a:chExt cx="467360" cy="530084"/>
            </a:xfrm>
            <a:effectLst>
              <a:outerShdw blurRad="127000" dir="5400000" sx="90000" sy="-19000" rotWithShape="0">
                <a:srgbClr val="3749CC">
                  <a:alpha val="33000"/>
                </a:srgbClr>
              </a:outerShdw>
            </a:effectLst>
          </p:grpSpPr>
          <p:sp>
            <p:nvSpPr>
              <p:cNvPr id="34" name="矩形: 圆角 33">
                <a:extLst>
                  <a:ext uri="{FF2B5EF4-FFF2-40B4-BE49-F238E27FC236}">
                    <a16:creationId xmlns:a16="http://schemas.microsoft.com/office/drawing/2014/main" id="{70B834C0-6CCF-2747-B309-CEFB0442F42F}"/>
                  </a:ext>
                </a:extLst>
              </p:cNvPr>
              <p:cNvSpPr/>
              <p:nvPr/>
            </p:nvSpPr>
            <p:spPr>
              <a:xfrm>
                <a:off x="5737013" y="1372538"/>
                <a:ext cx="467360" cy="467360"/>
              </a:xfrm>
              <a:prstGeom prst="roundRect">
                <a:avLst/>
              </a:prstGeom>
              <a:gradFill flip="none" rotWithShape="1">
                <a:gsLst>
                  <a:gs pos="0">
                    <a:srgbClr val="7584E5">
                      <a:alpha val="50000"/>
                    </a:srgbClr>
                  </a:gs>
                  <a:gs pos="100000">
                    <a:srgbClr val="3749CC">
                      <a:alpha val="50000"/>
                    </a:srgbClr>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sp>
            <p:nvSpPr>
              <p:cNvPr id="35" name="矩形: 圆角 34">
                <a:extLst>
                  <a:ext uri="{FF2B5EF4-FFF2-40B4-BE49-F238E27FC236}">
                    <a16:creationId xmlns:a16="http://schemas.microsoft.com/office/drawing/2014/main" id="{454F54D1-CAEE-8BBD-2104-1A9B761DC22E}"/>
                  </a:ext>
                </a:extLst>
              </p:cNvPr>
              <p:cNvSpPr/>
              <p:nvPr/>
            </p:nvSpPr>
            <p:spPr>
              <a:xfrm>
                <a:off x="5737013" y="1435262"/>
                <a:ext cx="467360" cy="467360"/>
              </a:xfrm>
              <a:prstGeom prst="roundRect">
                <a:avLst/>
              </a:prstGeom>
              <a:gradFill flip="none" rotWithShape="1">
                <a:gsLst>
                  <a:gs pos="0">
                    <a:srgbClr val="7584E5"/>
                  </a:gs>
                  <a:gs pos="100000">
                    <a:srgbClr val="3749CC"/>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grpSp>
        <p:grpSp>
          <p:nvGrpSpPr>
            <p:cNvPr id="36" name="组合 35">
              <a:extLst>
                <a:ext uri="{FF2B5EF4-FFF2-40B4-BE49-F238E27FC236}">
                  <a16:creationId xmlns:a16="http://schemas.microsoft.com/office/drawing/2014/main" id="{90088FC3-A9F2-9729-2C9B-8F8A4B442827}"/>
                </a:ext>
              </a:extLst>
            </p:cNvPr>
            <p:cNvGrpSpPr/>
            <p:nvPr/>
          </p:nvGrpSpPr>
          <p:grpSpPr>
            <a:xfrm>
              <a:off x="7344180" y="3759600"/>
              <a:ext cx="456941" cy="518267"/>
              <a:chOff x="5737013" y="1372538"/>
              <a:chExt cx="467360" cy="530084"/>
            </a:xfrm>
            <a:effectLst>
              <a:outerShdw blurRad="127000" dir="5400000" sx="90000" sy="-19000" rotWithShape="0">
                <a:srgbClr val="3749CC">
                  <a:alpha val="33000"/>
                </a:srgbClr>
              </a:outerShdw>
            </a:effectLst>
          </p:grpSpPr>
          <p:sp>
            <p:nvSpPr>
              <p:cNvPr id="37" name="矩形: 圆角 36">
                <a:extLst>
                  <a:ext uri="{FF2B5EF4-FFF2-40B4-BE49-F238E27FC236}">
                    <a16:creationId xmlns:a16="http://schemas.microsoft.com/office/drawing/2014/main" id="{37A18890-AAAC-DFF3-6971-D4C443978245}"/>
                  </a:ext>
                </a:extLst>
              </p:cNvPr>
              <p:cNvSpPr/>
              <p:nvPr/>
            </p:nvSpPr>
            <p:spPr>
              <a:xfrm>
                <a:off x="5737013" y="1372538"/>
                <a:ext cx="467360" cy="467360"/>
              </a:xfrm>
              <a:prstGeom prst="roundRect">
                <a:avLst/>
              </a:prstGeom>
              <a:gradFill flip="none" rotWithShape="1">
                <a:gsLst>
                  <a:gs pos="0">
                    <a:srgbClr val="7584E5">
                      <a:alpha val="50000"/>
                    </a:srgbClr>
                  </a:gs>
                  <a:gs pos="100000">
                    <a:srgbClr val="3749CC">
                      <a:alpha val="50000"/>
                    </a:srgbClr>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sp>
            <p:nvSpPr>
              <p:cNvPr id="38" name="矩形: 圆角 37">
                <a:extLst>
                  <a:ext uri="{FF2B5EF4-FFF2-40B4-BE49-F238E27FC236}">
                    <a16:creationId xmlns:a16="http://schemas.microsoft.com/office/drawing/2014/main" id="{E5E5E291-E789-47AE-437E-C39709B511B9}"/>
                  </a:ext>
                </a:extLst>
              </p:cNvPr>
              <p:cNvSpPr/>
              <p:nvPr/>
            </p:nvSpPr>
            <p:spPr>
              <a:xfrm>
                <a:off x="5737013" y="1435262"/>
                <a:ext cx="467360" cy="467360"/>
              </a:xfrm>
              <a:prstGeom prst="roundRect">
                <a:avLst/>
              </a:prstGeom>
              <a:gradFill flip="none" rotWithShape="1">
                <a:gsLst>
                  <a:gs pos="0">
                    <a:srgbClr val="7584E5"/>
                  </a:gs>
                  <a:gs pos="100000">
                    <a:srgbClr val="3749CC"/>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grpSp>
      </p:grpSp>
      <p:sp>
        <p:nvSpPr>
          <p:cNvPr id="42" name="图形 109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00102A1-AC8F-5E16-9A75-36E134D2CF80}"/>
              </a:ext>
            </a:extLst>
          </p:cNvPr>
          <p:cNvSpPr/>
          <p:nvPr/>
        </p:nvSpPr>
        <p:spPr>
          <a:xfrm>
            <a:off x="6953444" y="2245044"/>
            <a:ext cx="198991" cy="198991"/>
          </a:xfrm>
          <a:custGeom>
            <a:avLst/>
            <a:gdLst>
              <a:gd name="connsiteX0" fmla="*/ 85725 w 190500"/>
              <a:gd name="connsiteY0" fmla="*/ 0 h 190500"/>
              <a:gd name="connsiteX1" fmla="*/ 85725 w 190500"/>
              <a:gd name="connsiteY1" fmla="*/ 190500 h 190500"/>
              <a:gd name="connsiteX2" fmla="*/ 0 w 190500"/>
              <a:gd name="connsiteY2" fmla="*/ 95250 h 190500"/>
              <a:gd name="connsiteX3" fmla="*/ 85725 w 190500"/>
              <a:gd name="connsiteY3" fmla="*/ 0 h 190500"/>
              <a:gd name="connsiteX4" fmla="*/ 105061 w 190500"/>
              <a:gd name="connsiteY4" fmla="*/ 0 h 190500"/>
              <a:gd name="connsiteX5" fmla="*/ 105061 w 190500"/>
              <a:gd name="connsiteY5" fmla="*/ 85630 h 190500"/>
              <a:gd name="connsiteX6" fmla="*/ 190500 w 190500"/>
              <a:gd name="connsiteY6" fmla="*/ 85630 h 190500"/>
              <a:gd name="connsiteX7" fmla="*/ 105061 w 190500"/>
              <a:gd name="connsiteY7" fmla="*/ 0 h 190500"/>
              <a:gd name="connsiteX8" fmla="*/ 105061 w 190500"/>
              <a:gd name="connsiteY8" fmla="*/ 104870 h 190500"/>
              <a:gd name="connsiteX9" fmla="*/ 105061 w 190500"/>
              <a:gd name="connsiteY9" fmla="*/ 190500 h 190500"/>
              <a:gd name="connsiteX10" fmla="*/ 190500 w 190500"/>
              <a:gd name="connsiteY10" fmla="*/ 104870 h 190500"/>
              <a:gd name="connsiteX11" fmla="*/ 105061 w 190500"/>
              <a:gd name="connsiteY11" fmla="*/ 10487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0500" h="190500">
                <a:moveTo>
                  <a:pt x="85725" y="0"/>
                </a:moveTo>
                <a:lnTo>
                  <a:pt x="85725" y="190500"/>
                </a:lnTo>
                <a:cubicBezTo>
                  <a:pt x="37433" y="185738"/>
                  <a:pt x="0" y="144875"/>
                  <a:pt x="0" y="95250"/>
                </a:cubicBezTo>
                <a:cubicBezTo>
                  <a:pt x="0" y="45625"/>
                  <a:pt x="37433" y="4763"/>
                  <a:pt x="85725" y="0"/>
                </a:cubicBezTo>
                <a:close/>
                <a:moveTo>
                  <a:pt x="105061" y="0"/>
                </a:moveTo>
                <a:lnTo>
                  <a:pt x="105061" y="85630"/>
                </a:lnTo>
                <a:lnTo>
                  <a:pt x="190500" y="85630"/>
                </a:lnTo>
                <a:cubicBezTo>
                  <a:pt x="186023" y="40481"/>
                  <a:pt x="150114" y="4477"/>
                  <a:pt x="105061" y="0"/>
                </a:cubicBezTo>
                <a:close/>
                <a:moveTo>
                  <a:pt x="105061" y="104870"/>
                </a:moveTo>
                <a:lnTo>
                  <a:pt x="105061" y="190500"/>
                </a:lnTo>
                <a:cubicBezTo>
                  <a:pt x="150209" y="186023"/>
                  <a:pt x="186023" y="150019"/>
                  <a:pt x="190500" y="104870"/>
                </a:cubicBezTo>
                <a:lnTo>
                  <a:pt x="105061" y="104870"/>
                </a:lnTo>
                <a:close/>
              </a:path>
            </a:pathLst>
          </a:custGeom>
          <a:gradFill>
            <a:gsLst>
              <a:gs pos="0">
                <a:srgbClr val="E7EBFF"/>
              </a:gs>
              <a:gs pos="100000">
                <a:srgbClr val="FAFBFF"/>
              </a:gs>
            </a:gsLst>
            <a:lin ang="16200000" scaled="1"/>
          </a:gradFill>
          <a:ln w="9525" cap="flat">
            <a:noFill/>
            <a:prstDash val="solid"/>
            <a:miter/>
          </a:ln>
        </p:spPr>
        <p:txBody>
          <a:bodyPr rtlCol="0" anchor="ctr"/>
          <a:lstStyle/>
          <a:p>
            <a:endParaRPr lang="zh-CN" altLang="en-US"/>
          </a:p>
        </p:txBody>
      </p:sp>
      <p:sp>
        <p:nvSpPr>
          <p:cNvPr id="43" name="图形 110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F7160901-1370-53ED-327E-17458BC0809F}"/>
              </a:ext>
            </a:extLst>
          </p:cNvPr>
          <p:cNvSpPr/>
          <p:nvPr/>
        </p:nvSpPr>
        <p:spPr>
          <a:xfrm>
            <a:off x="8517645" y="3036636"/>
            <a:ext cx="179092" cy="179092"/>
          </a:xfrm>
          <a:custGeom>
            <a:avLst/>
            <a:gdLst>
              <a:gd name="connsiteX0" fmla="*/ 171450 w 171450"/>
              <a:gd name="connsiteY0" fmla="*/ 152400 h 171450"/>
              <a:gd name="connsiteX1" fmla="*/ 171450 w 171450"/>
              <a:gd name="connsiteY1" fmla="*/ 19050 h 171450"/>
              <a:gd name="connsiteX2" fmla="*/ 152400 w 171450"/>
              <a:gd name="connsiteY2" fmla="*/ 0 h 171450"/>
              <a:gd name="connsiteX3" fmla="*/ 19050 w 171450"/>
              <a:gd name="connsiteY3" fmla="*/ 0 h 171450"/>
              <a:gd name="connsiteX4" fmla="*/ 0 w 171450"/>
              <a:gd name="connsiteY4" fmla="*/ 19050 h 171450"/>
              <a:gd name="connsiteX5" fmla="*/ 0 w 171450"/>
              <a:gd name="connsiteY5" fmla="*/ 152400 h 171450"/>
              <a:gd name="connsiteX6" fmla="*/ 19050 w 171450"/>
              <a:gd name="connsiteY6" fmla="*/ 171450 h 171450"/>
              <a:gd name="connsiteX7" fmla="*/ 152400 w 171450"/>
              <a:gd name="connsiteY7" fmla="*/ 171450 h 171450"/>
              <a:gd name="connsiteX8" fmla="*/ 171450 w 171450"/>
              <a:gd name="connsiteY8" fmla="*/ 152400 h 171450"/>
              <a:gd name="connsiteX9" fmla="*/ 52388 w 171450"/>
              <a:gd name="connsiteY9" fmla="*/ 100013 h 171450"/>
              <a:gd name="connsiteX10" fmla="*/ 76200 w 171450"/>
              <a:gd name="connsiteY10" fmla="*/ 128683 h 171450"/>
              <a:gd name="connsiteX11" fmla="*/ 109538 w 171450"/>
              <a:gd name="connsiteY11" fmla="*/ 85725 h 171450"/>
              <a:gd name="connsiteX12" fmla="*/ 152400 w 171450"/>
              <a:gd name="connsiteY12" fmla="*/ 142875 h 171450"/>
              <a:gd name="connsiteX13" fmla="*/ 19050 w 171450"/>
              <a:gd name="connsiteY13" fmla="*/ 142875 h 171450"/>
              <a:gd name="connsiteX14" fmla="*/ 52388 w 171450"/>
              <a:gd name="connsiteY14" fmla="*/ 10001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171450" y="152400"/>
                </a:moveTo>
                <a:lnTo>
                  <a:pt x="171450" y="19050"/>
                </a:lnTo>
                <a:cubicBezTo>
                  <a:pt x="171450" y="8573"/>
                  <a:pt x="162878" y="0"/>
                  <a:pt x="152400" y="0"/>
                </a:cubicBezTo>
                <a:lnTo>
                  <a:pt x="19050" y="0"/>
                </a:lnTo>
                <a:cubicBezTo>
                  <a:pt x="8573" y="0"/>
                  <a:pt x="0" y="8573"/>
                  <a:pt x="0" y="19050"/>
                </a:cubicBezTo>
                <a:lnTo>
                  <a:pt x="0" y="152400"/>
                </a:lnTo>
                <a:cubicBezTo>
                  <a:pt x="0" y="162878"/>
                  <a:pt x="8573" y="171450"/>
                  <a:pt x="19050" y="171450"/>
                </a:cubicBezTo>
                <a:lnTo>
                  <a:pt x="152400" y="171450"/>
                </a:lnTo>
                <a:cubicBezTo>
                  <a:pt x="162878" y="171450"/>
                  <a:pt x="171450" y="162878"/>
                  <a:pt x="171450" y="152400"/>
                </a:cubicBezTo>
                <a:close/>
                <a:moveTo>
                  <a:pt x="52388" y="100013"/>
                </a:moveTo>
                <a:lnTo>
                  <a:pt x="76200" y="128683"/>
                </a:lnTo>
                <a:lnTo>
                  <a:pt x="109538" y="85725"/>
                </a:lnTo>
                <a:lnTo>
                  <a:pt x="152400" y="142875"/>
                </a:lnTo>
                <a:lnTo>
                  <a:pt x="19050" y="142875"/>
                </a:lnTo>
                <a:lnTo>
                  <a:pt x="52388" y="100013"/>
                </a:lnTo>
                <a:close/>
              </a:path>
            </a:pathLst>
          </a:custGeom>
          <a:gradFill>
            <a:gsLst>
              <a:gs pos="0">
                <a:srgbClr val="E7EBFF"/>
              </a:gs>
              <a:gs pos="100000">
                <a:srgbClr val="FAFBFF"/>
              </a:gs>
            </a:gsLst>
            <a:lin ang="16200000" scaled="1"/>
          </a:gradFill>
          <a:ln w="9525" cap="flat">
            <a:noFill/>
            <a:prstDash val="solid"/>
            <a:miter/>
          </a:ln>
        </p:spPr>
        <p:txBody>
          <a:bodyPr rtlCol="0" anchor="ctr"/>
          <a:lstStyle/>
          <a:p>
            <a:endParaRPr lang="zh-CN" altLang="en-US"/>
          </a:p>
        </p:txBody>
      </p:sp>
      <p:sp>
        <p:nvSpPr>
          <p:cNvPr id="44" name="图形 94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CF11FD2D-8085-09D7-19B8-5591D8C1DD72}"/>
              </a:ext>
            </a:extLst>
          </p:cNvPr>
          <p:cNvSpPr/>
          <p:nvPr/>
        </p:nvSpPr>
        <p:spPr>
          <a:xfrm>
            <a:off x="4583207" y="3760387"/>
            <a:ext cx="218890" cy="218890"/>
          </a:xfrm>
          <a:custGeom>
            <a:avLst/>
            <a:gdLst>
              <a:gd name="connsiteX0" fmla="*/ 183928 w 209550"/>
              <a:gd name="connsiteY0" fmla="*/ 139256 h 209550"/>
              <a:gd name="connsiteX1" fmla="*/ 215456 w 209550"/>
              <a:gd name="connsiteY1" fmla="*/ 107728 h 209550"/>
              <a:gd name="connsiteX2" fmla="*/ 183928 w 209550"/>
              <a:gd name="connsiteY2" fmla="*/ 76200 h 209550"/>
              <a:gd name="connsiteX3" fmla="*/ 183928 w 209550"/>
              <a:gd name="connsiteY3" fmla="*/ 31528 h 209550"/>
              <a:gd name="connsiteX4" fmla="*/ 139256 w 209550"/>
              <a:gd name="connsiteY4" fmla="*/ 31528 h 209550"/>
              <a:gd name="connsiteX5" fmla="*/ 107728 w 209550"/>
              <a:gd name="connsiteY5" fmla="*/ 0 h 209550"/>
              <a:gd name="connsiteX6" fmla="*/ 76200 w 209550"/>
              <a:gd name="connsiteY6" fmla="*/ 31528 h 209550"/>
              <a:gd name="connsiteX7" fmla="*/ 31528 w 209550"/>
              <a:gd name="connsiteY7" fmla="*/ 31528 h 209550"/>
              <a:gd name="connsiteX8" fmla="*/ 31528 w 209550"/>
              <a:gd name="connsiteY8" fmla="*/ 76200 h 209550"/>
              <a:gd name="connsiteX9" fmla="*/ 0 w 209550"/>
              <a:gd name="connsiteY9" fmla="*/ 107728 h 209550"/>
              <a:gd name="connsiteX10" fmla="*/ 31528 w 209550"/>
              <a:gd name="connsiteY10" fmla="*/ 139256 h 209550"/>
              <a:gd name="connsiteX11" fmla="*/ 31528 w 209550"/>
              <a:gd name="connsiteY11" fmla="*/ 183928 h 209550"/>
              <a:gd name="connsiteX12" fmla="*/ 76200 w 209550"/>
              <a:gd name="connsiteY12" fmla="*/ 183928 h 209550"/>
              <a:gd name="connsiteX13" fmla="*/ 107728 w 209550"/>
              <a:gd name="connsiteY13" fmla="*/ 215456 h 209550"/>
              <a:gd name="connsiteX14" fmla="*/ 139256 w 209550"/>
              <a:gd name="connsiteY14" fmla="*/ 183928 h 209550"/>
              <a:gd name="connsiteX15" fmla="*/ 183928 w 209550"/>
              <a:gd name="connsiteY15" fmla="*/ 183928 h 209550"/>
              <a:gd name="connsiteX16" fmla="*/ 183928 w 209550"/>
              <a:gd name="connsiteY16" fmla="*/ 139256 h 209550"/>
              <a:gd name="connsiteX17" fmla="*/ 107728 w 209550"/>
              <a:gd name="connsiteY17" fmla="*/ 164878 h 209550"/>
              <a:gd name="connsiteX18" fmla="*/ 107728 w 209550"/>
              <a:gd name="connsiteY18" fmla="*/ 50578 h 209550"/>
              <a:gd name="connsiteX19" fmla="*/ 164878 w 209550"/>
              <a:gd name="connsiteY19" fmla="*/ 107728 h 209550"/>
              <a:gd name="connsiteX20" fmla="*/ 107728 w 209550"/>
              <a:gd name="connsiteY20" fmla="*/ 164878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9550" h="209550">
                <a:moveTo>
                  <a:pt x="183928" y="139256"/>
                </a:moveTo>
                <a:lnTo>
                  <a:pt x="215456" y="107728"/>
                </a:lnTo>
                <a:lnTo>
                  <a:pt x="183928" y="76200"/>
                </a:lnTo>
                <a:lnTo>
                  <a:pt x="183928" y="31528"/>
                </a:lnTo>
                <a:lnTo>
                  <a:pt x="139256" y="31528"/>
                </a:lnTo>
                <a:lnTo>
                  <a:pt x="107728" y="0"/>
                </a:lnTo>
                <a:lnTo>
                  <a:pt x="76200" y="31528"/>
                </a:lnTo>
                <a:lnTo>
                  <a:pt x="31528" y="31528"/>
                </a:lnTo>
                <a:lnTo>
                  <a:pt x="31528" y="76200"/>
                </a:lnTo>
                <a:lnTo>
                  <a:pt x="0" y="107728"/>
                </a:lnTo>
                <a:lnTo>
                  <a:pt x="31528" y="139256"/>
                </a:lnTo>
                <a:lnTo>
                  <a:pt x="31528" y="183928"/>
                </a:lnTo>
                <a:lnTo>
                  <a:pt x="76200" y="183928"/>
                </a:lnTo>
                <a:lnTo>
                  <a:pt x="107728" y="215456"/>
                </a:lnTo>
                <a:lnTo>
                  <a:pt x="139256" y="183928"/>
                </a:lnTo>
                <a:lnTo>
                  <a:pt x="183928" y="183928"/>
                </a:lnTo>
                <a:cubicBezTo>
                  <a:pt x="183928" y="183928"/>
                  <a:pt x="183928" y="139256"/>
                  <a:pt x="183928" y="139256"/>
                </a:cubicBezTo>
                <a:close/>
                <a:moveTo>
                  <a:pt x="107728" y="164878"/>
                </a:moveTo>
                <a:lnTo>
                  <a:pt x="107728" y="50578"/>
                </a:lnTo>
                <a:cubicBezTo>
                  <a:pt x="139256" y="50578"/>
                  <a:pt x="164878" y="76200"/>
                  <a:pt x="164878" y="107728"/>
                </a:cubicBezTo>
                <a:cubicBezTo>
                  <a:pt x="164878" y="139256"/>
                  <a:pt x="139256" y="164878"/>
                  <a:pt x="107728" y="164878"/>
                </a:cubicBezTo>
                <a:close/>
              </a:path>
            </a:pathLst>
          </a:custGeom>
          <a:gradFill>
            <a:gsLst>
              <a:gs pos="0">
                <a:srgbClr val="E7EBFF"/>
              </a:gs>
              <a:gs pos="100000">
                <a:srgbClr val="FAFBFF"/>
              </a:gs>
            </a:gsLst>
            <a:lin ang="16200000" scaled="1"/>
          </a:gradFill>
          <a:ln w="9525" cap="flat">
            <a:noFill/>
            <a:prstDash val="solid"/>
            <a:miter/>
          </a:ln>
        </p:spPr>
        <p:txBody>
          <a:bodyPr rtlCol="0" anchor="ctr"/>
          <a:lstStyle/>
          <a:p>
            <a:endParaRPr lang="zh-CN" altLang="en-US"/>
          </a:p>
        </p:txBody>
      </p:sp>
      <p:sp>
        <p:nvSpPr>
          <p:cNvPr id="45" name="图形 942"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065C226E-82B1-7317-FAD7-A1022303367B}"/>
              </a:ext>
            </a:extLst>
          </p:cNvPr>
          <p:cNvSpPr/>
          <p:nvPr/>
        </p:nvSpPr>
        <p:spPr>
          <a:xfrm>
            <a:off x="3628334" y="3013304"/>
            <a:ext cx="218890" cy="218890"/>
          </a:xfrm>
          <a:custGeom>
            <a:avLst/>
            <a:gdLst>
              <a:gd name="connsiteX0" fmla="*/ 183928 w 209550"/>
              <a:gd name="connsiteY0" fmla="*/ 76200 h 209550"/>
              <a:gd name="connsiteX1" fmla="*/ 183928 w 209550"/>
              <a:gd name="connsiteY1" fmla="*/ 31528 h 209550"/>
              <a:gd name="connsiteX2" fmla="*/ 139256 w 209550"/>
              <a:gd name="connsiteY2" fmla="*/ 31528 h 209550"/>
              <a:gd name="connsiteX3" fmla="*/ 107728 w 209550"/>
              <a:gd name="connsiteY3" fmla="*/ 0 h 209550"/>
              <a:gd name="connsiteX4" fmla="*/ 76200 w 209550"/>
              <a:gd name="connsiteY4" fmla="*/ 31528 h 209550"/>
              <a:gd name="connsiteX5" fmla="*/ 31528 w 209550"/>
              <a:gd name="connsiteY5" fmla="*/ 31528 h 209550"/>
              <a:gd name="connsiteX6" fmla="*/ 31528 w 209550"/>
              <a:gd name="connsiteY6" fmla="*/ 76200 h 209550"/>
              <a:gd name="connsiteX7" fmla="*/ 0 w 209550"/>
              <a:gd name="connsiteY7" fmla="*/ 107728 h 209550"/>
              <a:gd name="connsiteX8" fmla="*/ 31528 w 209550"/>
              <a:gd name="connsiteY8" fmla="*/ 139256 h 209550"/>
              <a:gd name="connsiteX9" fmla="*/ 31528 w 209550"/>
              <a:gd name="connsiteY9" fmla="*/ 183928 h 209550"/>
              <a:gd name="connsiteX10" fmla="*/ 76200 w 209550"/>
              <a:gd name="connsiteY10" fmla="*/ 183928 h 209550"/>
              <a:gd name="connsiteX11" fmla="*/ 107728 w 209550"/>
              <a:gd name="connsiteY11" fmla="*/ 215456 h 209550"/>
              <a:gd name="connsiteX12" fmla="*/ 139256 w 209550"/>
              <a:gd name="connsiteY12" fmla="*/ 183928 h 209550"/>
              <a:gd name="connsiteX13" fmla="*/ 183928 w 209550"/>
              <a:gd name="connsiteY13" fmla="*/ 183928 h 209550"/>
              <a:gd name="connsiteX14" fmla="*/ 183928 w 209550"/>
              <a:gd name="connsiteY14" fmla="*/ 139256 h 209550"/>
              <a:gd name="connsiteX15" fmla="*/ 215456 w 209550"/>
              <a:gd name="connsiteY15" fmla="*/ 107728 h 209550"/>
              <a:gd name="connsiteX16" fmla="*/ 183928 w 209550"/>
              <a:gd name="connsiteY16" fmla="*/ 76200 h 209550"/>
              <a:gd name="connsiteX17" fmla="*/ 107728 w 209550"/>
              <a:gd name="connsiteY17" fmla="*/ 164878 h 209550"/>
              <a:gd name="connsiteX18" fmla="*/ 50578 w 209550"/>
              <a:gd name="connsiteY18" fmla="*/ 107728 h 209550"/>
              <a:gd name="connsiteX19" fmla="*/ 107728 w 209550"/>
              <a:gd name="connsiteY19" fmla="*/ 50578 h 209550"/>
              <a:gd name="connsiteX20" fmla="*/ 164878 w 209550"/>
              <a:gd name="connsiteY20" fmla="*/ 107728 h 209550"/>
              <a:gd name="connsiteX21" fmla="*/ 107728 w 209550"/>
              <a:gd name="connsiteY21" fmla="*/ 164878 h 209550"/>
              <a:gd name="connsiteX22" fmla="*/ 107728 w 209550"/>
              <a:gd name="connsiteY22" fmla="*/ 69628 h 209550"/>
              <a:gd name="connsiteX23" fmla="*/ 69628 w 209550"/>
              <a:gd name="connsiteY23" fmla="*/ 107728 h 209550"/>
              <a:gd name="connsiteX24" fmla="*/ 107728 w 209550"/>
              <a:gd name="connsiteY24" fmla="*/ 145828 h 209550"/>
              <a:gd name="connsiteX25" fmla="*/ 145828 w 209550"/>
              <a:gd name="connsiteY25" fmla="*/ 107728 h 209550"/>
              <a:gd name="connsiteX26" fmla="*/ 107728 w 209550"/>
              <a:gd name="connsiteY26" fmla="*/ 69628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09550" h="209550">
                <a:moveTo>
                  <a:pt x="183928" y="76200"/>
                </a:moveTo>
                <a:lnTo>
                  <a:pt x="183928" y="31528"/>
                </a:lnTo>
                <a:lnTo>
                  <a:pt x="139256" y="31528"/>
                </a:lnTo>
                <a:lnTo>
                  <a:pt x="107728" y="0"/>
                </a:lnTo>
                <a:lnTo>
                  <a:pt x="76200" y="31528"/>
                </a:lnTo>
                <a:lnTo>
                  <a:pt x="31528" y="31528"/>
                </a:lnTo>
                <a:lnTo>
                  <a:pt x="31528" y="76200"/>
                </a:lnTo>
                <a:lnTo>
                  <a:pt x="0" y="107728"/>
                </a:lnTo>
                <a:lnTo>
                  <a:pt x="31528" y="139256"/>
                </a:lnTo>
                <a:lnTo>
                  <a:pt x="31528" y="183928"/>
                </a:lnTo>
                <a:lnTo>
                  <a:pt x="76200" y="183928"/>
                </a:lnTo>
                <a:lnTo>
                  <a:pt x="107728" y="215456"/>
                </a:lnTo>
                <a:lnTo>
                  <a:pt x="139256" y="183928"/>
                </a:lnTo>
                <a:lnTo>
                  <a:pt x="183928" y="183928"/>
                </a:lnTo>
                <a:lnTo>
                  <a:pt x="183928" y="139256"/>
                </a:lnTo>
                <a:lnTo>
                  <a:pt x="215456" y="107728"/>
                </a:lnTo>
                <a:lnTo>
                  <a:pt x="183928" y="76200"/>
                </a:lnTo>
                <a:close/>
                <a:moveTo>
                  <a:pt x="107728" y="164878"/>
                </a:moveTo>
                <a:cubicBezTo>
                  <a:pt x="76200" y="164878"/>
                  <a:pt x="50578" y="139256"/>
                  <a:pt x="50578" y="107728"/>
                </a:cubicBezTo>
                <a:cubicBezTo>
                  <a:pt x="50578" y="76200"/>
                  <a:pt x="76200" y="50578"/>
                  <a:pt x="107728" y="50578"/>
                </a:cubicBezTo>
                <a:cubicBezTo>
                  <a:pt x="139256" y="50578"/>
                  <a:pt x="164878" y="76200"/>
                  <a:pt x="164878" y="107728"/>
                </a:cubicBezTo>
                <a:cubicBezTo>
                  <a:pt x="164878" y="139256"/>
                  <a:pt x="139256" y="164878"/>
                  <a:pt x="107728" y="164878"/>
                </a:cubicBezTo>
                <a:close/>
                <a:moveTo>
                  <a:pt x="107728" y="69628"/>
                </a:moveTo>
                <a:cubicBezTo>
                  <a:pt x="86678" y="69628"/>
                  <a:pt x="69628" y="86678"/>
                  <a:pt x="69628" y="107728"/>
                </a:cubicBezTo>
                <a:cubicBezTo>
                  <a:pt x="69628" y="128778"/>
                  <a:pt x="86678" y="145828"/>
                  <a:pt x="107728" y="145828"/>
                </a:cubicBezTo>
                <a:cubicBezTo>
                  <a:pt x="128778" y="145828"/>
                  <a:pt x="145828" y="128778"/>
                  <a:pt x="145828" y="107728"/>
                </a:cubicBezTo>
                <a:cubicBezTo>
                  <a:pt x="145828" y="86678"/>
                  <a:pt x="128778" y="69628"/>
                  <a:pt x="107728" y="69628"/>
                </a:cubicBezTo>
                <a:close/>
              </a:path>
            </a:pathLst>
          </a:custGeom>
          <a:gradFill>
            <a:gsLst>
              <a:gs pos="0">
                <a:srgbClr val="E7EBFF"/>
              </a:gs>
              <a:gs pos="100000">
                <a:srgbClr val="FAFBFF"/>
              </a:gs>
            </a:gsLst>
            <a:lin ang="16200000" scaled="1"/>
          </a:gradFill>
          <a:ln w="9525" cap="flat">
            <a:noFill/>
            <a:prstDash val="solid"/>
            <a:miter/>
          </a:ln>
        </p:spPr>
        <p:txBody>
          <a:bodyPr rtlCol="0" anchor="ctr"/>
          <a:lstStyle/>
          <a:p>
            <a:endParaRPr lang="zh-CN" altLang="en-US"/>
          </a:p>
        </p:txBody>
      </p:sp>
      <p:sp>
        <p:nvSpPr>
          <p:cNvPr id="46" name="图形 1106"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06E4FA32-71DB-91E7-9CB8-0DB3962F9481}"/>
              </a:ext>
            </a:extLst>
          </p:cNvPr>
          <p:cNvSpPr/>
          <p:nvPr/>
        </p:nvSpPr>
        <p:spPr>
          <a:xfrm>
            <a:off x="5234066" y="2245044"/>
            <a:ext cx="189041" cy="179092"/>
          </a:xfrm>
          <a:custGeom>
            <a:avLst/>
            <a:gdLst>
              <a:gd name="connsiteX0" fmla="*/ 61913 w 180975"/>
              <a:gd name="connsiteY0" fmla="*/ 133350 h 171450"/>
              <a:gd name="connsiteX1" fmla="*/ 42863 w 180975"/>
              <a:gd name="connsiteY1" fmla="*/ 133350 h 171450"/>
              <a:gd name="connsiteX2" fmla="*/ 42863 w 180975"/>
              <a:gd name="connsiteY2" fmla="*/ 66675 h 171450"/>
              <a:gd name="connsiteX3" fmla="*/ 61913 w 180975"/>
              <a:gd name="connsiteY3" fmla="*/ 66675 h 171450"/>
              <a:gd name="connsiteX4" fmla="*/ 61913 w 180975"/>
              <a:gd name="connsiteY4" fmla="*/ 133350 h 171450"/>
              <a:gd name="connsiteX5" fmla="*/ 100013 w 180975"/>
              <a:gd name="connsiteY5" fmla="*/ 133350 h 171450"/>
              <a:gd name="connsiteX6" fmla="*/ 80963 w 180975"/>
              <a:gd name="connsiteY6" fmla="*/ 133350 h 171450"/>
              <a:gd name="connsiteX7" fmla="*/ 80963 w 180975"/>
              <a:gd name="connsiteY7" fmla="*/ 38100 h 171450"/>
              <a:gd name="connsiteX8" fmla="*/ 100013 w 180975"/>
              <a:gd name="connsiteY8" fmla="*/ 38100 h 171450"/>
              <a:gd name="connsiteX9" fmla="*/ 100013 w 180975"/>
              <a:gd name="connsiteY9" fmla="*/ 133350 h 171450"/>
              <a:gd name="connsiteX10" fmla="*/ 138113 w 180975"/>
              <a:gd name="connsiteY10" fmla="*/ 133350 h 171450"/>
              <a:gd name="connsiteX11" fmla="*/ 119063 w 180975"/>
              <a:gd name="connsiteY11" fmla="*/ 133350 h 171450"/>
              <a:gd name="connsiteX12" fmla="*/ 119063 w 180975"/>
              <a:gd name="connsiteY12" fmla="*/ 95250 h 171450"/>
              <a:gd name="connsiteX13" fmla="*/ 138113 w 180975"/>
              <a:gd name="connsiteY13" fmla="*/ 95250 h 171450"/>
              <a:gd name="connsiteX14" fmla="*/ 138113 w 180975"/>
              <a:gd name="connsiteY14" fmla="*/ 133350 h 171450"/>
              <a:gd name="connsiteX15" fmla="*/ 161925 w 180975"/>
              <a:gd name="connsiteY15" fmla="*/ 153353 h 171450"/>
              <a:gd name="connsiteX16" fmla="*/ 19050 w 180975"/>
              <a:gd name="connsiteY16" fmla="*/ 153353 h 171450"/>
              <a:gd name="connsiteX17" fmla="*/ 19050 w 180975"/>
              <a:gd name="connsiteY17" fmla="*/ 19050 h 171450"/>
              <a:gd name="connsiteX18" fmla="*/ 161925 w 180975"/>
              <a:gd name="connsiteY18" fmla="*/ 19050 h 171450"/>
              <a:gd name="connsiteX19" fmla="*/ 161925 w 180975"/>
              <a:gd name="connsiteY19" fmla="*/ 153353 h 171450"/>
              <a:gd name="connsiteX20" fmla="*/ 161925 w 180975"/>
              <a:gd name="connsiteY20" fmla="*/ 0 h 171450"/>
              <a:gd name="connsiteX21" fmla="*/ 19050 w 180975"/>
              <a:gd name="connsiteY21" fmla="*/ 0 h 171450"/>
              <a:gd name="connsiteX22" fmla="*/ 0 w 180975"/>
              <a:gd name="connsiteY22" fmla="*/ 19050 h 171450"/>
              <a:gd name="connsiteX23" fmla="*/ 0 w 180975"/>
              <a:gd name="connsiteY23" fmla="*/ 152400 h 171450"/>
              <a:gd name="connsiteX24" fmla="*/ 19050 w 180975"/>
              <a:gd name="connsiteY24" fmla="*/ 171450 h 171450"/>
              <a:gd name="connsiteX25" fmla="*/ 161925 w 180975"/>
              <a:gd name="connsiteY25" fmla="*/ 171450 h 171450"/>
              <a:gd name="connsiteX26" fmla="*/ 180975 w 180975"/>
              <a:gd name="connsiteY26" fmla="*/ 152400 h 171450"/>
              <a:gd name="connsiteX27" fmla="*/ 180975 w 180975"/>
              <a:gd name="connsiteY27" fmla="*/ 19050 h 171450"/>
              <a:gd name="connsiteX28" fmla="*/ 161925 w 180975"/>
              <a:gd name="connsiteY28"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80975" h="171450">
                <a:moveTo>
                  <a:pt x="61913" y="133350"/>
                </a:moveTo>
                <a:lnTo>
                  <a:pt x="42863" y="133350"/>
                </a:lnTo>
                <a:lnTo>
                  <a:pt x="42863" y="66675"/>
                </a:lnTo>
                <a:lnTo>
                  <a:pt x="61913" y="66675"/>
                </a:lnTo>
                <a:lnTo>
                  <a:pt x="61913" y="133350"/>
                </a:lnTo>
                <a:close/>
                <a:moveTo>
                  <a:pt x="100013" y="133350"/>
                </a:moveTo>
                <a:lnTo>
                  <a:pt x="80963" y="133350"/>
                </a:lnTo>
                <a:lnTo>
                  <a:pt x="80963" y="38100"/>
                </a:lnTo>
                <a:lnTo>
                  <a:pt x="100013" y="38100"/>
                </a:lnTo>
                <a:lnTo>
                  <a:pt x="100013" y="133350"/>
                </a:lnTo>
                <a:close/>
                <a:moveTo>
                  <a:pt x="138113" y="133350"/>
                </a:moveTo>
                <a:lnTo>
                  <a:pt x="119063" y="133350"/>
                </a:lnTo>
                <a:lnTo>
                  <a:pt x="119063" y="95250"/>
                </a:lnTo>
                <a:lnTo>
                  <a:pt x="138113" y="95250"/>
                </a:lnTo>
                <a:lnTo>
                  <a:pt x="138113" y="133350"/>
                </a:lnTo>
                <a:close/>
                <a:moveTo>
                  <a:pt x="161925" y="153353"/>
                </a:moveTo>
                <a:lnTo>
                  <a:pt x="19050" y="153353"/>
                </a:lnTo>
                <a:lnTo>
                  <a:pt x="19050" y="19050"/>
                </a:lnTo>
                <a:lnTo>
                  <a:pt x="161925" y="19050"/>
                </a:lnTo>
                <a:lnTo>
                  <a:pt x="161925" y="153353"/>
                </a:lnTo>
                <a:close/>
                <a:moveTo>
                  <a:pt x="161925" y="0"/>
                </a:moveTo>
                <a:lnTo>
                  <a:pt x="19050" y="0"/>
                </a:lnTo>
                <a:cubicBezTo>
                  <a:pt x="8573" y="0"/>
                  <a:pt x="0" y="8573"/>
                  <a:pt x="0" y="19050"/>
                </a:cubicBezTo>
                <a:lnTo>
                  <a:pt x="0" y="152400"/>
                </a:lnTo>
                <a:cubicBezTo>
                  <a:pt x="0" y="162878"/>
                  <a:pt x="8573" y="171450"/>
                  <a:pt x="19050" y="171450"/>
                </a:cubicBezTo>
                <a:lnTo>
                  <a:pt x="161925" y="171450"/>
                </a:lnTo>
                <a:cubicBezTo>
                  <a:pt x="172403" y="171450"/>
                  <a:pt x="180975" y="162878"/>
                  <a:pt x="180975" y="152400"/>
                </a:cubicBezTo>
                <a:lnTo>
                  <a:pt x="180975" y="19050"/>
                </a:lnTo>
                <a:cubicBezTo>
                  <a:pt x="180975" y="8573"/>
                  <a:pt x="172403" y="0"/>
                  <a:pt x="161925" y="0"/>
                </a:cubicBezTo>
                <a:close/>
              </a:path>
            </a:pathLst>
          </a:custGeom>
          <a:gradFill>
            <a:gsLst>
              <a:gs pos="0">
                <a:srgbClr val="E7EBFF"/>
              </a:gs>
              <a:gs pos="100000">
                <a:srgbClr val="FAFBFF"/>
              </a:gs>
            </a:gsLst>
            <a:lin ang="16200000" scaled="1"/>
          </a:gradFill>
          <a:ln w="9525" cap="flat">
            <a:noFill/>
            <a:prstDash val="solid"/>
            <a:miter/>
          </a:ln>
        </p:spPr>
        <p:txBody>
          <a:bodyPr rtlCol="0" anchor="ctr"/>
          <a:lstStyle/>
          <a:p>
            <a:endParaRPr lang="zh-CN" altLang="en-US"/>
          </a:p>
        </p:txBody>
      </p:sp>
      <p:sp>
        <p:nvSpPr>
          <p:cNvPr id="47" name="图形 1006"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9FEFFEDE-AE23-1C78-2D2D-6007A2432912}"/>
              </a:ext>
            </a:extLst>
          </p:cNvPr>
          <p:cNvSpPr/>
          <p:nvPr/>
        </p:nvSpPr>
        <p:spPr>
          <a:xfrm>
            <a:off x="7546470" y="3790950"/>
            <a:ext cx="238789" cy="159193"/>
          </a:xfrm>
          <a:custGeom>
            <a:avLst/>
            <a:gdLst>
              <a:gd name="connsiteX0" fmla="*/ 184309 w 228600"/>
              <a:gd name="connsiteY0" fmla="*/ 57531 h 152400"/>
              <a:gd name="connsiteX1" fmla="*/ 114300 w 228600"/>
              <a:gd name="connsiteY1" fmla="*/ 0 h 152400"/>
              <a:gd name="connsiteX2" fmla="*/ 50959 w 228600"/>
              <a:gd name="connsiteY2" fmla="*/ 38481 h 152400"/>
              <a:gd name="connsiteX3" fmla="*/ 0 w 228600"/>
              <a:gd name="connsiteY3" fmla="*/ 95250 h 152400"/>
              <a:gd name="connsiteX4" fmla="*/ 57150 w 228600"/>
              <a:gd name="connsiteY4" fmla="*/ 152400 h 152400"/>
              <a:gd name="connsiteX5" fmla="*/ 180975 w 228600"/>
              <a:gd name="connsiteY5" fmla="*/ 152400 h 152400"/>
              <a:gd name="connsiteX6" fmla="*/ 228600 w 228600"/>
              <a:gd name="connsiteY6" fmla="*/ 104775 h 152400"/>
              <a:gd name="connsiteX7" fmla="*/ 184309 w 228600"/>
              <a:gd name="connsiteY7" fmla="*/ 57531 h 152400"/>
              <a:gd name="connsiteX8" fmla="*/ 133350 w 228600"/>
              <a:gd name="connsiteY8" fmla="*/ 85725 h 152400"/>
              <a:gd name="connsiteX9" fmla="*/ 133350 w 228600"/>
              <a:gd name="connsiteY9" fmla="*/ 123825 h 152400"/>
              <a:gd name="connsiteX10" fmla="*/ 95250 w 228600"/>
              <a:gd name="connsiteY10" fmla="*/ 123825 h 152400"/>
              <a:gd name="connsiteX11" fmla="*/ 95250 w 228600"/>
              <a:gd name="connsiteY11" fmla="*/ 85725 h 152400"/>
              <a:gd name="connsiteX12" fmla="*/ 66675 w 228600"/>
              <a:gd name="connsiteY12" fmla="*/ 85725 h 152400"/>
              <a:gd name="connsiteX13" fmla="*/ 114300 w 228600"/>
              <a:gd name="connsiteY13" fmla="*/ 38100 h 152400"/>
              <a:gd name="connsiteX14" fmla="*/ 161925 w 228600"/>
              <a:gd name="connsiteY14" fmla="*/ 85725 h 152400"/>
              <a:gd name="connsiteX15" fmla="*/ 133350 w 228600"/>
              <a:gd name="connsiteY15" fmla="*/ 857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8600" h="152400">
                <a:moveTo>
                  <a:pt x="184309" y="57531"/>
                </a:moveTo>
                <a:cubicBezTo>
                  <a:pt x="177832" y="24670"/>
                  <a:pt x="148971" y="0"/>
                  <a:pt x="114300" y="0"/>
                </a:cubicBezTo>
                <a:cubicBezTo>
                  <a:pt x="86773" y="0"/>
                  <a:pt x="62865" y="15621"/>
                  <a:pt x="50959" y="38481"/>
                </a:cubicBezTo>
                <a:cubicBezTo>
                  <a:pt x="22289" y="41529"/>
                  <a:pt x="0" y="65818"/>
                  <a:pt x="0" y="95250"/>
                </a:cubicBezTo>
                <a:cubicBezTo>
                  <a:pt x="0" y="126778"/>
                  <a:pt x="25622" y="152400"/>
                  <a:pt x="57150" y="152400"/>
                </a:cubicBezTo>
                <a:lnTo>
                  <a:pt x="180975" y="152400"/>
                </a:lnTo>
                <a:cubicBezTo>
                  <a:pt x="207264" y="152400"/>
                  <a:pt x="228600" y="131064"/>
                  <a:pt x="228600" y="104775"/>
                </a:cubicBezTo>
                <a:cubicBezTo>
                  <a:pt x="228600" y="79629"/>
                  <a:pt x="209074" y="59245"/>
                  <a:pt x="184309" y="57531"/>
                </a:cubicBezTo>
                <a:close/>
                <a:moveTo>
                  <a:pt x="133350" y="85725"/>
                </a:moveTo>
                <a:lnTo>
                  <a:pt x="133350" y="123825"/>
                </a:lnTo>
                <a:lnTo>
                  <a:pt x="95250" y="123825"/>
                </a:lnTo>
                <a:lnTo>
                  <a:pt x="95250" y="85725"/>
                </a:lnTo>
                <a:lnTo>
                  <a:pt x="66675" y="85725"/>
                </a:lnTo>
                <a:lnTo>
                  <a:pt x="114300" y="38100"/>
                </a:lnTo>
                <a:lnTo>
                  <a:pt x="161925" y="85725"/>
                </a:lnTo>
                <a:lnTo>
                  <a:pt x="133350" y="85725"/>
                </a:lnTo>
                <a:close/>
              </a:path>
            </a:pathLst>
          </a:custGeom>
          <a:gradFill>
            <a:gsLst>
              <a:gs pos="0">
                <a:srgbClr val="E7EBFF"/>
              </a:gs>
              <a:gs pos="100000">
                <a:srgbClr val="FAFBFF"/>
              </a:gs>
            </a:gsLst>
            <a:lin ang="16200000" scaled="1"/>
          </a:gradFill>
          <a:ln w="9525" cap="flat">
            <a:noFill/>
            <a:prstDash val="solid"/>
            <a:miter/>
          </a:ln>
        </p:spPr>
        <p:txBody>
          <a:bodyPr rtlCol="0" anchor="ctr"/>
          <a:lstStyle/>
          <a:p>
            <a:endParaRPr lang="zh-CN" altLang="en-US"/>
          </a:p>
        </p:txBody>
      </p:sp>
      <p:sp>
        <p:nvSpPr>
          <p:cNvPr id="48" name="图形 912"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F19D8C39-53B4-8A3A-0C22-8DEB01D7A1CB}"/>
              </a:ext>
            </a:extLst>
          </p:cNvPr>
          <p:cNvSpPr/>
          <p:nvPr/>
        </p:nvSpPr>
        <p:spPr>
          <a:xfrm>
            <a:off x="6069813" y="4070630"/>
            <a:ext cx="218890" cy="179092"/>
          </a:xfrm>
          <a:custGeom>
            <a:avLst/>
            <a:gdLst>
              <a:gd name="connsiteX0" fmla="*/ 76200 w 209550"/>
              <a:gd name="connsiteY0" fmla="*/ 123825 h 171450"/>
              <a:gd name="connsiteX1" fmla="*/ 138113 w 209550"/>
              <a:gd name="connsiteY1" fmla="*/ 123825 h 171450"/>
              <a:gd name="connsiteX2" fmla="*/ 161925 w 209550"/>
              <a:gd name="connsiteY2" fmla="*/ 100013 h 171450"/>
              <a:gd name="connsiteX3" fmla="*/ 138113 w 209550"/>
              <a:gd name="connsiteY3" fmla="*/ 76200 h 171450"/>
              <a:gd name="connsiteX4" fmla="*/ 137636 w 209550"/>
              <a:gd name="connsiteY4" fmla="*/ 76200 h 171450"/>
              <a:gd name="connsiteX5" fmla="*/ 104775 w 209550"/>
              <a:gd name="connsiteY5" fmla="*/ 47625 h 171450"/>
              <a:gd name="connsiteX6" fmla="*/ 74676 w 209550"/>
              <a:gd name="connsiteY6" fmla="*/ 66866 h 171450"/>
              <a:gd name="connsiteX7" fmla="*/ 73152 w 209550"/>
              <a:gd name="connsiteY7" fmla="*/ 66866 h 171450"/>
              <a:gd name="connsiteX8" fmla="*/ 47625 w 209550"/>
              <a:gd name="connsiteY8" fmla="*/ 95250 h 171450"/>
              <a:gd name="connsiteX9" fmla="*/ 76200 w 209550"/>
              <a:gd name="connsiteY9" fmla="*/ 123825 h 171450"/>
              <a:gd name="connsiteX10" fmla="*/ 190500 w 209550"/>
              <a:gd name="connsiteY10" fmla="*/ 0 h 171450"/>
              <a:gd name="connsiteX11" fmla="*/ 19050 w 209550"/>
              <a:gd name="connsiteY11" fmla="*/ 0 h 171450"/>
              <a:gd name="connsiteX12" fmla="*/ 0 w 209550"/>
              <a:gd name="connsiteY12" fmla="*/ 19050 h 171450"/>
              <a:gd name="connsiteX13" fmla="*/ 0 w 209550"/>
              <a:gd name="connsiteY13" fmla="*/ 152400 h 171450"/>
              <a:gd name="connsiteX14" fmla="*/ 19050 w 209550"/>
              <a:gd name="connsiteY14" fmla="*/ 171450 h 171450"/>
              <a:gd name="connsiteX15" fmla="*/ 190500 w 209550"/>
              <a:gd name="connsiteY15" fmla="*/ 171450 h 171450"/>
              <a:gd name="connsiteX16" fmla="*/ 209550 w 209550"/>
              <a:gd name="connsiteY16" fmla="*/ 152400 h 171450"/>
              <a:gd name="connsiteX17" fmla="*/ 209550 w 209550"/>
              <a:gd name="connsiteY17" fmla="*/ 19050 h 171450"/>
              <a:gd name="connsiteX18" fmla="*/ 190500 w 209550"/>
              <a:gd name="connsiteY18" fmla="*/ 0 h 171450"/>
              <a:gd name="connsiteX19" fmla="*/ 190500 w 209550"/>
              <a:gd name="connsiteY19" fmla="*/ 152495 h 171450"/>
              <a:gd name="connsiteX20" fmla="*/ 19050 w 209550"/>
              <a:gd name="connsiteY20" fmla="*/ 152495 h 171450"/>
              <a:gd name="connsiteX21" fmla="*/ 19050 w 209550"/>
              <a:gd name="connsiteY21" fmla="*/ 18955 h 171450"/>
              <a:gd name="connsiteX22" fmla="*/ 190500 w 209550"/>
              <a:gd name="connsiteY22" fmla="*/ 18955 h 171450"/>
              <a:gd name="connsiteX23" fmla="*/ 190500 w 209550"/>
              <a:gd name="connsiteY23" fmla="*/ 15249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9550" h="171450">
                <a:moveTo>
                  <a:pt x="76200" y="123825"/>
                </a:moveTo>
                <a:lnTo>
                  <a:pt x="138113" y="123825"/>
                </a:lnTo>
                <a:cubicBezTo>
                  <a:pt x="151257" y="123825"/>
                  <a:pt x="161925" y="113157"/>
                  <a:pt x="161925" y="100013"/>
                </a:cubicBezTo>
                <a:cubicBezTo>
                  <a:pt x="161925" y="86868"/>
                  <a:pt x="151257" y="76200"/>
                  <a:pt x="138113" y="76200"/>
                </a:cubicBezTo>
                <a:lnTo>
                  <a:pt x="137636" y="76200"/>
                </a:lnTo>
                <a:cubicBezTo>
                  <a:pt x="135350" y="60103"/>
                  <a:pt x="121539" y="47625"/>
                  <a:pt x="104775" y="47625"/>
                </a:cubicBezTo>
                <a:cubicBezTo>
                  <a:pt x="91440" y="47625"/>
                  <a:pt x="80010" y="55531"/>
                  <a:pt x="74676" y="66866"/>
                </a:cubicBezTo>
                <a:lnTo>
                  <a:pt x="73152" y="66866"/>
                </a:lnTo>
                <a:cubicBezTo>
                  <a:pt x="58769" y="68390"/>
                  <a:pt x="47625" y="80486"/>
                  <a:pt x="47625" y="95250"/>
                </a:cubicBezTo>
                <a:cubicBezTo>
                  <a:pt x="47625" y="111062"/>
                  <a:pt x="60389" y="123825"/>
                  <a:pt x="76200" y="123825"/>
                </a:cubicBezTo>
                <a:close/>
                <a:moveTo>
                  <a:pt x="190500" y="0"/>
                </a:moveTo>
                <a:lnTo>
                  <a:pt x="19050" y="0"/>
                </a:lnTo>
                <a:cubicBezTo>
                  <a:pt x="8573" y="0"/>
                  <a:pt x="0" y="8573"/>
                  <a:pt x="0" y="19050"/>
                </a:cubicBezTo>
                <a:lnTo>
                  <a:pt x="0" y="152400"/>
                </a:lnTo>
                <a:cubicBezTo>
                  <a:pt x="0" y="162878"/>
                  <a:pt x="8573" y="171450"/>
                  <a:pt x="19050" y="171450"/>
                </a:cubicBezTo>
                <a:lnTo>
                  <a:pt x="190500" y="171450"/>
                </a:lnTo>
                <a:cubicBezTo>
                  <a:pt x="200978" y="171450"/>
                  <a:pt x="209550" y="162878"/>
                  <a:pt x="209550" y="152400"/>
                </a:cubicBezTo>
                <a:lnTo>
                  <a:pt x="209550" y="19050"/>
                </a:lnTo>
                <a:cubicBezTo>
                  <a:pt x="209550" y="8573"/>
                  <a:pt x="200978" y="0"/>
                  <a:pt x="190500" y="0"/>
                </a:cubicBezTo>
                <a:close/>
                <a:moveTo>
                  <a:pt x="190500" y="152495"/>
                </a:moveTo>
                <a:lnTo>
                  <a:pt x="19050" y="152495"/>
                </a:lnTo>
                <a:lnTo>
                  <a:pt x="19050" y="18955"/>
                </a:lnTo>
                <a:lnTo>
                  <a:pt x="190500" y="18955"/>
                </a:lnTo>
                <a:lnTo>
                  <a:pt x="190500" y="152495"/>
                </a:lnTo>
                <a:close/>
              </a:path>
            </a:pathLst>
          </a:custGeom>
          <a:gradFill>
            <a:gsLst>
              <a:gs pos="0">
                <a:srgbClr val="E7EBFF"/>
              </a:gs>
              <a:gs pos="100000">
                <a:srgbClr val="FAFBFF"/>
              </a:gs>
            </a:gsLst>
            <a:lin ang="16200000" scaled="1"/>
          </a:gradFill>
          <a:ln w="9525" cap="flat">
            <a:noFill/>
            <a:prstDash val="solid"/>
            <a:miter/>
          </a:ln>
        </p:spPr>
        <p:txBody>
          <a:bodyPr rtlCol="0" anchor="ctr"/>
          <a:lstStyle/>
          <a:p>
            <a:endParaRPr lang="zh-CN" altLang="en-US"/>
          </a:p>
        </p:txBody>
      </p:sp>
      <p:grpSp>
        <p:nvGrpSpPr>
          <p:cNvPr id="94" name="组合 93">
            <a:extLst>
              <a:ext uri="{FF2B5EF4-FFF2-40B4-BE49-F238E27FC236}">
                <a16:creationId xmlns:a16="http://schemas.microsoft.com/office/drawing/2014/main" id="{D6E73DA8-D788-5045-1B55-D0D5297B7F8A}"/>
              </a:ext>
            </a:extLst>
          </p:cNvPr>
          <p:cNvGrpSpPr/>
          <p:nvPr/>
        </p:nvGrpSpPr>
        <p:grpSpPr>
          <a:xfrm>
            <a:off x="5852362" y="4412241"/>
            <a:ext cx="663543" cy="230924"/>
            <a:chOff x="5995834" y="4605306"/>
            <a:chExt cx="663543" cy="230924"/>
          </a:xfrm>
        </p:grpSpPr>
        <p:sp>
          <p:nvSpPr>
            <p:cNvPr id="93" name="矩形: 圆角 92">
              <a:extLst>
                <a:ext uri="{FF2B5EF4-FFF2-40B4-BE49-F238E27FC236}">
                  <a16:creationId xmlns:a16="http://schemas.microsoft.com/office/drawing/2014/main" id="{510C5762-4FD3-FA7A-1CB5-E4E8DBD332D5}"/>
                </a:ext>
              </a:extLst>
            </p:cNvPr>
            <p:cNvSpPr/>
            <p:nvPr/>
          </p:nvSpPr>
          <p:spPr>
            <a:xfrm>
              <a:off x="5995834" y="4605306"/>
              <a:ext cx="663543" cy="230924"/>
            </a:xfrm>
            <a:prstGeom prst="roundRect">
              <a:avLst/>
            </a:prstGeom>
            <a:solidFill>
              <a:schemeClr val="bg1"/>
            </a:solidFill>
            <a:ln w="6350">
              <a:solidFill>
                <a:srgbClr val="7584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文本框 26">
              <a:extLst>
                <a:ext uri="{FF2B5EF4-FFF2-40B4-BE49-F238E27FC236}">
                  <a16:creationId xmlns:a16="http://schemas.microsoft.com/office/drawing/2014/main" id="{CD48113A-F6E9-0472-2B7B-9B15D7FFD38E}"/>
                </a:ext>
              </a:extLst>
            </p:cNvPr>
            <p:cNvSpPr txBox="1"/>
            <p:nvPr/>
          </p:nvSpPr>
          <p:spPr>
            <a:xfrm>
              <a:off x="6030088" y="4611112"/>
              <a:ext cx="595035"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nvGrpSpPr>
          <p:cNvPr id="95" name="组合 94">
            <a:extLst>
              <a:ext uri="{FF2B5EF4-FFF2-40B4-BE49-F238E27FC236}">
                <a16:creationId xmlns:a16="http://schemas.microsoft.com/office/drawing/2014/main" id="{EE5F17BC-634D-1FEC-FC07-D48A96CC5706}"/>
              </a:ext>
            </a:extLst>
          </p:cNvPr>
          <p:cNvGrpSpPr/>
          <p:nvPr/>
        </p:nvGrpSpPr>
        <p:grpSpPr>
          <a:xfrm>
            <a:off x="7319050" y="4186565"/>
            <a:ext cx="663543" cy="230924"/>
            <a:chOff x="5995834" y="4605306"/>
            <a:chExt cx="663543" cy="230924"/>
          </a:xfrm>
        </p:grpSpPr>
        <p:sp>
          <p:nvSpPr>
            <p:cNvPr id="96" name="矩形: 圆角 95">
              <a:extLst>
                <a:ext uri="{FF2B5EF4-FFF2-40B4-BE49-F238E27FC236}">
                  <a16:creationId xmlns:a16="http://schemas.microsoft.com/office/drawing/2014/main" id="{76944531-FE4F-B39F-9B13-8C6160209C87}"/>
                </a:ext>
              </a:extLst>
            </p:cNvPr>
            <p:cNvSpPr/>
            <p:nvPr/>
          </p:nvSpPr>
          <p:spPr>
            <a:xfrm>
              <a:off x="5995834" y="4605306"/>
              <a:ext cx="663543" cy="230924"/>
            </a:xfrm>
            <a:prstGeom prst="roundRect">
              <a:avLst/>
            </a:prstGeom>
            <a:solidFill>
              <a:schemeClr val="bg1"/>
            </a:solidFill>
            <a:ln w="6350">
              <a:solidFill>
                <a:srgbClr val="7584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文本框 26">
              <a:extLst>
                <a:ext uri="{FF2B5EF4-FFF2-40B4-BE49-F238E27FC236}">
                  <a16:creationId xmlns:a16="http://schemas.microsoft.com/office/drawing/2014/main" id="{658196C7-A272-FD8A-CD87-300276D25233}"/>
                </a:ext>
              </a:extLst>
            </p:cNvPr>
            <p:cNvSpPr txBox="1"/>
            <p:nvPr/>
          </p:nvSpPr>
          <p:spPr>
            <a:xfrm>
              <a:off x="6030088" y="4611112"/>
              <a:ext cx="595035"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nvGrpSpPr>
          <p:cNvPr id="98" name="组合 97">
            <a:extLst>
              <a:ext uri="{FF2B5EF4-FFF2-40B4-BE49-F238E27FC236}">
                <a16:creationId xmlns:a16="http://schemas.microsoft.com/office/drawing/2014/main" id="{D0929C0D-7595-7C90-B9B8-609B4A7AC2DC}"/>
              </a:ext>
            </a:extLst>
          </p:cNvPr>
          <p:cNvGrpSpPr/>
          <p:nvPr/>
        </p:nvGrpSpPr>
        <p:grpSpPr>
          <a:xfrm>
            <a:off x="8273848" y="3432225"/>
            <a:ext cx="663543" cy="230924"/>
            <a:chOff x="5995834" y="4605306"/>
            <a:chExt cx="663543" cy="230924"/>
          </a:xfrm>
        </p:grpSpPr>
        <p:sp>
          <p:nvSpPr>
            <p:cNvPr id="99" name="矩形: 圆角 98">
              <a:extLst>
                <a:ext uri="{FF2B5EF4-FFF2-40B4-BE49-F238E27FC236}">
                  <a16:creationId xmlns:a16="http://schemas.microsoft.com/office/drawing/2014/main" id="{ED43D5FD-202D-F0D1-79C6-3B1347A84D8E}"/>
                </a:ext>
              </a:extLst>
            </p:cNvPr>
            <p:cNvSpPr/>
            <p:nvPr/>
          </p:nvSpPr>
          <p:spPr>
            <a:xfrm>
              <a:off x="5995834" y="4605306"/>
              <a:ext cx="663543" cy="230924"/>
            </a:xfrm>
            <a:prstGeom prst="roundRect">
              <a:avLst/>
            </a:prstGeom>
            <a:solidFill>
              <a:schemeClr val="bg1"/>
            </a:solidFill>
            <a:ln w="6350">
              <a:solidFill>
                <a:srgbClr val="7584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26">
              <a:extLst>
                <a:ext uri="{FF2B5EF4-FFF2-40B4-BE49-F238E27FC236}">
                  <a16:creationId xmlns:a16="http://schemas.microsoft.com/office/drawing/2014/main" id="{B0C7B72E-EFDA-0532-C287-934F834D6FB7}"/>
                </a:ext>
              </a:extLst>
            </p:cNvPr>
            <p:cNvSpPr txBox="1"/>
            <p:nvPr/>
          </p:nvSpPr>
          <p:spPr>
            <a:xfrm>
              <a:off x="6030088" y="4611112"/>
              <a:ext cx="595035"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nvGrpSpPr>
          <p:cNvPr id="101" name="组合 100">
            <a:extLst>
              <a:ext uri="{FF2B5EF4-FFF2-40B4-BE49-F238E27FC236}">
                <a16:creationId xmlns:a16="http://schemas.microsoft.com/office/drawing/2014/main" id="{5BB08308-6229-A59C-57AC-19DE85F1BB2B}"/>
              </a:ext>
            </a:extLst>
          </p:cNvPr>
          <p:cNvGrpSpPr/>
          <p:nvPr/>
        </p:nvGrpSpPr>
        <p:grpSpPr>
          <a:xfrm>
            <a:off x="6701277" y="2622365"/>
            <a:ext cx="663543" cy="230924"/>
            <a:chOff x="5995834" y="4605306"/>
            <a:chExt cx="663543" cy="230924"/>
          </a:xfrm>
        </p:grpSpPr>
        <p:sp>
          <p:nvSpPr>
            <p:cNvPr id="102" name="矩形: 圆角 101">
              <a:extLst>
                <a:ext uri="{FF2B5EF4-FFF2-40B4-BE49-F238E27FC236}">
                  <a16:creationId xmlns:a16="http://schemas.microsoft.com/office/drawing/2014/main" id="{D3D69A68-BD63-E60D-9F33-CF29DCA65949}"/>
                </a:ext>
              </a:extLst>
            </p:cNvPr>
            <p:cNvSpPr/>
            <p:nvPr/>
          </p:nvSpPr>
          <p:spPr>
            <a:xfrm>
              <a:off x="5995834" y="4605306"/>
              <a:ext cx="663543" cy="230924"/>
            </a:xfrm>
            <a:prstGeom prst="roundRect">
              <a:avLst/>
            </a:prstGeom>
            <a:solidFill>
              <a:schemeClr val="bg1"/>
            </a:solidFill>
            <a:ln w="6350">
              <a:solidFill>
                <a:srgbClr val="7584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文本框 26">
              <a:extLst>
                <a:ext uri="{FF2B5EF4-FFF2-40B4-BE49-F238E27FC236}">
                  <a16:creationId xmlns:a16="http://schemas.microsoft.com/office/drawing/2014/main" id="{FE8C844E-7911-48FB-92CF-1CD741A1D48B}"/>
                </a:ext>
              </a:extLst>
            </p:cNvPr>
            <p:cNvSpPr txBox="1"/>
            <p:nvPr/>
          </p:nvSpPr>
          <p:spPr>
            <a:xfrm>
              <a:off x="6030088" y="4611112"/>
              <a:ext cx="595035"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nvGrpSpPr>
          <p:cNvPr id="104" name="组合 103">
            <a:extLst>
              <a:ext uri="{FF2B5EF4-FFF2-40B4-BE49-F238E27FC236}">
                <a16:creationId xmlns:a16="http://schemas.microsoft.com/office/drawing/2014/main" id="{9889933E-6FC2-127B-340E-BFDAF7F66844}"/>
              </a:ext>
            </a:extLst>
          </p:cNvPr>
          <p:cNvGrpSpPr/>
          <p:nvPr/>
        </p:nvGrpSpPr>
        <p:grpSpPr>
          <a:xfrm>
            <a:off x="4987322" y="2625802"/>
            <a:ext cx="663543" cy="230924"/>
            <a:chOff x="5995834" y="4605306"/>
            <a:chExt cx="663543" cy="230924"/>
          </a:xfrm>
        </p:grpSpPr>
        <p:sp>
          <p:nvSpPr>
            <p:cNvPr id="105" name="矩形: 圆角 104">
              <a:extLst>
                <a:ext uri="{FF2B5EF4-FFF2-40B4-BE49-F238E27FC236}">
                  <a16:creationId xmlns:a16="http://schemas.microsoft.com/office/drawing/2014/main" id="{99F5C57A-5F4D-8E99-FB10-73D48708F0B6}"/>
                </a:ext>
              </a:extLst>
            </p:cNvPr>
            <p:cNvSpPr/>
            <p:nvPr/>
          </p:nvSpPr>
          <p:spPr>
            <a:xfrm>
              <a:off x="5995834" y="4605306"/>
              <a:ext cx="663543" cy="230924"/>
            </a:xfrm>
            <a:prstGeom prst="roundRect">
              <a:avLst/>
            </a:prstGeom>
            <a:solidFill>
              <a:schemeClr val="bg1"/>
            </a:solidFill>
            <a:ln w="6350">
              <a:solidFill>
                <a:srgbClr val="7584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文本框 26">
              <a:extLst>
                <a:ext uri="{FF2B5EF4-FFF2-40B4-BE49-F238E27FC236}">
                  <a16:creationId xmlns:a16="http://schemas.microsoft.com/office/drawing/2014/main" id="{3CA63F55-C159-B131-69E6-F66AAF908875}"/>
                </a:ext>
              </a:extLst>
            </p:cNvPr>
            <p:cNvSpPr txBox="1"/>
            <p:nvPr/>
          </p:nvSpPr>
          <p:spPr>
            <a:xfrm>
              <a:off x="6030088" y="4611112"/>
              <a:ext cx="595035"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nvGrpSpPr>
          <p:cNvPr id="107" name="组合 106">
            <a:extLst>
              <a:ext uri="{FF2B5EF4-FFF2-40B4-BE49-F238E27FC236}">
                <a16:creationId xmlns:a16="http://schemas.microsoft.com/office/drawing/2014/main" id="{E3ED6B3B-4186-ABCF-4AF4-C8A91A0FA05F}"/>
              </a:ext>
            </a:extLst>
          </p:cNvPr>
          <p:cNvGrpSpPr/>
          <p:nvPr/>
        </p:nvGrpSpPr>
        <p:grpSpPr>
          <a:xfrm>
            <a:off x="3435718" y="3406307"/>
            <a:ext cx="663543" cy="230924"/>
            <a:chOff x="5995834" y="4605306"/>
            <a:chExt cx="663543" cy="230924"/>
          </a:xfrm>
        </p:grpSpPr>
        <p:sp>
          <p:nvSpPr>
            <p:cNvPr id="108" name="矩形: 圆角 107">
              <a:extLst>
                <a:ext uri="{FF2B5EF4-FFF2-40B4-BE49-F238E27FC236}">
                  <a16:creationId xmlns:a16="http://schemas.microsoft.com/office/drawing/2014/main" id="{D995706B-40B9-CE86-E054-5F500931D2B7}"/>
                </a:ext>
              </a:extLst>
            </p:cNvPr>
            <p:cNvSpPr/>
            <p:nvPr/>
          </p:nvSpPr>
          <p:spPr>
            <a:xfrm>
              <a:off x="5995834" y="4605306"/>
              <a:ext cx="663543" cy="230924"/>
            </a:xfrm>
            <a:prstGeom prst="roundRect">
              <a:avLst/>
            </a:prstGeom>
            <a:solidFill>
              <a:schemeClr val="bg1"/>
            </a:solidFill>
            <a:ln w="6350">
              <a:solidFill>
                <a:srgbClr val="7584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文本框 26">
              <a:extLst>
                <a:ext uri="{FF2B5EF4-FFF2-40B4-BE49-F238E27FC236}">
                  <a16:creationId xmlns:a16="http://schemas.microsoft.com/office/drawing/2014/main" id="{6AB62647-B1C1-28FC-DBEA-7A56FACC11F8}"/>
                </a:ext>
              </a:extLst>
            </p:cNvPr>
            <p:cNvSpPr txBox="1"/>
            <p:nvPr/>
          </p:nvSpPr>
          <p:spPr>
            <a:xfrm>
              <a:off x="6030088" y="4611112"/>
              <a:ext cx="595035"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grpSp>
        <p:nvGrpSpPr>
          <p:cNvPr id="110" name="组合 109">
            <a:extLst>
              <a:ext uri="{FF2B5EF4-FFF2-40B4-BE49-F238E27FC236}">
                <a16:creationId xmlns:a16="http://schemas.microsoft.com/office/drawing/2014/main" id="{750FED30-064F-8FE8-6702-037B79B48426}"/>
              </a:ext>
            </a:extLst>
          </p:cNvPr>
          <p:cNvGrpSpPr/>
          <p:nvPr/>
        </p:nvGrpSpPr>
        <p:grpSpPr>
          <a:xfrm>
            <a:off x="4396600" y="4159954"/>
            <a:ext cx="663543" cy="230924"/>
            <a:chOff x="5995834" y="4605306"/>
            <a:chExt cx="663543" cy="230924"/>
          </a:xfrm>
        </p:grpSpPr>
        <p:sp>
          <p:nvSpPr>
            <p:cNvPr id="111" name="矩形: 圆角 110">
              <a:extLst>
                <a:ext uri="{FF2B5EF4-FFF2-40B4-BE49-F238E27FC236}">
                  <a16:creationId xmlns:a16="http://schemas.microsoft.com/office/drawing/2014/main" id="{A94B5001-9C54-212B-99F1-DD32E4003DB0}"/>
                </a:ext>
              </a:extLst>
            </p:cNvPr>
            <p:cNvSpPr/>
            <p:nvPr/>
          </p:nvSpPr>
          <p:spPr>
            <a:xfrm>
              <a:off x="5995834" y="4605306"/>
              <a:ext cx="663543" cy="230924"/>
            </a:xfrm>
            <a:prstGeom prst="roundRect">
              <a:avLst/>
            </a:prstGeom>
            <a:solidFill>
              <a:schemeClr val="bg1"/>
            </a:solidFill>
            <a:ln w="6350">
              <a:solidFill>
                <a:srgbClr val="7584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文本框 26">
              <a:extLst>
                <a:ext uri="{FF2B5EF4-FFF2-40B4-BE49-F238E27FC236}">
                  <a16:creationId xmlns:a16="http://schemas.microsoft.com/office/drawing/2014/main" id="{ACBD9840-F09D-4E4F-3B0A-33FEFD34D682}"/>
                </a:ext>
              </a:extLst>
            </p:cNvPr>
            <p:cNvSpPr txBox="1"/>
            <p:nvPr/>
          </p:nvSpPr>
          <p:spPr>
            <a:xfrm>
              <a:off x="6030088" y="4611112"/>
              <a:ext cx="595035"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800" dirty="0">
                  <a:solidFill>
                    <a:srgbClr val="3749CC"/>
                  </a:solidFill>
                  <a:latin typeface="HarmonyOS Sans SC Light" panose="00000400000000000000" pitchFamily="2" charset="-122"/>
                  <a:ea typeface="HarmonyOS Sans SC Light" panose="00000400000000000000" pitchFamily="2" charset="-122"/>
                </a:rPr>
                <a:t>标注文字</a:t>
              </a:r>
            </a:p>
          </p:txBody>
        </p:sp>
      </p:grpSp>
      <p:sp>
        <p:nvSpPr>
          <p:cNvPr id="113" name="文本框 112">
            <a:extLst>
              <a:ext uri="{FF2B5EF4-FFF2-40B4-BE49-F238E27FC236}">
                <a16:creationId xmlns:a16="http://schemas.microsoft.com/office/drawing/2014/main" id="{F2FAB4B7-AAD0-2FBA-E955-553496AE62D8}"/>
              </a:ext>
            </a:extLst>
          </p:cNvPr>
          <p:cNvSpPr txBox="1"/>
          <p:nvPr/>
        </p:nvSpPr>
        <p:spPr>
          <a:xfrm>
            <a:off x="4915997" y="2911206"/>
            <a:ext cx="2536271" cy="523220"/>
          </a:xfrm>
          <a:prstGeom prst="rect">
            <a:avLst/>
          </a:prstGeom>
          <a:noFill/>
        </p:spPr>
        <p:txBody>
          <a:bodyPr wrap="none" rtlCol="0">
            <a:spAutoFit/>
          </a:bodyPr>
          <a:lstStyle/>
          <a:p>
            <a:pPr algn="ctr"/>
            <a:r>
              <a:rPr lang="en-US" altLang="zh-CN" sz="2800" dirty="0">
                <a:solidFill>
                  <a:srgbClr val="3749CC"/>
                </a:solidFill>
                <a:latin typeface="HarmonyOS Sans SC Black" panose="00000A00000000000000" pitchFamily="2" charset="-122"/>
                <a:ea typeface="HarmonyOS Sans SC Black" panose="00000A00000000000000" pitchFamily="2" charset="-122"/>
              </a:rPr>
              <a:t>BRAND TEXT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117" name="文本框 116">
            <a:extLst>
              <a:ext uri="{FF2B5EF4-FFF2-40B4-BE49-F238E27FC236}">
                <a16:creationId xmlns:a16="http://schemas.microsoft.com/office/drawing/2014/main" id="{ABE86A2B-38F1-1044-5DF6-A7320A487AEA}"/>
              </a:ext>
            </a:extLst>
          </p:cNvPr>
          <p:cNvSpPr txBox="1"/>
          <p:nvPr/>
        </p:nvSpPr>
        <p:spPr>
          <a:xfrm>
            <a:off x="4662548" y="1091796"/>
            <a:ext cx="3023585" cy="584775"/>
          </a:xfrm>
          <a:prstGeom prst="rect">
            <a:avLst/>
          </a:prstGeom>
          <a:noFill/>
        </p:spPr>
        <p:txBody>
          <a:bodyPr wrap="none" rtlCol="0">
            <a:spAutoFit/>
          </a:bodyPr>
          <a:lstStyle/>
          <a:p>
            <a:pPr algn="ctr"/>
            <a:r>
              <a:rPr lang="en-US" altLang="zh-CN"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rPr>
              <a:t>YOUR BRAND</a:t>
            </a:r>
            <a:endParaRPr lang="zh-CN" altLang="en-US"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endParaRPr>
          </a:p>
        </p:txBody>
      </p:sp>
      <p:sp>
        <p:nvSpPr>
          <p:cNvPr id="118" name="文本框 117">
            <a:extLst>
              <a:ext uri="{FF2B5EF4-FFF2-40B4-BE49-F238E27FC236}">
                <a16:creationId xmlns:a16="http://schemas.microsoft.com/office/drawing/2014/main" id="{3B35A810-9F33-4C41-56EA-529F4A38D089}"/>
              </a:ext>
            </a:extLst>
          </p:cNvPr>
          <p:cNvSpPr txBox="1"/>
          <p:nvPr/>
        </p:nvSpPr>
        <p:spPr>
          <a:xfrm>
            <a:off x="5575458" y="965609"/>
            <a:ext cx="1197764" cy="307777"/>
          </a:xfrm>
          <a:prstGeom prst="rect">
            <a:avLst/>
          </a:prstGeom>
          <a:noFill/>
        </p:spPr>
        <p:txBody>
          <a:bodyPr wrap="none" rtlCol="0">
            <a:spAutoFit/>
          </a:bodyPr>
          <a:lstStyle/>
          <a:p>
            <a:pPr algn="ctr"/>
            <a:r>
              <a:rPr lang="en-US" altLang="zh-CN" sz="1400" dirty="0">
                <a:solidFill>
                  <a:srgbClr val="02F276"/>
                </a:solidFill>
                <a:latin typeface="HarmonyOS Sans SC Black" panose="00000A00000000000000" pitchFamily="2" charset="-122"/>
                <a:ea typeface="HarmonyOS Sans SC Black" panose="00000A00000000000000" pitchFamily="2" charset="-122"/>
              </a:rPr>
              <a:t>TEXT TITLE</a:t>
            </a:r>
            <a:endParaRPr lang="zh-CN" altLang="en-US" sz="1400" dirty="0">
              <a:solidFill>
                <a:srgbClr val="02F276"/>
              </a:solidFill>
              <a:latin typeface="HarmonyOS Sans SC Black" panose="00000A00000000000000" pitchFamily="2" charset="-122"/>
              <a:ea typeface="HarmonyOS Sans SC Black" panose="00000A00000000000000" pitchFamily="2" charset="-122"/>
            </a:endParaRPr>
          </a:p>
        </p:txBody>
      </p:sp>
      <p:sp>
        <p:nvSpPr>
          <p:cNvPr id="119" name="文本框 118">
            <a:extLst>
              <a:ext uri="{FF2B5EF4-FFF2-40B4-BE49-F238E27FC236}">
                <a16:creationId xmlns:a16="http://schemas.microsoft.com/office/drawing/2014/main" id="{79190D4E-A6AD-EE50-0AD5-6AD7703BA5A6}"/>
              </a:ext>
            </a:extLst>
          </p:cNvPr>
          <p:cNvSpPr txBox="1"/>
          <p:nvPr/>
        </p:nvSpPr>
        <p:spPr>
          <a:xfrm>
            <a:off x="4429470" y="1552438"/>
            <a:ext cx="3489741" cy="369332"/>
          </a:xfrm>
          <a:prstGeom prst="rect">
            <a:avLst/>
          </a:prstGeom>
          <a:noFill/>
        </p:spPr>
        <p:txBody>
          <a:bodyPr wrap="square" rtlCol="0">
            <a:spAutoFit/>
          </a:bodyPr>
          <a:lstStyle/>
          <a:p>
            <a:pPr algn="ctr"/>
            <a:r>
              <a:rPr lang="zh-CN" altLang="en-US" sz="18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rPr>
              <a:t>图标文字均可</a:t>
            </a:r>
            <a:r>
              <a:rPr lang="zh-CN" altLang="en-US" sz="1800" dirty="0">
                <a:solidFill>
                  <a:srgbClr val="02F276"/>
                </a:solidFill>
                <a:latin typeface="HarmonyOS Sans SC Black" panose="00000A00000000000000" pitchFamily="2" charset="-122"/>
                <a:ea typeface="HarmonyOS Sans SC Black" panose="00000A00000000000000" pitchFamily="2" charset="-122"/>
              </a:rPr>
              <a:t>替换修改</a:t>
            </a:r>
          </a:p>
        </p:txBody>
      </p:sp>
    </p:spTree>
    <p:extLst>
      <p:ext uri="{BB962C8B-B14F-4D97-AF65-F5344CB8AC3E}">
        <p14:creationId xmlns:p14="http://schemas.microsoft.com/office/powerpoint/2010/main" val="3239461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F9DB27B-CF63-1804-AB10-4EB401B2A773}"/>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877F6422-7F8C-3BF7-87C0-5D1832ED0D19}"/>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8FAC5CEB-17AA-FF13-E1BE-0F64CF81D3E6}"/>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3B8A5D0A-1E82-0FAE-A542-5F0A673BB989}"/>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29A96BF1-77FB-B216-23FC-DB307A1A4CEF}"/>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35518DB4-40E7-1774-5D42-89BA88DFE1A8}"/>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8" name="文本框 7">
              <a:extLst>
                <a:ext uri="{FF2B5EF4-FFF2-40B4-BE49-F238E27FC236}">
                  <a16:creationId xmlns:a16="http://schemas.microsoft.com/office/drawing/2014/main" id="{DF2E8D6C-C988-4390-0F31-CD4664F08752}"/>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9" name="文本框 8">
              <a:extLst>
                <a:ext uri="{FF2B5EF4-FFF2-40B4-BE49-F238E27FC236}">
                  <a16:creationId xmlns:a16="http://schemas.microsoft.com/office/drawing/2014/main" id="{0446AB00-C2D2-2211-797B-D1E56A2B48EE}"/>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10"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D8BE7D4-3C6B-5054-AA35-F0F268AB270C}"/>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11" name="文本框 10">
              <a:extLst>
                <a:ext uri="{FF2B5EF4-FFF2-40B4-BE49-F238E27FC236}">
                  <a16:creationId xmlns:a16="http://schemas.microsoft.com/office/drawing/2014/main" id="{C0C3DD6D-4BCA-6225-DEEE-FFB38976EC75}"/>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12" name="文本框 11">
              <a:extLst>
                <a:ext uri="{FF2B5EF4-FFF2-40B4-BE49-F238E27FC236}">
                  <a16:creationId xmlns:a16="http://schemas.microsoft.com/office/drawing/2014/main" id="{FAB4B1CF-462F-3FB3-70B2-5FF631A7C8A3}"/>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sp>
        <p:nvSpPr>
          <p:cNvPr id="83" name="Freeform 6">
            <a:extLst>
              <a:ext uri="{FF2B5EF4-FFF2-40B4-BE49-F238E27FC236}">
                <a16:creationId xmlns:a16="http://schemas.microsoft.com/office/drawing/2014/main" id="{F7EDCC05-DBDF-7D1F-BB5C-138FFA8F1F47}"/>
              </a:ext>
            </a:extLst>
          </p:cNvPr>
          <p:cNvSpPr>
            <a:spLocks/>
          </p:cNvSpPr>
          <p:nvPr/>
        </p:nvSpPr>
        <p:spPr bwMode="auto">
          <a:xfrm>
            <a:off x="4579468" y="2724000"/>
            <a:ext cx="5756909" cy="3329084"/>
          </a:xfrm>
          <a:custGeom>
            <a:avLst/>
            <a:gdLst>
              <a:gd name="T0" fmla="*/ 3127 w 3146"/>
              <a:gd name="T1" fmla="*/ 1365 h 1819"/>
              <a:gd name="T2" fmla="*/ 3127 w 3146"/>
              <a:gd name="T3" fmla="*/ 1406 h 1819"/>
              <a:gd name="T4" fmla="*/ 2436 w 3146"/>
              <a:gd name="T5" fmla="*/ 1808 h 1819"/>
              <a:gd name="T6" fmla="*/ 2366 w 3146"/>
              <a:gd name="T7" fmla="*/ 1808 h 1819"/>
              <a:gd name="T8" fmla="*/ 20 w 3146"/>
              <a:gd name="T9" fmla="*/ 453 h 1819"/>
              <a:gd name="T10" fmla="*/ 20 w 3146"/>
              <a:gd name="T11" fmla="*/ 413 h 1819"/>
              <a:gd name="T12" fmla="*/ 711 w 3146"/>
              <a:gd name="T13" fmla="*/ 11 h 1819"/>
              <a:gd name="T14" fmla="*/ 781 w 3146"/>
              <a:gd name="T15" fmla="*/ 11 h 1819"/>
              <a:gd name="T16" fmla="*/ 3127 w 3146"/>
              <a:gd name="T17" fmla="*/ 1365 h 18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46" h="1819">
                <a:moveTo>
                  <a:pt x="3127" y="1365"/>
                </a:moveTo>
                <a:cubicBezTo>
                  <a:pt x="3146" y="1376"/>
                  <a:pt x="3146" y="1394"/>
                  <a:pt x="3127" y="1406"/>
                </a:cubicBezTo>
                <a:cubicBezTo>
                  <a:pt x="2436" y="1808"/>
                  <a:pt x="2436" y="1808"/>
                  <a:pt x="2436" y="1808"/>
                </a:cubicBezTo>
                <a:cubicBezTo>
                  <a:pt x="2416" y="1819"/>
                  <a:pt x="2385" y="1819"/>
                  <a:pt x="2366" y="1808"/>
                </a:cubicBezTo>
                <a:cubicBezTo>
                  <a:pt x="20" y="453"/>
                  <a:pt x="20" y="453"/>
                  <a:pt x="20" y="453"/>
                </a:cubicBezTo>
                <a:cubicBezTo>
                  <a:pt x="0" y="442"/>
                  <a:pt x="0" y="424"/>
                  <a:pt x="20" y="413"/>
                </a:cubicBezTo>
                <a:cubicBezTo>
                  <a:pt x="711" y="11"/>
                  <a:pt x="711" y="11"/>
                  <a:pt x="711" y="11"/>
                </a:cubicBezTo>
                <a:cubicBezTo>
                  <a:pt x="731" y="0"/>
                  <a:pt x="762" y="0"/>
                  <a:pt x="781" y="11"/>
                </a:cubicBezTo>
                <a:lnTo>
                  <a:pt x="3127" y="1365"/>
                </a:lnTo>
                <a:close/>
              </a:path>
            </a:pathLst>
          </a:custGeom>
          <a:gradFill>
            <a:gsLst>
              <a:gs pos="0">
                <a:schemeClr val="bg1"/>
              </a:gs>
              <a:gs pos="70000">
                <a:srgbClr val="D4D9F7">
                  <a:alpha val="66000"/>
                </a:srgbClr>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6">
            <a:extLst>
              <a:ext uri="{FF2B5EF4-FFF2-40B4-BE49-F238E27FC236}">
                <a16:creationId xmlns:a16="http://schemas.microsoft.com/office/drawing/2014/main" id="{75B52C14-1BA5-A157-7E21-84562C778E43}"/>
              </a:ext>
            </a:extLst>
          </p:cNvPr>
          <p:cNvSpPr>
            <a:spLocks/>
          </p:cNvSpPr>
          <p:nvPr/>
        </p:nvSpPr>
        <p:spPr bwMode="auto">
          <a:xfrm>
            <a:off x="6167024" y="1783088"/>
            <a:ext cx="5756909" cy="3329084"/>
          </a:xfrm>
          <a:custGeom>
            <a:avLst/>
            <a:gdLst>
              <a:gd name="T0" fmla="*/ 3127 w 3146"/>
              <a:gd name="T1" fmla="*/ 1365 h 1819"/>
              <a:gd name="T2" fmla="*/ 3127 w 3146"/>
              <a:gd name="T3" fmla="*/ 1406 h 1819"/>
              <a:gd name="T4" fmla="*/ 2436 w 3146"/>
              <a:gd name="T5" fmla="*/ 1808 h 1819"/>
              <a:gd name="T6" fmla="*/ 2366 w 3146"/>
              <a:gd name="T7" fmla="*/ 1808 h 1819"/>
              <a:gd name="T8" fmla="*/ 20 w 3146"/>
              <a:gd name="T9" fmla="*/ 453 h 1819"/>
              <a:gd name="T10" fmla="*/ 20 w 3146"/>
              <a:gd name="T11" fmla="*/ 413 h 1819"/>
              <a:gd name="T12" fmla="*/ 711 w 3146"/>
              <a:gd name="T13" fmla="*/ 11 h 1819"/>
              <a:gd name="T14" fmla="*/ 781 w 3146"/>
              <a:gd name="T15" fmla="*/ 11 h 1819"/>
              <a:gd name="T16" fmla="*/ 3127 w 3146"/>
              <a:gd name="T17" fmla="*/ 1365 h 18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46" h="1819">
                <a:moveTo>
                  <a:pt x="3127" y="1365"/>
                </a:moveTo>
                <a:cubicBezTo>
                  <a:pt x="3146" y="1376"/>
                  <a:pt x="3146" y="1394"/>
                  <a:pt x="3127" y="1406"/>
                </a:cubicBezTo>
                <a:cubicBezTo>
                  <a:pt x="2436" y="1808"/>
                  <a:pt x="2436" y="1808"/>
                  <a:pt x="2436" y="1808"/>
                </a:cubicBezTo>
                <a:cubicBezTo>
                  <a:pt x="2416" y="1819"/>
                  <a:pt x="2385" y="1819"/>
                  <a:pt x="2366" y="1808"/>
                </a:cubicBezTo>
                <a:cubicBezTo>
                  <a:pt x="20" y="453"/>
                  <a:pt x="20" y="453"/>
                  <a:pt x="20" y="453"/>
                </a:cubicBezTo>
                <a:cubicBezTo>
                  <a:pt x="0" y="442"/>
                  <a:pt x="0" y="424"/>
                  <a:pt x="20" y="413"/>
                </a:cubicBezTo>
                <a:cubicBezTo>
                  <a:pt x="711" y="11"/>
                  <a:pt x="711" y="11"/>
                  <a:pt x="711" y="11"/>
                </a:cubicBezTo>
                <a:cubicBezTo>
                  <a:pt x="731" y="0"/>
                  <a:pt x="762" y="0"/>
                  <a:pt x="781" y="11"/>
                </a:cubicBezTo>
                <a:lnTo>
                  <a:pt x="3127" y="1365"/>
                </a:lnTo>
                <a:close/>
              </a:path>
            </a:pathLst>
          </a:custGeom>
          <a:gradFill>
            <a:gsLst>
              <a:gs pos="0">
                <a:schemeClr val="bg1"/>
              </a:gs>
              <a:gs pos="70000">
                <a:srgbClr val="D4D9F7">
                  <a:alpha val="66000"/>
                </a:srgbClr>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46" name="组合 45">
            <a:extLst>
              <a:ext uri="{FF2B5EF4-FFF2-40B4-BE49-F238E27FC236}">
                <a16:creationId xmlns:a16="http://schemas.microsoft.com/office/drawing/2014/main" id="{8AAA72F9-EED8-4999-47AA-D2815ED29D31}"/>
              </a:ext>
            </a:extLst>
          </p:cNvPr>
          <p:cNvGrpSpPr/>
          <p:nvPr/>
        </p:nvGrpSpPr>
        <p:grpSpPr>
          <a:xfrm>
            <a:off x="5810251" y="709459"/>
            <a:ext cx="5756909" cy="3407564"/>
            <a:chOff x="5802631" y="534199"/>
            <a:chExt cx="5756909" cy="3407564"/>
          </a:xfrm>
        </p:grpSpPr>
        <p:sp>
          <p:nvSpPr>
            <p:cNvPr id="14" name="Freeform 5">
              <a:extLst>
                <a:ext uri="{FF2B5EF4-FFF2-40B4-BE49-F238E27FC236}">
                  <a16:creationId xmlns:a16="http://schemas.microsoft.com/office/drawing/2014/main" id="{6B747F88-BE60-F3B0-EFCA-7F8264352F62}"/>
                </a:ext>
              </a:extLst>
            </p:cNvPr>
            <p:cNvSpPr>
              <a:spLocks/>
            </p:cNvSpPr>
            <p:nvPr/>
          </p:nvSpPr>
          <p:spPr bwMode="auto">
            <a:xfrm>
              <a:off x="5811491" y="1326597"/>
              <a:ext cx="5740454" cy="2615166"/>
            </a:xfrm>
            <a:custGeom>
              <a:avLst/>
              <a:gdLst>
                <a:gd name="T0" fmla="*/ 3122 w 3137"/>
                <a:gd name="T1" fmla="*/ 973 h 1429"/>
                <a:gd name="T2" fmla="*/ 2431 w 3137"/>
                <a:gd name="T3" fmla="*/ 1375 h 1429"/>
                <a:gd name="T4" fmla="*/ 2361 w 3137"/>
                <a:gd name="T5" fmla="*/ 1375 h 1429"/>
                <a:gd name="T6" fmla="*/ 15 w 3137"/>
                <a:gd name="T7" fmla="*/ 20 h 1429"/>
                <a:gd name="T8" fmla="*/ 0 w 3137"/>
                <a:gd name="T9" fmla="*/ 0 h 1429"/>
                <a:gd name="T10" fmla="*/ 0 w 3137"/>
                <a:gd name="T11" fmla="*/ 43 h 1429"/>
                <a:gd name="T12" fmla="*/ 15 w 3137"/>
                <a:gd name="T13" fmla="*/ 64 h 1429"/>
                <a:gd name="T14" fmla="*/ 2360 w 3137"/>
                <a:gd name="T15" fmla="*/ 1418 h 1429"/>
                <a:gd name="T16" fmla="*/ 2430 w 3137"/>
                <a:gd name="T17" fmla="*/ 1418 h 1429"/>
                <a:gd name="T18" fmla="*/ 3122 w 3137"/>
                <a:gd name="T19" fmla="*/ 1016 h 1429"/>
                <a:gd name="T20" fmla="*/ 3136 w 3137"/>
                <a:gd name="T21" fmla="*/ 996 h 1429"/>
                <a:gd name="T22" fmla="*/ 3137 w 3137"/>
                <a:gd name="T23" fmla="*/ 953 h 1429"/>
                <a:gd name="T24" fmla="*/ 3122 w 3137"/>
                <a:gd name="T25" fmla="*/ 973 h 1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37" h="1429">
                  <a:moveTo>
                    <a:pt x="3122" y="973"/>
                  </a:moveTo>
                  <a:cubicBezTo>
                    <a:pt x="2431" y="1375"/>
                    <a:pt x="2431" y="1375"/>
                    <a:pt x="2431" y="1375"/>
                  </a:cubicBezTo>
                  <a:cubicBezTo>
                    <a:pt x="2411" y="1386"/>
                    <a:pt x="2380" y="1386"/>
                    <a:pt x="2361" y="1375"/>
                  </a:cubicBezTo>
                  <a:cubicBezTo>
                    <a:pt x="15" y="20"/>
                    <a:pt x="15" y="20"/>
                    <a:pt x="15" y="20"/>
                  </a:cubicBezTo>
                  <a:cubicBezTo>
                    <a:pt x="5" y="15"/>
                    <a:pt x="0" y="7"/>
                    <a:pt x="0" y="0"/>
                  </a:cubicBezTo>
                  <a:cubicBezTo>
                    <a:pt x="0" y="43"/>
                    <a:pt x="0" y="43"/>
                    <a:pt x="0" y="43"/>
                  </a:cubicBezTo>
                  <a:cubicBezTo>
                    <a:pt x="0" y="51"/>
                    <a:pt x="5" y="58"/>
                    <a:pt x="15" y="64"/>
                  </a:cubicBezTo>
                  <a:cubicBezTo>
                    <a:pt x="2360" y="1418"/>
                    <a:pt x="2360" y="1418"/>
                    <a:pt x="2360" y="1418"/>
                  </a:cubicBezTo>
                  <a:cubicBezTo>
                    <a:pt x="2380" y="1429"/>
                    <a:pt x="2411" y="1429"/>
                    <a:pt x="2430" y="1418"/>
                  </a:cubicBezTo>
                  <a:cubicBezTo>
                    <a:pt x="3122" y="1016"/>
                    <a:pt x="3122" y="1016"/>
                    <a:pt x="3122" y="1016"/>
                  </a:cubicBezTo>
                  <a:cubicBezTo>
                    <a:pt x="3132" y="1010"/>
                    <a:pt x="3136" y="1003"/>
                    <a:pt x="3136" y="996"/>
                  </a:cubicBezTo>
                  <a:cubicBezTo>
                    <a:pt x="3137" y="953"/>
                    <a:pt x="3137" y="953"/>
                    <a:pt x="3137" y="953"/>
                  </a:cubicBezTo>
                  <a:cubicBezTo>
                    <a:pt x="3137" y="960"/>
                    <a:pt x="3132" y="967"/>
                    <a:pt x="3122" y="973"/>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6">
              <a:extLst>
                <a:ext uri="{FF2B5EF4-FFF2-40B4-BE49-F238E27FC236}">
                  <a16:creationId xmlns:a16="http://schemas.microsoft.com/office/drawing/2014/main" id="{12990FDD-1D54-4298-0566-38CC6C9BEE92}"/>
                </a:ext>
              </a:extLst>
            </p:cNvPr>
            <p:cNvSpPr>
              <a:spLocks/>
            </p:cNvSpPr>
            <p:nvPr/>
          </p:nvSpPr>
          <p:spPr bwMode="auto">
            <a:xfrm>
              <a:off x="5802631" y="534199"/>
              <a:ext cx="5756909" cy="3329084"/>
            </a:xfrm>
            <a:custGeom>
              <a:avLst/>
              <a:gdLst>
                <a:gd name="T0" fmla="*/ 3127 w 3146"/>
                <a:gd name="T1" fmla="*/ 1365 h 1819"/>
                <a:gd name="T2" fmla="*/ 3127 w 3146"/>
                <a:gd name="T3" fmla="*/ 1406 h 1819"/>
                <a:gd name="T4" fmla="*/ 2436 w 3146"/>
                <a:gd name="T5" fmla="*/ 1808 h 1819"/>
                <a:gd name="T6" fmla="*/ 2366 w 3146"/>
                <a:gd name="T7" fmla="*/ 1808 h 1819"/>
                <a:gd name="T8" fmla="*/ 20 w 3146"/>
                <a:gd name="T9" fmla="*/ 453 h 1819"/>
                <a:gd name="T10" fmla="*/ 20 w 3146"/>
                <a:gd name="T11" fmla="*/ 413 h 1819"/>
                <a:gd name="T12" fmla="*/ 711 w 3146"/>
                <a:gd name="T13" fmla="*/ 11 h 1819"/>
                <a:gd name="T14" fmla="*/ 781 w 3146"/>
                <a:gd name="T15" fmla="*/ 11 h 1819"/>
                <a:gd name="T16" fmla="*/ 3127 w 3146"/>
                <a:gd name="T17" fmla="*/ 1365 h 18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46" h="1819">
                  <a:moveTo>
                    <a:pt x="3127" y="1365"/>
                  </a:moveTo>
                  <a:cubicBezTo>
                    <a:pt x="3146" y="1376"/>
                    <a:pt x="3146" y="1394"/>
                    <a:pt x="3127" y="1406"/>
                  </a:cubicBezTo>
                  <a:cubicBezTo>
                    <a:pt x="2436" y="1808"/>
                    <a:pt x="2436" y="1808"/>
                    <a:pt x="2436" y="1808"/>
                  </a:cubicBezTo>
                  <a:cubicBezTo>
                    <a:pt x="2416" y="1819"/>
                    <a:pt x="2385" y="1819"/>
                    <a:pt x="2366" y="1808"/>
                  </a:cubicBezTo>
                  <a:cubicBezTo>
                    <a:pt x="20" y="453"/>
                    <a:pt x="20" y="453"/>
                    <a:pt x="20" y="453"/>
                  </a:cubicBezTo>
                  <a:cubicBezTo>
                    <a:pt x="0" y="442"/>
                    <a:pt x="0" y="424"/>
                    <a:pt x="20" y="413"/>
                  </a:cubicBezTo>
                  <a:cubicBezTo>
                    <a:pt x="711" y="11"/>
                    <a:pt x="711" y="11"/>
                    <a:pt x="711" y="11"/>
                  </a:cubicBezTo>
                  <a:cubicBezTo>
                    <a:pt x="731" y="0"/>
                    <a:pt x="762" y="0"/>
                    <a:pt x="781" y="11"/>
                  </a:cubicBezTo>
                  <a:lnTo>
                    <a:pt x="3127" y="1365"/>
                  </a:lnTo>
                  <a:close/>
                </a:path>
              </a:pathLst>
            </a:custGeom>
            <a:gradFill>
              <a:gsLst>
                <a:gs pos="0">
                  <a:srgbClr val="6578F0"/>
                </a:gs>
                <a:gs pos="100000">
                  <a:srgbClr val="3749CC"/>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3" name="组合 22">
            <a:extLst>
              <a:ext uri="{FF2B5EF4-FFF2-40B4-BE49-F238E27FC236}">
                <a16:creationId xmlns:a16="http://schemas.microsoft.com/office/drawing/2014/main" id="{5E0E56A1-56E4-07E1-7BED-18C8B49B6424}"/>
              </a:ext>
            </a:extLst>
          </p:cNvPr>
          <p:cNvGrpSpPr/>
          <p:nvPr/>
        </p:nvGrpSpPr>
        <p:grpSpPr>
          <a:xfrm>
            <a:off x="6364359" y="917705"/>
            <a:ext cx="1451787" cy="896452"/>
            <a:chOff x="2935288" y="287338"/>
            <a:chExt cx="1979613" cy="1222375"/>
          </a:xfrm>
        </p:grpSpPr>
        <p:sp>
          <p:nvSpPr>
            <p:cNvPr id="18" name="Freeform 9">
              <a:extLst>
                <a:ext uri="{FF2B5EF4-FFF2-40B4-BE49-F238E27FC236}">
                  <a16:creationId xmlns:a16="http://schemas.microsoft.com/office/drawing/2014/main" id="{09B77031-9ED4-4848-BF95-54E5594CAD19}"/>
                </a:ext>
              </a:extLst>
            </p:cNvPr>
            <p:cNvSpPr>
              <a:spLocks/>
            </p:cNvSpPr>
            <p:nvPr/>
          </p:nvSpPr>
          <p:spPr bwMode="auto">
            <a:xfrm>
              <a:off x="2946401" y="747713"/>
              <a:ext cx="1960563" cy="762000"/>
            </a:xfrm>
            <a:custGeom>
              <a:avLst/>
              <a:gdLst>
                <a:gd name="T0" fmla="*/ 840 w 854"/>
                <a:gd name="T1" fmla="*/ 19 h 332"/>
                <a:gd name="T2" fmla="*/ 376 w 854"/>
                <a:gd name="T3" fmla="*/ 289 h 332"/>
                <a:gd name="T4" fmla="*/ 308 w 854"/>
                <a:gd name="T5" fmla="*/ 289 h 332"/>
                <a:gd name="T6" fmla="*/ 14 w 854"/>
                <a:gd name="T7" fmla="*/ 119 h 332"/>
                <a:gd name="T8" fmla="*/ 0 w 854"/>
                <a:gd name="T9" fmla="*/ 99 h 332"/>
                <a:gd name="T10" fmla="*/ 0 w 854"/>
                <a:gd name="T11" fmla="*/ 132 h 332"/>
                <a:gd name="T12" fmla="*/ 14 w 854"/>
                <a:gd name="T13" fmla="*/ 152 h 332"/>
                <a:gd name="T14" fmla="*/ 308 w 854"/>
                <a:gd name="T15" fmla="*/ 321 h 332"/>
                <a:gd name="T16" fmla="*/ 376 w 854"/>
                <a:gd name="T17" fmla="*/ 321 h 332"/>
                <a:gd name="T18" fmla="*/ 840 w 854"/>
                <a:gd name="T19" fmla="*/ 52 h 332"/>
                <a:gd name="T20" fmla="*/ 853 w 854"/>
                <a:gd name="T21" fmla="*/ 32 h 332"/>
                <a:gd name="T22" fmla="*/ 854 w 854"/>
                <a:gd name="T23" fmla="*/ 0 h 332"/>
                <a:gd name="T24" fmla="*/ 840 w 854"/>
                <a:gd name="T25" fmla="*/ 19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4" h="332">
                  <a:moveTo>
                    <a:pt x="840" y="19"/>
                  </a:moveTo>
                  <a:cubicBezTo>
                    <a:pt x="376" y="289"/>
                    <a:pt x="376" y="289"/>
                    <a:pt x="376" y="289"/>
                  </a:cubicBezTo>
                  <a:cubicBezTo>
                    <a:pt x="357" y="300"/>
                    <a:pt x="326" y="300"/>
                    <a:pt x="308" y="289"/>
                  </a:cubicBezTo>
                  <a:cubicBezTo>
                    <a:pt x="14" y="119"/>
                    <a:pt x="14" y="119"/>
                    <a:pt x="14" y="119"/>
                  </a:cubicBezTo>
                  <a:cubicBezTo>
                    <a:pt x="4" y="114"/>
                    <a:pt x="0" y="106"/>
                    <a:pt x="0" y="99"/>
                  </a:cubicBezTo>
                  <a:cubicBezTo>
                    <a:pt x="0" y="132"/>
                    <a:pt x="0" y="132"/>
                    <a:pt x="0" y="132"/>
                  </a:cubicBezTo>
                  <a:cubicBezTo>
                    <a:pt x="0" y="139"/>
                    <a:pt x="4" y="146"/>
                    <a:pt x="14" y="152"/>
                  </a:cubicBezTo>
                  <a:cubicBezTo>
                    <a:pt x="308" y="321"/>
                    <a:pt x="308" y="321"/>
                    <a:pt x="308" y="321"/>
                  </a:cubicBezTo>
                  <a:cubicBezTo>
                    <a:pt x="326" y="332"/>
                    <a:pt x="357" y="332"/>
                    <a:pt x="376" y="321"/>
                  </a:cubicBezTo>
                  <a:cubicBezTo>
                    <a:pt x="840" y="52"/>
                    <a:pt x="840" y="52"/>
                    <a:pt x="840" y="52"/>
                  </a:cubicBezTo>
                  <a:cubicBezTo>
                    <a:pt x="849" y="46"/>
                    <a:pt x="853" y="39"/>
                    <a:pt x="853" y="32"/>
                  </a:cubicBezTo>
                  <a:cubicBezTo>
                    <a:pt x="854" y="0"/>
                    <a:pt x="854" y="0"/>
                    <a:pt x="854" y="0"/>
                  </a:cubicBezTo>
                  <a:cubicBezTo>
                    <a:pt x="854" y="7"/>
                    <a:pt x="849" y="14"/>
                    <a:pt x="840" y="19"/>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Freeform 10">
              <a:extLst>
                <a:ext uri="{FF2B5EF4-FFF2-40B4-BE49-F238E27FC236}">
                  <a16:creationId xmlns:a16="http://schemas.microsoft.com/office/drawing/2014/main" id="{E8B663F2-4FEF-3CDE-22E3-FE49FB335402}"/>
                </a:ext>
              </a:extLst>
            </p:cNvPr>
            <p:cNvSpPr>
              <a:spLocks/>
            </p:cNvSpPr>
            <p:nvPr/>
          </p:nvSpPr>
          <p:spPr bwMode="auto">
            <a:xfrm>
              <a:off x="2935288" y="287338"/>
              <a:ext cx="1979613" cy="1149350"/>
            </a:xfrm>
            <a:custGeom>
              <a:avLst/>
              <a:gdLst>
                <a:gd name="T0" fmla="*/ 844 w 863"/>
                <a:gd name="T1" fmla="*/ 181 h 501"/>
                <a:gd name="T2" fmla="*/ 845 w 863"/>
                <a:gd name="T3" fmla="*/ 220 h 501"/>
                <a:gd name="T4" fmla="*/ 381 w 863"/>
                <a:gd name="T5" fmla="*/ 490 h 501"/>
                <a:gd name="T6" fmla="*/ 313 w 863"/>
                <a:gd name="T7" fmla="*/ 490 h 501"/>
                <a:gd name="T8" fmla="*/ 19 w 863"/>
                <a:gd name="T9" fmla="*/ 320 h 501"/>
                <a:gd name="T10" fmla="*/ 19 w 863"/>
                <a:gd name="T11" fmla="*/ 281 h 501"/>
                <a:gd name="T12" fmla="*/ 483 w 863"/>
                <a:gd name="T13" fmla="*/ 11 h 501"/>
                <a:gd name="T14" fmla="*/ 551 w 863"/>
                <a:gd name="T15" fmla="*/ 11 h 501"/>
                <a:gd name="T16" fmla="*/ 844 w 863"/>
                <a:gd name="T17" fmla="*/ 181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3" h="501">
                  <a:moveTo>
                    <a:pt x="844" y="181"/>
                  </a:moveTo>
                  <a:cubicBezTo>
                    <a:pt x="863" y="192"/>
                    <a:pt x="863" y="209"/>
                    <a:pt x="845" y="220"/>
                  </a:cubicBezTo>
                  <a:cubicBezTo>
                    <a:pt x="381" y="490"/>
                    <a:pt x="381" y="490"/>
                    <a:pt x="381" y="490"/>
                  </a:cubicBezTo>
                  <a:cubicBezTo>
                    <a:pt x="362" y="501"/>
                    <a:pt x="331" y="501"/>
                    <a:pt x="313" y="490"/>
                  </a:cubicBezTo>
                  <a:cubicBezTo>
                    <a:pt x="19" y="320"/>
                    <a:pt x="19" y="320"/>
                    <a:pt x="19" y="320"/>
                  </a:cubicBezTo>
                  <a:cubicBezTo>
                    <a:pt x="0" y="309"/>
                    <a:pt x="0" y="292"/>
                    <a:pt x="19" y="281"/>
                  </a:cubicBezTo>
                  <a:cubicBezTo>
                    <a:pt x="483" y="11"/>
                    <a:pt x="483" y="11"/>
                    <a:pt x="483" y="11"/>
                  </a:cubicBezTo>
                  <a:cubicBezTo>
                    <a:pt x="501" y="0"/>
                    <a:pt x="532" y="0"/>
                    <a:pt x="551" y="11"/>
                  </a:cubicBezTo>
                  <a:lnTo>
                    <a:pt x="844" y="181"/>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33" name="组合 32">
            <a:extLst>
              <a:ext uri="{FF2B5EF4-FFF2-40B4-BE49-F238E27FC236}">
                <a16:creationId xmlns:a16="http://schemas.microsoft.com/office/drawing/2014/main" id="{ACB774F1-1E9A-F395-DCF2-E9EDE549C972}"/>
              </a:ext>
            </a:extLst>
          </p:cNvPr>
          <p:cNvGrpSpPr/>
          <p:nvPr/>
        </p:nvGrpSpPr>
        <p:grpSpPr>
          <a:xfrm>
            <a:off x="7163585" y="1379320"/>
            <a:ext cx="1451787" cy="896452"/>
            <a:chOff x="2935288" y="287338"/>
            <a:chExt cx="1979613" cy="1222375"/>
          </a:xfrm>
        </p:grpSpPr>
        <p:sp>
          <p:nvSpPr>
            <p:cNvPr id="34" name="Freeform 9">
              <a:extLst>
                <a:ext uri="{FF2B5EF4-FFF2-40B4-BE49-F238E27FC236}">
                  <a16:creationId xmlns:a16="http://schemas.microsoft.com/office/drawing/2014/main" id="{3D430237-C2FF-18E2-DCA0-593AE33B0EA0}"/>
                </a:ext>
              </a:extLst>
            </p:cNvPr>
            <p:cNvSpPr>
              <a:spLocks/>
            </p:cNvSpPr>
            <p:nvPr/>
          </p:nvSpPr>
          <p:spPr bwMode="auto">
            <a:xfrm>
              <a:off x="2946401" y="747713"/>
              <a:ext cx="1960563" cy="762000"/>
            </a:xfrm>
            <a:custGeom>
              <a:avLst/>
              <a:gdLst>
                <a:gd name="T0" fmla="*/ 840 w 854"/>
                <a:gd name="T1" fmla="*/ 19 h 332"/>
                <a:gd name="T2" fmla="*/ 376 w 854"/>
                <a:gd name="T3" fmla="*/ 289 h 332"/>
                <a:gd name="T4" fmla="*/ 308 w 854"/>
                <a:gd name="T5" fmla="*/ 289 h 332"/>
                <a:gd name="T6" fmla="*/ 14 w 854"/>
                <a:gd name="T7" fmla="*/ 119 h 332"/>
                <a:gd name="T8" fmla="*/ 0 w 854"/>
                <a:gd name="T9" fmla="*/ 99 h 332"/>
                <a:gd name="T10" fmla="*/ 0 w 854"/>
                <a:gd name="T11" fmla="*/ 132 h 332"/>
                <a:gd name="T12" fmla="*/ 14 w 854"/>
                <a:gd name="T13" fmla="*/ 152 h 332"/>
                <a:gd name="T14" fmla="*/ 308 w 854"/>
                <a:gd name="T15" fmla="*/ 321 h 332"/>
                <a:gd name="T16" fmla="*/ 376 w 854"/>
                <a:gd name="T17" fmla="*/ 321 h 332"/>
                <a:gd name="T18" fmla="*/ 840 w 854"/>
                <a:gd name="T19" fmla="*/ 52 h 332"/>
                <a:gd name="T20" fmla="*/ 853 w 854"/>
                <a:gd name="T21" fmla="*/ 32 h 332"/>
                <a:gd name="T22" fmla="*/ 854 w 854"/>
                <a:gd name="T23" fmla="*/ 0 h 332"/>
                <a:gd name="T24" fmla="*/ 840 w 854"/>
                <a:gd name="T25" fmla="*/ 19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4" h="332">
                  <a:moveTo>
                    <a:pt x="840" y="19"/>
                  </a:moveTo>
                  <a:cubicBezTo>
                    <a:pt x="376" y="289"/>
                    <a:pt x="376" y="289"/>
                    <a:pt x="376" y="289"/>
                  </a:cubicBezTo>
                  <a:cubicBezTo>
                    <a:pt x="357" y="300"/>
                    <a:pt x="326" y="300"/>
                    <a:pt x="308" y="289"/>
                  </a:cubicBezTo>
                  <a:cubicBezTo>
                    <a:pt x="14" y="119"/>
                    <a:pt x="14" y="119"/>
                    <a:pt x="14" y="119"/>
                  </a:cubicBezTo>
                  <a:cubicBezTo>
                    <a:pt x="4" y="114"/>
                    <a:pt x="0" y="106"/>
                    <a:pt x="0" y="99"/>
                  </a:cubicBezTo>
                  <a:cubicBezTo>
                    <a:pt x="0" y="132"/>
                    <a:pt x="0" y="132"/>
                    <a:pt x="0" y="132"/>
                  </a:cubicBezTo>
                  <a:cubicBezTo>
                    <a:pt x="0" y="139"/>
                    <a:pt x="4" y="146"/>
                    <a:pt x="14" y="152"/>
                  </a:cubicBezTo>
                  <a:cubicBezTo>
                    <a:pt x="308" y="321"/>
                    <a:pt x="308" y="321"/>
                    <a:pt x="308" y="321"/>
                  </a:cubicBezTo>
                  <a:cubicBezTo>
                    <a:pt x="326" y="332"/>
                    <a:pt x="357" y="332"/>
                    <a:pt x="376" y="321"/>
                  </a:cubicBezTo>
                  <a:cubicBezTo>
                    <a:pt x="840" y="52"/>
                    <a:pt x="840" y="52"/>
                    <a:pt x="840" y="52"/>
                  </a:cubicBezTo>
                  <a:cubicBezTo>
                    <a:pt x="849" y="46"/>
                    <a:pt x="853" y="39"/>
                    <a:pt x="853" y="32"/>
                  </a:cubicBezTo>
                  <a:cubicBezTo>
                    <a:pt x="854" y="0"/>
                    <a:pt x="854" y="0"/>
                    <a:pt x="854" y="0"/>
                  </a:cubicBezTo>
                  <a:cubicBezTo>
                    <a:pt x="854" y="7"/>
                    <a:pt x="849" y="14"/>
                    <a:pt x="840" y="19"/>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10">
              <a:extLst>
                <a:ext uri="{FF2B5EF4-FFF2-40B4-BE49-F238E27FC236}">
                  <a16:creationId xmlns:a16="http://schemas.microsoft.com/office/drawing/2014/main" id="{DDEC36BC-0F05-AA2C-30EA-C6E66B8D7E31}"/>
                </a:ext>
              </a:extLst>
            </p:cNvPr>
            <p:cNvSpPr>
              <a:spLocks/>
            </p:cNvSpPr>
            <p:nvPr/>
          </p:nvSpPr>
          <p:spPr bwMode="auto">
            <a:xfrm>
              <a:off x="2935288" y="287338"/>
              <a:ext cx="1979613" cy="1149350"/>
            </a:xfrm>
            <a:custGeom>
              <a:avLst/>
              <a:gdLst>
                <a:gd name="T0" fmla="*/ 844 w 863"/>
                <a:gd name="T1" fmla="*/ 181 h 501"/>
                <a:gd name="T2" fmla="*/ 845 w 863"/>
                <a:gd name="T3" fmla="*/ 220 h 501"/>
                <a:gd name="T4" fmla="*/ 381 w 863"/>
                <a:gd name="T5" fmla="*/ 490 h 501"/>
                <a:gd name="T6" fmla="*/ 313 w 863"/>
                <a:gd name="T7" fmla="*/ 490 h 501"/>
                <a:gd name="T8" fmla="*/ 19 w 863"/>
                <a:gd name="T9" fmla="*/ 320 h 501"/>
                <a:gd name="T10" fmla="*/ 19 w 863"/>
                <a:gd name="T11" fmla="*/ 281 h 501"/>
                <a:gd name="T12" fmla="*/ 483 w 863"/>
                <a:gd name="T13" fmla="*/ 11 h 501"/>
                <a:gd name="T14" fmla="*/ 551 w 863"/>
                <a:gd name="T15" fmla="*/ 11 h 501"/>
                <a:gd name="T16" fmla="*/ 844 w 863"/>
                <a:gd name="T17" fmla="*/ 181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3" h="501">
                  <a:moveTo>
                    <a:pt x="844" y="181"/>
                  </a:moveTo>
                  <a:cubicBezTo>
                    <a:pt x="863" y="192"/>
                    <a:pt x="863" y="209"/>
                    <a:pt x="845" y="220"/>
                  </a:cubicBezTo>
                  <a:cubicBezTo>
                    <a:pt x="381" y="490"/>
                    <a:pt x="381" y="490"/>
                    <a:pt x="381" y="490"/>
                  </a:cubicBezTo>
                  <a:cubicBezTo>
                    <a:pt x="362" y="501"/>
                    <a:pt x="331" y="501"/>
                    <a:pt x="313" y="490"/>
                  </a:cubicBezTo>
                  <a:cubicBezTo>
                    <a:pt x="19" y="320"/>
                    <a:pt x="19" y="320"/>
                    <a:pt x="19" y="320"/>
                  </a:cubicBezTo>
                  <a:cubicBezTo>
                    <a:pt x="0" y="309"/>
                    <a:pt x="0" y="292"/>
                    <a:pt x="19" y="281"/>
                  </a:cubicBezTo>
                  <a:cubicBezTo>
                    <a:pt x="483" y="11"/>
                    <a:pt x="483" y="11"/>
                    <a:pt x="483" y="11"/>
                  </a:cubicBezTo>
                  <a:cubicBezTo>
                    <a:pt x="501" y="0"/>
                    <a:pt x="532" y="0"/>
                    <a:pt x="551" y="11"/>
                  </a:cubicBezTo>
                  <a:lnTo>
                    <a:pt x="844" y="181"/>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36" name="组合 35">
            <a:extLst>
              <a:ext uri="{FF2B5EF4-FFF2-40B4-BE49-F238E27FC236}">
                <a16:creationId xmlns:a16="http://schemas.microsoft.com/office/drawing/2014/main" id="{3DED681D-BA90-9CF3-236E-C638B3DDC9D5}"/>
              </a:ext>
            </a:extLst>
          </p:cNvPr>
          <p:cNvGrpSpPr/>
          <p:nvPr/>
        </p:nvGrpSpPr>
        <p:grpSpPr>
          <a:xfrm>
            <a:off x="7962811" y="1840936"/>
            <a:ext cx="1451787" cy="896452"/>
            <a:chOff x="2935288" y="287338"/>
            <a:chExt cx="1979613" cy="1222375"/>
          </a:xfrm>
        </p:grpSpPr>
        <p:sp>
          <p:nvSpPr>
            <p:cNvPr id="37" name="Freeform 9">
              <a:extLst>
                <a:ext uri="{FF2B5EF4-FFF2-40B4-BE49-F238E27FC236}">
                  <a16:creationId xmlns:a16="http://schemas.microsoft.com/office/drawing/2014/main" id="{3B25B7D5-978F-E4BA-3C89-DB4170A9CC13}"/>
                </a:ext>
              </a:extLst>
            </p:cNvPr>
            <p:cNvSpPr>
              <a:spLocks/>
            </p:cNvSpPr>
            <p:nvPr/>
          </p:nvSpPr>
          <p:spPr bwMode="auto">
            <a:xfrm>
              <a:off x="2946401" y="747713"/>
              <a:ext cx="1960563" cy="762000"/>
            </a:xfrm>
            <a:custGeom>
              <a:avLst/>
              <a:gdLst>
                <a:gd name="T0" fmla="*/ 840 w 854"/>
                <a:gd name="T1" fmla="*/ 19 h 332"/>
                <a:gd name="T2" fmla="*/ 376 w 854"/>
                <a:gd name="T3" fmla="*/ 289 h 332"/>
                <a:gd name="T4" fmla="*/ 308 w 854"/>
                <a:gd name="T5" fmla="*/ 289 h 332"/>
                <a:gd name="T6" fmla="*/ 14 w 854"/>
                <a:gd name="T7" fmla="*/ 119 h 332"/>
                <a:gd name="T8" fmla="*/ 0 w 854"/>
                <a:gd name="T9" fmla="*/ 99 h 332"/>
                <a:gd name="T10" fmla="*/ 0 w 854"/>
                <a:gd name="T11" fmla="*/ 132 h 332"/>
                <a:gd name="T12" fmla="*/ 14 w 854"/>
                <a:gd name="T13" fmla="*/ 152 h 332"/>
                <a:gd name="T14" fmla="*/ 308 w 854"/>
                <a:gd name="T15" fmla="*/ 321 h 332"/>
                <a:gd name="T16" fmla="*/ 376 w 854"/>
                <a:gd name="T17" fmla="*/ 321 h 332"/>
                <a:gd name="T18" fmla="*/ 840 w 854"/>
                <a:gd name="T19" fmla="*/ 52 h 332"/>
                <a:gd name="T20" fmla="*/ 853 w 854"/>
                <a:gd name="T21" fmla="*/ 32 h 332"/>
                <a:gd name="T22" fmla="*/ 854 w 854"/>
                <a:gd name="T23" fmla="*/ 0 h 332"/>
                <a:gd name="T24" fmla="*/ 840 w 854"/>
                <a:gd name="T25" fmla="*/ 19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4" h="332">
                  <a:moveTo>
                    <a:pt x="840" y="19"/>
                  </a:moveTo>
                  <a:cubicBezTo>
                    <a:pt x="376" y="289"/>
                    <a:pt x="376" y="289"/>
                    <a:pt x="376" y="289"/>
                  </a:cubicBezTo>
                  <a:cubicBezTo>
                    <a:pt x="357" y="300"/>
                    <a:pt x="326" y="300"/>
                    <a:pt x="308" y="289"/>
                  </a:cubicBezTo>
                  <a:cubicBezTo>
                    <a:pt x="14" y="119"/>
                    <a:pt x="14" y="119"/>
                    <a:pt x="14" y="119"/>
                  </a:cubicBezTo>
                  <a:cubicBezTo>
                    <a:pt x="4" y="114"/>
                    <a:pt x="0" y="106"/>
                    <a:pt x="0" y="99"/>
                  </a:cubicBezTo>
                  <a:cubicBezTo>
                    <a:pt x="0" y="132"/>
                    <a:pt x="0" y="132"/>
                    <a:pt x="0" y="132"/>
                  </a:cubicBezTo>
                  <a:cubicBezTo>
                    <a:pt x="0" y="139"/>
                    <a:pt x="4" y="146"/>
                    <a:pt x="14" y="152"/>
                  </a:cubicBezTo>
                  <a:cubicBezTo>
                    <a:pt x="308" y="321"/>
                    <a:pt x="308" y="321"/>
                    <a:pt x="308" y="321"/>
                  </a:cubicBezTo>
                  <a:cubicBezTo>
                    <a:pt x="326" y="332"/>
                    <a:pt x="357" y="332"/>
                    <a:pt x="376" y="321"/>
                  </a:cubicBezTo>
                  <a:cubicBezTo>
                    <a:pt x="840" y="52"/>
                    <a:pt x="840" y="52"/>
                    <a:pt x="840" y="52"/>
                  </a:cubicBezTo>
                  <a:cubicBezTo>
                    <a:pt x="849" y="46"/>
                    <a:pt x="853" y="39"/>
                    <a:pt x="853" y="32"/>
                  </a:cubicBezTo>
                  <a:cubicBezTo>
                    <a:pt x="854" y="0"/>
                    <a:pt x="854" y="0"/>
                    <a:pt x="854" y="0"/>
                  </a:cubicBezTo>
                  <a:cubicBezTo>
                    <a:pt x="854" y="7"/>
                    <a:pt x="849" y="14"/>
                    <a:pt x="840" y="19"/>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8" name="Freeform 10">
              <a:extLst>
                <a:ext uri="{FF2B5EF4-FFF2-40B4-BE49-F238E27FC236}">
                  <a16:creationId xmlns:a16="http://schemas.microsoft.com/office/drawing/2014/main" id="{BCD448F7-82CD-BB2C-7FB4-18F2BA5A83C4}"/>
                </a:ext>
              </a:extLst>
            </p:cNvPr>
            <p:cNvSpPr>
              <a:spLocks/>
            </p:cNvSpPr>
            <p:nvPr/>
          </p:nvSpPr>
          <p:spPr bwMode="auto">
            <a:xfrm>
              <a:off x="2935288" y="287338"/>
              <a:ext cx="1979613" cy="1149350"/>
            </a:xfrm>
            <a:custGeom>
              <a:avLst/>
              <a:gdLst>
                <a:gd name="T0" fmla="*/ 844 w 863"/>
                <a:gd name="T1" fmla="*/ 181 h 501"/>
                <a:gd name="T2" fmla="*/ 845 w 863"/>
                <a:gd name="T3" fmla="*/ 220 h 501"/>
                <a:gd name="T4" fmla="*/ 381 w 863"/>
                <a:gd name="T5" fmla="*/ 490 h 501"/>
                <a:gd name="T6" fmla="*/ 313 w 863"/>
                <a:gd name="T7" fmla="*/ 490 h 501"/>
                <a:gd name="T8" fmla="*/ 19 w 863"/>
                <a:gd name="T9" fmla="*/ 320 h 501"/>
                <a:gd name="T10" fmla="*/ 19 w 863"/>
                <a:gd name="T11" fmla="*/ 281 h 501"/>
                <a:gd name="T12" fmla="*/ 483 w 863"/>
                <a:gd name="T13" fmla="*/ 11 h 501"/>
                <a:gd name="T14" fmla="*/ 551 w 863"/>
                <a:gd name="T15" fmla="*/ 11 h 501"/>
                <a:gd name="T16" fmla="*/ 844 w 863"/>
                <a:gd name="T17" fmla="*/ 181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3" h="501">
                  <a:moveTo>
                    <a:pt x="844" y="181"/>
                  </a:moveTo>
                  <a:cubicBezTo>
                    <a:pt x="863" y="192"/>
                    <a:pt x="863" y="209"/>
                    <a:pt x="845" y="220"/>
                  </a:cubicBezTo>
                  <a:cubicBezTo>
                    <a:pt x="381" y="490"/>
                    <a:pt x="381" y="490"/>
                    <a:pt x="381" y="490"/>
                  </a:cubicBezTo>
                  <a:cubicBezTo>
                    <a:pt x="362" y="501"/>
                    <a:pt x="331" y="501"/>
                    <a:pt x="313" y="490"/>
                  </a:cubicBezTo>
                  <a:cubicBezTo>
                    <a:pt x="19" y="320"/>
                    <a:pt x="19" y="320"/>
                    <a:pt x="19" y="320"/>
                  </a:cubicBezTo>
                  <a:cubicBezTo>
                    <a:pt x="0" y="309"/>
                    <a:pt x="0" y="292"/>
                    <a:pt x="19" y="281"/>
                  </a:cubicBezTo>
                  <a:cubicBezTo>
                    <a:pt x="483" y="11"/>
                    <a:pt x="483" y="11"/>
                    <a:pt x="483" y="11"/>
                  </a:cubicBezTo>
                  <a:cubicBezTo>
                    <a:pt x="501" y="0"/>
                    <a:pt x="532" y="0"/>
                    <a:pt x="551" y="11"/>
                  </a:cubicBezTo>
                  <a:lnTo>
                    <a:pt x="844" y="181"/>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39" name="组合 38">
            <a:extLst>
              <a:ext uri="{FF2B5EF4-FFF2-40B4-BE49-F238E27FC236}">
                <a16:creationId xmlns:a16="http://schemas.microsoft.com/office/drawing/2014/main" id="{87814440-079E-B1A6-470D-03650966AE62}"/>
              </a:ext>
            </a:extLst>
          </p:cNvPr>
          <p:cNvGrpSpPr/>
          <p:nvPr/>
        </p:nvGrpSpPr>
        <p:grpSpPr>
          <a:xfrm>
            <a:off x="8762038" y="2302551"/>
            <a:ext cx="1451787" cy="896452"/>
            <a:chOff x="2935288" y="287338"/>
            <a:chExt cx="1979613" cy="1222375"/>
          </a:xfrm>
        </p:grpSpPr>
        <p:sp>
          <p:nvSpPr>
            <p:cNvPr id="40" name="Freeform 9">
              <a:extLst>
                <a:ext uri="{FF2B5EF4-FFF2-40B4-BE49-F238E27FC236}">
                  <a16:creationId xmlns:a16="http://schemas.microsoft.com/office/drawing/2014/main" id="{1CD1D817-47AA-C645-2BB1-AF954D33E68A}"/>
                </a:ext>
              </a:extLst>
            </p:cNvPr>
            <p:cNvSpPr>
              <a:spLocks/>
            </p:cNvSpPr>
            <p:nvPr/>
          </p:nvSpPr>
          <p:spPr bwMode="auto">
            <a:xfrm>
              <a:off x="2946401" y="747713"/>
              <a:ext cx="1960563" cy="762000"/>
            </a:xfrm>
            <a:custGeom>
              <a:avLst/>
              <a:gdLst>
                <a:gd name="T0" fmla="*/ 840 w 854"/>
                <a:gd name="T1" fmla="*/ 19 h 332"/>
                <a:gd name="T2" fmla="*/ 376 w 854"/>
                <a:gd name="T3" fmla="*/ 289 h 332"/>
                <a:gd name="T4" fmla="*/ 308 w 854"/>
                <a:gd name="T5" fmla="*/ 289 h 332"/>
                <a:gd name="T6" fmla="*/ 14 w 854"/>
                <a:gd name="T7" fmla="*/ 119 h 332"/>
                <a:gd name="T8" fmla="*/ 0 w 854"/>
                <a:gd name="T9" fmla="*/ 99 h 332"/>
                <a:gd name="T10" fmla="*/ 0 w 854"/>
                <a:gd name="T11" fmla="*/ 132 h 332"/>
                <a:gd name="T12" fmla="*/ 14 w 854"/>
                <a:gd name="T13" fmla="*/ 152 h 332"/>
                <a:gd name="T14" fmla="*/ 308 w 854"/>
                <a:gd name="T15" fmla="*/ 321 h 332"/>
                <a:gd name="T16" fmla="*/ 376 w 854"/>
                <a:gd name="T17" fmla="*/ 321 h 332"/>
                <a:gd name="T18" fmla="*/ 840 w 854"/>
                <a:gd name="T19" fmla="*/ 52 h 332"/>
                <a:gd name="T20" fmla="*/ 853 w 854"/>
                <a:gd name="T21" fmla="*/ 32 h 332"/>
                <a:gd name="T22" fmla="*/ 854 w 854"/>
                <a:gd name="T23" fmla="*/ 0 h 332"/>
                <a:gd name="T24" fmla="*/ 840 w 854"/>
                <a:gd name="T25" fmla="*/ 19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4" h="332">
                  <a:moveTo>
                    <a:pt x="840" y="19"/>
                  </a:moveTo>
                  <a:cubicBezTo>
                    <a:pt x="376" y="289"/>
                    <a:pt x="376" y="289"/>
                    <a:pt x="376" y="289"/>
                  </a:cubicBezTo>
                  <a:cubicBezTo>
                    <a:pt x="357" y="300"/>
                    <a:pt x="326" y="300"/>
                    <a:pt x="308" y="289"/>
                  </a:cubicBezTo>
                  <a:cubicBezTo>
                    <a:pt x="14" y="119"/>
                    <a:pt x="14" y="119"/>
                    <a:pt x="14" y="119"/>
                  </a:cubicBezTo>
                  <a:cubicBezTo>
                    <a:pt x="4" y="114"/>
                    <a:pt x="0" y="106"/>
                    <a:pt x="0" y="99"/>
                  </a:cubicBezTo>
                  <a:cubicBezTo>
                    <a:pt x="0" y="132"/>
                    <a:pt x="0" y="132"/>
                    <a:pt x="0" y="132"/>
                  </a:cubicBezTo>
                  <a:cubicBezTo>
                    <a:pt x="0" y="139"/>
                    <a:pt x="4" y="146"/>
                    <a:pt x="14" y="152"/>
                  </a:cubicBezTo>
                  <a:cubicBezTo>
                    <a:pt x="308" y="321"/>
                    <a:pt x="308" y="321"/>
                    <a:pt x="308" y="321"/>
                  </a:cubicBezTo>
                  <a:cubicBezTo>
                    <a:pt x="326" y="332"/>
                    <a:pt x="357" y="332"/>
                    <a:pt x="376" y="321"/>
                  </a:cubicBezTo>
                  <a:cubicBezTo>
                    <a:pt x="840" y="52"/>
                    <a:pt x="840" y="52"/>
                    <a:pt x="840" y="52"/>
                  </a:cubicBezTo>
                  <a:cubicBezTo>
                    <a:pt x="849" y="46"/>
                    <a:pt x="853" y="39"/>
                    <a:pt x="853" y="32"/>
                  </a:cubicBezTo>
                  <a:cubicBezTo>
                    <a:pt x="854" y="0"/>
                    <a:pt x="854" y="0"/>
                    <a:pt x="854" y="0"/>
                  </a:cubicBezTo>
                  <a:cubicBezTo>
                    <a:pt x="854" y="7"/>
                    <a:pt x="849" y="14"/>
                    <a:pt x="840" y="19"/>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1" name="Freeform 10">
              <a:extLst>
                <a:ext uri="{FF2B5EF4-FFF2-40B4-BE49-F238E27FC236}">
                  <a16:creationId xmlns:a16="http://schemas.microsoft.com/office/drawing/2014/main" id="{087D85D2-6199-6A5A-6535-BECAAD5E8F54}"/>
                </a:ext>
              </a:extLst>
            </p:cNvPr>
            <p:cNvSpPr>
              <a:spLocks/>
            </p:cNvSpPr>
            <p:nvPr/>
          </p:nvSpPr>
          <p:spPr bwMode="auto">
            <a:xfrm>
              <a:off x="2935288" y="287338"/>
              <a:ext cx="1979613" cy="1149350"/>
            </a:xfrm>
            <a:custGeom>
              <a:avLst/>
              <a:gdLst>
                <a:gd name="T0" fmla="*/ 844 w 863"/>
                <a:gd name="T1" fmla="*/ 181 h 501"/>
                <a:gd name="T2" fmla="*/ 845 w 863"/>
                <a:gd name="T3" fmla="*/ 220 h 501"/>
                <a:gd name="T4" fmla="*/ 381 w 863"/>
                <a:gd name="T5" fmla="*/ 490 h 501"/>
                <a:gd name="T6" fmla="*/ 313 w 863"/>
                <a:gd name="T7" fmla="*/ 490 h 501"/>
                <a:gd name="T8" fmla="*/ 19 w 863"/>
                <a:gd name="T9" fmla="*/ 320 h 501"/>
                <a:gd name="T10" fmla="*/ 19 w 863"/>
                <a:gd name="T11" fmla="*/ 281 h 501"/>
                <a:gd name="T12" fmla="*/ 483 w 863"/>
                <a:gd name="T13" fmla="*/ 11 h 501"/>
                <a:gd name="T14" fmla="*/ 551 w 863"/>
                <a:gd name="T15" fmla="*/ 11 h 501"/>
                <a:gd name="T16" fmla="*/ 844 w 863"/>
                <a:gd name="T17" fmla="*/ 181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3" h="501">
                  <a:moveTo>
                    <a:pt x="844" y="181"/>
                  </a:moveTo>
                  <a:cubicBezTo>
                    <a:pt x="863" y="192"/>
                    <a:pt x="863" y="209"/>
                    <a:pt x="845" y="220"/>
                  </a:cubicBezTo>
                  <a:cubicBezTo>
                    <a:pt x="381" y="490"/>
                    <a:pt x="381" y="490"/>
                    <a:pt x="381" y="490"/>
                  </a:cubicBezTo>
                  <a:cubicBezTo>
                    <a:pt x="362" y="501"/>
                    <a:pt x="331" y="501"/>
                    <a:pt x="313" y="490"/>
                  </a:cubicBezTo>
                  <a:cubicBezTo>
                    <a:pt x="19" y="320"/>
                    <a:pt x="19" y="320"/>
                    <a:pt x="19" y="320"/>
                  </a:cubicBezTo>
                  <a:cubicBezTo>
                    <a:pt x="0" y="309"/>
                    <a:pt x="0" y="292"/>
                    <a:pt x="19" y="281"/>
                  </a:cubicBezTo>
                  <a:cubicBezTo>
                    <a:pt x="483" y="11"/>
                    <a:pt x="483" y="11"/>
                    <a:pt x="483" y="11"/>
                  </a:cubicBezTo>
                  <a:cubicBezTo>
                    <a:pt x="501" y="0"/>
                    <a:pt x="532" y="0"/>
                    <a:pt x="551" y="11"/>
                  </a:cubicBezTo>
                  <a:lnTo>
                    <a:pt x="844" y="181"/>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42" name="组合 41">
            <a:extLst>
              <a:ext uri="{FF2B5EF4-FFF2-40B4-BE49-F238E27FC236}">
                <a16:creationId xmlns:a16="http://schemas.microsoft.com/office/drawing/2014/main" id="{79CFF287-26E1-32FC-B064-E6DAB39DCD78}"/>
              </a:ext>
            </a:extLst>
          </p:cNvPr>
          <p:cNvGrpSpPr/>
          <p:nvPr/>
        </p:nvGrpSpPr>
        <p:grpSpPr>
          <a:xfrm>
            <a:off x="9561264" y="2764167"/>
            <a:ext cx="1451787" cy="896452"/>
            <a:chOff x="2935288" y="287338"/>
            <a:chExt cx="1979613" cy="1222375"/>
          </a:xfrm>
        </p:grpSpPr>
        <p:sp>
          <p:nvSpPr>
            <p:cNvPr id="43" name="Freeform 9">
              <a:extLst>
                <a:ext uri="{FF2B5EF4-FFF2-40B4-BE49-F238E27FC236}">
                  <a16:creationId xmlns:a16="http://schemas.microsoft.com/office/drawing/2014/main" id="{2F30A30E-F55B-E668-EA3A-142D42501B91}"/>
                </a:ext>
              </a:extLst>
            </p:cNvPr>
            <p:cNvSpPr>
              <a:spLocks/>
            </p:cNvSpPr>
            <p:nvPr/>
          </p:nvSpPr>
          <p:spPr bwMode="auto">
            <a:xfrm>
              <a:off x="2946401" y="747713"/>
              <a:ext cx="1960563" cy="762000"/>
            </a:xfrm>
            <a:custGeom>
              <a:avLst/>
              <a:gdLst>
                <a:gd name="T0" fmla="*/ 840 w 854"/>
                <a:gd name="T1" fmla="*/ 19 h 332"/>
                <a:gd name="T2" fmla="*/ 376 w 854"/>
                <a:gd name="T3" fmla="*/ 289 h 332"/>
                <a:gd name="T4" fmla="*/ 308 w 854"/>
                <a:gd name="T5" fmla="*/ 289 h 332"/>
                <a:gd name="T6" fmla="*/ 14 w 854"/>
                <a:gd name="T7" fmla="*/ 119 h 332"/>
                <a:gd name="T8" fmla="*/ 0 w 854"/>
                <a:gd name="T9" fmla="*/ 99 h 332"/>
                <a:gd name="T10" fmla="*/ 0 w 854"/>
                <a:gd name="T11" fmla="*/ 132 h 332"/>
                <a:gd name="T12" fmla="*/ 14 w 854"/>
                <a:gd name="T13" fmla="*/ 152 h 332"/>
                <a:gd name="T14" fmla="*/ 308 w 854"/>
                <a:gd name="T15" fmla="*/ 321 h 332"/>
                <a:gd name="T16" fmla="*/ 376 w 854"/>
                <a:gd name="T17" fmla="*/ 321 h 332"/>
                <a:gd name="T18" fmla="*/ 840 w 854"/>
                <a:gd name="T19" fmla="*/ 52 h 332"/>
                <a:gd name="T20" fmla="*/ 853 w 854"/>
                <a:gd name="T21" fmla="*/ 32 h 332"/>
                <a:gd name="T22" fmla="*/ 854 w 854"/>
                <a:gd name="T23" fmla="*/ 0 h 332"/>
                <a:gd name="T24" fmla="*/ 840 w 854"/>
                <a:gd name="T25" fmla="*/ 19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4" h="332">
                  <a:moveTo>
                    <a:pt x="840" y="19"/>
                  </a:moveTo>
                  <a:cubicBezTo>
                    <a:pt x="376" y="289"/>
                    <a:pt x="376" y="289"/>
                    <a:pt x="376" y="289"/>
                  </a:cubicBezTo>
                  <a:cubicBezTo>
                    <a:pt x="357" y="300"/>
                    <a:pt x="326" y="300"/>
                    <a:pt x="308" y="289"/>
                  </a:cubicBezTo>
                  <a:cubicBezTo>
                    <a:pt x="14" y="119"/>
                    <a:pt x="14" y="119"/>
                    <a:pt x="14" y="119"/>
                  </a:cubicBezTo>
                  <a:cubicBezTo>
                    <a:pt x="4" y="114"/>
                    <a:pt x="0" y="106"/>
                    <a:pt x="0" y="99"/>
                  </a:cubicBezTo>
                  <a:cubicBezTo>
                    <a:pt x="0" y="132"/>
                    <a:pt x="0" y="132"/>
                    <a:pt x="0" y="132"/>
                  </a:cubicBezTo>
                  <a:cubicBezTo>
                    <a:pt x="0" y="139"/>
                    <a:pt x="4" y="146"/>
                    <a:pt x="14" y="152"/>
                  </a:cubicBezTo>
                  <a:cubicBezTo>
                    <a:pt x="308" y="321"/>
                    <a:pt x="308" y="321"/>
                    <a:pt x="308" y="321"/>
                  </a:cubicBezTo>
                  <a:cubicBezTo>
                    <a:pt x="326" y="332"/>
                    <a:pt x="357" y="332"/>
                    <a:pt x="376" y="321"/>
                  </a:cubicBezTo>
                  <a:cubicBezTo>
                    <a:pt x="840" y="52"/>
                    <a:pt x="840" y="52"/>
                    <a:pt x="840" y="52"/>
                  </a:cubicBezTo>
                  <a:cubicBezTo>
                    <a:pt x="849" y="46"/>
                    <a:pt x="853" y="39"/>
                    <a:pt x="853" y="32"/>
                  </a:cubicBezTo>
                  <a:cubicBezTo>
                    <a:pt x="854" y="0"/>
                    <a:pt x="854" y="0"/>
                    <a:pt x="854" y="0"/>
                  </a:cubicBezTo>
                  <a:cubicBezTo>
                    <a:pt x="854" y="7"/>
                    <a:pt x="849" y="14"/>
                    <a:pt x="840" y="19"/>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4" name="Freeform 10">
              <a:extLst>
                <a:ext uri="{FF2B5EF4-FFF2-40B4-BE49-F238E27FC236}">
                  <a16:creationId xmlns:a16="http://schemas.microsoft.com/office/drawing/2014/main" id="{05CDDD88-7B42-E9A1-35A2-79523E35311D}"/>
                </a:ext>
              </a:extLst>
            </p:cNvPr>
            <p:cNvSpPr>
              <a:spLocks/>
            </p:cNvSpPr>
            <p:nvPr/>
          </p:nvSpPr>
          <p:spPr bwMode="auto">
            <a:xfrm>
              <a:off x="2935288" y="287338"/>
              <a:ext cx="1979613" cy="1149350"/>
            </a:xfrm>
            <a:custGeom>
              <a:avLst/>
              <a:gdLst>
                <a:gd name="T0" fmla="*/ 844 w 863"/>
                <a:gd name="T1" fmla="*/ 181 h 501"/>
                <a:gd name="T2" fmla="*/ 845 w 863"/>
                <a:gd name="T3" fmla="*/ 220 h 501"/>
                <a:gd name="T4" fmla="*/ 381 w 863"/>
                <a:gd name="T5" fmla="*/ 490 h 501"/>
                <a:gd name="T6" fmla="*/ 313 w 863"/>
                <a:gd name="T7" fmla="*/ 490 h 501"/>
                <a:gd name="T8" fmla="*/ 19 w 863"/>
                <a:gd name="T9" fmla="*/ 320 h 501"/>
                <a:gd name="T10" fmla="*/ 19 w 863"/>
                <a:gd name="T11" fmla="*/ 281 h 501"/>
                <a:gd name="T12" fmla="*/ 483 w 863"/>
                <a:gd name="T13" fmla="*/ 11 h 501"/>
                <a:gd name="T14" fmla="*/ 551 w 863"/>
                <a:gd name="T15" fmla="*/ 11 h 501"/>
                <a:gd name="T16" fmla="*/ 844 w 863"/>
                <a:gd name="T17" fmla="*/ 181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3" h="501">
                  <a:moveTo>
                    <a:pt x="844" y="181"/>
                  </a:moveTo>
                  <a:cubicBezTo>
                    <a:pt x="863" y="192"/>
                    <a:pt x="863" y="209"/>
                    <a:pt x="845" y="220"/>
                  </a:cubicBezTo>
                  <a:cubicBezTo>
                    <a:pt x="381" y="490"/>
                    <a:pt x="381" y="490"/>
                    <a:pt x="381" y="490"/>
                  </a:cubicBezTo>
                  <a:cubicBezTo>
                    <a:pt x="362" y="501"/>
                    <a:pt x="331" y="501"/>
                    <a:pt x="313" y="490"/>
                  </a:cubicBezTo>
                  <a:cubicBezTo>
                    <a:pt x="19" y="320"/>
                    <a:pt x="19" y="320"/>
                    <a:pt x="19" y="320"/>
                  </a:cubicBezTo>
                  <a:cubicBezTo>
                    <a:pt x="0" y="309"/>
                    <a:pt x="0" y="292"/>
                    <a:pt x="19" y="281"/>
                  </a:cubicBezTo>
                  <a:cubicBezTo>
                    <a:pt x="483" y="11"/>
                    <a:pt x="483" y="11"/>
                    <a:pt x="483" y="11"/>
                  </a:cubicBezTo>
                  <a:cubicBezTo>
                    <a:pt x="501" y="0"/>
                    <a:pt x="532" y="0"/>
                    <a:pt x="551" y="11"/>
                  </a:cubicBezTo>
                  <a:lnTo>
                    <a:pt x="844" y="181"/>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56" name="组合 55">
            <a:extLst>
              <a:ext uri="{FF2B5EF4-FFF2-40B4-BE49-F238E27FC236}">
                <a16:creationId xmlns:a16="http://schemas.microsoft.com/office/drawing/2014/main" id="{0E69899B-FAE4-33D3-D145-DB7EF5E48D4E}"/>
              </a:ext>
            </a:extLst>
          </p:cNvPr>
          <p:cNvGrpSpPr/>
          <p:nvPr/>
        </p:nvGrpSpPr>
        <p:grpSpPr>
          <a:xfrm>
            <a:off x="4464604" y="2117651"/>
            <a:ext cx="5756909" cy="3407564"/>
            <a:chOff x="4522628" y="1848523"/>
            <a:chExt cx="5756909" cy="3407564"/>
          </a:xfrm>
        </p:grpSpPr>
        <p:grpSp>
          <p:nvGrpSpPr>
            <p:cNvPr id="47" name="组合 46">
              <a:extLst>
                <a:ext uri="{FF2B5EF4-FFF2-40B4-BE49-F238E27FC236}">
                  <a16:creationId xmlns:a16="http://schemas.microsoft.com/office/drawing/2014/main" id="{1E9FF8A5-9967-8DD2-50EE-8E1C18B82CA5}"/>
                </a:ext>
              </a:extLst>
            </p:cNvPr>
            <p:cNvGrpSpPr/>
            <p:nvPr/>
          </p:nvGrpSpPr>
          <p:grpSpPr>
            <a:xfrm>
              <a:off x="4522628" y="1848523"/>
              <a:ext cx="5756909" cy="3407564"/>
              <a:chOff x="5802631" y="534199"/>
              <a:chExt cx="5756909" cy="3407564"/>
            </a:xfrm>
          </p:grpSpPr>
          <p:sp>
            <p:nvSpPr>
              <p:cNvPr id="48" name="Freeform 5">
                <a:extLst>
                  <a:ext uri="{FF2B5EF4-FFF2-40B4-BE49-F238E27FC236}">
                    <a16:creationId xmlns:a16="http://schemas.microsoft.com/office/drawing/2014/main" id="{9E3213C9-FC4E-6DAB-7AED-FFD255290A78}"/>
                  </a:ext>
                </a:extLst>
              </p:cNvPr>
              <p:cNvSpPr>
                <a:spLocks/>
              </p:cNvSpPr>
              <p:nvPr/>
            </p:nvSpPr>
            <p:spPr bwMode="auto">
              <a:xfrm>
                <a:off x="5811491" y="1326597"/>
                <a:ext cx="5740454" cy="2615166"/>
              </a:xfrm>
              <a:custGeom>
                <a:avLst/>
                <a:gdLst>
                  <a:gd name="T0" fmla="*/ 3122 w 3137"/>
                  <a:gd name="T1" fmla="*/ 973 h 1429"/>
                  <a:gd name="T2" fmla="*/ 2431 w 3137"/>
                  <a:gd name="T3" fmla="*/ 1375 h 1429"/>
                  <a:gd name="T4" fmla="*/ 2361 w 3137"/>
                  <a:gd name="T5" fmla="*/ 1375 h 1429"/>
                  <a:gd name="T6" fmla="*/ 15 w 3137"/>
                  <a:gd name="T7" fmla="*/ 20 h 1429"/>
                  <a:gd name="T8" fmla="*/ 0 w 3137"/>
                  <a:gd name="T9" fmla="*/ 0 h 1429"/>
                  <a:gd name="T10" fmla="*/ 0 w 3137"/>
                  <a:gd name="T11" fmla="*/ 43 h 1429"/>
                  <a:gd name="T12" fmla="*/ 15 w 3137"/>
                  <a:gd name="T13" fmla="*/ 64 h 1429"/>
                  <a:gd name="T14" fmla="*/ 2360 w 3137"/>
                  <a:gd name="T15" fmla="*/ 1418 h 1429"/>
                  <a:gd name="T16" fmla="*/ 2430 w 3137"/>
                  <a:gd name="T17" fmla="*/ 1418 h 1429"/>
                  <a:gd name="T18" fmla="*/ 3122 w 3137"/>
                  <a:gd name="T19" fmla="*/ 1016 h 1429"/>
                  <a:gd name="T20" fmla="*/ 3136 w 3137"/>
                  <a:gd name="T21" fmla="*/ 996 h 1429"/>
                  <a:gd name="T22" fmla="*/ 3137 w 3137"/>
                  <a:gd name="T23" fmla="*/ 953 h 1429"/>
                  <a:gd name="T24" fmla="*/ 3122 w 3137"/>
                  <a:gd name="T25" fmla="*/ 973 h 1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37" h="1429">
                    <a:moveTo>
                      <a:pt x="3122" y="973"/>
                    </a:moveTo>
                    <a:cubicBezTo>
                      <a:pt x="2431" y="1375"/>
                      <a:pt x="2431" y="1375"/>
                      <a:pt x="2431" y="1375"/>
                    </a:cubicBezTo>
                    <a:cubicBezTo>
                      <a:pt x="2411" y="1386"/>
                      <a:pt x="2380" y="1386"/>
                      <a:pt x="2361" y="1375"/>
                    </a:cubicBezTo>
                    <a:cubicBezTo>
                      <a:pt x="15" y="20"/>
                      <a:pt x="15" y="20"/>
                      <a:pt x="15" y="20"/>
                    </a:cubicBezTo>
                    <a:cubicBezTo>
                      <a:pt x="5" y="15"/>
                      <a:pt x="0" y="7"/>
                      <a:pt x="0" y="0"/>
                    </a:cubicBezTo>
                    <a:cubicBezTo>
                      <a:pt x="0" y="43"/>
                      <a:pt x="0" y="43"/>
                      <a:pt x="0" y="43"/>
                    </a:cubicBezTo>
                    <a:cubicBezTo>
                      <a:pt x="0" y="51"/>
                      <a:pt x="5" y="58"/>
                      <a:pt x="15" y="64"/>
                    </a:cubicBezTo>
                    <a:cubicBezTo>
                      <a:pt x="2360" y="1418"/>
                      <a:pt x="2360" y="1418"/>
                      <a:pt x="2360" y="1418"/>
                    </a:cubicBezTo>
                    <a:cubicBezTo>
                      <a:pt x="2380" y="1429"/>
                      <a:pt x="2411" y="1429"/>
                      <a:pt x="2430" y="1418"/>
                    </a:cubicBezTo>
                    <a:cubicBezTo>
                      <a:pt x="3122" y="1016"/>
                      <a:pt x="3122" y="1016"/>
                      <a:pt x="3122" y="1016"/>
                    </a:cubicBezTo>
                    <a:cubicBezTo>
                      <a:pt x="3132" y="1010"/>
                      <a:pt x="3136" y="1003"/>
                      <a:pt x="3136" y="996"/>
                    </a:cubicBezTo>
                    <a:cubicBezTo>
                      <a:pt x="3137" y="953"/>
                      <a:pt x="3137" y="953"/>
                      <a:pt x="3137" y="953"/>
                    </a:cubicBezTo>
                    <a:cubicBezTo>
                      <a:pt x="3137" y="960"/>
                      <a:pt x="3132" y="967"/>
                      <a:pt x="3122" y="973"/>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9" name="Freeform 6">
                <a:extLst>
                  <a:ext uri="{FF2B5EF4-FFF2-40B4-BE49-F238E27FC236}">
                    <a16:creationId xmlns:a16="http://schemas.microsoft.com/office/drawing/2014/main" id="{E0DD67C1-246B-FFFD-2F6C-15A9ED610031}"/>
                  </a:ext>
                </a:extLst>
              </p:cNvPr>
              <p:cNvSpPr>
                <a:spLocks/>
              </p:cNvSpPr>
              <p:nvPr/>
            </p:nvSpPr>
            <p:spPr bwMode="auto">
              <a:xfrm>
                <a:off x="5802631" y="534199"/>
                <a:ext cx="5756909" cy="3329084"/>
              </a:xfrm>
              <a:custGeom>
                <a:avLst/>
                <a:gdLst>
                  <a:gd name="T0" fmla="*/ 3127 w 3146"/>
                  <a:gd name="T1" fmla="*/ 1365 h 1819"/>
                  <a:gd name="T2" fmla="*/ 3127 w 3146"/>
                  <a:gd name="T3" fmla="*/ 1406 h 1819"/>
                  <a:gd name="T4" fmla="*/ 2436 w 3146"/>
                  <a:gd name="T5" fmla="*/ 1808 h 1819"/>
                  <a:gd name="T6" fmla="*/ 2366 w 3146"/>
                  <a:gd name="T7" fmla="*/ 1808 h 1819"/>
                  <a:gd name="T8" fmla="*/ 20 w 3146"/>
                  <a:gd name="T9" fmla="*/ 453 h 1819"/>
                  <a:gd name="T10" fmla="*/ 20 w 3146"/>
                  <a:gd name="T11" fmla="*/ 413 h 1819"/>
                  <a:gd name="T12" fmla="*/ 711 w 3146"/>
                  <a:gd name="T13" fmla="*/ 11 h 1819"/>
                  <a:gd name="T14" fmla="*/ 781 w 3146"/>
                  <a:gd name="T15" fmla="*/ 11 h 1819"/>
                  <a:gd name="T16" fmla="*/ 3127 w 3146"/>
                  <a:gd name="T17" fmla="*/ 1365 h 18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46" h="1819">
                    <a:moveTo>
                      <a:pt x="3127" y="1365"/>
                    </a:moveTo>
                    <a:cubicBezTo>
                      <a:pt x="3146" y="1376"/>
                      <a:pt x="3146" y="1394"/>
                      <a:pt x="3127" y="1406"/>
                    </a:cubicBezTo>
                    <a:cubicBezTo>
                      <a:pt x="2436" y="1808"/>
                      <a:pt x="2436" y="1808"/>
                      <a:pt x="2436" y="1808"/>
                    </a:cubicBezTo>
                    <a:cubicBezTo>
                      <a:pt x="2416" y="1819"/>
                      <a:pt x="2385" y="1819"/>
                      <a:pt x="2366" y="1808"/>
                    </a:cubicBezTo>
                    <a:cubicBezTo>
                      <a:pt x="20" y="453"/>
                      <a:pt x="20" y="453"/>
                      <a:pt x="20" y="453"/>
                    </a:cubicBezTo>
                    <a:cubicBezTo>
                      <a:pt x="0" y="442"/>
                      <a:pt x="0" y="424"/>
                      <a:pt x="20" y="413"/>
                    </a:cubicBezTo>
                    <a:cubicBezTo>
                      <a:pt x="711" y="11"/>
                      <a:pt x="711" y="11"/>
                      <a:pt x="711" y="11"/>
                    </a:cubicBezTo>
                    <a:cubicBezTo>
                      <a:pt x="731" y="0"/>
                      <a:pt x="762" y="0"/>
                      <a:pt x="781" y="11"/>
                    </a:cubicBezTo>
                    <a:lnTo>
                      <a:pt x="3127" y="1365"/>
                    </a:lnTo>
                    <a:close/>
                  </a:path>
                </a:pathLst>
              </a:custGeom>
              <a:gradFill>
                <a:gsLst>
                  <a:gs pos="0">
                    <a:srgbClr val="6578F0"/>
                  </a:gs>
                  <a:gs pos="100000">
                    <a:srgbClr val="3749CC"/>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5" name="组合 24">
              <a:extLst>
                <a:ext uri="{FF2B5EF4-FFF2-40B4-BE49-F238E27FC236}">
                  <a16:creationId xmlns:a16="http://schemas.microsoft.com/office/drawing/2014/main" id="{D9436BD0-100D-7DBC-ADFB-EDA2FE0AF6A5}"/>
                </a:ext>
              </a:extLst>
            </p:cNvPr>
            <p:cNvGrpSpPr/>
            <p:nvPr/>
          </p:nvGrpSpPr>
          <p:grpSpPr>
            <a:xfrm>
              <a:off x="4947681" y="2386037"/>
              <a:ext cx="4303758" cy="2529091"/>
              <a:chOff x="4449763" y="3224213"/>
              <a:chExt cx="5397500" cy="3171825"/>
            </a:xfrm>
          </p:grpSpPr>
          <p:sp>
            <p:nvSpPr>
              <p:cNvPr id="16" name="Freeform 7">
                <a:extLst>
                  <a:ext uri="{FF2B5EF4-FFF2-40B4-BE49-F238E27FC236}">
                    <a16:creationId xmlns:a16="http://schemas.microsoft.com/office/drawing/2014/main" id="{A32D908E-F43E-57DE-2C07-496239BE116A}"/>
                  </a:ext>
                </a:extLst>
              </p:cNvPr>
              <p:cNvSpPr>
                <a:spLocks/>
              </p:cNvSpPr>
              <p:nvPr/>
            </p:nvSpPr>
            <p:spPr bwMode="auto">
              <a:xfrm>
                <a:off x="4460876" y="3530600"/>
                <a:ext cx="5375275" cy="2865438"/>
              </a:xfrm>
              <a:custGeom>
                <a:avLst/>
                <a:gdLst>
                  <a:gd name="T0" fmla="*/ 2328 w 2342"/>
                  <a:gd name="T1" fmla="*/ 1112 h 1249"/>
                  <a:gd name="T2" fmla="*/ 2153 w 2342"/>
                  <a:gd name="T3" fmla="*/ 1214 h 1249"/>
                  <a:gd name="T4" fmla="*/ 2082 w 2342"/>
                  <a:gd name="T5" fmla="*/ 1214 h 1249"/>
                  <a:gd name="T6" fmla="*/ 15 w 2342"/>
                  <a:gd name="T7" fmla="*/ 20 h 1249"/>
                  <a:gd name="T8" fmla="*/ 0 w 2342"/>
                  <a:gd name="T9" fmla="*/ 0 h 1249"/>
                  <a:gd name="T10" fmla="*/ 0 w 2342"/>
                  <a:gd name="T11" fmla="*/ 23 h 1249"/>
                  <a:gd name="T12" fmla="*/ 15 w 2342"/>
                  <a:gd name="T13" fmla="*/ 44 h 1249"/>
                  <a:gd name="T14" fmla="*/ 2082 w 2342"/>
                  <a:gd name="T15" fmla="*/ 1237 h 1249"/>
                  <a:gd name="T16" fmla="*/ 2153 w 2342"/>
                  <a:gd name="T17" fmla="*/ 1237 h 1249"/>
                  <a:gd name="T18" fmla="*/ 2328 w 2342"/>
                  <a:gd name="T19" fmla="*/ 1135 h 1249"/>
                  <a:gd name="T20" fmla="*/ 2342 w 2342"/>
                  <a:gd name="T21" fmla="*/ 1115 h 1249"/>
                  <a:gd name="T22" fmla="*/ 2342 w 2342"/>
                  <a:gd name="T23" fmla="*/ 1092 h 1249"/>
                  <a:gd name="T24" fmla="*/ 2328 w 2342"/>
                  <a:gd name="T25" fmla="*/ 1112 h 1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42" h="1249">
                    <a:moveTo>
                      <a:pt x="2328" y="1112"/>
                    </a:moveTo>
                    <a:cubicBezTo>
                      <a:pt x="2153" y="1214"/>
                      <a:pt x="2153" y="1214"/>
                      <a:pt x="2153" y="1214"/>
                    </a:cubicBezTo>
                    <a:cubicBezTo>
                      <a:pt x="2133" y="1225"/>
                      <a:pt x="2102" y="1225"/>
                      <a:pt x="2082" y="1214"/>
                    </a:cubicBezTo>
                    <a:cubicBezTo>
                      <a:pt x="15" y="20"/>
                      <a:pt x="15" y="20"/>
                      <a:pt x="15" y="20"/>
                    </a:cubicBezTo>
                    <a:cubicBezTo>
                      <a:pt x="5" y="15"/>
                      <a:pt x="0" y="7"/>
                      <a:pt x="0" y="0"/>
                    </a:cubicBezTo>
                    <a:cubicBezTo>
                      <a:pt x="0" y="23"/>
                      <a:pt x="0" y="23"/>
                      <a:pt x="0" y="23"/>
                    </a:cubicBezTo>
                    <a:cubicBezTo>
                      <a:pt x="0" y="30"/>
                      <a:pt x="5" y="38"/>
                      <a:pt x="15" y="44"/>
                    </a:cubicBezTo>
                    <a:cubicBezTo>
                      <a:pt x="2082" y="1237"/>
                      <a:pt x="2082" y="1237"/>
                      <a:pt x="2082" y="1237"/>
                    </a:cubicBezTo>
                    <a:cubicBezTo>
                      <a:pt x="2102" y="1249"/>
                      <a:pt x="2133" y="1249"/>
                      <a:pt x="2153" y="1237"/>
                    </a:cubicBezTo>
                    <a:cubicBezTo>
                      <a:pt x="2328" y="1135"/>
                      <a:pt x="2328" y="1135"/>
                      <a:pt x="2328" y="1135"/>
                    </a:cubicBezTo>
                    <a:cubicBezTo>
                      <a:pt x="2337" y="1130"/>
                      <a:pt x="2342" y="1123"/>
                      <a:pt x="2342" y="1115"/>
                    </a:cubicBezTo>
                    <a:cubicBezTo>
                      <a:pt x="2342" y="1092"/>
                      <a:pt x="2342" y="1092"/>
                      <a:pt x="2342" y="1092"/>
                    </a:cubicBezTo>
                    <a:cubicBezTo>
                      <a:pt x="2342" y="1099"/>
                      <a:pt x="2337" y="1107"/>
                      <a:pt x="2328" y="1112"/>
                    </a:cubicBezTo>
                    <a:close/>
                  </a:path>
                </a:pathLst>
              </a:custGeom>
              <a:solidFill>
                <a:srgbClr val="D4D9F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Freeform 8">
                <a:extLst>
                  <a:ext uri="{FF2B5EF4-FFF2-40B4-BE49-F238E27FC236}">
                    <a16:creationId xmlns:a16="http://schemas.microsoft.com/office/drawing/2014/main" id="{8905C170-91F1-6C4E-7A76-C3EE39AC3B78}"/>
                  </a:ext>
                </a:extLst>
              </p:cNvPr>
              <p:cNvSpPr>
                <a:spLocks/>
              </p:cNvSpPr>
              <p:nvPr/>
            </p:nvSpPr>
            <p:spPr bwMode="auto">
              <a:xfrm>
                <a:off x="4449763" y="3224213"/>
                <a:ext cx="5397500" cy="3117850"/>
              </a:xfrm>
              <a:custGeom>
                <a:avLst/>
                <a:gdLst>
                  <a:gd name="T0" fmla="*/ 2333 w 2352"/>
                  <a:gd name="T1" fmla="*/ 1205 h 1358"/>
                  <a:gd name="T2" fmla="*/ 2333 w 2352"/>
                  <a:gd name="T3" fmla="*/ 1245 h 1358"/>
                  <a:gd name="T4" fmla="*/ 2158 w 2352"/>
                  <a:gd name="T5" fmla="*/ 1347 h 1358"/>
                  <a:gd name="T6" fmla="*/ 2087 w 2352"/>
                  <a:gd name="T7" fmla="*/ 1347 h 1358"/>
                  <a:gd name="T8" fmla="*/ 20 w 2352"/>
                  <a:gd name="T9" fmla="*/ 153 h 1358"/>
                  <a:gd name="T10" fmla="*/ 20 w 2352"/>
                  <a:gd name="T11" fmla="*/ 113 h 1358"/>
                  <a:gd name="T12" fmla="*/ 195 w 2352"/>
                  <a:gd name="T13" fmla="*/ 11 h 1358"/>
                  <a:gd name="T14" fmla="*/ 265 w 2352"/>
                  <a:gd name="T15" fmla="*/ 11 h 1358"/>
                  <a:gd name="T16" fmla="*/ 2333 w 2352"/>
                  <a:gd name="T17" fmla="*/ 1205 h 1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2" h="1358">
                    <a:moveTo>
                      <a:pt x="2333" y="1205"/>
                    </a:moveTo>
                    <a:cubicBezTo>
                      <a:pt x="2352" y="1216"/>
                      <a:pt x="2352" y="1234"/>
                      <a:pt x="2333" y="1245"/>
                    </a:cubicBezTo>
                    <a:cubicBezTo>
                      <a:pt x="2158" y="1347"/>
                      <a:pt x="2158" y="1347"/>
                      <a:pt x="2158" y="1347"/>
                    </a:cubicBezTo>
                    <a:cubicBezTo>
                      <a:pt x="2138" y="1358"/>
                      <a:pt x="2107" y="1358"/>
                      <a:pt x="2087" y="1347"/>
                    </a:cubicBezTo>
                    <a:cubicBezTo>
                      <a:pt x="20" y="153"/>
                      <a:pt x="20" y="153"/>
                      <a:pt x="20" y="153"/>
                    </a:cubicBezTo>
                    <a:cubicBezTo>
                      <a:pt x="0" y="142"/>
                      <a:pt x="0" y="124"/>
                      <a:pt x="20" y="113"/>
                    </a:cubicBezTo>
                    <a:cubicBezTo>
                      <a:pt x="195" y="11"/>
                      <a:pt x="195" y="11"/>
                      <a:pt x="195" y="11"/>
                    </a:cubicBezTo>
                    <a:cubicBezTo>
                      <a:pt x="214" y="0"/>
                      <a:pt x="246" y="0"/>
                      <a:pt x="265" y="11"/>
                    </a:cubicBezTo>
                    <a:lnTo>
                      <a:pt x="2333" y="1205"/>
                    </a:lnTo>
                    <a:close/>
                  </a:path>
                </a:pathLst>
              </a:custGeom>
              <a:solidFill>
                <a:srgbClr val="FAF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6" name="组合 25">
              <a:extLst>
                <a:ext uri="{FF2B5EF4-FFF2-40B4-BE49-F238E27FC236}">
                  <a16:creationId xmlns:a16="http://schemas.microsoft.com/office/drawing/2014/main" id="{50D73137-5243-3FEA-C9F7-C76000CF7051}"/>
                </a:ext>
              </a:extLst>
            </p:cNvPr>
            <p:cNvGrpSpPr/>
            <p:nvPr/>
          </p:nvGrpSpPr>
          <p:grpSpPr>
            <a:xfrm>
              <a:off x="5508065" y="2053064"/>
              <a:ext cx="2326561" cy="1375936"/>
              <a:chOff x="6272213" y="5138738"/>
              <a:chExt cx="2917825" cy="1725612"/>
            </a:xfrm>
          </p:grpSpPr>
          <p:sp>
            <p:nvSpPr>
              <p:cNvPr id="20" name="Freeform 11">
                <a:extLst>
                  <a:ext uri="{FF2B5EF4-FFF2-40B4-BE49-F238E27FC236}">
                    <a16:creationId xmlns:a16="http://schemas.microsoft.com/office/drawing/2014/main" id="{9E238FDD-2B26-D6B5-0F1E-69DCD09547D5}"/>
                  </a:ext>
                </a:extLst>
              </p:cNvPr>
              <p:cNvSpPr>
                <a:spLocks/>
              </p:cNvSpPr>
              <p:nvPr/>
            </p:nvSpPr>
            <p:spPr bwMode="auto">
              <a:xfrm>
                <a:off x="6280152" y="5446712"/>
                <a:ext cx="2898775" cy="1417638"/>
              </a:xfrm>
              <a:custGeom>
                <a:avLst/>
                <a:gdLst>
                  <a:gd name="T0" fmla="*/ 1249 w 1263"/>
                  <a:gd name="T1" fmla="*/ 489 h 618"/>
                  <a:gd name="T2" fmla="*/ 1074 w 1263"/>
                  <a:gd name="T3" fmla="*/ 591 h 618"/>
                  <a:gd name="T4" fmla="*/ 1004 w 1263"/>
                  <a:gd name="T5" fmla="*/ 591 h 618"/>
                  <a:gd name="T6" fmla="*/ 15 w 1263"/>
                  <a:gd name="T7" fmla="*/ 20 h 618"/>
                  <a:gd name="T8" fmla="*/ 1 w 1263"/>
                  <a:gd name="T9" fmla="*/ 0 h 618"/>
                  <a:gd name="T10" fmla="*/ 0 w 1263"/>
                  <a:gd name="T11" fmla="*/ 16 h 618"/>
                  <a:gd name="T12" fmla="*/ 15 w 1263"/>
                  <a:gd name="T13" fmla="*/ 36 h 618"/>
                  <a:gd name="T14" fmla="*/ 1004 w 1263"/>
                  <a:gd name="T15" fmla="*/ 607 h 618"/>
                  <a:gd name="T16" fmla="*/ 1074 w 1263"/>
                  <a:gd name="T17" fmla="*/ 607 h 618"/>
                  <a:gd name="T18" fmla="*/ 1249 w 1263"/>
                  <a:gd name="T19" fmla="*/ 505 h 618"/>
                  <a:gd name="T20" fmla="*/ 1263 w 1263"/>
                  <a:gd name="T21" fmla="*/ 485 h 618"/>
                  <a:gd name="T22" fmla="*/ 1263 w 1263"/>
                  <a:gd name="T23" fmla="*/ 469 h 618"/>
                  <a:gd name="T24" fmla="*/ 1249 w 1263"/>
                  <a:gd name="T25" fmla="*/ 489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63" h="618">
                    <a:moveTo>
                      <a:pt x="1249" y="489"/>
                    </a:moveTo>
                    <a:cubicBezTo>
                      <a:pt x="1074" y="591"/>
                      <a:pt x="1074" y="591"/>
                      <a:pt x="1074" y="591"/>
                    </a:cubicBezTo>
                    <a:cubicBezTo>
                      <a:pt x="1054" y="602"/>
                      <a:pt x="1023" y="602"/>
                      <a:pt x="1004" y="591"/>
                    </a:cubicBezTo>
                    <a:cubicBezTo>
                      <a:pt x="15" y="20"/>
                      <a:pt x="15" y="20"/>
                      <a:pt x="15" y="20"/>
                    </a:cubicBezTo>
                    <a:cubicBezTo>
                      <a:pt x="5" y="14"/>
                      <a:pt x="1" y="7"/>
                      <a:pt x="1" y="0"/>
                    </a:cubicBezTo>
                    <a:cubicBezTo>
                      <a:pt x="0" y="16"/>
                      <a:pt x="0" y="16"/>
                      <a:pt x="0" y="16"/>
                    </a:cubicBezTo>
                    <a:cubicBezTo>
                      <a:pt x="0" y="23"/>
                      <a:pt x="5" y="31"/>
                      <a:pt x="15" y="36"/>
                    </a:cubicBezTo>
                    <a:cubicBezTo>
                      <a:pt x="1004" y="607"/>
                      <a:pt x="1004" y="607"/>
                      <a:pt x="1004" y="607"/>
                    </a:cubicBezTo>
                    <a:cubicBezTo>
                      <a:pt x="1023" y="618"/>
                      <a:pt x="1054" y="618"/>
                      <a:pt x="1074" y="607"/>
                    </a:cubicBezTo>
                    <a:cubicBezTo>
                      <a:pt x="1249" y="505"/>
                      <a:pt x="1249" y="505"/>
                      <a:pt x="1249" y="505"/>
                    </a:cubicBezTo>
                    <a:cubicBezTo>
                      <a:pt x="1259" y="500"/>
                      <a:pt x="1263" y="492"/>
                      <a:pt x="1263" y="485"/>
                    </a:cubicBezTo>
                    <a:cubicBezTo>
                      <a:pt x="1263" y="469"/>
                      <a:pt x="1263" y="469"/>
                      <a:pt x="1263" y="469"/>
                    </a:cubicBezTo>
                    <a:cubicBezTo>
                      <a:pt x="1263" y="476"/>
                      <a:pt x="1259" y="483"/>
                      <a:pt x="1249" y="489"/>
                    </a:cubicBezTo>
                    <a:close/>
                  </a:path>
                </a:pathLst>
              </a:custGeom>
              <a:solidFill>
                <a:srgbClr val="D4D9F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Freeform 12">
                <a:extLst>
                  <a:ext uri="{FF2B5EF4-FFF2-40B4-BE49-F238E27FC236}">
                    <a16:creationId xmlns:a16="http://schemas.microsoft.com/office/drawing/2014/main" id="{B1955954-4656-CE56-2F44-121B9324A90F}"/>
                  </a:ext>
                </a:extLst>
              </p:cNvPr>
              <p:cNvSpPr>
                <a:spLocks/>
              </p:cNvSpPr>
              <p:nvPr/>
            </p:nvSpPr>
            <p:spPr bwMode="auto">
              <a:xfrm>
                <a:off x="6272213" y="5138738"/>
                <a:ext cx="2917825" cy="1689100"/>
              </a:xfrm>
              <a:custGeom>
                <a:avLst/>
                <a:gdLst>
                  <a:gd name="T0" fmla="*/ 1253 w 1272"/>
                  <a:gd name="T1" fmla="*/ 582 h 736"/>
                  <a:gd name="T2" fmla="*/ 1253 w 1272"/>
                  <a:gd name="T3" fmla="*/ 623 h 736"/>
                  <a:gd name="T4" fmla="*/ 1078 w 1272"/>
                  <a:gd name="T5" fmla="*/ 725 h 736"/>
                  <a:gd name="T6" fmla="*/ 1008 w 1272"/>
                  <a:gd name="T7" fmla="*/ 725 h 736"/>
                  <a:gd name="T8" fmla="*/ 19 w 1272"/>
                  <a:gd name="T9" fmla="*/ 154 h 736"/>
                  <a:gd name="T10" fmla="*/ 19 w 1272"/>
                  <a:gd name="T11" fmla="*/ 114 h 736"/>
                  <a:gd name="T12" fmla="*/ 194 w 1272"/>
                  <a:gd name="T13" fmla="*/ 12 h 736"/>
                  <a:gd name="T14" fmla="*/ 264 w 1272"/>
                  <a:gd name="T15" fmla="*/ 12 h 736"/>
                  <a:gd name="T16" fmla="*/ 1253 w 1272"/>
                  <a:gd name="T17" fmla="*/ 58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2" h="736">
                    <a:moveTo>
                      <a:pt x="1253" y="582"/>
                    </a:moveTo>
                    <a:cubicBezTo>
                      <a:pt x="1272" y="594"/>
                      <a:pt x="1272" y="612"/>
                      <a:pt x="1253" y="623"/>
                    </a:cubicBezTo>
                    <a:cubicBezTo>
                      <a:pt x="1078" y="725"/>
                      <a:pt x="1078" y="725"/>
                      <a:pt x="1078" y="725"/>
                    </a:cubicBezTo>
                    <a:cubicBezTo>
                      <a:pt x="1058" y="736"/>
                      <a:pt x="1027" y="736"/>
                      <a:pt x="1008" y="725"/>
                    </a:cubicBezTo>
                    <a:cubicBezTo>
                      <a:pt x="19" y="154"/>
                      <a:pt x="19" y="154"/>
                      <a:pt x="19" y="154"/>
                    </a:cubicBezTo>
                    <a:cubicBezTo>
                      <a:pt x="0" y="143"/>
                      <a:pt x="0" y="125"/>
                      <a:pt x="19" y="114"/>
                    </a:cubicBezTo>
                    <a:cubicBezTo>
                      <a:pt x="194" y="12"/>
                      <a:pt x="194" y="12"/>
                      <a:pt x="194" y="12"/>
                    </a:cubicBezTo>
                    <a:cubicBezTo>
                      <a:pt x="214" y="0"/>
                      <a:pt x="245" y="0"/>
                      <a:pt x="264" y="12"/>
                    </a:cubicBezTo>
                    <a:lnTo>
                      <a:pt x="1253" y="582"/>
                    </a:lnTo>
                    <a:close/>
                  </a:path>
                </a:pathLst>
              </a:custGeom>
              <a:solidFill>
                <a:srgbClr val="FAF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0" name="组合 49">
              <a:extLst>
                <a:ext uri="{FF2B5EF4-FFF2-40B4-BE49-F238E27FC236}">
                  <a16:creationId xmlns:a16="http://schemas.microsoft.com/office/drawing/2014/main" id="{BE761751-A3BD-79A0-3066-CF6B6AEF0884}"/>
                </a:ext>
              </a:extLst>
            </p:cNvPr>
            <p:cNvGrpSpPr/>
            <p:nvPr/>
          </p:nvGrpSpPr>
          <p:grpSpPr>
            <a:xfrm>
              <a:off x="7553788" y="3211438"/>
              <a:ext cx="2326561" cy="1375936"/>
              <a:chOff x="6272213" y="5138738"/>
              <a:chExt cx="2917825" cy="1725612"/>
            </a:xfrm>
          </p:grpSpPr>
          <p:sp>
            <p:nvSpPr>
              <p:cNvPr id="51" name="Freeform 11">
                <a:extLst>
                  <a:ext uri="{FF2B5EF4-FFF2-40B4-BE49-F238E27FC236}">
                    <a16:creationId xmlns:a16="http://schemas.microsoft.com/office/drawing/2014/main" id="{D61B6387-9553-F169-250C-B8B7CB45BAA1}"/>
                  </a:ext>
                </a:extLst>
              </p:cNvPr>
              <p:cNvSpPr>
                <a:spLocks/>
              </p:cNvSpPr>
              <p:nvPr/>
            </p:nvSpPr>
            <p:spPr bwMode="auto">
              <a:xfrm>
                <a:off x="6280152" y="5446712"/>
                <a:ext cx="2898775" cy="1417638"/>
              </a:xfrm>
              <a:custGeom>
                <a:avLst/>
                <a:gdLst>
                  <a:gd name="T0" fmla="*/ 1249 w 1263"/>
                  <a:gd name="T1" fmla="*/ 489 h 618"/>
                  <a:gd name="T2" fmla="*/ 1074 w 1263"/>
                  <a:gd name="T3" fmla="*/ 591 h 618"/>
                  <a:gd name="T4" fmla="*/ 1004 w 1263"/>
                  <a:gd name="T5" fmla="*/ 591 h 618"/>
                  <a:gd name="T6" fmla="*/ 15 w 1263"/>
                  <a:gd name="T7" fmla="*/ 20 h 618"/>
                  <a:gd name="T8" fmla="*/ 1 w 1263"/>
                  <a:gd name="T9" fmla="*/ 0 h 618"/>
                  <a:gd name="T10" fmla="*/ 0 w 1263"/>
                  <a:gd name="T11" fmla="*/ 16 h 618"/>
                  <a:gd name="T12" fmla="*/ 15 w 1263"/>
                  <a:gd name="T13" fmla="*/ 36 h 618"/>
                  <a:gd name="T14" fmla="*/ 1004 w 1263"/>
                  <a:gd name="T15" fmla="*/ 607 h 618"/>
                  <a:gd name="T16" fmla="*/ 1074 w 1263"/>
                  <a:gd name="T17" fmla="*/ 607 h 618"/>
                  <a:gd name="T18" fmla="*/ 1249 w 1263"/>
                  <a:gd name="T19" fmla="*/ 505 h 618"/>
                  <a:gd name="T20" fmla="*/ 1263 w 1263"/>
                  <a:gd name="T21" fmla="*/ 485 h 618"/>
                  <a:gd name="T22" fmla="*/ 1263 w 1263"/>
                  <a:gd name="T23" fmla="*/ 469 h 618"/>
                  <a:gd name="T24" fmla="*/ 1249 w 1263"/>
                  <a:gd name="T25" fmla="*/ 489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63" h="618">
                    <a:moveTo>
                      <a:pt x="1249" y="489"/>
                    </a:moveTo>
                    <a:cubicBezTo>
                      <a:pt x="1074" y="591"/>
                      <a:pt x="1074" y="591"/>
                      <a:pt x="1074" y="591"/>
                    </a:cubicBezTo>
                    <a:cubicBezTo>
                      <a:pt x="1054" y="602"/>
                      <a:pt x="1023" y="602"/>
                      <a:pt x="1004" y="591"/>
                    </a:cubicBezTo>
                    <a:cubicBezTo>
                      <a:pt x="15" y="20"/>
                      <a:pt x="15" y="20"/>
                      <a:pt x="15" y="20"/>
                    </a:cubicBezTo>
                    <a:cubicBezTo>
                      <a:pt x="5" y="14"/>
                      <a:pt x="1" y="7"/>
                      <a:pt x="1" y="0"/>
                    </a:cubicBezTo>
                    <a:cubicBezTo>
                      <a:pt x="0" y="16"/>
                      <a:pt x="0" y="16"/>
                      <a:pt x="0" y="16"/>
                    </a:cubicBezTo>
                    <a:cubicBezTo>
                      <a:pt x="0" y="23"/>
                      <a:pt x="5" y="31"/>
                      <a:pt x="15" y="36"/>
                    </a:cubicBezTo>
                    <a:cubicBezTo>
                      <a:pt x="1004" y="607"/>
                      <a:pt x="1004" y="607"/>
                      <a:pt x="1004" y="607"/>
                    </a:cubicBezTo>
                    <a:cubicBezTo>
                      <a:pt x="1023" y="618"/>
                      <a:pt x="1054" y="618"/>
                      <a:pt x="1074" y="607"/>
                    </a:cubicBezTo>
                    <a:cubicBezTo>
                      <a:pt x="1249" y="505"/>
                      <a:pt x="1249" y="505"/>
                      <a:pt x="1249" y="505"/>
                    </a:cubicBezTo>
                    <a:cubicBezTo>
                      <a:pt x="1259" y="500"/>
                      <a:pt x="1263" y="492"/>
                      <a:pt x="1263" y="485"/>
                    </a:cubicBezTo>
                    <a:cubicBezTo>
                      <a:pt x="1263" y="469"/>
                      <a:pt x="1263" y="469"/>
                      <a:pt x="1263" y="469"/>
                    </a:cubicBezTo>
                    <a:cubicBezTo>
                      <a:pt x="1263" y="476"/>
                      <a:pt x="1259" y="483"/>
                      <a:pt x="1249" y="489"/>
                    </a:cubicBezTo>
                    <a:close/>
                  </a:path>
                </a:pathLst>
              </a:custGeom>
              <a:solidFill>
                <a:srgbClr val="D4D9F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12">
                <a:extLst>
                  <a:ext uri="{FF2B5EF4-FFF2-40B4-BE49-F238E27FC236}">
                    <a16:creationId xmlns:a16="http://schemas.microsoft.com/office/drawing/2014/main" id="{F202C8C4-0325-9A28-01DF-461CDD4793B2}"/>
                  </a:ext>
                </a:extLst>
              </p:cNvPr>
              <p:cNvSpPr>
                <a:spLocks/>
              </p:cNvSpPr>
              <p:nvPr/>
            </p:nvSpPr>
            <p:spPr bwMode="auto">
              <a:xfrm>
                <a:off x="6272213" y="5138738"/>
                <a:ext cx="2917825" cy="1689100"/>
              </a:xfrm>
              <a:custGeom>
                <a:avLst/>
                <a:gdLst>
                  <a:gd name="T0" fmla="*/ 1253 w 1272"/>
                  <a:gd name="T1" fmla="*/ 582 h 736"/>
                  <a:gd name="T2" fmla="*/ 1253 w 1272"/>
                  <a:gd name="T3" fmla="*/ 623 h 736"/>
                  <a:gd name="T4" fmla="*/ 1078 w 1272"/>
                  <a:gd name="T5" fmla="*/ 725 h 736"/>
                  <a:gd name="T6" fmla="*/ 1008 w 1272"/>
                  <a:gd name="T7" fmla="*/ 725 h 736"/>
                  <a:gd name="T8" fmla="*/ 19 w 1272"/>
                  <a:gd name="T9" fmla="*/ 154 h 736"/>
                  <a:gd name="T10" fmla="*/ 19 w 1272"/>
                  <a:gd name="T11" fmla="*/ 114 h 736"/>
                  <a:gd name="T12" fmla="*/ 194 w 1272"/>
                  <a:gd name="T13" fmla="*/ 12 h 736"/>
                  <a:gd name="T14" fmla="*/ 264 w 1272"/>
                  <a:gd name="T15" fmla="*/ 12 h 736"/>
                  <a:gd name="T16" fmla="*/ 1253 w 1272"/>
                  <a:gd name="T17" fmla="*/ 58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2" h="736">
                    <a:moveTo>
                      <a:pt x="1253" y="582"/>
                    </a:moveTo>
                    <a:cubicBezTo>
                      <a:pt x="1272" y="594"/>
                      <a:pt x="1272" y="612"/>
                      <a:pt x="1253" y="623"/>
                    </a:cubicBezTo>
                    <a:cubicBezTo>
                      <a:pt x="1078" y="725"/>
                      <a:pt x="1078" y="725"/>
                      <a:pt x="1078" y="725"/>
                    </a:cubicBezTo>
                    <a:cubicBezTo>
                      <a:pt x="1058" y="736"/>
                      <a:pt x="1027" y="736"/>
                      <a:pt x="1008" y="725"/>
                    </a:cubicBezTo>
                    <a:cubicBezTo>
                      <a:pt x="19" y="154"/>
                      <a:pt x="19" y="154"/>
                      <a:pt x="19" y="154"/>
                    </a:cubicBezTo>
                    <a:cubicBezTo>
                      <a:pt x="0" y="143"/>
                      <a:pt x="0" y="125"/>
                      <a:pt x="19" y="114"/>
                    </a:cubicBezTo>
                    <a:cubicBezTo>
                      <a:pt x="194" y="12"/>
                      <a:pt x="194" y="12"/>
                      <a:pt x="194" y="12"/>
                    </a:cubicBezTo>
                    <a:cubicBezTo>
                      <a:pt x="214" y="0"/>
                      <a:pt x="245" y="0"/>
                      <a:pt x="264" y="12"/>
                    </a:cubicBezTo>
                    <a:lnTo>
                      <a:pt x="1253" y="582"/>
                    </a:lnTo>
                    <a:close/>
                  </a:path>
                </a:pathLst>
              </a:custGeom>
              <a:solidFill>
                <a:srgbClr val="FAFB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53" name="组合 52">
            <a:extLst>
              <a:ext uri="{FF2B5EF4-FFF2-40B4-BE49-F238E27FC236}">
                <a16:creationId xmlns:a16="http://schemas.microsoft.com/office/drawing/2014/main" id="{77575903-27B1-E2DA-81B5-8C2DDE50DC70}"/>
              </a:ext>
            </a:extLst>
          </p:cNvPr>
          <p:cNvGrpSpPr/>
          <p:nvPr/>
        </p:nvGrpSpPr>
        <p:grpSpPr>
          <a:xfrm>
            <a:off x="2927999" y="3617434"/>
            <a:ext cx="5756909" cy="3407564"/>
            <a:chOff x="5802631" y="534199"/>
            <a:chExt cx="5756909" cy="3407564"/>
          </a:xfrm>
        </p:grpSpPr>
        <p:sp>
          <p:nvSpPr>
            <p:cNvPr id="54" name="Freeform 5">
              <a:extLst>
                <a:ext uri="{FF2B5EF4-FFF2-40B4-BE49-F238E27FC236}">
                  <a16:creationId xmlns:a16="http://schemas.microsoft.com/office/drawing/2014/main" id="{85CC54A3-DA63-A9C4-C374-C6B2180EBD85}"/>
                </a:ext>
              </a:extLst>
            </p:cNvPr>
            <p:cNvSpPr>
              <a:spLocks/>
            </p:cNvSpPr>
            <p:nvPr/>
          </p:nvSpPr>
          <p:spPr bwMode="auto">
            <a:xfrm>
              <a:off x="5811491" y="1326597"/>
              <a:ext cx="5740454" cy="2615166"/>
            </a:xfrm>
            <a:custGeom>
              <a:avLst/>
              <a:gdLst>
                <a:gd name="T0" fmla="*/ 3122 w 3137"/>
                <a:gd name="T1" fmla="*/ 973 h 1429"/>
                <a:gd name="T2" fmla="*/ 2431 w 3137"/>
                <a:gd name="T3" fmla="*/ 1375 h 1429"/>
                <a:gd name="T4" fmla="*/ 2361 w 3137"/>
                <a:gd name="T5" fmla="*/ 1375 h 1429"/>
                <a:gd name="T6" fmla="*/ 15 w 3137"/>
                <a:gd name="T7" fmla="*/ 20 h 1429"/>
                <a:gd name="T8" fmla="*/ 0 w 3137"/>
                <a:gd name="T9" fmla="*/ 0 h 1429"/>
                <a:gd name="T10" fmla="*/ 0 w 3137"/>
                <a:gd name="T11" fmla="*/ 43 h 1429"/>
                <a:gd name="T12" fmla="*/ 15 w 3137"/>
                <a:gd name="T13" fmla="*/ 64 h 1429"/>
                <a:gd name="T14" fmla="*/ 2360 w 3137"/>
                <a:gd name="T15" fmla="*/ 1418 h 1429"/>
                <a:gd name="T16" fmla="*/ 2430 w 3137"/>
                <a:gd name="T17" fmla="*/ 1418 h 1429"/>
                <a:gd name="T18" fmla="*/ 3122 w 3137"/>
                <a:gd name="T19" fmla="*/ 1016 h 1429"/>
                <a:gd name="T20" fmla="*/ 3136 w 3137"/>
                <a:gd name="T21" fmla="*/ 996 h 1429"/>
                <a:gd name="T22" fmla="*/ 3137 w 3137"/>
                <a:gd name="T23" fmla="*/ 953 h 1429"/>
                <a:gd name="T24" fmla="*/ 3122 w 3137"/>
                <a:gd name="T25" fmla="*/ 973 h 1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37" h="1429">
                  <a:moveTo>
                    <a:pt x="3122" y="973"/>
                  </a:moveTo>
                  <a:cubicBezTo>
                    <a:pt x="2431" y="1375"/>
                    <a:pt x="2431" y="1375"/>
                    <a:pt x="2431" y="1375"/>
                  </a:cubicBezTo>
                  <a:cubicBezTo>
                    <a:pt x="2411" y="1386"/>
                    <a:pt x="2380" y="1386"/>
                    <a:pt x="2361" y="1375"/>
                  </a:cubicBezTo>
                  <a:cubicBezTo>
                    <a:pt x="15" y="20"/>
                    <a:pt x="15" y="20"/>
                    <a:pt x="15" y="20"/>
                  </a:cubicBezTo>
                  <a:cubicBezTo>
                    <a:pt x="5" y="15"/>
                    <a:pt x="0" y="7"/>
                    <a:pt x="0" y="0"/>
                  </a:cubicBezTo>
                  <a:cubicBezTo>
                    <a:pt x="0" y="43"/>
                    <a:pt x="0" y="43"/>
                    <a:pt x="0" y="43"/>
                  </a:cubicBezTo>
                  <a:cubicBezTo>
                    <a:pt x="0" y="51"/>
                    <a:pt x="5" y="58"/>
                    <a:pt x="15" y="64"/>
                  </a:cubicBezTo>
                  <a:cubicBezTo>
                    <a:pt x="2360" y="1418"/>
                    <a:pt x="2360" y="1418"/>
                    <a:pt x="2360" y="1418"/>
                  </a:cubicBezTo>
                  <a:cubicBezTo>
                    <a:pt x="2380" y="1429"/>
                    <a:pt x="2411" y="1429"/>
                    <a:pt x="2430" y="1418"/>
                  </a:cubicBezTo>
                  <a:cubicBezTo>
                    <a:pt x="3122" y="1016"/>
                    <a:pt x="3122" y="1016"/>
                    <a:pt x="3122" y="1016"/>
                  </a:cubicBezTo>
                  <a:cubicBezTo>
                    <a:pt x="3132" y="1010"/>
                    <a:pt x="3136" y="1003"/>
                    <a:pt x="3136" y="996"/>
                  </a:cubicBezTo>
                  <a:cubicBezTo>
                    <a:pt x="3137" y="953"/>
                    <a:pt x="3137" y="953"/>
                    <a:pt x="3137" y="953"/>
                  </a:cubicBezTo>
                  <a:cubicBezTo>
                    <a:pt x="3137" y="960"/>
                    <a:pt x="3132" y="967"/>
                    <a:pt x="3122" y="973"/>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5" name="Freeform 6">
              <a:extLst>
                <a:ext uri="{FF2B5EF4-FFF2-40B4-BE49-F238E27FC236}">
                  <a16:creationId xmlns:a16="http://schemas.microsoft.com/office/drawing/2014/main" id="{345590DC-5F34-CBC7-A208-EFB91D1D2C50}"/>
                </a:ext>
              </a:extLst>
            </p:cNvPr>
            <p:cNvSpPr>
              <a:spLocks/>
            </p:cNvSpPr>
            <p:nvPr/>
          </p:nvSpPr>
          <p:spPr bwMode="auto">
            <a:xfrm>
              <a:off x="5802631" y="534199"/>
              <a:ext cx="5756909" cy="3329084"/>
            </a:xfrm>
            <a:custGeom>
              <a:avLst/>
              <a:gdLst>
                <a:gd name="T0" fmla="*/ 3127 w 3146"/>
                <a:gd name="T1" fmla="*/ 1365 h 1819"/>
                <a:gd name="T2" fmla="*/ 3127 w 3146"/>
                <a:gd name="T3" fmla="*/ 1406 h 1819"/>
                <a:gd name="T4" fmla="*/ 2436 w 3146"/>
                <a:gd name="T5" fmla="*/ 1808 h 1819"/>
                <a:gd name="T6" fmla="*/ 2366 w 3146"/>
                <a:gd name="T7" fmla="*/ 1808 h 1819"/>
                <a:gd name="T8" fmla="*/ 20 w 3146"/>
                <a:gd name="T9" fmla="*/ 453 h 1819"/>
                <a:gd name="T10" fmla="*/ 20 w 3146"/>
                <a:gd name="T11" fmla="*/ 413 h 1819"/>
                <a:gd name="T12" fmla="*/ 711 w 3146"/>
                <a:gd name="T13" fmla="*/ 11 h 1819"/>
                <a:gd name="T14" fmla="*/ 781 w 3146"/>
                <a:gd name="T15" fmla="*/ 11 h 1819"/>
                <a:gd name="T16" fmla="*/ 3127 w 3146"/>
                <a:gd name="T17" fmla="*/ 1365 h 18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46" h="1819">
                  <a:moveTo>
                    <a:pt x="3127" y="1365"/>
                  </a:moveTo>
                  <a:cubicBezTo>
                    <a:pt x="3146" y="1376"/>
                    <a:pt x="3146" y="1394"/>
                    <a:pt x="3127" y="1406"/>
                  </a:cubicBezTo>
                  <a:cubicBezTo>
                    <a:pt x="2436" y="1808"/>
                    <a:pt x="2436" y="1808"/>
                    <a:pt x="2436" y="1808"/>
                  </a:cubicBezTo>
                  <a:cubicBezTo>
                    <a:pt x="2416" y="1819"/>
                    <a:pt x="2385" y="1819"/>
                    <a:pt x="2366" y="1808"/>
                  </a:cubicBezTo>
                  <a:cubicBezTo>
                    <a:pt x="20" y="453"/>
                    <a:pt x="20" y="453"/>
                    <a:pt x="20" y="453"/>
                  </a:cubicBezTo>
                  <a:cubicBezTo>
                    <a:pt x="0" y="442"/>
                    <a:pt x="0" y="424"/>
                    <a:pt x="20" y="413"/>
                  </a:cubicBezTo>
                  <a:cubicBezTo>
                    <a:pt x="711" y="11"/>
                    <a:pt x="711" y="11"/>
                    <a:pt x="711" y="11"/>
                  </a:cubicBezTo>
                  <a:cubicBezTo>
                    <a:pt x="731" y="0"/>
                    <a:pt x="762" y="0"/>
                    <a:pt x="781" y="11"/>
                  </a:cubicBezTo>
                  <a:lnTo>
                    <a:pt x="3127" y="1365"/>
                  </a:lnTo>
                  <a:close/>
                </a:path>
              </a:pathLst>
            </a:custGeom>
            <a:gradFill>
              <a:gsLst>
                <a:gs pos="0">
                  <a:srgbClr val="6578F0"/>
                </a:gs>
                <a:gs pos="100000">
                  <a:srgbClr val="3749CC"/>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57" name="文本框 56">
            <a:extLst>
              <a:ext uri="{FF2B5EF4-FFF2-40B4-BE49-F238E27FC236}">
                <a16:creationId xmlns:a16="http://schemas.microsoft.com/office/drawing/2014/main" id="{88906A98-4093-146A-F0F6-2484A2FF8882}"/>
              </a:ext>
            </a:extLst>
          </p:cNvPr>
          <p:cNvSpPr txBox="1"/>
          <p:nvPr/>
        </p:nvSpPr>
        <p:spPr>
          <a:xfrm>
            <a:off x="5702856" y="777553"/>
            <a:ext cx="1415772" cy="338554"/>
          </a:xfrm>
          <a:prstGeom prst="rect">
            <a:avLst/>
          </a:prstGeom>
          <a:noFill/>
          <a:scene3d>
            <a:camera prst="isometricRightUp"/>
            <a:lightRig rig="threePt" dir="t"/>
          </a:scene3d>
        </p:spPr>
        <p:txBody>
          <a:bodyPr wrap="none" rtlCol="0">
            <a:spAutoFit/>
          </a:bodyPr>
          <a:lstStyle/>
          <a:p>
            <a:r>
              <a:rPr lang="zh-CN" altLang="en-US" sz="1600" dirty="0">
                <a:solidFill>
                  <a:srgbClr val="3749CC"/>
                </a:solidFill>
                <a:latin typeface="HarmonyOS Sans SC Medium" panose="00000600000000000000" pitchFamily="2" charset="-122"/>
                <a:ea typeface="HarmonyOS Sans SC Medium" panose="00000600000000000000" pitchFamily="2" charset="-122"/>
              </a:rPr>
              <a:t>品牌营销战略</a:t>
            </a:r>
          </a:p>
        </p:txBody>
      </p:sp>
      <p:sp>
        <p:nvSpPr>
          <p:cNvPr id="58" name="文本框 57">
            <a:extLst>
              <a:ext uri="{FF2B5EF4-FFF2-40B4-BE49-F238E27FC236}">
                <a16:creationId xmlns:a16="http://schemas.microsoft.com/office/drawing/2014/main" id="{BBF11B00-A3AA-365C-C39B-6E6AA4E5F043}"/>
              </a:ext>
            </a:extLst>
          </p:cNvPr>
          <p:cNvSpPr txBox="1"/>
          <p:nvPr/>
        </p:nvSpPr>
        <p:spPr>
          <a:xfrm>
            <a:off x="4391083" y="2140589"/>
            <a:ext cx="1415772" cy="338554"/>
          </a:xfrm>
          <a:prstGeom prst="rect">
            <a:avLst/>
          </a:prstGeom>
          <a:noFill/>
          <a:scene3d>
            <a:camera prst="isometricRightUp"/>
            <a:lightRig rig="threePt" dir="t"/>
          </a:scene3d>
        </p:spPr>
        <p:txBody>
          <a:bodyPr wrap="none" rtlCol="0">
            <a:spAutoFit/>
          </a:bodyPr>
          <a:lstStyle/>
          <a:p>
            <a:r>
              <a:rPr lang="zh-CN" altLang="en-US" sz="1600" dirty="0">
                <a:solidFill>
                  <a:srgbClr val="3749CC"/>
                </a:solidFill>
                <a:latin typeface="HarmonyOS Sans SC Medium" panose="00000600000000000000" pitchFamily="2" charset="-122"/>
                <a:ea typeface="HarmonyOS Sans SC Medium" panose="00000600000000000000" pitchFamily="2" charset="-122"/>
              </a:rPr>
              <a:t>品牌营销战略</a:t>
            </a:r>
          </a:p>
        </p:txBody>
      </p:sp>
      <p:sp>
        <p:nvSpPr>
          <p:cNvPr id="59" name="文本框 58">
            <a:extLst>
              <a:ext uri="{FF2B5EF4-FFF2-40B4-BE49-F238E27FC236}">
                <a16:creationId xmlns:a16="http://schemas.microsoft.com/office/drawing/2014/main" id="{E426B3B1-3D1B-D682-DF72-6DB77E7AFB63}"/>
              </a:ext>
            </a:extLst>
          </p:cNvPr>
          <p:cNvSpPr txBox="1"/>
          <p:nvPr/>
        </p:nvSpPr>
        <p:spPr>
          <a:xfrm>
            <a:off x="2857883" y="3658845"/>
            <a:ext cx="1415772" cy="338554"/>
          </a:xfrm>
          <a:prstGeom prst="rect">
            <a:avLst/>
          </a:prstGeom>
          <a:noFill/>
          <a:scene3d>
            <a:camera prst="isometricRightUp"/>
            <a:lightRig rig="threePt" dir="t"/>
          </a:scene3d>
        </p:spPr>
        <p:txBody>
          <a:bodyPr wrap="none" rtlCol="0">
            <a:spAutoFit/>
          </a:bodyPr>
          <a:lstStyle/>
          <a:p>
            <a:r>
              <a:rPr lang="zh-CN" altLang="en-US" sz="1600" dirty="0">
                <a:solidFill>
                  <a:srgbClr val="3749CC"/>
                </a:solidFill>
                <a:latin typeface="HarmonyOS Sans SC Medium" panose="00000600000000000000" pitchFamily="2" charset="-122"/>
                <a:ea typeface="HarmonyOS Sans SC Medium" panose="00000600000000000000" pitchFamily="2" charset="-122"/>
              </a:rPr>
              <a:t>品牌营销战略</a:t>
            </a:r>
          </a:p>
        </p:txBody>
      </p:sp>
      <p:sp>
        <p:nvSpPr>
          <p:cNvPr id="60" name="图形 69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B76BE09A-9391-2453-9C77-E0AE43145BD4}"/>
              </a:ext>
            </a:extLst>
          </p:cNvPr>
          <p:cNvSpPr/>
          <p:nvPr/>
        </p:nvSpPr>
        <p:spPr>
          <a:xfrm>
            <a:off x="7833876" y="1447301"/>
            <a:ext cx="448577" cy="448577"/>
          </a:xfrm>
          <a:custGeom>
            <a:avLst/>
            <a:gdLst>
              <a:gd name="connsiteX0" fmla="*/ 171450 w 190500"/>
              <a:gd name="connsiteY0" fmla="*/ 0 h 190500"/>
              <a:gd name="connsiteX1" fmla="*/ 19050 w 190500"/>
              <a:gd name="connsiteY1" fmla="*/ 0 h 190500"/>
              <a:gd name="connsiteX2" fmla="*/ 95 w 190500"/>
              <a:gd name="connsiteY2" fmla="*/ 19050 h 190500"/>
              <a:gd name="connsiteX3" fmla="*/ 0 w 190500"/>
              <a:gd name="connsiteY3" fmla="*/ 190500 h 190500"/>
              <a:gd name="connsiteX4" fmla="*/ 38100 w 190500"/>
              <a:gd name="connsiteY4" fmla="*/ 152400 h 190500"/>
              <a:gd name="connsiteX5" fmla="*/ 171450 w 190500"/>
              <a:gd name="connsiteY5" fmla="*/ 152400 h 190500"/>
              <a:gd name="connsiteX6" fmla="*/ 190500 w 190500"/>
              <a:gd name="connsiteY6" fmla="*/ 133350 h 190500"/>
              <a:gd name="connsiteX7" fmla="*/ 190500 w 190500"/>
              <a:gd name="connsiteY7" fmla="*/ 19050 h 190500"/>
              <a:gd name="connsiteX8" fmla="*/ 171450 w 190500"/>
              <a:gd name="connsiteY8" fmla="*/ 0 h 190500"/>
              <a:gd name="connsiteX9" fmla="*/ 152400 w 190500"/>
              <a:gd name="connsiteY9" fmla="*/ 114300 h 190500"/>
              <a:gd name="connsiteX10" fmla="*/ 38100 w 190500"/>
              <a:gd name="connsiteY10" fmla="*/ 114300 h 190500"/>
              <a:gd name="connsiteX11" fmla="*/ 38100 w 190500"/>
              <a:gd name="connsiteY11" fmla="*/ 95250 h 190500"/>
              <a:gd name="connsiteX12" fmla="*/ 152400 w 190500"/>
              <a:gd name="connsiteY12" fmla="*/ 95250 h 190500"/>
              <a:gd name="connsiteX13" fmla="*/ 152400 w 190500"/>
              <a:gd name="connsiteY13" fmla="*/ 114300 h 190500"/>
              <a:gd name="connsiteX14" fmla="*/ 152400 w 190500"/>
              <a:gd name="connsiteY14" fmla="*/ 85725 h 190500"/>
              <a:gd name="connsiteX15" fmla="*/ 38100 w 190500"/>
              <a:gd name="connsiteY15" fmla="*/ 85725 h 190500"/>
              <a:gd name="connsiteX16" fmla="*/ 38100 w 190500"/>
              <a:gd name="connsiteY16" fmla="*/ 66675 h 190500"/>
              <a:gd name="connsiteX17" fmla="*/ 152400 w 190500"/>
              <a:gd name="connsiteY17" fmla="*/ 66675 h 190500"/>
              <a:gd name="connsiteX18" fmla="*/ 152400 w 190500"/>
              <a:gd name="connsiteY18" fmla="*/ 85725 h 190500"/>
              <a:gd name="connsiteX19" fmla="*/ 152400 w 190500"/>
              <a:gd name="connsiteY19" fmla="*/ 57150 h 190500"/>
              <a:gd name="connsiteX20" fmla="*/ 38100 w 190500"/>
              <a:gd name="connsiteY20" fmla="*/ 57150 h 190500"/>
              <a:gd name="connsiteX21" fmla="*/ 38100 w 190500"/>
              <a:gd name="connsiteY21" fmla="*/ 38100 h 190500"/>
              <a:gd name="connsiteX22" fmla="*/ 152400 w 190500"/>
              <a:gd name="connsiteY22" fmla="*/ 38100 h 190500"/>
              <a:gd name="connsiteX23" fmla="*/ 152400 w 190500"/>
              <a:gd name="connsiteY23" fmla="*/ 571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500" h="190500">
                <a:moveTo>
                  <a:pt x="171450" y="0"/>
                </a:moveTo>
                <a:lnTo>
                  <a:pt x="19050" y="0"/>
                </a:lnTo>
                <a:cubicBezTo>
                  <a:pt x="8573" y="0"/>
                  <a:pt x="95" y="8573"/>
                  <a:pt x="95" y="19050"/>
                </a:cubicBezTo>
                <a:lnTo>
                  <a:pt x="0" y="190500"/>
                </a:lnTo>
                <a:lnTo>
                  <a:pt x="38100" y="152400"/>
                </a:lnTo>
                <a:lnTo>
                  <a:pt x="171450" y="152400"/>
                </a:lnTo>
                <a:cubicBezTo>
                  <a:pt x="181928" y="152400"/>
                  <a:pt x="190500" y="143828"/>
                  <a:pt x="190500" y="133350"/>
                </a:cubicBezTo>
                <a:lnTo>
                  <a:pt x="190500" y="19050"/>
                </a:lnTo>
                <a:cubicBezTo>
                  <a:pt x="190500" y="8573"/>
                  <a:pt x="181928" y="0"/>
                  <a:pt x="171450" y="0"/>
                </a:cubicBezTo>
                <a:close/>
                <a:moveTo>
                  <a:pt x="152400" y="114300"/>
                </a:moveTo>
                <a:lnTo>
                  <a:pt x="38100" y="114300"/>
                </a:lnTo>
                <a:lnTo>
                  <a:pt x="38100" y="95250"/>
                </a:lnTo>
                <a:lnTo>
                  <a:pt x="152400" y="95250"/>
                </a:lnTo>
                <a:lnTo>
                  <a:pt x="152400" y="114300"/>
                </a:lnTo>
                <a:close/>
                <a:moveTo>
                  <a:pt x="152400" y="85725"/>
                </a:moveTo>
                <a:lnTo>
                  <a:pt x="38100" y="85725"/>
                </a:lnTo>
                <a:lnTo>
                  <a:pt x="38100" y="66675"/>
                </a:lnTo>
                <a:lnTo>
                  <a:pt x="152400" y="66675"/>
                </a:lnTo>
                <a:lnTo>
                  <a:pt x="152400" y="85725"/>
                </a:lnTo>
                <a:close/>
                <a:moveTo>
                  <a:pt x="152400" y="57150"/>
                </a:moveTo>
                <a:lnTo>
                  <a:pt x="38100" y="57150"/>
                </a:lnTo>
                <a:lnTo>
                  <a:pt x="38100" y="38100"/>
                </a:lnTo>
                <a:lnTo>
                  <a:pt x="152400" y="38100"/>
                </a:lnTo>
                <a:lnTo>
                  <a:pt x="152400" y="57150"/>
                </a:lnTo>
                <a:close/>
              </a:path>
            </a:pathLst>
          </a:custGeom>
          <a:solidFill>
            <a:srgbClr val="3749CC"/>
          </a:solidFill>
          <a:ln w="9525" cap="flat">
            <a:noFill/>
            <a:prstDash val="solid"/>
            <a:miter/>
          </a:ln>
          <a:scene3d>
            <a:camera prst="isometricLeftDown"/>
            <a:lightRig rig="threePt" dir="t"/>
          </a:scene3d>
          <a:sp3d extrusionH="38100" prstMaterial="flat">
            <a:extrusionClr>
              <a:srgbClr val="E7EBFF"/>
            </a:extrusionClr>
          </a:sp3d>
        </p:spPr>
        <p:txBody>
          <a:bodyPr rtlCol="0" anchor="ctr"/>
          <a:lstStyle/>
          <a:p>
            <a:endParaRPr lang="zh-CN" altLang="en-US"/>
          </a:p>
        </p:txBody>
      </p:sp>
      <p:sp>
        <p:nvSpPr>
          <p:cNvPr id="61" name="图形 798"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3D9D5E58-F56F-218D-BD90-FE0217332446}"/>
              </a:ext>
            </a:extLst>
          </p:cNvPr>
          <p:cNvSpPr/>
          <p:nvPr/>
        </p:nvSpPr>
        <p:spPr>
          <a:xfrm>
            <a:off x="10103157" y="2797673"/>
            <a:ext cx="538292" cy="403720"/>
          </a:xfrm>
          <a:custGeom>
            <a:avLst/>
            <a:gdLst>
              <a:gd name="connsiteX0" fmla="*/ 209550 w 228600"/>
              <a:gd name="connsiteY0" fmla="*/ 0 h 171450"/>
              <a:gd name="connsiteX1" fmla="*/ 66675 w 228600"/>
              <a:gd name="connsiteY1" fmla="*/ 0 h 171450"/>
              <a:gd name="connsiteX2" fmla="*/ 51530 w 228600"/>
              <a:gd name="connsiteY2" fmla="*/ 8382 h 171450"/>
              <a:gd name="connsiteX3" fmla="*/ 0 w 228600"/>
              <a:gd name="connsiteY3" fmla="*/ 85725 h 171450"/>
              <a:gd name="connsiteX4" fmla="*/ 51530 w 228600"/>
              <a:gd name="connsiteY4" fmla="*/ 162973 h 171450"/>
              <a:gd name="connsiteX5" fmla="*/ 66675 w 228600"/>
              <a:gd name="connsiteY5" fmla="*/ 171450 h 171450"/>
              <a:gd name="connsiteX6" fmla="*/ 209550 w 228600"/>
              <a:gd name="connsiteY6" fmla="*/ 171450 h 171450"/>
              <a:gd name="connsiteX7" fmla="*/ 228600 w 228600"/>
              <a:gd name="connsiteY7" fmla="*/ 152400 h 171450"/>
              <a:gd name="connsiteX8" fmla="*/ 228600 w 228600"/>
              <a:gd name="connsiteY8" fmla="*/ 19050 h 171450"/>
              <a:gd name="connsiteX9" fmla="*/ 209550 w 228600"/>
              <a:gd name="connsiteY9" fmla="*/ 0 h 171450"/>
              <a:gd name="connsiteX10" fmla="*/ 180975 w 228600"/>
              <a:gd name="connsiteY10" fmla="*/ 119920 h 171450"/>
              <a:gd name="connsiteX11" fmla="*/ 167545 w 228600"/>
              <a:gd name="connsiteY11" fmla="*/ 133350 h 171450"/>
              <a:gd name="connsiteX12" fmla="*/ 133350 w 228600"/>
              <a:gd name="connsiteY12" fmla="*/ 99155 h 171450"/>
              <a:gd name="connsiteX13" fmla="*/ 99155 w 228600"/>
              <a:gd name="connsiteY13" fmla="*/ 133350 h 171450"/>
              <a:gd name="connsiteX14" fmla="*/ 85725 w 228600"/>
              <a:gd name="connsiteY14" fmla="*/ 119920 h 171450"/>
              <a:gd name="connsiteX15" fmla="*/ 119920 w 228600"/>
              <a:gd name="connsiteY15" fmla="*/ 85725 h 171450"/>
              <a:gd name="connsiteX16" fmla="*/ 85725 w 228600"/>
              <a:gd name="connsiteY16" fmla="*/ 51530 h 171450"/>
              <a:gd name="connsiteX17" fmla="*/ 99155 w 228600"/>
              <a:gd name="connsiteY17" fmla="*/ 38100 h 171450"/>
              <a:gd name="connsiteX18" fmla="*/ 133350 w 228600"/>
              <a:gd name="connsiteY18" fmla="*/ 72295 h 171450"/>
              <a:gd name="connsiteX19" fmla="*/ 167545 w 228600"/>
              <a:gd name="connsiteY19" fmla="*/ 38100 h 171450"/>
              <a:gd name="connsiteX20" fmla="*/ 180975 w 228600"/>
              <a:gd name="connsiteY20" fmla="*/ 51530 h 171450"/>
              <a:gd name="connsiteX21" fmla="*/ 146780 w 228600"/>
              <a:gd name="connsiteY21" fmla="*/ 85725 h 171450"/>
              <a:gd name="connsiteX22" fmla="*/ 180975 w 228600"/>
              <a:gd name="connsiteY22" fmla="*/ 11992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28600" h="171450">
                <a:moveTo>
                  <a:pt x="209550" y="0"/>
                </a:moveTo>
                <a:lnTo>
                  <a:pt x="66675" y="0"/>
                </a:lnTo>
                <a:cubicBezTo>
                  <a:pt x="60103" y="0"/>
                  <a:pt x="54959" y="3334"/>
                  <a:pt x="51530" y="8382"/>
                </a:cubicBezTo>
                <a:lnTo>
                  <a:pt x="0" y="85725"/>
                </a:lnTo>
                <a:lnTo>
                  <a:pt x="51530" y="162973"/>
                </a:lnTo>
                <a:cubicBezTo>
                  <a:pt x="54959" y="168021"/>
                  <a:pt x="60103" y="171450"/>
                  <a:pt x="66675" y="171450"/>
                </a:cubicBezTo>
                <a:lnTo>
                  <a:pt x="209550" y="171450"/>
                </a:lnTo>
                <a:cubicBezTo>
                  <a:pt x="220028" y="171450"/>
                  <a:pt x="228600" y="162878"/>
                  <a:pt x="228600" y="152400"/>
                </a:cubicBezTo>
                <a:lnTo>
                  <a:pt x="228600" y="19050"/>
                </a:lnTo>
                <a:cubicBezTo>
                  <a:pt x="228600" y="8573"/>
                  <a:pt x="220028" y="0"/>
                  <a:pt x="209550" y="0"/>
                </a:cubicBezTo>
                <a:close/>
                <a:moveTo>
                  <a:pt x="180975" y="119920"/>
                </a:moveTo>
                <a:lnTo>
                  <a:pt x="167545" y="133350"/>
                </a:lnTo>
                <a:lnTo>
                  <a:pt x="133350" y="99155"/>
                </a:lnTo>
                <a:lnTo>
                  <a:pt x="99155" y="133350"/>
                </a:lnTo>
                <a:lnTo>
                  <a:pt x="85725" y="119920"/>
                </a:lnTo>
                <a:lnTo>
                  <a:pt x="119920" y="85725"/>
                </a:lnTo>
                <a:lnTo>
                  <a:pt x="85725" y="51530"/>
                </a:lnTo>
                <a:lnTo>
                  <a:pt x="99155" y="38100"/>
                </a:lnTo>
                <a:lnTo>
                  <a:pt x="133350" y="72295"/>
                </a:lnTo>
                <a:lnTo>
                  <a:pt x="167545" y="38100"/>
                </a:lnTo>
                <a:lnTo>
                  <a:pt x="180975" y="51530"/>
                </a:lnTo>
                <a:lnTo>
                  <a:pt x="146780" y="85725"/>
                </a:lnTo>
                <a:lnTo>
                  <a:pt x="180975" y="119920"/>
                </a:lnTo>
                <a:close/>
              </a:path>
            </a:pathLst>
          </a:custGeom>
          <a:solidFill>
            <a:srgbClr val="3749CC"/>
          </a:solidFill>
          <a:ln w="9525" cap="flat">
            <a:noFill/>
            <a:prstDash val="solid"/>
            <a:miter/>
          </a:ln>
          <a:scene3d>
            <a:camera prst="isometricLeftDown"/>
            <a:lightRig rig="threePt" dir="t"/>
          </a:scene3d>
          <a:sp3d extrusionH="38100" prstMaterial="flat">
            <a:extrusionClr>
              <a:srgbClr val="E7EBFF"/>
            </a:extrusionClr>
          </a:sp3d>
        </p:spPr>
        <p:txBody>
          <a:bodyPr rtlCol="0" anchor="ctr"/>
          <a:lstStyle/>
          <a:p>
            <a:endParaRPr lang="zh-CN" altLang="en-US"/>
          </a:p>
        </p:txBody>
      </p:sp>
      <p:sp>
        <p:nvSpPr>
          <p:cNvPr id="62" name="图形 734"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0313DAB1-3600-51E4-5261-CE0C50641C78}"/>
              </a:ext>
            </a:extLst>
          </p:cNvPr>
          <p:cNvSpPr/>
          <p:nvPr/>
        </p:nvSpPr>
        <p:spPr>
          <a:xfrm>
            <a:off x="6909624" y="943731"/>
            <a:ext cx="448577" cy="448577"/>
          </a:xfrm>
          <a:custGeom>
            <a:avLst/>
            <a:gdLst>
              <a:gd name="connsiteX0" fmla="*/ 171450 w 190500"/>
              <a:gd name="connsiteY0" fmla="*/ 0 h 190500"/>
              <a:gd name="connsiteX1" fmla="*/ 95250 w 190500"/>
              <a:gd name="connsiteY1" fmla="*/ 0 h 190500"/>
              <a:gd name="connsiteX2" fmla="*/ 0 w 190500"/>
              <a:gd name="connsiteY2" fmla="*/ 97917 h 190500"/>
              <a:gd name="connsiteX3" fmla="*/ 92583 w 190500"/>
              <a:gd name="connsiteY3" fmla="*/ 190500 h 190500"/>
              <a:gd name="connsiteX4" fmla="*/ 190500 w 190500"/>
              <a:gd name="connsiteY4" fmla="*/ 95250 h 190500"/>
              <a:gd name="connsiteX5" fmla="*/ 190500 w 190500"/>
              <a:gd name="connsiteY5" fmla="*/ 19050 h 190500"/>
              <a:gd name="connsiteX6" fmla="*/ 171450 w 190500"/>
              <a:gd name="connsiteY6" fmla="*/ 0 h 190500"/>
              <a:gd name="connsiteX7" fmla="*/ 142875 w 190500"/>
              <a:gd name="connsiteY7" fmla="*/ 123825 h 190500"/>
              <a:gd name="connsiteX8" fmla="*/ 114300 w 190500"/>
              <a:gd name="connsiteY8" fmla="*/ 104775 h 190500"/>
              <a:gd name="connsiteX9" fmla="*/ 114300 w 190500"/>
              <a:gd name="connsiteY9" fmla="*/ 123825 h 190500"/>
              <a:gd name="connsiteX10" fmla="*/ 47625 w 190500"/>
              <a:gd name="connsiteY10" fmla="*/ 123825 h 190500"/>
              <a:gd name="connsiteX11" fmla="*/ 47625 w 190500"/>
              <a:gd name="connsiteY11" fmla="*/ 66675 h 190500"/>
              <a:gd name="connsiteX12" fmla="*/ 114300 w 190500"/>
              <a:gd name="connsiteY12" fmla="*/ 66675 h 190500"/>
              <a:gd name="connsiteX13" fmla="*/ 114300 w 190500"/>
              <a:gd name="connsiteY13" fmla="*/ 85725 h 190500"/>
              <a:gd name="connsiteX14" fmla="*/ 142875 w 190500"/>
              <a:gd name="connsiteY14" fmla="*/ 66675 h 190500"/>
              <a:gd name="connsiteX15" fmla="*/ 142875 w 190500"/>
              <a:gd name="connsiteY15" fmla="*/ 12382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171450" y="0"/>
                </a:moveTo>
                <a:lnTo>
                  <a:pt x="95250" y="0"/>
                </a:lnTo>
                <a:cubicBezTo>
                  <a:pt x="41720" y="0"/>
                  <a:pt x="0" y="44387"/>
                  <a:pt x="0" y="97917"/>
                </a:cubicBezTo>
                <a:cubicBezTo>
                  <a:pt x="0" y="147638"/>
                  <a:pt x="42767" y="190500"/>
                  <a:pt x="92583" y="190500"/>
                </a:cubicBezTo>
                <a:cubicBezTo>
                  <a:pt x="146590" y="190500"/>
                  <a:pt x="190500" y="148781"/>
                  <a:pt x="190500" y="95250"/>
                </a:cubicBezTo>
                <a:lnTo>
                  <a:pt x="190500" y="19050"/>
                </a:lnTo>
                <a:cubicBezTo>
                  <a:pt x="190500" y="8573"/>
                  <a:pt x="181928" y="0"/>
                  <a:pt x="171450" y="0"/>
                </a:cubicBezTo>
                <a:close/>
                <a:moveTo>
                  <a:pt x="142875" y="123825"/>
                </a:moveTo>
                <a:lnTo>
                  <a:pt x="114300" y="104775"/>
                </a:lnTo>
                <a:lnTo>
                  <a:pt x="114300" y="123825"/>
                </a:lnTo>
                <a:lnTo>
                  <a:pt x="47625" y="123825"/>
                </a:lnTo>
                <a:lnTo>
                  <a:pt x="47625" y="66675"/>
                </a:lnTo>
                <a:lnTo>
                  <a:pt x="114300" y="66675"/>
                </a:lnTo>
                <a:lnTo>
                  <a:pt x="114300" y="85725"/>
                </a:lnTo>
                <a:lnTo>
                  <a:pt x="142875" y="66675"/>
                </a:lnTo>
                <a:lnTo>
                  <a:pt x="142875" y="123825"/>
                </a:lnTo>
                <a:close/>
              </a:path>
            </a:pathLst>
          </a:custGeom>
          <a:solidFill>
            <a:srgbClr val="3749CC"/>
          </a:solidFill>
          <a:ln w="9525" cap="flat">
            <a:noFill/>
            <a:prstDash val="solid"/>
            <a:miter/>
          </a:ln>
          <a:scene3d>
            <a:camera prst="isometricLeftDown"/>
            <a:lightRig rig="threePt" dir="t"/>
          </a:scene3d>
          <a:sp3d extrusionH="38100" prstMaterial="flat">
            <a:extrusionClr>
              <a:srgbClr val="E7EBFF"/>
            </a:extrusionClr>
          </a:sp3d>
        </p:spPr>
        <p:txBody>
          <a:bodyPr rtlCol="0" anchor="ctr"/>
          <a:lstStyle/>
          <a:p>
            <a:endParaRPr lang="zh-CN" altLang="en-US"/>
          </a:p>
        </p:txBody>
      </p:sp>
      <p:sp>
        <p:nvSpPr>
          <p:cNvPr id="63" name="图形 752"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963A5517-4C05-7C5E-9F3D-2498CDA3565B}"/>
              </a:ext>
            </a:extLst>
          </p:cNvPr>
          <p:cNvSpPr/>
          <p:nvPr/>
        </p:nvSpPr>
        <p:spPr>
          <a:xfrm>
            <a:off x="8533857" y="1887767"/>
            <a:ext cx="538292" cy="403720"/>
          </a:xfrm>
          <a:custGeom>
            <a:avLst/>
            <a:gdLst>
              <a:gd name="connsiteX0" fmla="*/ 209550 w 228600"/>
              <a:gd name="connsiteY0" fmla="*/ 0 h 171450"/>
              <a:gd name="connsiteX1" fmla="*/ 19050 w 228600"/>
              <a:gd name="connsiteY1" fmla="*/ 0 h 171450"/>
              <a:gd name="connsiteX2" fmla="*/ 0 w 228600"/>
              <a:gd name="connsiteY2" fmla="*/ 19050 h 171450"/>
              <a:gd name="connsiteX3" fmla="*/ 0 w 228600"/>
              <a:gd name="connsiteY3" fmla="*/ 152400 h 171450"/>
              <a:gd name="connsiteX4" fmla="*/ 19050 w 228600"/>
              <a:gd name="connsiteY4" fmla="*/ 171450 h 171450"/>
              <a:gd name="connsiteX5" fmla="*/ 209550 w 228600"/>
              <a:gd name="connsiteY5" fmla="*/ 171450 h 171450"/>
              <a:gd name="connsiteX6" fmla="*/ 228505 w 228600"/>
              <a:gd name="connsiteY6" fmla="*/ 152400 h 171450"/>
              <a:gd name="connsiteX7" fmla="*/ 228600 w 228600"/>
              <a:gd name="connsiteY7" fmla="*/ 19050 h 171450"/>
              <a:gd name="connsiteX8" fmla="*/ 209550 w 228600"/>
              <a:gd name="connsiteY8" fmla="*/ 0 h 171450"/>
              <a:gd name="connsiteX9" fmla="*/ 76200 w 228600"/>
              <a:gd name="connsiteY9" fmla="*/ 28575 h 171450"/>
              <a:gd name="connsiteX10" fmla="*/ 104775 w 228600"/>
              <a:gd name="connsiteY10" fmla="*/ 57150 h 171450"/>
              <a:gd name="connsiteX11" fmla="*/ 76200 w 228600"/>
              <a:gd name="connsiteY11" fmla="*/ 85725 h 171450"/>
              <a:gd name="connsiteX12" fmla="*/ 47625 w 228600"/>
              <a:gd name="connsiteY12" fmla="*/ 57150 h 171450"/>
              <a:gd name="connsiteX13" fmla="*/ 76200 w 228600"/>
              <a:gd name="connsiteY13" fmla="*/ 28575 h 171450"/>
              <a:gd name="connsiteX14" fmla="*/ 133350 w 228600"/>
              <a:gd name="connsiteY14" fmla="*/ 142875 h 171450"/>
              <a:gd name="connsiteX15" fmla="*/ 19050 w 228600"/>
              <a:gd name="connsiteY15" fmla="*/ 142875 h 171450"/>
              <a:gd name="connsiteX16" fmla="*/ 19050 w 228600"/>
              <a:gd name="connsiteY16" fmla="*/ 133350 h 171450"/>
              <a:gd name="connsiteX17" fmla="*/ 76200 w 228600"/>
              <a:gd name="connsiteY17" fmla="*/ 103823 h 171450"/>
              <a:gd name="connsiteX18" fmla="*/ 133350 w 228600"/>
              <a:gd name="connsiteY18" fmla="*/ 133350 h 171450"/>
              <a:gd name="connsiteX19" fmla="*/ 133350 w 228600"/>
              <a:gd name="connsiteY19" fmla="*/ 142875 h 171450"/>
              <a:gd name="connsiteX20" fmla="*/ 170021 w 228600"/>
              <a:gd name="connsiteY20" fmla="*/ 104775 h 171450"/>
              <a:gd name="connsiteX21" fmla="*/ 185642 w 228600"/>
              <a:gd name="connsiteY21" fmla="*/ 104775 h 171450"/>
              <a:gd name="connsiteX22" fmla="*/ 200025 w 228600"/>
              <a:gd name="connsiteY22" fmla="*/ 123825 h 171450"/>
              <a:gd name="connsiteX23" fmla="*/ 181070 w 228600"/>
              <a:gd name="connsiteY23" fmla="*/ 142780 h 171450"/>
              <a:gd name="connsiteX24" fmla="*/ 155067 w 228600"/>
              <a:gd name="connsiteY24" fmla="*/ 104775 h 171450"/>
              <a:gd name="connsiteX25" fmla="*/ 152400 w 228600"/>
              <a:gd name="connsiteY25" fmla="*/ 85725 h 171450"/>
              <a:gd name="connsiteX26" fmla="*/ 155067 w 228600"/>
              <a:gd name="connsiteY26" fmla="*/ 66675 h 171450"/>
              <a:gd name="connsiteX27" fmla="*/ 181070 w 228600"/>
              <a:gd name="connsiteY27" fmla="*/ 28670 h 171450"/>
              <a:gd name="connsiteX28" fmla="*/ 200025 w 228600"/>
              <a:gd name="connsiteY28" fmla="*/ 47625 h 171450"/>
              <a:gd name="connsiteX29" fmla="*/ 185642 w 228600"/>
              <a:gd name="connsiteY29" fmla="*/ 66675 h 171450"/>
              <a:gd name="connsiteX30" fmla="*/ 170021 w 228600"/>
              <a:gd name="connsiteY30" fmla="*/ 66675 h 171450"/>
              <a:gd name="connsiteX31" fmla="*/ 166688 w 228600"/>
              <a:gd name="connsiteY31" fmla="*/ 85725 h 171450"/>
              <a:gd name="connsiteX32" fmla="*/ 170021 w 228600"/>
              <a:gd name="connsiteY32" fmla="*/ 10477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28600" h="171450">
                <a:moveTo>
                  <a:pt x="209550" y="0"/>
                </a:moveTo>
                <a:lnTo>
                  <a:pt x="19050" y="0"/>
                </a:lnTo>
                <a:cubicBezTo>
                  <a:pt x="8573" y="0"/>
                  <a:pt x="0" y="8573"/>
                  <a:pt x="0" y="19050"/>
                </a:cubicBezTo>
                <a:lnTo>
                  <a:pt x="0" y="152400"/>
                </a:lnTo>
                <a:cubicBezTo>
                  <a:pt x="0" y="162878"/>
                  <a:pt x="8573" y="171450"/>
                  <a:pt x="19050" y="171450"/>
                </a:cubicBezTo>
                <a:lnTo>
                  <a:pt x="209550" y="171450"/>
                </a:lnTo>
                <a:cubicBezTo>
                  <a:pt x="220028" y="171450"/>
                  <a:pt x="228505" y="162878"/>
                  <a:pt x="228505" y="152400"/>
                </a:cubicBezTo>
                <a:lnTo>
                  <a:pt x="228600" y="19050"/>
                </a:lnTo>
                <a:cubicBezTo>
                  <a:pt x="228600" y="8573"/>
                  <a:pt x="220028" y="0"/>
                  <a:pt x="209550" y="0"/>
                </a:cubicBezTo>
                <a:close/>
                <a:moveTo>
                  <a:pt x="76200" y="28575"/>
                </a:moveTo>
                <a:cubicBezTo>
                  <a:pt x="92012" y="28575"/>
                  <a:pt x="104775" y="41339"/>
                  <a:pt x="104775" y="57150"/>
                </a:cubicBezTo>
                <a:cubicBezTo>
                  <a:pt x="104775" y="72962"/>
                  <a:pt x="92012" y="85725"/>
                  <a:pt x="76200" y="85725"/>
                </a:cubicBezTo>
                <a:cubicBezTo>
                  <a:pt x="60389" y="85725"/>
                  <a:pt x="47625" y="72962"/>
                  <a:pt x="47625" y="57150"/>
                </a:cubicBezTo>
                <a:cubicBezTo>
                  <a:pt x="47625" y="41339"/>
                  <a:pt x="60389" y="28575"/>
                  <a:pt x="76200" y="28575"/>
                </a:cubicBezTo>
                <a:close/>
                <a:moveTo>
                  <a:pt x="133350" y="142875"/>
                </a:moveTo>
                <a:lnTo>
                  <a:pt x="19050" y="142875"/>
                </a:lnTo>
                <a:lnTo>
                  <a:pt x="19050" y="133350"/>
                </a:lnTo>
                <a:cubicBezTo>
                  <a:pt x="19050" y="114300"/>
                  <a:pt x="57150" y="103823"/>
                  <a:pt x="76200" y="103823"/>
                </a:cubicBezTo>
                <a:cubicBezTo>
                  <a:pt x="95250" y="103823"/>
                  <a:pt x="133350" y="114300"/>
                  <a:pt x="133350" y="133350"/>
                </a:cubicBezTo>
                <a:lnTo>
                  <a:pt x="133350" y="142875"/>
                </a:lnTo>
                <a:close/>
                <a:moveTo>
                  <a:pt x="170021" y="104775"/>
                </a:moveTo>
                <a:lnTo>
                  <a:pt x="185642" y="104775"/>
                </a:lnTo>
                <a:lnTo>
                  <a:pt x="200025" y="123825"/>
                </a:lnTo>
                <a:lnTo>
                  <a:pt x="181070" y="142780"/>
                </a:lnTo>
                <a:cubicBezTo>
                  <a:pt x="168593" y="133445"/>
                  <a:pt x="159353" y="120110"/>
                  <a:pt x="155067" y="104775"/>
                </a:cubicBezTo>
                <a:cubicBezTo>
                  <a:pt x="153353" y="98679"/>
                  <a:pt x="152400" y="92297"/>
                  <a:pt x="152400" y="85725"/>
                </a:cubicBezTo>
                <a:cubicBezTo>
                  <a:pt x="152400" y="79153"/>
                  <a:pt x="153353" y="72771"/>
                  <a:pt x="155067" y="66675"/>
                </a:cubicBezTo>
                <a:cubicBezTo>
                  <a:pt x="159353" y="51245"/>
                  <a:pt x="168593" y="38005"/>
                  <a:pt x="181070" y="28670"/>
                </a:cubicBezTo>
                <a:lnTo>
                  <a:pt x="200025" y="47625"/>
                </a:lnTo>
                <a:lnTo>
                  <a:pt x="185642" y="66675"/>
                </a:lnTo>
                <a:lnTo>
                  <a:pt x="170021" y="66675"/>
                </a:lnTo>
                <a:cubicBezTo>
                  <a:pt x="167926" y="72676"/>
                  <a:pt x="166688" y="79058"/>
                  <a:pt x="166688" y="85725"/>
                </a:cubicBezTo>
                <a:cubicBezTo>
                  <a:pt x="166688" y="92393"/>
                  <a:pt x="167926" y="98774"/>
                  <a:pt x="170021" y="104775"/>
                </a:cubicBezTo>
                <a:close/>
              </a:path>
            </a:pathLst>
          </a:custGeom>
          <a:solidFill>
            <a:srgbClr val="3749CC"/>
          </a:solidFill>
          <a:ln w="9525" cap="flat">
            <a:noFill/>
            <a:prstDash val="solid"/>
            <a:miter/>
          </a:ln>
          <a:scene3d>
            <a:camera prst="isometricLeftDown"/>
            <a:lightRig rig="threePt" dir="t"/>
          </a:scene3d>
          <a:sp3d extrusionH="38100" prstMaterial="flat">
            <a:extrusionClr>
              <a:srgbClr val="E7EBFF"/>
            </a:extrusionClr>
          </a:sp3d>
        </p:spPr>
        <p:txBody>
          <a:bodyPr rtlCol="0" anchor="ctr"/>
          <a:lstStyle/>
          <a:p>
            <a:endParaRPr lang="zh-CN" altLang="en-US"/>
          </a:p>
        </p:txBody>
      </p:sp>
      <p:sp>
        <p:nvSpPr>
          <p:cNvPr id="64" name="图形 754"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AF723601-47FE-41E1-7B1E-655886FB7B32}"/>
              </a:ext>
            </a:extLst>
          </p:cNvPr>
          <p:cNvSpPr/>
          <p:nvPr/>
        </p:nvSpPr>
        <p:spPr>
          <a:xfrm>
            <a:off x="9345259" y="2322058"/>
            <a:ext cx="538292" cy="403720"/>
          </a:xfrm>
          <a:custGeom>
            <a:avLst/>
            <a:gdLst>
              <a:gd name="connsiteX0" fmla="*/ 200025 w 228600"/>
              <a:gd name="connsiteY0" fmla="*/ 47625 h 171450"/>
              <a:gd name="connsiteX1" fmla="*/ 200025 w 228600"/>
              <a:gd name="connsiteY1" fmla="*/ 38100 h 171450"/>
              <a:gd name="connsiteX2" fmla="*/ 171450 w 228600"/>
              <a:gd name="connsiteY2" fmla="*/ 57150 h 171450"/>
              <a:gd name="connsiteX3" fmla="*/ 142875 w 228600"/>
              <a:gd name="connsiteY3" fmla="*/ 38100 h 171450"/>
              <a:gd name="connsiteX4" fmla="*/ 142875 w 228600"/>
              <a:gd name="connsiteY4" fmla="*/ 47625 h 171450"/>
              <a:gd name="connsiteX5" fmla="*/ 171450 w 228600"/>
              <a:gd name="connsiteY5" fmla="*/ 66675 h 171450"/>
              <a:gd name="connsiteX6" fmla="*/ 200025 w 228600"/>
              <a:gd name="connsiteY6" fmla="*/ 47625 h 171450"/>
              <a:gd name="connsiteX7" fmla="*/ 209550 w 228600"/>
              <a:gd name="connsiteY7" fmla="*/ 0 h 171450"/>
              <a:gd name="connsiteX8" fmla="*/ 19050 w 228600"/>
              <a:gd name="connsiteY8" fmla="*/ 0 h 171450"/>
              <a:gd name="connsiteX9" fmla="*/ 0 w 228600"/>
              <a:gd name="connsiteY9" fmla="*/ 19050 h 171450"/>
              <a:gd name="connsiteX10" fmla="*/ 0 w 228600"/>
              <a:gd name="connsiteY10" fmla="*/ 152400 h 171450"/>
              <a:gd name="connsiteX11" fmla="*/ 19050 w 228600"/>
              <a:gd name="connsiteY11" fmla="*/ 171450 h 171450"/>
              <a:gd name="connsiteX12" fmla="*/ 209550 w 228600"/>
              <a:gd name="connsiteY12" fmla="*/ 171450 h 171450"/>
              <a:gd name="connsiteX13" fmla="*/ 228505 w 228600"/>
              <a:gd name="connsiteY13" fmla="*/ 152400 h 171450"/>
              <a:gd name="connsiteX14" fmla="*/ 228600 w 228600"/>
              <a:gd name="connsiteY14" fmla="*/ 19050 h 171450"/>
              <a:gd name="connsiteX15" fmla="*/ 209550 w 228600"/>
              <a:gd name="connsiteY15" fmla="*/ 0 h 171450"/>
              <a:gd name="connsiteX16" fmla="*/ 76200 w 228600"/>
              <a:gd name="connsiteY16" fmla="*/ 28575 h 171450"/>
              <a:gd name="connsiteX17" fmla="*/ 104775 w 228600"/>
              <a:gd name="connsiteY17" fmla="*/ 57150 h 171450"/>
              <a:gd name="connsiteX18" fmla="*/ 76200 w 228600"/>
              <a:gd name="connsiteY18" fmla="*/ 85725 h 171450"/>
              <a:gd name="connsiteX19" fmla="*/ 47625 w 228600"/>
              <a:gd name="connsiteY19" fmla="*/ 57150 h 171450"/>
              <a:gd name="connsiteX20" fmla="*/ 76200 w 228600"/>
              <a:gd name="connsiteY20" fmla="*/ 28575 h 171450"/>
              <a:gd name="connsiteX21" fmla="*/ 133350 w 228600"/>
              <a:gd name="connsiteY21" fmla="*/ 142875 h 171450"/>
              <a:gd name="connsiteX22" fmla="*/ 19050 w 228600"/>
              <a:gd name="connsiteY22" fmla="*/ 142875 h 171450"/>
              <a:gd name="connsiteX23" fmla="*/ 19050 w 228600"/>
              <a:gd name="connsiteY23" fmla="*/ 133350 h 171450"/>
              <a:gd name="connsiteX24" fmla="*/ 76200 w 228600"/>
              <a:gd name="connsiteY24" fmla="*/ 103823 h 171450"/>
              <a:gd name="connsiteX25" fmla="*/ 133350 w 228600"/>
              <a:gd name="connsiteY25" fmla="*/ 133350 h 171450"/>
              <a:gd name="connsiteX26" fmla="*/ 133350 w 228600"/>
              <a:gd name="connsiteY26" fmla="*/ 142875 h 171450"/>
              <a:gd name="connsiteX27" fmla="*/ 209550 w 228600"/>
              <a:gd name="connsiteY27" fmla="*/ 85725 h 171450"/>
              <a:gd name="connsiteX28" fmla="*/ 133350 w 228600"/>
              <a:gd name="connsiteY28" fmla="*/ 85725 h 171450"/>
              <a:gd name="connsiteX29" fmla="*/ 133350 w 228600"/>
              <a:gd name="connsiteY29" fmla="*/ 28575 h 171450"/>
              <a:gd name="connsiteX30" fmla="*/ 209550 w 228600"/>
              <a:gd name="connsiteY30" fmla="*/ 28575 h 171450"/>
              <a:gd name="connsiteX31" fmla="*/ 209550 w 228600"/>
              <a:gd name="connsiteY31"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28600" h="171450">
                <a:moveTo>
                  <a:pt x="200025" y="47625"/>
                </a:moveTo>
                <a:lnTo>
                  <a:pt x="200025" y="38100"/>
                </a:lnTo>
                <a:lnTo>
                  <a:pt x="171450" y="57150"/>
                </a:lnTo>
                <a:lnTo>
                  <a:pt x="142875" y="38100"/>
                </a:lnTo>
                <a:lnTo>
                  <a:pt x="142875" y="47625"/>
                </a:lnTo>
                <a:lnTo>
                  <a:pt x="171450" y="66675"/>
                </a:lnTo>
                <a:lnTo>
                  <a:pt x="200025" y="47625"/>
                </a:lnTo>
                <a:close/>
                <a:moveTo>
                  <a:pt x="209550" y="0"/>
                </a:moveTo>
                <a:lnTo>
                  <a:pt x="19050" y="0"/>
                </a:lnTo>
                <a:cubicBezTo>
                  <a:pt x="8573" y="0"/>
                  <a:pt x="0" y="8573"/>
                  <a:pt x="0" y="19050"/>
                </a:cubicBezTo>
                <a:lnTo>
                  <a:pt x="0" y="152400"/>
                </a:lnTo>
                <a:cubicBezTo>
                  <a:pt x="0" y="162878"/>
                  <a:pt x="8573" y="171450"/>
                  <a:pt x="19050" y="171450"/>
                </a:cubicBezTo>
                <a:lnTo>
                  <a:pt x="209550" y="171450"/>
                </a:lnTo>
                <a:cubicBezTo>
                  <a:pt x="220028" y="171450"/>
                  <a:pt x="228505" y="162878"/>
                  <a:pt x="228505" y="152400"/>
                </a:cubicBezTo>
                <a:lnTo>
                  <a:pt x="228600" y="19050"/>
                </a:lnTo>
                <a:cubicBezTo>
                  <a:pt x="228600" y="8573"/>
                  <a:pt x="220028" y="0"/>
                  <a:pt x="209550" y="0"/>
                </a:cubicBezTo>
                <a:close/>
                <a:moveTo>
                  <a:pt x="76200" y="28575"/>
                </a:moveTo>
                <a:cubicBezTo>
                  <a:pt x="92012" y="28575"/>
                  <a:pt x="104775" y="41339"/>
                  <a:pt x="104775" y="57150"/>
                </a:cubicBezTo>
                <a:cubicBezTo>
                  <a:pt x="104775" y="72962"/>
                  <a:pt x="92012" y="85725"/>
                  <a:pt x="76200" y="85725"/>
                </a:cubicBezTo>
                <a:cubicBezTo>
                  <a:pt x="60389" y="85725"/>
                  <a:pt x="47625" y="72962"/>
                  <a:pt x="47625" y="57150"/>
                </a:cubicBezTo>
                <a:cubicBezTo>
                  <a:pt x="47625" y="41339"/>
                  <a:pt x="60389" y="28575"/>
                  <a:pt x="76200" y="28575"/>
                </a:cubicBezTo>
                <a:close/>
                <a:moveTo>
                  <a:pt x="133350" y="142875"/>
                </a:moveTo>
                <a:lnTo>
                  <a:pt x="19050" y="142875"/>
                </a:lnTo>
                <a:lnTo>
                  <a:pt x="19050" y="133350"/>
                </a:lnTo>
                <a:cubicBezTo>
                  <a:pt x="19050" y="114300"/>
                  <a:pt x="57150" y="103823"/>
                  <a:pt x="76200" y="103823"/>
                </a:cubicBezTo>
                <a:cubicBezTo>
                  <a:pt x="95250" y="103823"/>
                  <a:pt x="133350" y="114300"/>
                  <a:pt x="133350" y="133350"/>
                </a:cubicBezTo>
                <a:lnTo>
                  <a:pt x="133350" y="142875"/>
                </a:lnTo>
                <a:close/>
                <a:moveTo>
                  <a:pt x="209550" y="85725"/>
                </a:moveTo>
                <a:lnTo>
                  <a:pt x="133350" y="85725"/>
                </a:lnTo>
                <a:lnTo>
                  <a:pt x="133350" y="28575"/>
                </a:lnTo>
                <a:lnTo>
                  <a:pt x="209550" y="28575"/>
                </a:lnTo>
                <a:lnTo>
                  <a:pt x="209550" y="85725"/>
                </a:lnTo>
                <a:close/>
              </a:path>
            </a:pathLst>
          </a:custGeom>
          <a:solidFill>
            <a:srgbClr val="3749CC"/>
          </a:solidFill>
          <a:ln w="9525" cap="flat">
            <a:noFill/>
            <a:prstDash val="solid"/>
            <a:miter/>
          </a:ln>
          <a:scene3d>
            <a:camera prst="isometricLeftDown"/>
            <a:lightRig rig="threePt" dir="t"/>
          </a:scene3d>
          <a:sp3d extrusionH="38100" prstMaterial="flat">
            <a:extrusionClr>
              <a:srgbClr val="E7EBFF"/>
            </a:extrusionClr>
          </a:sp3d>
        </p:spPr>
        <p:txBody>
          <a:bodyPr rtlCol="0" anchor="ctr"/>
          <a:lstStyle/>
          <a:p>
            <a:endParaRPr lang="zh-CN" altLang="en-US"/>
          </a:p>
        </p:txBody>
      </p:sp>
      <p:sp>
        <p:nvSpPr>
          <p:cNvPr id="66" name="图形 1004"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42C14C50-9AE1-5E1F-A6F7-809D7591385C}"/>
              </a:ext>
            </a:extLst>
          </p:cNvPr>
          <p:cNvSpPr/>
          <p:nvPr/>
        </p:nvSpPr>
        <p:spPr>
          <a:xfrm>
            <a:off x="6410741" y="2656851"/>
            <a:ext cx="494005" cy="329338"/>
          </a:xfrm>
          <a:custGeom>
            <a:avLst/>
            <a:gdLst>
              <a:gd name="connsiteX0" fmla="*/ 184309 w 228600"/>
              <a:gd name="connsiteY0" fmla="*/ 57531 h 152400"/>
              <a:gd name="connsiteX1" fmla="*/ 114300 w 228600"/>
              <a:gd name="connsiteY1" fmla="*/ 0 h 152400"/>
              <a:gd name="connsiteX2" fmla="*/ 50959 w 228600"/>
              <a:gd name="connsiteY2" fmla="*/ 38481 h 152400"/>
              <a:gd name="connsiteX3" fmla="*/ 0 w 228600"/>
              <a:gd name="connsiteY3" fmla="*/ 95250 h 152400"/>
              <a:gd name="connsiteX4" fmla="*/ 57150 w 228600"/>
              <a:gd name="connsiteY4" fmla="*/ 152400 h 152400"/>
              <a:gd name="connsiteX5" fmla="*/ 180975 w 228600"/>
              <a:gd name="connsiteY5" fmla="*/ 152400 h 152400"/>
              <a:gd name="connsiteX6" fmla="*/ 228600 w 228600"/>
              <a:gd name="connsiteY6" fmla="*/ 104775 h 152400"/>
              <a:gd name="connsiteX7" fmla="*/ 184309 w 228600"/>
              <a:gd name="connsiteY7" fmla="*/ 5753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8600" h="152400">
                <a:moveTo>
                  <a:pt x="184309" y="57531"/>
                </a:moveTo>
                <a:cubicBezTo>
                  <a:pt x="177832" y="24670"/>
                  <a:pt x="148971" y="0"/>
                  <a:pt x="114300" y="0"/>
                </a:cubicBezTo>
                <a:cubicBezTo>
                  <a:pt x="86773" y="0"/>
                  <a:pt x="62865" y="15621"/>
                  <a:pt x="50959" y="38481"/>
                </a:cubicBezTo>
                <a:cubicBezTo>
                  <a:pt x="22289" y="41529"/>
                  <a:pt x="0" y="65818"/>
                  <a:pt x="0" y="95250"/>
                </a:cubicBezTo>
                <a:cubicBezTo>
                  <a:pt x="0" y="126778"/>
                  <a:pt x="25622" y="152400"/>
                  <a:pt x="57150" y="152400"/>
                </a:cubicBezTo>
                <a:lnTo>
                  <a:pt x="180975" y="152400"/>
                </a:lnTo>
                <a:cubicBezTo>
                  <a:pt x="207264" y="152400"/>
                  <a:pt x="228600" y="131064"/>
                  <a:pt x="228600" y="104775"/>
                </a:cubicBezTo>
                <a:cubicBezTo>
                  <a:pt x="228600" y="79629"/>
                  <a:pt x="209074" y="59245"/>
                  <a:pt x="184309" y="57531"/>
                </a:cubicBezTo>
                <a:close/>
              </a:path>
            </a:pathLst>
          </a:custGeom>
          <a:solidFill>
            <a:srgbClr val="3749CC"/>
          </a:solidFill>
          <a:ln w="9525" cap="flat">
            <a:noFill/>
            <a:prstDash val="solid"/>
            <a:miter/>
          </a:ln>
          <a:scene3d>
            <a:camera prst="isometricLeftDown"/>
            <a:lightRig rig="threePt" dir="t"/>
          </a:scene3d>
          <a:sp3d extrusionH="38100" prstMaterial="flat">
            <a:extrusionClr>
              <a:srgbClr val="E7EBFF"/>
            </a:extrusionClr>
          </a:sp3d>
        </p:spPr>
        <p:txBody>
          <a:bodyPr rtlCol="0" anchor="ctr"/>
          <a:lstStyle/>
          <a:p>
            <a:endParaRPr lang="zh-CN" altLang="en-US"/>
          </a:p>
        </p:txBody>
      </p:sp>
      <p:sp>
        <p:nvSpPr>
          <p:cNvPr id="67" name="图形 1006"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81636C69-FAE5-A3A8-B419-C026B0BB294D}"/>
              </a:ext>
            </a:extLst>
          </p:cNvPr>
          <p:cNvSpPr/>
          <p:nvPr/>
        </p:nvSpPr>
        <p:spPr>
          <a:xfrm>
            <a:off x="6835155" y="3572699"/>
            <a:ext cx="494005" cy="329338"/>
          </a:xfrm>
          <a:custGeom>
            <a:avLst/>
            <a:gdLst>
              <a:gd name="connsiteX0" fmla="*/ 184309 w 228600"/>
              <a:gd name="connsiteY0" fmla="*/ 57531 h 152400"/>
              <a:gd name="connsiteX1" fmla="*/ 114300 w 228600"/>
              <a:gd name="connsiteY1" fmla="*/ 0 h 152400"/>
              <a:gd name="connsiteX2" fmla="*/ 50959 w 228600"/>
              <a:gd name="connsiteY2" fmla="*/ 38481 h 152400"/>
              <a:gd name="connsiteX3" fmla="*/ 0 w 228600"/>
              <a:gd name="connsiteY3" fmla="*/ 95250 h 152400"/>
              <a:gd name="connsiteX4" fmla="*/ 57150 w 228600"/>
              <a:gd name="connsiteY4" fmla="*/ 152400 h 152400"/>
              <a:gd name="connsiteX5" fmla="*/ 180975 w 228600"/>
              <a:gd name="connsiteY5" fmla="*/ 152400 h 152400"/>
              <a:gd name="connsiteX6" fmla="*/ 228600 w 228600"/>
              <a:gd name="connsiteY6" fmla="*/ 104775 h 152400"/>
              <a:gd name="connsiteX7" fmla="*/ 184309 w 228600"/>
              <a:gd name="connsiteY7" fmla="*/ 57531 h 152400"/>
              <a:gd name="connsiteX8" fmla="*/ 133350 w 228600"/>
              <a:gd name="connsiteY8" fmla="*/ 85725 h 152400"/>
              <a:gd name="connsiteX9" fmla="*/ 133350 w 228600"/>
              <a:gd name="connsiteY9" fmla="*/ 123825 h 152400"/>
              <a:gd name="connsiteX10" fmla="*/ 95250 w 228600"/>
              <a:gd name="connsiteY10" fmla="*/ 123825 h 152400"/>
              <a:gd name="connsiteX11" fmla="*/ 95250 w 228600"/>
              <a:gd name="connsiteY11" fmla="*/ 85725 h 152400"/>
              <a:gd name="connsiteX12" fmla="*/ 66675 w 228600"/>
              <a:gd name="connsiteY12" fmla="*/ 85725 h 152400"/>
              <a:gd name="connsiteX13" fmla="*/ 114300 w 228600"/>
              <a:gd name="connsiteY13" fmla="*/ 38100 h 152400"/>
              <a:gd name="connsiteX14" fmla="*/ 161925 w 228600"/>
              <a:gd name="connsiteY14" fmla="*/ 85725 h 152400"/>
              <a:gd name="connsiteX15" fmla="*/ 133350 w 228600"/>
              <a:gd name="connsiteY15" fmla="*/ 857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8600" h="152400">
                <a:moveTo>
                  <a:pt x="184309" y="57531"/>
                </a:moveTo>
                <a:cubicBezTo>
                  <a:pt x="177832" y="24670"/>
                  <a:pt x="148971" y="0"/>
                  <a:pt x="114300" y="0"/>
                </a:cubicBezTo>
                <a:cubicBezTo>
                  <a:pt x="86773" y="0"/>
                  <a:pt x="62865" y="15621"/>
                  <a:pt x="50959" y="38481"/>
                </a:cubicBezTo>
                <a:cubicBezTo>
                  <a:pt x="22289" y="41529"/>
                  <a:pt x="0" y="65818"/>
                  <a:pt x="0" y="95250"/>
                </a:cubicBezTo>
                <a:cubicBezTo>
                  <a:pt x="0" y="126778"/>
                  <a:pt x="25622" y="152400"/>
                  <a:pt x="57150" y="152400"/>
                </a:cubicBezTo>
                <a:lnTo>
                  <a:pt x="180975" y="152400"/>
                </a:lnTo>
                <a:cubicBezTo>
                  <a:pt x="207264" y="152400"/>
                  <a:pt x="228600" y="131064"/>
                  <a:pt x="228600" y="104775"/>
                </a:cubicBezTo>
                <a:cubicBezTo>
                  <a:pt x="228600" y="79629"/>
                  <a:pt x="209074" y="59245"/>
                  <a:pt x="184309" y="57531"/>
                </a:cubicBezTo>
                <a:close/>
                <a:moveTo>
                  <a:pt x="133350" y="85725"/>
                </a:moveTo>
                <a:lnTo>
                  <a:pt x="133350" y="123825"/>
                </a:lnTo>
                <a:lnTo>
                  <a:pt x="95250" y="123825"/>
                </a:lnTo>
                <a:lnTo>
                  <a:pt x="95250" y="85725"/>
                </a:lnTo>
                <a:lnTo>
                  <a:pt x="66675" y="85725"/>
                </a:lnTo>
                <a:lnTo>
                  <a:pt x="114300" y="38100"/>
                </a:lnTo>
                <a:lnTo>
                  <a:pt x="161925" y="85725"/>
                </a:lnTo>
                <a:lnTo>
                  <a:pt x="133350" y="85725"/>
                </a:lnTo>
                <a:close/>
              </a:path>
            </a:pathLst>
          </a:custGeom>
          <a:solidFill>
            <a:srgbClr val="3749CC"/>
          </a:solidFill>
          <a:ln w="9525" cap="flat">
            <a:noFill/>
            <a:prstDash val="solid"/>
            <a:miter/>
          </a:ln>
          <a:scene3d>
            <a:camera prst="isometricLeftDown"/>
            <a:lightRig rig="threePt" dir="t"/>
          </a:scene3d>
          <a:sp3d extrusionH="38100" prstMaterial="flat">
            <a:extrusionClr>
              <a:srgbClr val="E7EBFF"/>
            </a:extrusionClr>
          </a:sp3d>
        </p:spPr>
        <p:txBody>
          <a:bodyPr rtlCol="0" anchor="ctr"/>
          <a:lstStyle/>
          <a:p>
            <a:endParaRPr lang="zh-CN" altLang="en-US"/>
          </a:p>
        </p:txBody>
      </p:sp>
      <p:sp>
        <p:nvSpPr>
          <p:cNvPr id="68" name="图形 1014"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F7711754-5D37-8408-A131-776EF39D9921}"/>
              </a:ext>
            </a:extLst>
          </p:cNvPr>
          <p:cNvSpPr/>
          <p:nvPr/>
        </p:nvSpPr>
        <p:spPr>
          <a:xfrm>
            <a:off x="8539621" y="3853199"/>
            <a:ext cx="494005" cy="329338"/>
          </a:xfrm>
          <a:custGeom>
            <a:avLst/>
            <a:gdLst>
              <a:gd name="connsiteX0" fmla="*/ 184309 w 228600"/>
              <a:gd name="connsiteY0" fmla="*/ 57531 h 152400"/>
              <a:gd name="connsiteX1" fmla="*/ 114300 w 228600"/>
              <a:gd name="connsiteY1" fmla="*/ 0 h 152400"/>
              <a:gd name="connsiteX2" fmla="*/ 50959 w 228600"/>
              <a:gd name="connsiteY2" fmla="*/ 38481 h 152400"/>
              <a:gd name="connsiteX3" fmla="*/ 0 w 228600"/>
              <a:gd name="connsiteY3" fmla="*/ 95250 h 152400"/>
              <a:gd name="connsiteX4" fmla="*/ 57150 w 228600"/>
              <a:gd name="connsiteY4" fmla="*/ 152400 h 152400"/>
              <a:gd name="connsiteX5" fmla="*/ 180975 w 228600"/>
              <a:gd name="connsiteY5" fmla="*/ 152400 h 152400"/>
              <a:gd name="connsiteX6" fmla="*/ 228600 w 228600"/>
              <a:gd name="connsiteY6" fmla="*/ 104775 h 152400"/>
              <a:gd name="connsiteX7" fmla="*/ 184309 w 228600"/>
              <a:gd name="connsiteY7" fmla="*/ 57531 h 152400"/>
              <a:gd name="connsiteX8" fmla="*/ 95250 w 228600"/>
              <a:gd name="connsiteY8" fmla="*/ 123825 h 152400"/>
              <a:gd name="connsiteX9" fmla="*/ 61913 w 228600"/>
              <a:gd name="connsiteY9" fmla="*/ 90488 h 152400"/>
              <a:gd name="connsiteX10" fmla="*/ 75343 w 228600"/>
              <a:gd name="connsiteY10" fmla="*/ 77057 h 152400"/>
              <a:gd name="connsiteX11" fmla="*/ 95250 w 228600"/>
              <a:gd name="connsiteY11" fmla="*/ 96869 h 152400"/>
              <a:gd name="connsiteX12" fmla="*/ 144590 w 228600"/>
              <a:gd name="connsiteY12" fmla="*/ 47625 h 152400"/>
              <a:gd name="connsiteX13" fmla="*/ 158020 w 228600"/>
              <a:gd name="connsiteY13" fmla="*/ 61055 h 152400"/>
              <a:gd name="connsiteX14" fmla="*/ 95250 w 228600"/>
              <a:gd name="connsiteY14" fmla="*/ 1238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8600" h="152400">
                <a:moveTo>
                  <a:pt x="184309" y="57531"/>
                </a:moveTo>
                <a:cubicBezTo>
                  <a:pt x="177832" y="24670"/>
                  <a:pt x="148971" y="0"/>
                  <a:pt x="114300" y="0"/>
                </a:cubicBezTo>
                <a:cubicBezTo>
                  <a:pt x="86773" y="0"/>
                  <a:pt x="62865" y="15621"/>
                  <a:pt x="50959" y="38481"/>
                </a:cubicBezTo>
                <a:cubicBezTo>
                  <a:pt x="22289" y="41529"/>
                  <a:pt x="0" y="65818"/>
                  <a:pt x="0" y="95250"/>
                </a:cubicBezTo>
                <a:cubicBezTo>
                  <a:pt x="0" y="126778"/>
                  <a:pt x="25622" y="152400"/>
                  <a:pt x="57150" y="152400"/>
                </a:cubicBezTo>
                <a:lnTo>
                  <a:pt x="180975" y="152400"/>
                </a:lnTo>
                <a:cubicBezTo>
                  <a:pt x="207264" y="152400"/>
                  <a:pt x="228600" y="131064"/>
                  <a:pt x="228600" y="104775"/>
                </a:cubicBezTo>
                <a:cubicBezTo>
                  <a:pt x="228600" y="79629"/>
                  <a:pt x="209074" y="59245"/>
                  <a:pt x="184309" y="57531"/>
                </a:cubicBezTo>
                <a:close/>
                <a:moveTo>
                  <a:pt x="95250" y="123825"/>
                </a:moveTo>
                <a:lnTo>
                  <a:pt x="61913" y="90488"/>
                </a:lnTo>
                <a:lnTo>
                  <a:pt x="75343" y="77057"/>
                </a:lnTo>
                <a:lnTo>
                  <a:pt x="95250" y="96869"/>
                </a:lnTo>
                <a:lnTo>
                  <a:pt x="144590" y="47625"/>
                </a:lnTo>
                <a:lnTo>
                  <a:pt x="158020" y="61055"/>
                </a:lnTo>
                <a:lnTo>
                  <a:pt x="95250" y="123825"/>
                </a:lnTo>
                <a:close/>
              </a:path>
            </a:pathLst>
          </a:custGeom>
          <a:solidFill>
            <a:srgbClr val="3749CC"/>
          </a:solidFill>
          <a:ln w="9525" cap="flat">
            <a:noFill/>
            <a:prstDash val="solid"/>
            <a:miter/>
          </a:ln>
          <a:scene3d>
            <a:camera prst="isometricLeftDown"/>
            <a:lightRig rig="threePt" dir="t"/>
          </a:scene3d>
          <a:sp3d extrusionH="38100" prstMaterial="flat">
            <a:extrusionClr>
              <a:srgbClr val="E7EBFF"/>
            </a:extrusionClr>
          </a:sp3d>
        </p:spPr>
        <p:txBody>
          <a:bodyPr rtlCol="0" anchor="ctr"/>
          <a:lstStyle/>
          <a:p>
            <a:endParaRPr lang="zh-CN" altLang="en-US"/>
          </a:p>
        </p:txBody>
      </p:sp>
      <p:sp>
        <p:nvSpPr>
          <p:cNvPr id="69" name="文本框 68">
            <a:extLst>
              <a:ext uri="{FF2B5EF4-FFF2-40B4-BE49-F238E27FC236}">
                <a16:creationId xmlns:a16="http://schemas.microsoft.com/office/drawing/2014/main" id="{EA49F5EF-1CD2-B6D3-AB22-E05E9A9B3C70}"/>
              </a:ext>
            </a:extLst>
          </p:cNvPr>
          <p:cNvSpPr txBox="1"/>
          <p:nvPr/>
        </p:nvSpPr>
        <p:spPr>
          <a:xfrm>
            <a:off x="6551866" y="1315094"/>
            <a:ext cx="697627" cy="246221"/>
          </a:xfrm>
          <a:prstGeom prst="rect">
            <a:avLst/>
          </a:prstGeom>
          <a:noFill/>
          <a:scene3d>
            <a:camera prst="isometricBottom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营销战略</a:t>
            </a:r>
          </a:p>
        </p:txBody>
      </p:sp>
      <p:sp>
        <p:nvSpPr>
          <p:cNvPr id="70" name="文本框 69">
            <a:extLst>
              <a:ext uri="{FF2B5EF4-FFF2-40B4-BE49-F238E27FC236}">
                <a16:creationId xmlns:a16="http://schemas.microsoft.com/office/drawing/2014/main" id="{91ED0ACF-FE86-7A5A-0B18-CEA23A7E5A73}"/>
              </a:ext>
            </a:extLst>
          </p:cNvPr>
          <p:cNvSpPr txBox="1"/>
          <p:nvPr/>
        </p:nvSpPr>
        <p:spPr>
          <a:xfrm>
            <a:off x="7351092" y="1786054"/>
            <a:ext cx="697627" cy="246221"/>
          </a:xfrm>
          <a:prstGeom prst="rect">
            <a:avLst/>
          </a:prstGeom>
          <a:noFill/>
          <a:scene3d>
            <a:camera prst="isometricBottom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营销战略</a:t>
            </a:r>
          </a:p>
        </p:txBody>
      </p:sp>
      <p:sp>
        <p:nvSpPr>
          <p:cNvPr id="71" name="文本框 70">
            <a:extLst>
              <a:ext uri="{FF2B5EF4-FFF2-40B4-BE49-F238E27FC236}">
                <a16:creationId xmlns:a16="http://schemas.microsoft.com/office/drawing/2014/main" id="{F361C55E-9B9B-86A6-430C-FD625707C483}"/>
              </a:ext>
            </a:extLst>
          </p:cNvPr>
          <p:cNvSpPr txBox="1"/>
          <p:nvPr/>
        </p:nvSpPr>
        <p:spPr>
          <a:xfrm>
            <a:off x="8150318" y="2257014"/>
            <a:ext cx="697627" cy="246221"/>
          </a:xfrm>
          <a:prstGeom prst="rect">
            <a:avLst/>
          </a:prstGeom>
          <a:noFill/>
          <a:scene3d>
            <a:camera prst="isometricBottom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营销战略</a:t>
            </a:r>
          </a:p>
        </p:txBody>
      </p:sp>
      <p:sp>
        <p:nvSpPr>
          <p:cNvPr id="72" name="文本框 71">
            <a:extLst>
              <a:ext uri="{FF2B5EF4-FFF2-40B4-BE49-F238E27FC236}">
                <a16:creationId xmlns:a16="http://schemas.microsoft.com/office/drawing/2014/main" id="{4A7CE29D-5A92-35FB-A371-19450A09D8A1}"/>
              </a:ext>
            </a:extLst>
          </p:cNvPr>
          <p:cNvSpPr txBox="1"/>
          <p:nvPr/>
        </p:nvSpPr>
        <p:spPr>
          <a:xfrm>
            <a:off x="8933800" y="2720544"/>
            <a:ext cx="697627" cy="246221"/>
          </a:xfrm>
          <a:prstGeom prst="rect">
            <a:avLst/>
          </a:prstGeom>
          <a:noFill/>
          <a:scene3d>
            <a:camera prst="isometricBottom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营销战略</a:t>
            </a:r>
          </a:p>
        </p:txBody>
      </p:sp>
      <p:sp>
        <p:nvSpPr>
          <p:cNvPr id="73" name="文本框 72">
            <a:extLst>
              <a:ext uri="{FF2B5EF4-FFF2-40B4-BE49-F238E27FC236}">
                <a16:creationId xmlns:a16="http://schemas.microsoft.com/office/drawing/2014/main" id="{4AB7E59E-91D0-F182-8B03-56B79C91528F}"/>
              </a:ext>
            </a:extLst>
          </p:cNvPr>
          <p:cNvSpPr txBox="1"/>
          <p:nvPr/>
        </p:nvSpPr>
        <p:spPr>
          <a:xfrm>
            <a:off x="9737953" y="3191586"/>
            <a:ext cx="697627" cy="246221"/>
          </a:xfrm>
          <a:prstGeom prst="rect">
            <a:avLst/>
          </a:prstGeom>
          <a:noFill/>
          <a:scene3d>
            <a:camera prst="isometricBottom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营销战略</a:t>
            </a:r>
          </a:p>
        </p:txBody>
      </p:sp>
      <p:sp>
        <p:nvSpPr>
          <p:cNvPr id="74" name="文本框 73">
            <a:extLst>
              <a:ext uri="{FF2B5EF4-FFF2-40B4-BE49-F238E27FC236}">
                <a16:creationId xmlns:a16="http://schemas.microsoft.com/office/drawing/2014/main" id="{5C56A0E1-D72D-0E5C-EB28-3C66214921BA}"/>
              </a:ext>
            </a:extLst>
          </p:cNvPr>
          <p:cNvSpPr txBox="1"/>
          <p:nvPr/>
        </p:nvSpPr>
        <p:spPr>
          <a:xfrm>
            <a:off x="6167025" y="2911048"/>
            <a:ext cx="697627" cy="246221"/>
          </a:xfrm>
          <a:prstGeom prst="rect">
            <a:avLst/>
          </a:prstGeom>
          <a:noFill/>
          <a:scene3d>
            <a:camera prst="isometricBottom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营销战略</a:t>
            </a:r>
          </a:p>
        </p:txBody>
      </p:sp>
      <p:sp>
        <p:nvSpPr>
          <p:cNvPr id="75" name="文本框 74">
            <a:extLst>
              <a:ext uri="{FF2B5EF4-FFF2-40B4-BE49-F238E27FC236}">
                <a16:creationId xmlns:a16="http://schemas.microsoft.com/office/drawing/2014/main" id="{817AEBB4-BCB9-E46A-97D3-8825EFA2A326}"/>
              </a:ext>
            </a:extLst>
          </p:cNvPr>
          <p:cNvSpPr txBox="1"/>
          <p:nvPr/>
        </p:nvSpPr>
        <p:spPr>
          <a:xfrm>
            <a:off x="8260737" y="4106524"/>
            <a:ext cx="697627" cy="246221"/>
          </a:xfrm>
          <a:prstGeom prst="rect">
            <a:avLst/>
          </a:prstGeom>
          <a:noFill/>
          <a:scene3d>
            <a:camera prst="isometricBottom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营销战略</a:t>
            </a:r>
          </a:p>
        </p:txBody>
      </p:sp>
      <p:sp>
        <p:nvSpPr>
          <p:cNvPr id="76" name="文本框 75">
            <a:extLst>
              <a:ext uri="{FF2B5EF4-FFF2-40B4-BE49-F238E27FC236}">
                <a16:creationId xmlns:a16="http://schemas.microsoft.com/office/drawing/2014/main" id="{A9117E0F-3F42-FB84-6B6D-9E9D4C810B6F}"/>
              </a:ext>
            </a:extLst>
          </p:cNvPr>
          <p:cNvSpPr txBox="1"/>
          <p:nvPr/>
        </p:nvSpPr>
        <p:spPr>
          <a:xfrm>
            <a:off x="6585610" y="3822619"/>
            <a:ext cx="697627" cy="246221"/>
          </a:xfrm>
          <a:prstGeom prst="rect">
            <a:avLst/>
          </a:prstGeom>
          <a:noFill/>
          <a:scene3d>
            <a:camera prst="isometricBottomDown"/>
            <a:lightRig rig="threePt" dir="t"/>
          </a:scene3d>
        </p:spPr>
        <p:txBody>
          <a:bodyPr wrap="none" rtlCol="0">
            <a:spAutoFit/>
          </a:bodyPr>
          <a:lstStyle/>
          <a:p>
            <a:r>
              <a:rPr lang="zh-CN" altLang="en-US" sz="1000" dirty="0">
                <a:solidFill>
                  <a:srgbClr val="3749CC"/>
                </a:solidFill>
                <a:latin typeface="HarmonyOS Sans SC Medium" panose="00000600000000000000" pitchFamily="2" charset="-122"/>
                <a:ea typeface="HarmonyOS Sans SC Medium" panose="00000600000000000000" pitchFamily="2" charset="-122"/>
              </a:rPr>
              <a:t>营销战略</a:t>
            </a:r>
          </a:p>
        </p:txBody>
      </p:sp>
      <p:sp>
        <p:nvSpPr>
          <p:cNvPr id="77" name="文本框 76">
            <a:extLst>
              <a:ext uri="{FF2B5EF4-FFF2-40B4-BE49-F238E27FC236}">
                <a16:creationId xmlns:a16="http://schemas.microsoft.com/office/drawing/2014/main" id="{CDFC1C06-27AB-13A0-53DE-1DEC1CD2AD2A}"/>
              </a:ext>
            </a:extLst>
          </p:cNvPr>
          <p:cNvSpPr txBox="1"/>
          <p:nvPr/>
        </p:nvSpPr>
        <p:spPr>
          <a:xfrm>
            <a:off x="4223257" y="5019842"/>
            <a:ext cx="3887535" cy="707886"/>
          </a:xfrm>
          <a:prstGeom prst="rect">
            <a:avLst/>
          </a:prstGeom>
          <a:noFill/>
          <a:scene3d>
            <a:camera prst="isometricBottomDown"/>
            <a:lightRig rig="threePt" dir="t"/>
          </a:scene3d>
        </p:spPr>
        <p:txBody>
          <a:bodyPr wrap="square" rtlCol="0">
            <a:spAutoFit/>
          </a:bodyPr>
          <a:lstStyle/>
          <a:p>
            <a:r>
              <a:rPr lang="zh-CN" altLang="en-US" sz="1000" dirty="0">
                <a:solidFill>
                  <a:schemeClr val="bg1"/>
                </a:solidFill>
                <a:latin typeface="HarmonyOS Sans SC Medium" panose="00000600000000000000" pitchFamily="2" charset="-122"/>
                <a:ea typeface="HarmonyOS Sans SC Medium" panose="00000600000000000000" pitchFamily="2" charset="-122"/>
              </a:rPr>
              <a:t>首先我们要知道什么是品牌营销，品牌营销是指企业通过利用消费者的品牌需求，创造品牌价值，最终形成品牌效益的营销策略和过程。是通过市场营销运用各种营销策略使目标客户形成对企业品牌和产品、服务的认知过程。</a:t>
            </a:r>
          </a:p>
        </p:txBody>
      </p:sp>
      <p:grpSp>
        <p:nvGrpSpPr>
          <p:cNvPr id="79" name="组合 78">
            <a:extLst>
              <a:ext uri="{FF2B5EF4-FFF2-40B4-BE49-F238E27FC236}">
                <a16:creationId xmlns:a16="http://schemas.microsoft.com/office/drawing/2014/main" id="{70247A3A-C536-E1DC-3379-CCE854245186}"/>
              </a:ext>
            </a:extLst>
          </p:cNvPr>
          <p:cNvGrpSpPr/>
          <p:nvPr/>
        </p:nvGrpSpPr>
        <p:grpSpPr>
          <a:xfrm>
            <a:off x="3446731" y="3841807"/>
            <a:ext cx="1451787" cy="896452"/>
            <a:chOff x="2935288" y="287338"/>
            <a:chExt cx="1979613" cy="1222375"/>
          </a:xfrm>
        </p:grpSpPr>
        <p:sp>
          <p:nvSpPr>
            <p:cNvPr id="80" name="Freeform 9">
              <a:extLst>
                <a:ext uri="{FF2B5EF4-FFF2-40B4-BE49-F238E27FC236}">
                  <a16:creationId xmlns:a16="http://schemas.microsoft.com/office/drawing/2014/main" id="{EC0201A7-BA36-82BB-C68A-16A37C177265}"/>
                </a:ext>
              </a:extLst>
            </p:cNvPr>
            <p:cNvSpPr>
              <a:spLocks/>
            </p:cNvSpPr>
            <p:nvPr/>
          </p:nvSpPr>
          <p:spPr bwMode="auto">
            <a:xfrm>
              <a:off x="2946401" y="747713"/>
              <a:ext cx="1960563" cy="762000"/>
            </a:xfrm>
            <a:custGeom>
              <a:avLst/>
              <a:gdLst>
                <a:gd name="T0" fmla="*/ 840 w 854"/>
                <a:gd name="T1" fmla="*/ 19 h 332"/>
                <a:gd name="T2" fmla="*/ 376 w 854"/>
                <a:gd name="T3" fmla="*/ 289 h 332"/>
                <a:gd name="T4" fmla="*/ 308 w 854"/>
                <a:gd name="T5" fmla="*/ 289 h 332"/>
                <a:gd name="T6" fmla="*/ 14 w 854"/>
                <a:gd name="T7" fmla="*/ 119 h 332"/>
                <a:gd name="T8" fmla="*/ 0 w 854"/>
                <a:gd name="T9" fmla="*/ 99 h 332"/>
                <a:gd name="T10" fmla="*/ 0 w 854"/>
                <a:gd name="T11" fmla="*/ 132 h 332"/>
                <a:gd name="T12" fmla="*/ 14 w 854"/>
                <a:gd name="T13" fmla="*/ 152 h 332"/>
                <a:gd name="T14" fmla="*/ 308 w 854"/>
                <a:gd name="T15" fmla="*/ 321 h 332"/>
                <a:gd name="T16" fmla="*/ 376 w 854"/>
                <a:gd name="T17" fmla="*/ 321 h 332"/>
                <a:gd name="T18" fmla="*/ 840 w 854"/>
                <a:gd name="T19" fmla="*/ 52 h 332"/>
                <a:gd name="T20" fmla="*/ 853 w 854"/>
                <a:gd name="T21" fmla="*/ 32 h 332"/>
                <a:gd name="T22" fmla="*/ 854 w 854"/>
                <a:gd name="T23" fmla="*/ 0 h 332"/>
                <a:gd name="T24" fmla="*/ 840 w 854"/>
                <a:gd name="T25" fmla="*/ 19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4" h="332">
                  <a:moveTo>
                    <a:pt x="840" y="19"/>
                  </a:moveTo>
                  <a:cubicBezTo>
                    <a:pt x="376" y="289"/>
                    <a:pt x="376" y="289"/>
                    <a:pt x="376" y="289"/>
                  </a:cubicBezTo>
                  <a:cubicBezTo>
                    <a:pt x="357" y="300"/>
                    <a:pt x="326" y="300"/>
                    <a:pt x="308" y="289"/>
                  </a:cubicBezTo>
                  <a:cubicBezTo>
                    <a:pt x="14" y="119"/>
                    <a:pt x="14" y="119"/>
                    <a:pt x="14" y="119"/>
                  </a:cubicBezTo>
                  <a:cubicBezTo>
                    <a:pt x="4" y="114"/>
                    <a:pt x="0" y="106"/>
                    <a:pt x="0" y="99"/>
                  </a:cubicBezTo>
                  <a:cubicBezTo>
                    <a:pt x="0" y="132"/>
                    <a:pt x="0" y="132"/>
                    <a:pt x="0" y="132"/>
                  </a:cubicBezTo>
                  <a:cubicBezTo>
                    <a:pt x="0" y="139"/>
                    <a:pt x="4" y="146"/>
                    <a:pt x="14" y="152"/>
                  </a:cubicBezTo>
                  <a:cubicBezTo>
                    <a:pt x="308" y="321"/>
                    <a:pt x="308" y="321"/>
                    <a:pt x="308" y="321"/>
                  </a:cubicBezTo>
                  <a:cubicBezTo>
                    <a:pt x="326" y="332"/>
                    <a:pt x="357" y="332"/>
                    <a:pt x="376" y="321"/>
                  </a:cubicBezTo>
                  <a:cubicBezTo>
                    <a:pt x="840" y="52"/>
                    <a:pt x="840" y="52"/>
                    <a:pt x="840" y="52"/>
                  </a:cubicBezTo>
                  <a:cubicBezTo>
                    <a:pt x="849" y="46"/>
                    <a:pt x="853" y="39"/>
                    <a:pt x="853" y="32"/>
                  </a:cubicBezTo>
                  <a:cubicBezTo>
                    <a:pt x="854" y="0"/>
                    <a:pt x="854" y="0"/>
                    <a:pt x="854" y="0"/>
                  </a:cubicBezTo>
                  <a:cubicBezTo>
                    <a:pt x="854" y="7"/>
                    <a:pt x="849" y="14"/>
                    <a:pt x="840" y="19"/>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10">
              <a:extLst>
                <a:ext uri="{FF2B5EF4-FFF2-40B4-BE49-F238E27FC236}">
                  <a16:creationId xmlns:a16="http://schemas.microsoft.com/office/drawing/2014/main" id="{3391F87C-E15B-265D-36C6-D8012B6A56FF}"/>
                </a:ext>
              </a:extLst>
            </p:cNvPr>
            <p:cNvSpPr>
              <a:spLocks/>
            </p:cNvSpPr>
            <p:nvPr/>
          </p:nvSpPr>
          <p:spPr bwMode="auto">
            <a:xfrm>
              <a:off x="2935288" y="287338"/>
              <a:ext cx="1979613" cy="1149350"/>
            </a:xfrm>
            <a:custGeom>
              <a:avLst/>
              <a:gdLst>
                <a:gd name="T0" fmla="*/ 844 w 863"/>
                <a:gd name="T1" fmla="*/ 181 h 501"/>
                <a:gd name="T2" fmla="*/ 845 w 863"/>
                <a:gd name="T3" fmla="*/ 220 h 501"/>
                <a:gd name="T4" fmla="*/ 381 w 863"/>
                <a:gd name="T5" fmla="*/ 490 h 501"/>
                <a:gd name="T6" fmla="*/ 313 w 863"/>
                <a:gd name="T7" fmla="*/ 490 h 501"/>
                <a:gd name="T8" fmla="*/ 19 w 863"/>
                <a:gd name="T9" fmla="*/ 320 h 501"/>
                <a:gd name="T10" fmla="*/ 19 w 863"/>
                <a:gd name="T11" fmla="*/ 281 h 501"/>
                <a:gd name="T12" fmla="*/ 483 w 863"/>
                <a:gd name="T13" fmla="*/ 11 h 501"/>
                <a:gd name="T14" fmla="*/ 551 w 863"/>
                <a:gd name="T15" fmla="*/ 11 h 501"/>
                <a:gd name="T16" fmla="*/ 844 w 863"/>
                <a:gd name="T17" fmla="*/ 181 h 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3" h="501">
                  <a:moveTo>
                    <a:pt x="844" y="181"/>
                  </a:moveTo>
                  <a:cubicBezTo>
                    <a:pt x="863" y="192"/>
                    <a:pt x="863" y="209"/>
                    <a:pt x="845" y="220"/>
                  </a:cubicBezTo>
                  <a:cubicBezTo>
                    <a:pt x="381" y="490"/>
                    <a:pt x="381" y="490"/>
                    <a:pt x="381" y="490"/>
                  </a:cubicBezTo>
                  <a:cubicBezTo>
                    <a:pt x="362" y="501"/>
                    <a:pt x="331" y="501"/>
                    <a:pt x="313" y="490"/>
                  </a:cubicBezTo>
                  <a:cubicBezTo>
                    <a:pt x="19" y="320"/>
                    <a:pt x="19" y="320"/>
                    <a:pt x="19" y="320"/>
                  </a:cubicBezTo>
                  <a:cubicBezTo>
                    <a:pt x="0" y="309"/>
                    <a:pt x="0" y="292"/>
                    <a:pt x="19" y="281"/>
                  </a:cubicBezTo>
                  <a:cubicBezTo>
                    <a:pt x="483" y="11"/>
                    <a:pt x="483" y="11"/>
                    <a:pt x="483" y="11"/>
                  </a:cubicBezTo>
                  <a:cubicBezTo>
                    <a:pt x="501" y="0"/>
                    <a:pt x="532" y="0"/>
                    <a:pt x="551" y="11"/>
                  </a:cubicBezTo>
                  <a:lnTo>
                    <a:pt x="844" y="181"/>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78" name="图形 109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88846E51-AB22-5B22-5D96-088B745879CB}"/>
              </a:ext>
            </a:extLst>
          </p:cNvPr>
          <p:cNvSpPr/>
          <p:nvPr/>
        </p:nvSpPr>
        <p:spPr>
          <a:xfrm>
            <a:off x="3964957" y="4001147"/>
            <a:ext cx="296102" cy="296102"/>
          </a:xfrm>
          <a:custGeom>
            <a:avLst/>
            <a:gdLst>
              <a:gd name="connsiteX0" fmla="*/ 85725 w 190500"/>
              <a:gd name="connsiteY0" fmla="*/ 0 h 190500"/>
              <a:gd name="connsiteX1" fmla="*/ 85725 w 190500"/>
              <a:gd name="connsiteY1" fmla="*/ 190500 h 190500"/>
              <a:gd name="connsiteX2" fmla="*/ 0 w 190500"/>
              <a:gd name="connsiteY2" fmla="*/ 95250 h 190500"/>
              <a:gd name="connsiteX3" fmla="*/ 85725 w 190500"/>
              <a:gd name="connsiteY3" fmla="*/ 0 h 190500"/>
              <a:gd name="connsiteX4" fmla="*/ 105061 w 190500"/>
              <a:gd name="connsiteY4" fmla="*/ 0 h 190500"/>
              <a:gd name="connsiteX5" fmla="*/ 105061 w 190500"/>
              <a:gd name="connsiteY5" fmla="*/ 85630 h 190500"/>
              <a:gd name="connsiteX6" fmla="*/ 190500 w 190500"/>
              <a:gd name="connsiteY6" fmla="*/ 85630 h 190500"/>
              <a:gd name="connsiteX7" fmla="*/ 105061 w 190500"/>
              <a:gd name="connsiteY7" fmla="*/ 0 h 190500"/>
              <a:gd name="connsiteX8" fmla="*/ 105061 w 190500"/>
              <a:gd name="connsiteY8" fmla="*/ 104870 h 190500"/>
              <a:gd name="connsiteX9" fmla="*/ 105061 w 190500"/>
              <a:gd name="connsiteY9" fmla="*/ 190500 h 190500"/>
              <a:gd name="connsiteX10" fmla="*/ 190500 w 190500"/>
              <a:gd name="connsiteY10" fmla="*/ 104870 h 190500"/>
              <a:gd name="connsiteX11" fmla="*/ 105061 w 190500"/>
              <a:gd name="connsiteY11" fmla="*/ 10487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0500" h="190500">
                <a:moveTo>
                  <a:pt x="85725" y="0"/>
                </a:moveTo>
                <a:lnTo>
                  <a:pt x="85725" y="190500"/>
                </a:lnTo>
                <a:cubicBezTo>
                  <a:pt x="37433" y="185738"/>
                  <a:pt x="0" y="144875"/>
                  <a:pt x="0" y="95250"/>
                </a:cubicBezTo>
                <a:cubicBezTo>
                  <a:pt x="0" y="45625"/>
                  <a:pt x="37433" y="4763"/>
                  <a:pt x="85725" y="0"/>
                </a:cubicBezTo>
                <a:close/>
                <a:moveTo>
                  <a:pt x="105061" y="0"/>
                </a:moveTo>
                <a:lnTo>
                  <a:pt x="105061" y="85630"/>
                </a:lnTo>
                <a:lnTo>
                  <a:pt x="190500" y="85630"/>
                </a:lnTo>
                <a:cubicBezTo>
                  <a:pt x="186023" y="40481"/>
                  <a:pt x="150114" y="4477"/>
                  <a:pt x="105061" y="0"/>
                </a:cubicBezTo>
                <a:close/>
                <a:moveTo>
                  <a:pt x="105061" y="104870"/>
                </a:moveTo>
                <a:lnTo>
                  <a:pt x="105061" y="190500"/>
                </a:lnTo>
                <a:cubicBezTo>
                  <a:pt x="150209" y="186023"/>
                  <a:pt x="186023" y="150019"/>
                  <a:pt x="190500" y="104870"/>
                </a:cubicBezTo>
                <a:lnTo>
                  <a:pt x="105061" y="104870"/>
                </a:lnTo>
                <a:close/>
              </a:path>
            </a:pathLst>
          </a:custGeom>
          <a:solidFill>
            <a:srgbClr val="3749CC"/>
          </a:solidFill>
          <a:ln w="9525" cap="flat">
            <a:noFill/>
            <a:prstDash val="solid"/>
            <a:miter/>
          </a:ln>
          <a:scene3d>
            <a:camera prst="isometricLeftDown"/>
            <a:lightRig rig="threePt" dir="t"/>
          </a:scene3d>
          <a:sp3d extrusionH="38100" prstMaterial="flat">
            <a:extrusionClr>
              <a:srgbClr val="E7EBFF"/>
            </a:extrusionClr>
          </a:sp3d>
        </p:spPr>
        <p:txBody>
          <a:bodyPr rtlCol="0" anchor="ctr"/>
          <a:lstStyle/>
          <a:p>
            <a:endParaRPr lang="zh-CN" altLang="en-US"/>
          </a:p>
        </p:txBody>
      </p:sp>
      <p:grpSp>
        <p:nvGrpSpPr>
          <p:cNvPr id="84" name="组合 83">
            <a:extLst>
              <a:ext uri="{FF2B5EF4-FFF2-40B4-BE49-F238E27FC236}">
                <a16:creationId xmlns:a16="http://schemas.microsoft.com/office/drawing/2014/main" id="{35175C6E-7422-5CBF-8D88-D8014605AA01}"/>
              </a:ext>
            </a:extLst>
          </p:cNvPr>
          <p:cNvGrpSpPr/>
          <p:nvPr/>
        </p:nvGrpSpPr>
        <p:grpSpPr>
          <a:xfrm>
            <a:off x="659950" y="1500485"/>
            <a:ext cx="3489741" cy="1174065"/>
            <a:chOff x="474580" y="1511573"/>
            <a:chExt cx="3489741" cy="1174065"/>
          </a:xfrm>
        </p:grpSpPr>
        <p:sp>
          <p:nvSpPr>
            <p:cNvPr id="85" name="文本框 84">
              <a:extLst>
                <a:ext uri="{FF2B5EF4-FFF2-40B4-BE49-F238E27FC236}">
                  <a16:creationId xmlns:a16="http://schemas.microsoft.com/office/drawing/2014/main" id="{1E344DD6-BC17-1992-C2E0-F44188FCE6BB}"/>
                </a:ext>
              </a:extLst>
            </p:cNvPr>
            <p:cNvSpPr txBox="1"/>
            <p:nvPr/>
          </p:nvSpPr>
          <p:spPr>
            <a:xfrm>
              <a:off x="474580" y="1696972"/>
              <a:ext cx="3023585" cy="584775"/>
            </a:xfrm>
            <a:prstGeom prst="rect">
              <a:avLst/>
            </a:prstGeom>
            <a:noFill/>
          </p:spPr>
          <p:txBody>
            <a:bodyPr wrap="none" rtlCol="0">
              <a:spAutoFit/>
            </a:bodyPr>
            <a:lstStyle/>
            <a:p>
              <a:r>
                <a:rPr lang="en-US" altLang="zh-CN"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rPr>
                <a:t>YOUR BRAND</a:t>
              </a:r>
              <a:endParaRPr lang="zh-CN" altLang="en-US"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endParaRPr>
            </a:p>
          </p:txBody>
        </p:sp>
        <p:sp>
          <p:nvSpPr>
            <p:cNvPr id="86" name="文本框 85">
              <a:extLst>
                <a:ext uri="{FF2B5EF4-FFF2-40B4-BE49-F238E27FC236}">
                  <a16:creationId xmlns:a16="http://schemas.microsoft.com/office/drawing/2014/main" id="{711F31D8-7AEC-A07E-7643-04411178F33E}"/>
                </a:ext>
              </a:extLst>
            </p:cNvPr>
            <p:cNvSpPr txBox="1"/>
            <p:nvPr/>
          </p:nvSpPr>
          <p:spPr>
            <a:xfrm>
              <a:off x="474580" y="1511573"/>
              <a:ext cx="1197764" cy="307777"/>
            </a:xfrm>
            <a:prstGeom prst="rect">
              <a:avLst/>
            </a:prstGeom>
            <a:noFill/>
          </p:spPr>
          <p:txBody>
            <a:bodyPr wrap="none" rtlCol="0">
              <a:spAutoFit/>
            </a:bodyPr>
            <a:lstStyle/>
            <a:p>
              <a:r>
                <a:rPr lang="en-US" altLang="zh-CN" sz="1400" dirty="0">
                  <a:solidFill>
                    <a:srgbClr val="02F276"/>
                  </a:solidFill>
                  <a:latin typeface="HarmonyOS Sans SC Black" panose="00000A00000000000000" pitchFamily="2" charset="-122"/>
                  <a:ea typeface="HarmonyOS Sans SC Black" panose="00000A00000000000000" pitchFamily="2" charset="-122"/>
                </a:rPr>
                <a:t>TEXT TITLE</a:t>
              </a:r>
              <a:endParaRPr lang="zh-CN" altLang="en-US" sz="1400" dirty="0">
                <a:solidFill>
                  <a:srgbClr val="02F276"/>
                </a:solidFill>
                <a:latin typeface="HarmonyOS Sans SC Black" panose="00000A00000000000000" pitchFamily="2" charset="-122"/>
                <a:ea typeface="HarmonyOS Sans SC Black" panose="00000A00000000000000" pitchFamily="2" charset="-122"/>
              </a:endParaRPr>
            </a:p>
          </p:txBody>
        </p:sp>
        <p:sp>
          <p:nvSpPr>
            <p:cNvPr id="87" name="文本框 86">
              <a:extLst>
                <a:ext uri="{FF2B5EF4-FFF2-40B4-BE49-F238E27FC236}">
                  <a16:creationId xmlns:a16="http://schemas.microsoft.com/office/drawing/2014/main" id="{8B3A1733-6750-C99B-000D-2EA7C094FC94}"/>
                </a:ext>
              </a:extLst>
            </p:cNvPr>
            <p:cNvSpPr txBox="1"/>
            <p:nvPr/>
          </p:nvSpPr>
          <p:spPr>
            <a:xfrm>
              <a:off x="474580" y="2223973"/>
              <a:ext cx="3489741" cy="461665"/>
            </a:xfrm>
            <a:prstGeom prst="rect">
              <a:avLst/>
            </a:prstGeom>
            <a:noFill/>
          </p:spPr>
          <p:txBody>
            <a:bodyPr wrap="square" rtlCol="0">
              <a:spAutoFit/>
            </a:bodyPr>
            <a:lstStyle/>
            <a:p>
              <a:r>
                <a:rPr lang="zh-CN" altLang="en-US" sz="24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rPr>
                <a:t>图标文字均可</a:t>
              </a:r>
              <a:r>
                <a:rPr lang="zh-CN" altLang="en-US" sz="2400" dirty="0">
                  <a:solidFill>
                    <a:srgbClr val="02F276"/>
                  </a:solidFill>
                  <a:latin typeface="HarmonyOS Sans SC Black" panose="00000A00000000000000" pitchFamily="2" charset="-122"/>
                  <a:ea typeface="HarmonyOS Sans SC Black" panose="00000A00000000000000" pitchFamily="2" charset="-122"/>
                </a:rPr>
                <a:t>替换修改</a:t>
              </a:r>
            </a:p>
          </p:txBody>
        </p:sp>
      </p:grpSp>
      <p:sp>
        <p:nvSpPr>
          <p:cNvPr id="90" name="文本框 89">
            <a:extLst>
              <a:ext uri="{FF2B5EF4-FFF2-40B4-BE49-F238E27FC236}">
                <a16:creationId xmlns:a16="http://schemas.microsoft.com/office/drawing/2014/main" id="{BD734922-7A6F-1BC5-1613-60D44F07B532}"/>
              </a:ext>
            </a:extLst>
          </p:cNvPr>
          <p:cNvSpPr txBox="1"/>
          <p:nvPr/>
        </p:nvSpPr>
        <p:spPr>
          <a:xfrm>
            <a:off x="659510" y="2600660"/>
            <a:ext cx="2314497" cy="369332"/>
          </a:xfrm>
          <a:prstGeom prst="rect">
            <a:avLst/>
          </a:prstGeom>
          <a:noFill/>
        </p:spPr>
        <p:txBody>
          <a:bodyPr wrap="square">
            <a:spAutoFit/>
          </a:bodyPr>
          <a:lstStyle/>
          <a:p>
            <a:r>
              <a:rPr lang="zh-CN" altLang="en-US" dirty="0">
                <a:solidFill>
                  <a:srgbClr val="3749CC"/>
                </a:solidFill>
                <a:latin typeface="HarmonyOS Sans SC Black" panose="00000A00000000000000" pitchFamily="2" charset="-122"/>
                <a:ea typeface="HarmonyOS Sans SC Black" panose="00000A00000000000000" pitchFamily="2" charset="-122"/>
              </a:rPr>
              <a:t>颜色形状可自由编辑</a:t>
            </a:r>
          </a:p>
        </p:txBody>
      </p:sp>
    </p:spTree>
    <p:extLst>
      <p:ext uri="{BB962C8B-B14F-4D97-AF65-F5344CB8AC3E}">
        <p14:creationId xmlns:p14="http://schemas.microsoft.com/office/powerpoint/2010/main" val="4211824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187E2595-0842-2D61-A2ED-D24A52DCCDC7}"/>
              </a:ext>
            </a:extLst>
          </p:cNvPr>
          <p:cNvGrpSpPr/>
          <p:nvPr/>
        </p:nvGrpSpPr>
        <p:grpSpPr>
          <a:xfrm>
            <a:off x="3011134" y="1699629"/>
            <a:ext cx="5737662" cy="3612598"/>
            <a:chOff x="5174673" y="1732252"/>
            <a:chExt cx="4991101" cy="2951163"/>
          </a:xfrm>
        </p:grpSpPr>
        <p:sp>
          <p:nvSpPr>
            <p:cNvPr id="15" name="Freeform 5">
              <a:extLst>
                <a:ext uri="{FF2B5EF4-FFF2-40B4-BE49-F238E27FC236}">
                  <a16:creationId xmlns:a16="http://schemas.microsoft.com/office/drawing/2014/main" id="{7770B7F8-D796-96DE-8075-83CCD4C9E357}"/>
                </a:ext>
              </a:extLst>
            </p:cNvPr>
            <p:cNvSpPr>
              <a:spLocks/>
            </p:cNvSpPr>
            <p:nvPr/>
          </p:nvSpPr>
          <p:spPr bwMode="auto">
            <a:xfrm>
              <a:off x="5198485" y="2810165"/>
              <a:ext cx="4943476" cy="1873250"/>
            </a:xfrm>
            <a:custGeom>
              <a:avLst/>
              <a:gdLst>
                <a:gd name="T0" fmla="*/ 2902 w 2944"/>
                <a:gd name="T1" fmla="*/ 59 h 1115"/>
                <a:gd name="T2" fmla="*/ 1198 w 2944"/>
                <a:gd name="T3" fmla="*/ 1050 h 1115"/>
                <a:gd name="T4" fmla="*/ 993 w 2944"/>
                <a:gd name="T5" fmla="*/ 1050 h 1115"/>
                <a:gd name="T6" fmla="*/ 43 w 2944"/>
                <a:gd name="T7" fmla="*/ 501 h 1115"/>
                <a:gd name="T8" fmla="*/ 0 w 2944"/>
                <a:gd name="T9" fmla="*/ 441 h 1115"/>
                <a:gd name="T10" fmla="*/ 0 w 2944"/>
                <a:gd name="T11" fmla="*/ 474 h 1115"/>
                <a:gd name="T12" fmla="*/ 43 w 2944"/>
                <a:gd name="T13" fmla="*/ 534 h 1115"/>
                <a:gd name="T14" fmla="*/ 993 w 2944"/>
                <a:gd name="T15" fmla="*/ 1082 h 1115"/>
                <a:gd name="T16" fmla="*/ 1198 w 2944"/>
                <a:gd name="T17" fmla="*/ 1082 h 1115"/>
                <a:gd name="T18" fmla="*/ 2902 w 2944"/>
                <a:gd name="T19" fmla="*/ 92 h 1115"/>
                <a:gd name="T20" fmla="*/ 2944 w 2944"/>
                <a:gd name="T21" fmla="*/ 33 h 1115"/>
                <a:gd name="T22" fmla="*/ 2944 w 2944"/>
                <a:gd name="T23" fmla="*/ 0 h 1115"/>
                <a:gd name="T24" fmla="*/ 2902 w 2944"/>
                <a:gd name="T25" fmla="*/ 59 h 1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44" h="1115">
                  <a:moveTo>
                    <a:pt x="2902" y="59"/>
                  </a:moveTo>
                  <a:cubicBezTo>
                    <a:pt x="1198" y="1050"/>
                    <a:pt x="1198" y="1050"/>
                    <a:pt x="1198" y="1050"/>
                  </a:cubicBezTo>
                  <a:cubicBezTo>
                    <a:pt x="1141" y="1082"/>
                    <a:pt x="1050" y="1082"/>
                    <a:pt x="993" y="1050"/>
                  </a:cubicBezTo>
                  <a:cubicBezTo>
                    <a:pt x="43" y="501"/>
                    <a:pt x="43" y="501"/>
                    <a:pt x="43" y="501"/>
                  </a:cubicBezTo>
                  <a:cubicBezTo>
                    <a:pt x="15" y="485"/>
                    <a:pt x="0" y="463"/>
                    <a:pt x="0" y="441"/>
                  </a:cubicBezTo>
                  <a:cubicBezTo>
                    <a:pt x="0" y="474"/>
                    <a:pt x="0" y="474"/>
                    <a:pt x="0" y="474"/>
                  </a:cubicBezTo>
                  <a:cubicBezTo>
                    <a:pt x="0" y="496"/>
                    <a:pt x="14" y="517"/>
                    <a:pt x="43" y="534"/>
                  </a:cubicBezTo>
                  <a:cubicBezTo>
                    <a:pt x="993" y="1082"/>
                    <a:pt x="993" y="1082"/>
                    <a:pt x="993" y="1082"/>
                  </a:cubicBezTo>
                  <a:cubicBezTo>
                    <a:pt x="1050" y="1115"/>
                    <a:pt x="1141" y="1115"/>
                    <a:pt x="1198" y="1082"/>
                  </a:cubicBezTo>
                  <a:cubicBezTo>
                    <a:pt x="2902" y="92"/>
                    <a:pt x="2902" y="92"/>
                    <a:pt x="2902" y="92"/>
                  </a:cubicBezTo>
                  <a:cubicBezTo>
                    <a:pt x="2930" y="75"/>
                    <a:pt x="2944" y="54"/>
                    <a:pt x="2944" y="33"/>
                  </a:cubicBezTo>
                  <a:cubicBezTo>
                    <a:pt x="2944" y="0"/>
                    <a:pt x="2944" y="0"/>
                    <a:pt x="2944" y="0"/>
                  </a:cubicBezTo>
                  <a:cubicBezTo>
                    <a:pt x="2944" y="22"/>
                    <a:pt x="2930" y="43"/>
                    <a:pt x="2902" y="59"/>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Freeform 6">
              <a:extLst>
                <a:ext uri="{FF2B5EF4-FFF2-40B4-BE49-F238E27FC236}">
                  <a16:creationId xmlns:a16="http://schemas.microsoft.com/office/drawing/2014/main" id="{09C7AB92-6B6C-628C-EF4B-04A670703467}"/>
                </a:ext>
              </a:extLst>
            </p:cNvPr>
            <p:cNvSpPr>
              <a:spLocks/>
            </p:cNvSpPr>
            <p:nvPr/>
          </p:nvSpPr>
          <p:spPr bwMode="auto">
            <a:xfrm>
              <a:off x="5174673" y="1732252"/>
              <a:ext cx="4991101" cy="2895600"/>
            </a:xfrm>
            <a:custGeom>
              <a:avLst/>
              <a:gdLst>
                <a:gd name="T0" fmla="*/ 2915 w 2972"/>
                <a:gd name="T1" fmla="*/ 582 h 1723"/>
                <a:gd name="T2" fmla="*/ 2916 w 2972"/>
                <a:gd name="T3" fmla="*/ 700 h 1723"/>
                <a:gd name="T4" fmla="*/ 1212 w 2972"/>
                <a:gd name="T5" fmla="*/ 1691 h 1723"/>
                <a:gd name="T6" fmla="*/ 1007 w 2972"/>
                <a:gd name="T7" fmla="*/ 1691 h 1723"/>
                <a:gd name="T8" fmla="*/ 57 w 2972"/>
                <a:gd name="T9" fmla="*/ 1142 h 1723"/>
                <a:gd name="T10" fmla="*/ 56 w 2972"/>
                <a:gd name="T11" fmla="*/ 1024 h 1723"/>
                <a:gd name="T12" fmla="*/ 1761 w 2972"/>
                <a:gd name="T13" fmla="*/ 33 h 1723"/>
                <a:gd name="T14" fmla="*/ 1966 w 2972"/>
                <a:gd name="T15" fmla="*/ 33 h 1723"/>
                <a:gd name="T16" fmla="*/ 2915 w 2972"/>
                <a:gd name="T17" fmla="*/ 582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2" h="1723">
                  <a:moveTo>
                    <a:pt x="2915" y="582"/>
                  </a:moveTo>
                  <a:cubicBezTo>
                    <a:pt x="2972" y="614"/>
                    <a:pt x="2972" y="667"/>
                    <a:pt x="2916" y="700"/>
                  </a:cubicBezTo>
                  <a:cubicBezTo>
                    <a:pt x="1212" y="1691"/>
                    <a:pt x="1212" y="1691"/>
                    <a:pt x="1212" y="1691"/>
                  </a:cubicBezTo>
                  <a:cubicBezTo>
                    <a:pt x="1155" y="1723"/>
                    <a:pt x="1064" y="1723"/>
                    <a:pt x="1007" y="1691"/>
                  </a:cubicBezTo>
                  <a:cubicBezTo>
                    <a:pt x="57" y="1142"/>
                    <a:pt x="57" y="1142"/>
                    <a:pt x="57" y="1142"/>
                  </a:cubicBezTo>
                  <a:cubicBezTo>
                    <a:pt x="0" y="1109"/>
                    <a:pt x="0" y="1056"/>
                    <a:pt x="56" y="1024"/>
                  </a:cubicBezTo>
                  <a:cubicBezTo>
                    <a:pt x="1761" y="33"/>
                    <a:pt x="1761" y="33"/>
                    <a:pt x="1761" y="33"/>
                  </a:cubicBezTo>
                  <a:cubicBezTo>
                    <a:pt x="1817" y="0"/>
                    <a:pt x="1909" y="0"/>
                    <a:pt x="1966" y="33"/>
                  </a:cubicBezTo>
                  <a:lnTo>
                    <a:pt x="2915" y="582"/>
                  </a:lnTo>
                  <a:close/>
                </a:path>
              </a:pathLst>
            </a:custGeom>
            <a:gradFill>
              <a:gsLst>
                <a:gs pos="0">
                  <a:srgbClr val="6578F0"/>
                </a:gs>
                <a:gs pos="100000">
                  <a:srgbClr val="3749CC"/>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1" name="组合 20">
            <a:extLst>
              <a:ext uri="{FF2B5EF4-FFF2-40B4-BE49-F238E27FC236}">
                <a16:creationId xmlns:a16="http://schemas.microsoft.com/office/drawing/2014/main" id="{41EB5B59-A6F2-8DFA-E27B-58476AAB0DD8}"/>
              </a:ext>
            </a:extLst>
          </p:cNvPr>
          <p:cNvGrpSpPr/>
          <p:nvPr/>
        </p:nvGrpSpPr>
        <p:grpSpPr>
          <a:xfrm>
            <a:off x="6287965" y="3867522"/>
            <a:ext cx="4991101" cy="2951163"/>
            <a:chOff x="5174673" y="1732252"/>
            <a:chExt cx="4991101" cy="2951163"/>
          </a:xfrm>
        </p:grpSpPr>
        <p:sp>
          <p:nvSpPr>
            <p:cNvPr id="22" name="Freeform 5">
              <a:extLst>
                <a:ext uri="{FF2B5EF4-FFF2-40B4-BE49-F238E27FC236}">
                  <a16:creationId xmlns:a16="http://schemas.microsoft.com/office/drawing/2014/main" id="{AD3B380D-A168-AD19-C97E-39A429E273EE}"/>
                </a:ext>
              </a:extLst>
            </p:cNvPr>
            <p:cNvSpPr>
              <a:spLocks/>
            </p:cNvSpPr>
            <p:nvPr/>
          </p:nvSpPr>
          <p:spPr bwMode="auto">
            <a:xfrm>
              <a:off x="5198485" y="2810165"/>
              <a:ext cx="4943476" cy="1873250"/>
            </a:xfrm>
            <a:custGeom>
              <a:avLst/>
              <a:gdLst>
                <a:gd name="T0" fmla="*/ 2902 w 2944"/>
                <a:gd name="T1" fmla="*/ 59 h 1115"/>
                <a:gd name="T2" fmla="*/ 1198 w 2944"/>
                <a:gd name="T3" fmla="*/ 1050 h 1115"/>
                <a:gd name="T4" fmla="*/ 993 w 2944"/>
                <a:gd name="T5" fmla="*/ 1050 h 1115"/>
                <a:gd name="T6" fmla="*/ 43 w 2944"/>
                <a:gd name="T7" fmla="*/ 501 h 1115"/>
                <a:gd name="T8" fmla="*/ 0 w 2944"/>
                <a:gd name="T9" fmla="*/ 441 h 1115"/>
                <a:gd name="T10" fmla="*/ 0 w 2944"/>
                <a:gd name="T11" fmla="*/ 474 h 1115"/>
                <a:gd name="T12" fmla="*/ 43 w 2944"/>
                <a:gd name="T13" fmla="*/ 534 h 1115"/>
                <a:gd name="T14" fmla="*/ 993 w 2944"/>
                <a:gd name="T15" fmla="*/ 1082 h 1115"/>
                <a:gd name="T16" fmla="*/ 1198 w 2944"/>
                <a:gd name="T17" fmla="*/ 1082 h 1115"/>
                <a:gd name="T18" fmla="*/ 2902 w 2944"/>
                <a:gd name="T19" fmla="*/ 92 h 1115"/>
                <a:gd name="T20" fmla="*/ 2944 w 2944"/>
                <a:gd name="T21" fmla="*/ 33 h 1115"/>
                <a:gd name="T22" fmla="*/ 2944 w 2944"/>
                <a:gd name="T23" fmla="*/ 0 h 1115"/>
                <a:gd name="T24" fmla="*/ 2902 w 2944"/>
                <a:gd name="T25" fmla="*/ 59 h 1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44" h="1115">
                  <a:moveTo>
                    <a:pt x="2902" y="59"/>
                  </a:moveTo>
                  <a:cubicBezTo>
                    <a:pt x="1198" y="1050"/>
                    <a:pt x="1198" y="1050"/>
                    <a:pt x="1198" y="1050"/>
                  </a:cubicBezTo>
                  <a:cubicBezTo>
                    <a:pt x="1141" y="1082"/>
                    <a:pt x="1050" y="1082"/>
                    <a:pt x="993" y="1050"/>
                  </a:cubicBezTo>
                  <a:cubicBezTo>
                    <a:pt x="43" y="501"/>
                    <a:pt x="43" y="501"/>
                    <a:pt x="43" y="501"/>
                  </a:cubicBezTo>
                  <a:cubicBezTo>
                    <a:pt x="15" y="485"/>
                    <a:pt x="0" y="463"/>
                    <a:pt x="0" y="441"/>
                  </a:cubicBezTo>
                  <a:cubicBezTo>
                    <a:pt x="0" y="474"/>
                    <a:pt x="0" y="474"/>
                    <a:pt x="0" y="474"/>
                  </a:cubicBezTo>
                  <a:cubicBezTo>
                    <a:pt x="0" y="496"/>
                    <a:pt x="14" y="517"/>
                    <a:pt x="43" y="534"/>
                  </a:cubicBezTo>
                  <a:cubicBezTo>
                    <a:pt x="993" y="1082"/>
                    <a:pt x="993" y="1082"/>
                    <a:pt x="993" y="1082"/>
                  </a:cubicBezTo>
                  <a:cubicBezTo>
                    <a:pt x="1050" y="1115"/>
                    <a:pt x="1141" y="1115"/>
                    <a:pt x="1198" y="1082"/>
                  </a:cubicBezTo>
                  <a:cubicBezTo>
                    <a:pt x="2902" y="92"/>
                    <a:pt x="2902" y="92"/>
                    <a:pt x="2902" y="92"/>
                  </a:cubicBezTo>
                  <a:cubicBezTo>
                    <a:pt x="2930" y="75"/>
                    <a:pt x="2944" y="54"/>
                    <a:pt x="2944" y="33"/>
                  </a:cubicBezTo>
                  <a:cubicBezTo>
                    <a:pt x="2944" y="0"/>
                    <a:pt x="2944" y="0"/>
                    <a:pt x="2944" y="0"/>
                  </a:cubicBezTo>
                  <a:cubicBezTo>
                    <a:pt x="2944" y="22"/>
                    <a:pt x="2930" y="43"/>
                    <a:pt x="2902" y="59"/>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6">
              <a:extLst>
                <a:ext uri="{FF2B5EF4-FFF2-40B4-BE49-F238E27FC236}">
                  <a16:creationId xmlns:a16="http://schemas.microsoft.com/office/drawing/2014/main" id="{AE7998B7-CFDC-FB30-0CD1-07F58C34A3A4}"/>
                </a:ext>
              </a:extLst>
            </p:cNvPr>
            <p:cNvSpPr>
              <a:spLocks/>
            </p:cNvSpPr>
            <p:nvPr/>
          </p:nvSpPr>
          <p:spPr bwMode="auto">
            <a:xfrm>
              <a:off x="5174673" y="1732252"/>
              <a:ext cx="4991101" cy="2895600"/>
            </a:xfrm>
            <a:custGeom>
              <a:avLst/>
              <a:gdLst>
                <a:gd name="T0" fmla="*/ 2915 w 2972"/>
                <a:gd name="T1" fmla="*/ 582 h 1723"/>
                <a:gd name="T2" fmla="*/ 2916 w 2972"/>
                <a:gd name="T3" fmla="*/ 700 h 1723"/>
                <a:gd name="T4" fmla="*/ 1212 w 2972"/>
                <a:gd name="T5" fmla="*/ 1691 h 1723"/>
                <a:gd name="T6" fmla="*/ 1007 w 2972"/>
                <a:gd name="T7" fmla="*/ 1691 h 1723"/>
                <a:gd name="T8" fmla="*/ 57 w 2972"/>
                <a:gd name="T9" fmla="*/ 1142 h 1723"/>
                <a:gd name="T10" fmla="*/ 56 w 2972"/>
                <a:gd name="T11" fmla="*/ 1024 h 1723"/>
                <a:gd name="T12" fmla="*/ 1761 w 2972"/>
                <a:gd name="T13" fmla="*/ 33 h 1723"/>
                <a:gd name="T14" fmla="*/ 1966 w 2972"/>
                <a:gd name="T15" fmla="*/ 33 h 1723"/>
                <a:gd name="T16" fmla="*/ 2915 w 2972"/>
                <a:gd name="T17" fmla="*/ 582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2" h="1723">
                  <a:moveTo>
                    <a:pt x="2915" y="582"/>
                  </a:moveTo>
                  <a:cubicBezTo>
                    <a:pt x="2972" y="614"/>
                    <a:pt x="2972" y="667"/>
                    <a:pt x="2916" y="700"/>
                  </a:cubicBezTo>
                  <a:cubicBezTo>
                    <a:pt x="1212" y="1691"/>
                    <a:pt x="1212" y="1691"/>
                    <a:pt x="1212" y="1691"/>
                  </a:cubicBezTo>
                  <a:cubicBezTo>
                    <a:pt x="1155" y="1723"/>
                    <a:pt x="1064" y="1723"/>
                    <a:pt x="1007" y="1691"/>
                  </a:cubicBezTo>
                  <a:cubicBezTo>
                    <a:pt x="57" y="1142"/>
                    <a:pt x="57" y="1142"/>
                    <a:pt x="57" y="1142"/>
                  </a:cubicBezTo>
                  <a:cubicBezTo>
                    <a:pt x="0" y="1109"/>
                    <a:pt x="0" y="1056"/>
                    <a:pt x="56" y="1024"/>
                  </a:cubicBezTo>
                  <a:cubicBezTo>
                    <a:pt x="1761" y="33"/>
                    <a:pt x="1761" y="33"/>
                    <a:pt x="1761" y="33"/>
                  </a:cubicBezTo>
                  <a:cubicBezTo>
                    <a:pt x="1817" y="0"/>
                    <a:pt x="1909" y="0"/>
                    <a:pt x="1966" y="33"/>
                  </a:cubicBezTo>
                  <a:lnTo>
                    <a:pt x="2915" y="582"/>
                  </a:lnTo>
                  <a:close/>
                </a:path>
              </a:pathLst>
            </a:custGeom>
            <a:gradFill>
              <a:gsLst>
                <a:gs pos="0">
                  <a:srgbClr val="6578F0"/>
                </a:gs>
                <a:gs pos="100000">
                  <a:srgbClr val="3749CC"/>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35" name="组合 234">
            <a:extLst>
              <a:ext uri="{FF2B5EF4-FFF2-40B4-BE49-F238E27FC236}">
                <a16:creationId xmlns:a16="http://schemas.microsoft.com/office/drawing/2014/main" id="{D1D307D8-5441-D79C-26AB-D4986D9699DE}"/>
              </a:ext>
            </a:extLst>
          </p:cNvPr>
          <p:cNvGrpSpPr/>
          <p:nvPr/>
        </p:nvGrpSpPr>
        <p:grpSpPr>
          <a:xfrm>
            <a:off x="6350314" y="2059360"/>
            <a:ext cx="1206448" cy="1020853"/>
            <a:chOff x="6611089" y="2864487"/>
            <a:chExt cx="2193926" cy="1856422"/>
          </a:xfrm>
        </p:grpSpPr>
        <p:grpSp>
          <p:nvGrpSpPr>
            <p:cNvPr id="236" name="组合 235">
              <a:extLst>
                <a:ext uri="{FF2B5EF4-FFF2-40B4-BE49-F238E27FC236}">
                  <a16:creationId xmlns:a16="http://schemas.microsoft.com/office/drawing/2014/main" id="{FF873E74-873F-223B-6D1A-025DC40633F9}"/>
                </a:ext>
              </a:extLst>
            </p:cNvPr>
            <p:cNvGrpSpPr/>
            <p:nvPr/>
          </p:nvGrpSpPr>
          <p:grpSpPr>
            <a:xfrm>
              <a:off x="6611089" y="3331847"/>
              <a:ext cx="2181226" cy="1389062"/>
              <a:chOff x="6923403" y="1807847"/>
              <a:chExt cx="2181226" cy="1389062"/>
            </a:xfrm>
          </p:grpSpPr>
          <p:sp>
            <p:nvSpPr>
              <p:cNvPr id="245" name="Freeform 11">
                <a:extLst>
                  <a:ext uri="{FF2B5EF4-FFF2-40B4-BE49-F238E27FC236}">
                    <a16:creationId xmlns:a16="http://schemas.microsoft.com/office/drawing/2014/main" id="{328F7729-C11A-19E6-7A47-E9CE01CA3A3C}"/>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6" name="Freeform 12">
                <a:extLst>
                  <a:ext uri="{FF2B5EF4-FFF2-40B4-BE49-F238E27FC236}">
                    <a16:creationId xmlns:a16="http://schemas.microsoft.com/office/drawing/2014/main" id="{F60C98E9-74BF-4712-1E88-D44FFBFF4051}"/>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7" name="Freeform 13">
                <a:extLst>
                  <a:ext uri="{FF2B5EF4-FFF2-40B4-BE49-F238E27FC236}">
                    <a16:creationId xmlns:a16="http://schemas.microsoft.com/office/drawing/2014/main" id="{976179E0-C4D2-CB36-7A5A-C07C9F36FC54}"/>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37" name="组合 236">
              <a:extLst>
                <a:ext uri="{FF2B5EF4-FFF2-40B4-BE49-F238E27FC236}">
                  <a16:creationId xmlns:a16="http://schemas.microsoft.com/office/drawing/2014/main" id="{F6B9C55C-DD84-EC0A-1E8E-6299ACC43734}"/>
                </a:ext>
              </a:extLst>
            </p:cNvPr>
            <p:cNvGrpSpPr/>
            <p:nvPr/>
          </p:nvGrpSpPr>
          <p:grpSpPr>
            <a:xfrm>
              <a:off x="6617439" y="3098167"/>
              <a:ext cx="2181226" cy="1389062"/>
              <a:chOff x="6923403" y="1807847"/>
              <a:chExt cx="2181226" cy="1389062"/>
            </a:xfrm>
          </p:grpSpPr>
          <p:sp>
            <p:nvSpPr>
              <p:cNvPr id="242" name="Freeform 11">
                <a:extLst>
                  <a:ext uri="{FF2B5EF4-FFF2-40B4-BE49-F238E27FC236}">
                    <a16:creationId xmlns:a16="http://schemas.microsoft.com/office/drawing/2014/main" id="{3C258FD6-19DE-7C00-3C80-7B12EABFB4E4}"/>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3" name="Freeform 12">
                <a:extLst>
                  <a:ext uri="{FF2B5EF4-FFF2-40B4-BE49-F238E27FC236}">
                    <a16:creationId xmlns:a16="http://schemas.microsoft.com/office/drawing/2014/main" id="{D97DB136-8A0A-1E09-9A87-4C0C5DFD9DC4}"/>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4" name="Freeform 13">
                <a:extLst>
                  <a:ext uri="{FF2B5EF4-FFF2-40B4-BE49-F238E27FC236}">
                    <a16:creationId xmlns:a16="http://schemas.microsoft.com/office/drawing/2014/main" id="{942629E2-5C74-7590-A06C-5FE642655707}"/>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38" name="组合 237">
              <a:extLst>
                <a:ext uri="{FF2B5EF4-FFF2-40B4-BE49-F238E27FC236}">
                  <a16:creationId xmlns:a16="http://schemas.microsoft.com/office/drawing/2014/main" id="{68607B0E-1814-BC47-5D37-DB0701A91A52}"/>
                </a:ext>
              </a:extLst>
            </p:cNvPr>
            <p:cNvGrpSpPr/>
            <p:nvPr/>
          </p:nvGrpSpPr>
          <p:grpSpPr>
            <a:xfrm>
              <a:off x="6623789" y="2864487"/>
              <a:ext cx="2181226" cy="1389062"/>
              <a:chOff x="6923403" y="1807847"/>
              <a:chExt cx="2181226" cy="1389062"/>
            </a:xfrm>
          </p:grpSpPr>
          <p:sp>
            <p:nvSpPr>
              <p:cNvPr id="239" name="Freeform 11">
                <a:extLst>
                  <a:ext uri="{FF2B5EF4-FFF2-40B4-BE49-F238E27FC236}">
                    <a16:creationId xmlns:a16="http://schemas.microsoft.com/office/drawing/2014/main" id="{D2DBD682-7B6E-4A7B-5CE0-E21F18B613EF}"/>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0" name="Freeform 12">
                <a:extLst>
                  <a:ext uri="{FF2B5EF4-FFF2-40B4-BE49-F238E27FC236}">
                    <a16:creationId xmlns:a16="http://schemas.microsoft.com/office/drawing/2014/main" id="{B92E02CB-A008-B073-24A0-8DB72959BACE}"/>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1" name="Freeform 13">
                <a:extLst>
                  <a:ext uri="{FF2B5EF4-FFF2-40B4-BE49-F238E27FC236}">
                    <a16:creationId xmlns:a16="http://schemas.microsoft.com/office/drawing/2014/main" id="{B31663FD-9243-39B6-0483-0FED7A9F7C03}"/>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48" name="组合 247">
            <a:extLst>
              <a:ext uri="{FF2B5EF4-FFF2-40B4-BE49-F238E27FC236}">
                <a16:creationId xmlns:a16="http://schemas.microsoft.com/office/drawing/2014/main" id="{BDB112AB-FEBA-6373-0B34-32D13D032C03}"/>
              </a:ext>
            </a:extLst>
          </p:cNvPr>
          <p:cNvGrpSpPr/>
          <p:nvPr/>
        </p:nvGrpSpPr>
        <p:grpSpPr>
          <a:xfrm>
            <a:off x="8492845" y="3974083"/>
            <a:ext cx="2178505" cy="1540114"/>
            <a:chOff x="4778117" y="1406293"/>
            <a:chExt cx="815793" cy="576732"/>
          </a:xfrm>
        </p:grpSpPr>
        <p:sp>
          <p:nvSpPr>
            <p:cNvPr id="249" name="菱形 248">
              <a:extLst>
                <a:ext uri="{FF2B5EF4-FFF2-40B4-BE49-F238E27FC236}">
                  <a16:creationId xmlns:a16="http://schemas.microsoft.com/office/drawing/2014/main" id="{CCE055D9-F7AF-A384-8D5B-35360A3C5380}"/>
                </a:ext>
              </a:extLst>
            </p:cNvPr>
            <p:cNvSpPr/>
            <p:nvPr/>
          </p:nvSpPr>
          <p:spPr>
            <a:xfrm>
              <a:off x="4778117" y="1530463"/>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250" name="组合 249">
              <a:extLst>
                <a:ext uri="{FF2B5EF4-FFF2-40B4-BE49-F238E27FC236}">
                  <a16:creationId xmlns:a16="http://schemas.microsoft.com/office/drawing/2014/main" id="{A450AF75-F571-BACA-52D8-34FFE14F41E5}"/>
                </a:ext>
              </a:extLst>
            </p:cNvPr>
            <p:cNvGrpSpPr/>
            <p:nvPr/>
          </p:nvGrpSpPr>
          <p:grpSpPr>
            <a:xfrm>
              <a:off x="4876554" y="1406293"/>
              <a:ext cx="620945" cy="489741"/>
              <a:chOff x="2883576" y="2534043"/>
              <a:chExt cx="620945" cy="489741"/>
            </a:xfrm>
          </p:grpSpPr>
          <p:grpSp>
            <p:nvGrpSpPr>
              <p:cNvPr id="251" name="组合 250">
                <a:extLst>
                  <a:ext uri="{FF2B5EF4-FFF2-40B4-BE49-F238E27FC236}">
                    <a16:creationId xmlns:a16="http://schemas.microsoft.com/office/drawing/2014/main" id="{BDB38E56-2E3B-F16C-108F-1958C067A7C8}"/>
                  </a:ext>
                </a:extLst>
              </p:cNvPr>
              <p:cNvGrpSpPr/>
              <p:nvPr/>
            </p:nvGrpSpPr>
            <p:grpSpPr>
              <a:xfrm>
                <a:off x="2883576" y="2621661"/>
                <a:ext cx="620945" cy="402123"/>
                <a:chOff x="6512018" y="615964"/>
                <a:chExt cx="1370013" cy="930275"/>
              </a:xfrm>
            </p:grpSpPr>
            <p:sp>
              <p:nvSpPr>
                <p:cNvPr id="64" name="Freeform 14">
                  <a:extLst>
                    <a:ext uri="{FF2B5EF4-FFF2-40B4-BE49-F238E27FC236}">
                      <a16:creationId xmlns:a16="http://schemas.microsoft.com/office/drawing/2014/main" id="{3286A8EA-8210-377D-942C-79BBC68598BF}"/>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65" name="Freeform 15">
                  <a:extLst>
                    <a:ext uri="{FF2B5EF4-FFF2-40B4-BE49-F238E27FC236}">
                      <a16:creationId xmlns:a16="http://schemas.microsoft.com/office/drawing/2014/main" id="{ECFDF7E3-2CD5-578E-45FA-F88D837562FC}"/>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66" name="Freeform 16">
                  <a:extLst>
                    <a:ext uri="{FF2B5EF4-FFF2-40B4-BE49-F238E27FC236}">
                      <a16:creationId xmlns:a16="http://schemas.microsoft.com/office/drawing/2014/main" id="{69A22CA6-4BAD-91BB-F60F-249A358CB7D2}"/>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252" name="组合 251">
                <a:extLst>
                  <a:ext uri="{FF2B5EF4-FFF2-40B4-BE49-F238E27FC236}">
                    <a16:creationId xmlns:a16="http://schemas.microsoft.com/office/drawing/2014/main" id="{AEE4A819-28B4-7CE3-DA00-5CEE865232BE}"/>
                  </a:ext>
                </a:extLst>
              </p:cNvPr>
              <p:cNvGrpSpPr/>
              <p:nvPr/>
            </p:nvGrpSpPr>
            <p:grpSpPr>
              <a:xfrm>
                <a:off x="2883576" y="2534043"/>
                <a:ext cx="620945" cy="396317"/>
                <a:chOff x="6512018" y="629396"/>
                <a:chExt cx="1370013" cy="916843"/>
              </a:xfrm>
            </p:grpSpPr>
            <p:sp>
              <p:nvSpPr>
                <p:cNvPr id="253" name="Freeform 14">
                  <a:extLst>
                    <a:ext uri="{FF2B5EF4-FFF2-40B4-BE49-F238E27FC236}">
                      <a16:creationId xmlns:a16="http://schemas.microsoft.com/office/drawing/2014/main" id="{BE8DCAE5-F4C3-59E7-E0C3-DFC26587DF7E}"/>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54" name="Freeform 15">
                  <a:extLst>
                    <a:ext uri="{FF2B5EF4-FFF2-40B4-BE49-F238E27FC236}">
                      <a16:creationId xmlns:a16="http://schemas.microsoft.com/office/drawing/2014/main" id="{B5FCB76E-2578-4E19-E37B-CC1F9B19937E}"/>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255" name="Freeform 16">
                  <a:extLst>
                    <a:ext uri="{FF2B5EF4-FFF2-40B4-BE49-F238E27FC236}">
                      <a16:creationId xmlns:a16="http://schemas.microsoft.com/office/drawing/2014/main" id="{070575DD-4FA0-2503-D4A3-F4ADBAC923B1}"/>
                    </a:ext>
                  </a:extLst>
                </p:cNvPr>
                <p:cNvSpPr>
                  <a:spLocks/>
                </p:cNvSpPr>
                <p:nvPr/>
              </p:nvSpPr>
              <p:spPr bwMode="auto">
                <a:xfrm>
                  <a:off x="6512018" y="629396"/>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grpSp>
        <p:nvGrpSpPr>
          <p:cNvPr id="67" name="组合 66">
            <a:extLst>
              <a:ext uri="{FF2B5EF4-FFF2-40B4-BE49-F238E27FC236}">
                <a16:creationId xmlns:a16="http://schemas.microsoft.com/office/drawing/2014/main" id="{755DA4EF-CB7C-10F7-1B13-5DF8E3E499A4}"/>
              </a:ext>
            </a:extLst>
          </p:cNvPr>
          <p:cNvGrpSpPr/>
          <p:nvPr/>
        </p:nvGrpSpPr>
        <p:grpSpPr>
          <a:xfrm>
            <a:off x="5344777" y="2676894"/>
            <a:ext cx="1182898" cy="1000926"/>
            <a:chOff x="6611089" y="2864487"/>
            <a:chExt cx="2193926" cy="1856422"/>
          </a:xfrm>
        </p:grpSpPr>
        <p:grpSp>
          <p:nvGrpSpPr>
            <p:cNvPr id="68" name="组合 67">
              <a:extLst>
                <a:ext uri="{FF2B5EF4-FFF2-40B4-BE49-F238E27FC236}">
                  <a16:creationId xmlns:a16="http://schemas.microsoft.com/office/drawing/2014/main" id="{5155DF41-BF38-86F4-F380-75BCDC818AAD}"/>
                </a:ext>
              </a:extLst>
            </p:cNvPr>
            <p:cNvGrpSpPr/>
            <p:nvPr/>
          </p:nvGrpSpPr>
          <p:grpSpPr>
            <a:xfrm>
              <a:off x="6611089" y="3331847"/>
              <a:ext cx="2181226" cy="1389062"/>
              <a:chOff x="6923403" y="1807847"/>
              <a:chExt cx="2181226" cy="1389062"/>
            </a:xfrm>
          </p:grpSpPr>
          <p:sp>
            <p:nvSpPr>
              <p:cNvPr id="87" name="Freeform 11">
                <a:extLst>
                  <a:ext uri="{FF2B5EF4-FFF2-40B4-BE49-F238E27FC236}">
                    <a16:creationId xmlns:a16="http://schemas.microsoft.com/office/drawing/2014/main" id="{284F8F71-E91C-BAE7-FA4F-BFEA4D1B6ED3}"/>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8" name="Freeform 12">
                <a:extLst>
                  <a:ext uri="{FF2B5EF4-FFF2-40B4-BE49-F238E27FC236}">
                    <a16:creationId xmlns:a16="http://schemas.microsoft.com/office/drawing/2014/main" id="{0A346613-7417-05FC-CB25-10E5AACDF256}"/>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9" name="Freeform 13">
                <a:extLst>
                  <a:ext uri="{FF2B5EF4-FFF2-40B4-BE49-F238E27FC236}">
                    <a16:creationId xmlns:a16="http://schemas.microsoft.com/office/drawing/2014/main" id="{95568D2C-C5D5-904D-6A29-05A0627D8098}"/>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9" name="组合 68">
              <a:extLst>
                <a:ext uri="{FF2B5EF4-FFF2-40B4-BE49-F238E27FC236}">
                  <a16:creationId xmlns:a16="http://schemas.microsoft.com/office/drawing/2014/main" id="{C1CB8070-E32F-1064-1990-95A351B7CAC1}"/>
                </a:ext>
              </a:extLst>
            </p:cNvPr>
            <p:cNvGrpSpPr/>
            <p:nvPr/>
          </p:nvGrpSpPr>
          <p:grpSpPr>
            <a:xfrm>
              <a:off x="6617439" y="3098167"/>
              <a:ext cx="2181226" cy="1389062"/>
              <a:chOff x="6923403" y="1807847"/>
              <a:chExt cx="2181226" cy="1389062"/>
            </a:xfrm>
          </p:grpSpPr>
          <p:sp>
            <p:nvSpPr>
              <p:cNvPr id="84" name="Freeform 11">
                <a:extLst>
                  <a:ext uri="{FF2B5EF4-FFF2-40B4-BE49-F238E27FC236}">
                    <a16:creationId xmlns:a16="http://schemas.microsoft.com/office/drawing/2014/main" id="{CDA54BF0-0F60-9A97-9F70-0C0F40AA9785}"/>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5" name="Freeform 12">
                <a:extLst>
                  <a:ext uri="{FF2B5EF4-FFF2-40B4-BE49-F238E27FC236}">
                    <a16:creationId xmlns:a16="http://schemas.microsoft.com/office/drawing/2014/main" id="{E8DDBB34-D9AB-BFCB-298B-F04150ACABC6}"/>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Freeform 13">
                <a:extLst>
                  <a:ext uri="{FF2B5EF4-FFF2-40B4-BE49-F238E27FC236}">
                    <a16:creationId xmlns:a16="http://schemas.microsoft.com/office/drawing/2014/main" id="{E6499FBF-F240-6933-F509-62ACEE843676}"/>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70" name="组合 69">
              <a:extLst>
                <a:ext uri="{FF2B5EF4-FFF2-40B4-BE49-F238E27FC236}">
                  <a16:creationId xmlns:a16="http://schemas.microsoft.com/office/drawing/2014/main" id="{B8729E0A-952C-BBB3-8358-8756DBB5724D}"/>
                </a:ext>
              </a:extLst>
            </p:cNvPr>
            <p:cNvGrpSpPr/>
            <p:nvPr/>
          </p:nvGrpSpPr>
          <p:grpSpPr>
            <a:xfrm>
              <a:off x="6623789" y="2864487"/>
              <a:ext cx="2181226" cy="1389062"/>
              <a:chOff x="6923403" y="1807847"/>
              <a:chExt cx="2181226" cy="1389062"/>
            </a:xfrm>
          </p:grpSpPr>
          <p:sp>
            <p:nvSpPr>
              <p:cNvPr id="71" name="Freeform 11">
                <a:extLst>
                  <a:ext uri="{FF2B5EF4-FFF2-40B4-BE49-F238E27FC236}">
                    <a16:creationId xmlns:a16="http://schemas.microsoft.com/office/drawing/2014/main" id="{72EE1930-5ECF-2F0B-EFEC-8B1EEDD68D6E}"/>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Freeform 12">
                <a:extLst>
                  <a:ext uri="{FF2B5EF4-FFF2-40B4-BE49-F238E27FC236}">
                    <a16:creationId xmlns:a16="http://schemas.microsoft.com/office/drawing/2014/main" id="{19D71D12-2842-5CFB-0D58-BC51058B8125}"/>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3" name="Freeform 13">
                <a:extLst>
                  <a:ext uri="{FF2B5EF4-FFF2-40B4-BE49-F238E27FC236}">
                    <a16:creationId xmlns:a16="http://schemas.microsoft.com/office/drawing/2014/main" id="{1D5D9442-4E3C-3D0B-E796-C79CE46483BF}"/>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90" name="组合 89">
            <a:extLst>
              <a:ext uri="{FF2B5EF4-FFF2-40B4-BE49-F238E27FC236}">
                <a16:creationId xmlns:a16="http://schemas.microsoft.com/office/drawing/2014/main" id="{B1948C66-653C-490C-2FC6-4DA3653FE1F0}"/>
              </a:ext>
            </a:extLst>
          </p:cNvPr>
          <p:cNvGrpSpPr/>
          <p:nvPr/>
        </p:nvGrpSpPr>
        <p:grpSpPr>
          <a:xfrm>
            <a:off x="4275007" y="3319460"/>
            <a:ext cx="1256367" cy="1022091"/>
            <a:chOff x="6611089" y="2864487"/>
            <a:chExt cx="2193926" cy="1856422"/>
          </a:xfrm>
        </p:grpSpPr>
        <p:grpSp>
          <p:nvGrpSpPr>
            <p:cNvPr id="91" name="组合 90">
              <a:extLst>
                <a:ext uri="{FF2B5EF4-FFF2-40B4-BE49-F238E27FC236}">
                  <a16:creationId xmlns:a16="http://schemas.microsoft.com/office/drawing/2014/main" id="{431D0869-3230-5D6B-5531-2567B870D821}"/>
                </a:ext>
              </a:extLst>
            </p:cNvPr>
            <p:cNvGrpSpPr/>
            <p:nvPr/>
          </p:nvGrpSpPr>
          <p:grpSpPr>
            <a:xfrm>
              <a:off x="6611089" y="3331847"/>
              <a:ext cx="2181226" cy="1389062"/>
              <a:chOff x="6923403" y="1807847"/>
              <a:chExt cx="2181226" cy="1389062"/>
            </a:xfrm>
          </p:grpSpPr>
          <p:sp>
            <p:nvSpPr>
              <p:cNvPr id="102" name="Freeform 11">
                <a:extLst>
                  <a:ext uri="{FF2B5EF4-FFF2-40B4-BE49-F238E27FC236}">
                    <a16:creationId xmlns:a16="http://schemas.microsoft.com/office/drawing/2014/main" id="{8698F0B8-561F-0258-A945-7D1EFC88809E}"/>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Freeform 12">
                <a:extLst>
                  <a:ext uri="{FF2B5EF4-FFF2-40B4-BE49-F238E27FC236}">
                    <a16:creationId xmlns:a16="http://schemas.microsoft.com/office/drawing/2014/main" id="{1F5CE28E-F420-47B6-862E-DF9C653E5211}"/>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13">
                <a:extLst>
                  <a:ext uri="{FF2B5EF4-FFF2-40B4-BE49-F238E27FC236}">
                    <a16:creationId xmlns:a16="http://schemas.microsoft.com/office/drawing/2014/main" id="{BF56C8B6-5E20-F109-D23E-FDF3A5A34409}"/>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2" name="组合 91">
              <a:extLst>
                <a:ext uri="{FF2B5EF4-FFF2-40B4-BE49-F238E27FC236}">
                  <a16:creationId xmlns:a16="http://schemas.microsoft.com/office/drawing/2014/main" id="{88A6FD0A-224D-480E-5DC8-F3751ED03710}"/>
                </a:ext>
              </a:extLst>
            </p:cNvPr>
            <p:cNvGrpSpPr/>
            <p:nvPr/>
          </p:nvGrpSpPr>
          <p:grpSpPr>
            <a:xfrm>
              <a:off x="6617439" y="3098167"/>
              <a:ext cx="2181226" cy="1389062"/>
              <a:chOff x="6923403" y="1807847"/>
              <a:chExt cx="2181226" cy="1389062"/>
            </a:xfrm>
          </p:grpSpPr>
          <p:sp>
            <p:nvSpPr>
              <p:cNvPr id="97" name="Freeform 11">
                <a:extLst>
                  <a:ext uri="{FF2B5EF4-FFF2-40B4-BE49-F238E27FC236}">
                    <a16:creationId xmlns:a16="http://schemas.microsoft.com/office/drawing/2014/main" id="{2BAEB2E3-2F01-80BC-606E-107E607765A6}"/>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Freeform 12">
                <a:extLst>
                  <a:ext uri="{FF2B5EF4-FFF2-40B4-BE49-F238E27FC236}">
                    <a16:creationId xmlns:a16="http://schemas.microsoft.com/office/drawing/2014/main" id="{4EEF136C-3EE3-D0C7-78C3-A0AA0AF9F485}"/>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Freeform 13">
                <a:extLst>
                  <a:ext uri="{FF2B5EF4-FFF2-40B4-BE49-F238E27FC236}">
                    <a16:creationId xmlns:a16="http://schemas.microsoft.com/office/drawing/2014/main" id="{2EA315C8-0269-8BB7-2006-E3738AD3F892}"/>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3" name="组合 92">
              <a:extLst>
                <a:ext uri="{FF2B5EF4-FFF2-40B4-BE49-F238E27FC236}">
                  <a16:creationId xmlns:a16="http://schemas.microsoft.com/office/drawing/2014/main" id="{5F445D3D-2CBD-F728-B2FD-30139B6FC990}"/>
                </a:ext>
              </a:extLst>
            </p:cNvPr>
            <p:cNvGrpSpPr/>
            <p:nvPr/>
          </p:nvGrpSpPr>
          <p:grpSpPr>
            <a:xfrm>
              <a:off x="6623789" y="2864487"/>
              <a:ext cx="2181226" cy="1389062"/>
              <a:chOff x="6923403" y="1807847"/>
              <a:chExt cx="2181226" cy="1389062"/>
            </a:xfrm>
          </p:grpSpPr>
          <p:sp>
            <p:nvSpPr>
              <p:cNvPr id="94" name="Freeform 11">
                <a:extLst>
                  <a:ext uri="{FF2B5EF4-FFF2-40B4-BE49-F238E27FC236}">
                    <a16:creationId xmlns:a16="http://schemas.microsoft.com/office/drawing/2014/main" id="{7FF0CC76-3282-DB6F-3D79-A3AA6E4D118C}"/>
                  </a:ext>
                </a:extLst>
              </p:cNvPr>
              <p:cNvSpPr>
                <a:spLocks/>
              </p:cNvSpPr>
              <p:nvPr/>
            </p:nvSpPr>
            <p:spPr bwMode="auto">
              <a:xfrm>
                <a:off x="8020366" y="2439672"/>
                <a:ext cx="1084263" cy="757237"/>
              </a:xfrm>
              <a:custGeom>
                <a:avLst/>
                <a:gdLst>
                  <a:gd name="T0" fmla="*/ 683 w 683"/>
                  <a:gd name="T1" fmla="*/ 0 h 477"/>
                  <a:gd name="T2" fmla="*/ 683 w 683"/>
                  <a:gd name="T3" fmla="*/ 79 h 477"/>
                  <a:gd name="T4" fmla="*/ 0 w 683"/>
                  <a:gd name="T5" fmla="*/ 477 h 477"/>
                  <a:gd name="T6" fmla="*/ 0 w 683"/>
                  <a:gd name="T7" fmla="*/ 398 h 477"/>
                  <a:gd name="T8" fmla="*/ 683 w 683"/>
                  <a:gd name="T9" fmla="*/ 0 h 477"/>
                </a:gdLst>
                <a:ahLst/>
                <a:cxnLst>
                  <a:cxn ang="0">
                    <a:pos x="T0" y="T1"/>
                  </a:cxn>
                  <a:cxn ang="0">
                    <a:pos x="T2" y="T3"/>
                  </a:cxn>
                  <a:cxn ang="0">
                    <a:pos x="T4" y="T5"/>
                  </a:cxn>
                  <a:cxn ang="0">
                    <a:pos x="T6" y="T7"/>
                  </a:cxn>
                  <a:cxn ang="0">
                    <a:pos x="T8" y="T9"/>
                  </a:cxn>
                </a:cxnLst>
                <a:rect l="0" t="0" r="r" b="b"/>
                <a:pathLst>
                  <a:path w="683" h="477">
                    <a:moveTo>
                      <a:pt x="683" y="0"/>
                    </a:moveTo>
                    <a:lnTo>
                      <a:pt x="683" y="79"/>
                    </a:lnTo>
                    <a:lnTo>
                      <a:pt x="0" y="477"/>
                    </a:lnTo>
                    <a:lnTo>
                      <a:pt x="0" y="398"/>
                    </a:lnTo>
                    <a:lnTo>
                      <a:pt x="683" y="0"/>
                    </a:lnTo>
                    <a:close/>
                  </a:path>
                </a:pathLst>
              </a:custGeom>
              <a:gradFill flip="none" rotWithShape="1">
                <a:gsLst>
                  <a:gs pos="0">
                    <a:srgbClr val="CDD2F8"/>
                  </a:gs>
                  <a:gs pos="100000">
                    <a:srgbClr val="8E9CEF"/>
                  </a:gs>
                </a:gsLst>
                <a:lin ang="108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12">
                <a:extLst>
                  <a:ext uri="{FF2B5EF4-FFF2-40B4-BE49-F238E27FC236}">
                    <a16:creationId xmlns:a16="http://schemas.microsoft.com/office/drawing/2014/main" id="{3D9A72DE-2F6F-175A-7BFD-E6E3EAF8967A}"/>
                  </a:ext>
                </a:extLst>
              </p:cNvPr>
              <p:cNvSpPr>
                <a:spLocks/>
              </p:cNvSpPr>
              <p:nvPr/>
            </p:nvSpPr>
            <p:spPr bwMode="auto">
              <a:xfrm>
                <a:off x="6923403" y="2439672"/>
                <a:ext cx="1096963" cy="757237"/>
              </a:xfrm>
              <a:custGeom>
                <a:avLst/>
                <a:gdLst>
                  <a:gd name="T0" fmla="*/ 691 w 691"/>
                  <a:gd name="T1" fmla="*/ 398 h 477"/>
                  <a:gd name="T2" fmla="*/ 691 w 691"/>
                  <a:gd name="T3" fmla="*/ 477 h 477"/>
                  <a:gd name="T4" fmla="*/ 0 w 691"/>
                  <a:gd name="T5" fmla="*/ 79 h 477"/>
                  <a:gd name="T6" fmla="*/ 2 w 691"/>
                  <a:gd name="T7" fmla="*/ 0 h 477"/>
                  <a:gd name="T8" fmla="*/ 691 w 691"/>
                  <a:gd name="T9" fmla="*/ 398 h 477"/>
                </a:gdLst>
                <a:ahLst/>
                <a:cxnLst>
                  <a:cxn ang="0">
                    <a:pos x="T0" y="T1"/>
                  </a:cxn>
                  <a:cxn ang="0">
                    <a:pos x="T2" y="T3"/>
                  </a:cxn>
                  <a:cxn ang="0">
                    <a:pos x="T4" y="T5"/>
                  </a:cxn>
                  <a:cxn ang="0">
                    <a:pos x="T6" y="T7"/>
                  </a:cxn>
                  <a:cxn ang="0">
                    <a:pos x="T8" y="T9"/>
                  </a:cxn>
                </a:cxnLst>
                <a:rect l="0" t="0" r="r" b="b"/>
                <a:pathLst>
                  <a:path w="691" h="477">
                    <a:moveTo>
                      <a:pt x="691" y="398"/>
                    </a:moveTo>
                    <a:lnTo>
                      <a:pt x="691" y="477"/>
                    </a:lnTo>
                    <a:lnTo>
                      <a:pt x="0" y="79"/>
                    </a:lnTo>
                    <a:lnTo>
                      <a:pt x="2" y="0"/>
                    </a:lnTo>
                    <a:lnTo>
                      <a:pt x="691" y="398"/>
                    </a:lnTo>
                    <a:close/>
                  </a:path>
                </a:pathLst>
              </a:custGeom>
              <a:gradFill flip="none" rotWithShape="1">
                <a:gsLst>
                  <a:gs pos="0">
                    <a:srgbClr val="CDD2F8"/>
                  </a:gs>
                  <a:gs pos="100000">
                    <a:srgbClr val="8E9CEF"/>
                  </a:gs>
                </a:gsLst>
                <a:lin ang="54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Freeform 13">
                <a:extLst>
                  <a:ext uri="{FF2B5EF4-FFF2-40B4-BE49-F238E27FC236}">
                    <a16:creationId xmlns:a16="http://schemas.microsoft.com/office/drawing/2014/main" id="{9E02E1FF-812F-E6AD-A930-A4393E7536B6}"/>
                  </a:ext>
                </a:extLst>
              </p:cNvPr>
              <p:cNvSpPr>
                <a:spLocks/>
              </p:cNvSpPr>
              <p:nvPr/>
            </p:nvSpPr>
            <p:spPr bwMode="auto">
              <a:xfrm>
                <a:off x="6926578" y="1807847"/>
                <a:ext cx="2178050" cy="1263650"/>
              </a:xfrm>
              <a:custGeom>
                <a:avLst/>
                <a:gdLst>
                  <a:gd name="T0" fmla="*/ 1372 w 1372"/>
                  <a:gd name="T1" fmla="*/ 398 h 796"/>
                  <a:gd name="T2" fmla="*/ 689 w 1372"/>
                  <a:gd name="T3" fmla="*/ 796 h 796"/>
                  <a:gd name="T4" fmla="*/ 0 w 1372"/>
                  <a:gd name="T5" fmla="*/ 398 h 796"/>
                  <a:gd name="T6" fmla="*/ 684 w 1372"/>
                  <a:gd name="T7" fmla="*/ 0 h 796"/>
                  <a:gd name="T8" fmla="*/ 1372 w 1372"/>
                  <a:gd name="T9" fmla="*/ 398 h 796"/>
                </a:gdLst>
                <a:ahLst/>
                <a:cxnLst>
                  <a:cxn ang="0">
                    <a:pos x="T0" y="T1"/>
                  </a:cxn>
                  <a:cxn ang="0">
                    <a:pos x="T2" y="T3"/>
                  </a:cxn>
                  <a:cxn ang="0">
                    <a:pos x="T4" y="T5"/>
                  </a:cxn>
                  <a:cxn ang="0">
                    <a:pos x="T6" y="T7"/>
                  </a:cxn>
                  <a:cxn ang="0">
                    <a:pos x="T8" y="T9"/>
                  </a:cxn>
                </a:cxnLst>
                <a:rect l="0" t="0" r="r" b="b"/>
                <a:pathLst>
                  <a:path w="1372" h="796">
                    <a:moveTo>
                      <a:pt x="1372" y="398"/>
                    </a:moveTo>
                    <a:lnTo>
                      <a:pt x="689" y="796"/>
                    </a:lnTo>
                    <a:lnTo>
                      <a:pt x="0" y="398"/>
                    </a:lnTo>
                    <a:lnTo>
                      <a:pt x="684" y="0"/>
                    </a:lnTo>
                    <a:lnTo>
                      <a:pt x="1372" y="398"/>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06" name="组合 105">
            <a:extLst>
              <a:ext uri="{FF2B5EF4-FFF2-40B4-BE49-F238E27FC236}">
                <a16:creationId xmlns:a16="http://schemas.microsoft.com/office/drawing/2014/main" id="{2BE3F951-3004-6528-BF7F-CFB6CC5F0865}"/>
              </a:ext>
            </a:extLst>
          </p:cNvPr>
          <p:cNvGrpSpPr/>
          <p:nvPr/>
        </p:nvGrpSpPr>
        <p:grpSpPr>
          <a:xfrm>
            <a:off x="7239730" y="4807870"/>
            <a:ext cx="2053389" cy="1451662"/>
            <a:chOff x="4778117" y="1406293"/>
            <a:chExt cx="815793" cy="576732"/>
          </a:xfrm>
        </p:grpSpPr>
        <p:sp>
          <p:nvSpPr>
            <p:cNvPr id="107" name="菱形 106">
              <a:extLst>
                <a:ext uri="{FF2B5EF4-FFF2-40B4-BE49-F238E27FC236}">
                  <a16:creationId xmlns:a16="http://schemas.microsoft.com/office/drawing/2014/main" id="{751A177E-A25C-73DB-C8FD-34919C7DA5F3}"/>
                </a:ext>
              </a:extLst>
            </p:cNvPr>
            <p:cNvSpPr/>
            <p:nvPr/>
          </p:nvSpPr>
          <p:spPr>
            <a:xfrm>
              <a:off x="4778117" y="1530463"/>
              <a:ext cx="815793" cy="452562"/>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sz="2000">
                <a:solidFill>
                  <a:schemeClr val="tx1"/>
                </a:solidFill>
                <a:latin typeface="HarmonyOS Sans SC Medium" panose="00000600000000000000" pitchFamily="2" charset="-122"/>
                <a:ea typeface="HarmonyOS Sans SC Medium" panose="00000600000000000000" pitchFamily="2" charset="-122"/>
              </a:endParaRPr>
            </a:p>
          </p:txBody>
        </p:sp>
        <p:grpSp>
          <p:nvGrpSpPr>
            <p:cNvPr id="108" name="组合 107">
              <a:extLst>
                <a:ext uri="{FF2B5EF4-FFF2-40B4-BE49-F238E27FC236}">
                  <a16:creationId xmlns:a16="http://schemas.microsoft.com/office/drawing/2014/main" id="{17F68E25-0962-6381-4044-57ED199F8C66}"/>
                </a:ext>
              </a:extLst>
            </p:cNvPr>
            <p:cNvGrpSpPr/>
            <p:nvPr/>
          </p:nvGrpSpPr>
          <p:grpSpPr>
            <a:xfrm>
              <a:off x="4876554" y="1406293"/>
              <a:ext cx="620945" cy="489741"/>
              <a:chOff x="2883576" y="2534043"/>
              <a:chExt cx="620945" cy="489741"/>
            </a:xfrm>
          </p:grpSpPr>
          <p:grpSp>
            <p:nvGrpSpPr>
              <p:cNvPr id="109" name="组合 108">
                <a:extLst>
                  <a:ext uri="{FF2B5EF4-FFF2-40B4-BE49-F238E27FC236}">
                    <a16:creationId xmlns:a16="http://schemas.microsoft.com/office/drawing/2014/main" id="{B63EED39-F752-4511-AF1B-F7E0E98506C1}"/>
                  </a:ext>
                </a:extLst>
              </p:cNvPr>
              <p:cNvGrpSpPr/>
              <p:nvPr/>
            </p:nvGrpSpPr>
            <p:grpSpPr>
              <a:xfrm>
                <a:off x="2883576" y="2621661"/>
                <a:ext cx="620945" cy="402123"/>
                <a:chOff x="6512018" y="615964"/>
                <a:chExt cx="1370013" cy="930275"/>
              </a:xfrm>
            </p:grpSpPr>
            <p:sp>
              <p:nvSpPr>
                <p:cNvPr id="137" name="Freeform 14">
                  <a:extLst>
                    <a:ext uri="{FF2B5EF4-FFF2-40B4-BE49-F238E27FC236}">
                      <a16:creationId xmlns:a16="http://schemas.microsoft.com/office/drawing/2014/main" id="{7A24BE1D-59D0-CF01-67AA-A57299810269}"/>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138" name="Freeform 15">
                  <a:extLst>
                    <a:ext uri="{FF2B5EF4-FFF2-40B4-BE49-F238E27FC236}">
                      <a16:creationId xmlns:a16="http://schemas.microsoft.com/office/drawing/2014/main" id="{C32D76E8-FF6F-5D3D-F1B5-FDA1B4201653}"/>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139" name="Freeform 16">
                  <a:extLst>
                    <a:ext uri="{FF2B5EF4-FFF2-40B4-BE49-F238E27FC236}">
                      <a16:creationId xmlns:a16="http://schemas.microsoft.com/office/drawing/2014/main" id="{7EEC7D32-6115-18CC-8186-7C6917B4A98B}"/>
                    </a:ext>
                  </a:extLst>
                </p:cNvPr>
                <p:cNvSpPr>
                  <a:spLocks/>
                </p:cNvSpPr>
                <p:nvPr/>
              </p:nvSpPr>
              <p:spPr bwMode="auto">
                <a:xfrm>
                  <a:off x="6512018" y="615964"/>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nvGrpSpPr>
              <p:cNvPr id="110" name="组合 109">
                <a:extLst>
                  <a:ext uri="{FF2B5EF4-FFF2-40B4-BE49-F238E27FC236}">
                    <a16:creationId xmlns:a16="http://schemas.microsoft.com/office/drawing/2014/main" id="{130E6922-5E18-F91E-2F4B-7B3F9AAD65BC}"/>
                  </a:ext>
                </a:extLst>
              </p:cNvPr>
              <p:cNvGrpSpPr/>
              <p:nvPr/>
            </p:nvGrpSpPr>
            <p:grpSpPr>
              <a:xfrm>
                <a:off x="2883576" y="2534043"/>
                <a:ext cx="620945" cy="396317"/>
                <a:chOff x="6512018" y="629396"/>
                <a:chExt cx="1370013" cy="916843"/>
              </a:xfrm>
            </p:grpSpPr>
            <p:sp>
              <p:nvSpPr>
                <p:cNvPr id="134" name="Freeform 14">
                  <a:extLst>
                    <a:ext uri="{FF2B5EF4-FFF2-40B4-BE49-F238E27FC236}">
                      <a16:creationId xmlns:a16="http://schemas.microsoft.com/office/drawing/2014/main" id="{59CE06EC-ACD9-DAC8-8EA9-ACF96B8B76BD}"/>
                    </a:ext>
                  </a:extLst>
                </p:cNvPr>
                <p:cNvSpPr>
                  <a:spLocks/>
                </p:cNvSpPr>
                <p:nvPr/>
              </p:nvSpPr>
              <p:spPr bwMode="auto">
                <a:xfrm>
                  <a:off x="7199405" y="1019189"/>
                  <a:ext cx="682625" cy="527050"/>
                </a:xfrm>
                <a:custGeom>
                  <a:avLst/>
                  <a:gdLst>
                    <a:gd name="T0" fmla="*/ 430 w 430"/>
                    <a:gd name="T1" fmla="*/ 0 h 332"/>
                    <a:gd name="T2" fmla="*/ 430 w 430"/>
                    <a:gd name="T3" fmla="*/ 77 h 332"/>
                    <a:gd name="T4" fmla="*/ 0 w 430"/>
                    <a:gd name="T5" fmla="*/ 332 h 332"/>
                    <a:gd name="T6" fmla="*/ 0 w 430"/>
                    <a:gd name="T7" fmla="*/ 253 h 332"/>
                    <a:gd name="T8" fmla="*/ 430 w 430"/>
                    <a:gd name="T9" fmla="*/ 0 h 332"/>
                  </a:gdLst>
                  <a:ahLst/>
                  <a:cxnLst>
                    <a:cxn ang="0">
                      <a:pos x="T0" y="T1"/>
                    </a:cxn>
                    <a:cxn ang="0">
                      <a:pos x="T2" y="T3"/>
                    </a:cxn>
                    <a:cxn ang="0">
                      <a:pos x="T4" y="T5"/>
                    </a:cxn>
                    <a:cxn ang="0">
                      <a:pos x="T6" y="T7"/>
                    </a:cxn>
                    <a:cxn ang="0">
                      <a:pos x="T8" y="T9"/>
                    </a:cxn>
                  </a:cxnLst>
                  <a:rect l="0" t="0" r="r" b="b"/>
                  <a:pathLst>
                    <a:path w="430" h="332">
                      <a:moveTo>
                        <a:pt x="430" y="0"/>
                      </a:moveTo>
                      <a:lnTo>
                        <a:pt x="430" y="77"/>
                      </a:lnTo>
                      <a:lnTo>
                        <a:pt x="0" y="332"/>
                      </a:lnTo>
                      <a:lnTo>
                        <a:pt x="0" y="253"/>
                      </a:lnTo>
                      <a:lnTo>
                        <a:pt x="430" y="0"/>
                      </a:lnTo>
                      <a:close/>
                    </a:path>
                  </a:pathLst>
                </a:custGeom>
                <a:gradFill flip="none" rotWithShape="1">
                  <a:gsLst>
                    <a:gs pos="0">
                      <a:srgbClr val="E7EBFF"/>
                    </a:gs>
                    <a:gs pos="100000">
                      <a:srgbClr val="8E9CEF"/>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135" name="Freeform 15">
                  <a:extLst>
                    <a:ext uri="{FF2B5EF4-FFF2-40B4-BE49-F238E27FC236}">
                      <a16:creationId xmlns:a16="http://schemas.microsoft.com/office/drawing/2014/main" id="{E18EAF63-171E-67E3-86C9-73F6E1129CB4}"/>
                    </a:ext>
                  </a:extLst>
                </p:cNvPr>
                <p:cNvSpPr>
                  <a:spLocks/>
                </p:cNvSpPr>
                <p:nvPr/>
              </p:nvSpPr>
              <p:spPr bwMode="auto">
                <a:xfrm>
                  <a:off x="6512018" y="1019189"/>
                  <a:ext cx="687388" cy="527050"/>
                </a:xfrm>
                <a:custGeom>
                  <a:avLst/>
                  <a:gdLst>
                    <a:gd name="T0" fmla="*/ 433 w 433"/>
                    <a:gd name="T1" fmla="*/ 253 h 332"/>
                    <a:gd name="T2" fmla="*/ 433 w 433"/>
                    <a:gd name="T3" fmla="*/ 332 h 332"/>
                    <a:gd name="T4" fmla="*/ 0 w 433"/>
                    <a:gd name="T5" fmla="*/ 77 h 332"/>
                    <a:gd name="T6" fmla="*/ 0 w 433"/>
                    <a:gd name="T7" fmla="*/ 0 h 332"/>
                    <a:gd name="T8" fmla="*/ 433 w 433"/>
                    <a:gd name="T9" fmla="*/ 253 h 332"/>
                  </a:gdLst>
                  <a:ahLst/>
                  <a:cxnLst>
                    <a:cxn ang="0">
                      <a:pos x="T0" y="T1"/>
                    </a:cxn>
                    <a:cxn ang="0">
                      <a:pos x="T2" y="T3"/>
                    </a:cxn>
                    <a:cxn ang="0">
                      <a:pos x="T4" y="T5"/>
                    </a:cxn>
                    <a:cxn ang="0">
                      <a:pos x="T6" y="T7"/>
                    </a:cxn>
                    <a:cxn ang="0">
                      <a:pos x="T8" y="T9"/>
                    </a:cxn>
                  </a:cxnLst>
                  <a:rect l="0" t="0" r="r" b="b"/>
                  <a:pathLst>
                    <a:path w="433" h="332">
                      <a:moveTo>
                        <a:pt x="433" y="253"/>
                      </a:moveTo>
                      <a:lnTo>
                        <a:pt x="433" y="332"/>
                      </a:lnTo>
                      <a:lnTo>
                        <a:pt x="0" y="77"/>
                      </a:lnTo>
                      <a:lnTo>
                        <a:pt x="0" y="0"/>
                      </a:lnTo>
                      <a:lnTo>
                        <a:pt x="433" y="253"/>
                      </a:lnTo>
                      <a:close/>
                    </a:path>
                  </a:pathLst>
                </a:custGeom>
                <a:gradFill flip="none" rotWithShape="1">
                  <a:gsLst>
                    <a:gs pos="0">
                      <a:srgbClr val="E7EBFF"/>
                    </a:gs>
                    <a:gs pos="100000">
                      <a:srgbClr val="B1BBFE"/>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sp>
              <p:nvSpPr>
                <p:cNvPr id="136" name="Freeform 16">
                  <a:extLst>
                    <a:ext uri="{FF2B5EF4-FFF2-40B4-BE49-F238E27FC236}">
                      <a16:creationId xmlns:a16="http://schemas.microsoft.com/office/drawing/2014/main" id="{E4BE16DE-59B9-D0CA-7C15-2D789000633E}"/>
                    </a:ext>
                  </a:extLst>
                </p:cNvPr>
                <p:cNvSpPr>
                  <a:spLocks/>
                </p:cNvSpPr>
                <p:nvPr/>
              </p:nvSpPr>
              <p:spPr bwMode="auto">
                <a:xfrm>
                  <a:off x="6512018" y="629396"/>
                  <a:ext cx="1370013" cy="804863"/>
                </a:xfrm>
                <a:custGeom>
                  <a:avLst/>
                  <a:gdLst>
                    <a:gd name="T0" fmla="*/ 863 w 863"/>
                    <a:gd name="T1" fmla="*/ 254 h 507"/>
                    <a:gd name="T2" fmla="*/ 433 w 863"/>
                    <a:gd name="T3" fmla="*/ 507 h 507"/>
                    <a:gd name="T4" fmla="*/ 0 w 863"/>
                    <a:gd name="T5" fmla="*/ 254 h 507"/>
                    <a:gd name="T6" fmla="*/ 431 w 863"/>
                    <a:gd name="T7" fmla="*/ 0 h 507"/>
                    <a:gd name="T8" fmla="*/ 863 w 863"/>
                    <a:gd name="T9" fmla="*/ 254 h 507"/>
                  </a:gdLst>
                  <a:ahLst/>
                  <a:cxnLst>
                    <a:cxn ang="0">
                      <a:pos x="T0" y="T1"/>
                    </a:cxn>
                    <a:cxn ang="0">
                      <a:pos x="T2" y="T3"/>
                    </a:cxn>
                    <a:cxn ang="0">
                      <a:pos x="T4" y="T5"/>
                    </a:cxn>
                    <a:cxn ang="0">
                      <a:pos x="T6" y="T7"/>
                    </a:cxn>
                    <a:cxn ang="0">
                      <a:pos x="T8" y="T9"/>
                    </a:cxn>
                  </a:cxnLst>
                  <a:rect l="0" t="0" r="r" b="b"/>
                  <a:pathLst>
                    <a:path w="863" h="507">
                      <a:moveTo>
                        <a:pt x="863" y="254"/>
                      </a:moveTo>
                      <a:lnTo>
                        <a:pt x="433" y="507"/>
                      </a:lnTo>
                      <a:lnTo>
                        <a:pt x="0" y="254"/>
                      </a:lnTo>
                      <a:lnTo>
                        <a:pt x="431" y="0"/>
                      </a:lnTo>
                      <a:lnTo>
                        <a:pt x="863" y="254"/>
                      </a:lnTo>
                      <a:close/>
                    </a:path>
                  </a:pathLst>
                </a:custGeom>
                <a:gradFill flip="none" rotWithShape="1">
                  <a:gsLst>
                    <a:gs pos="0">
                      <a:srgbClr val="FAFBFF"/>
                    </a:gs>
                    <a:gs pos="100000">
                      <a:srgbClr val="DADFFE"/>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sz="2000">
                    <a:latin typeface="HarmonyOS Sans SC Medium" panose="00000600000000000000" pitchFamily="2" charset="-122"/>
                    <a:ea typeface="HarmonyOS Sans SC Medium" panose="00000600000000000000" pitchFamily="2" charset="-122"/>
                  </a:endParaRPr>
                </a:p>
              </p:txBody>
            </p:sp>
          </p:grpSp>
        </p:grpSp>
      </p:grpSp>
      <p:sp>
        <p:nvSpPr>
          <p:cNvPr id="192" name="文本框 191">
            <a:extLst>
              <a:ext uri="{FF2B5EF4-FFF2-40B4-BE49-F238E27FC236}">
                <a16:creationId xmlns:a16="http://schemas.microsoft.com/office/drawing/2014/main" id="{79218124-7166-7244-3D67-0C3605B75C33}"/>
              </a:ext>
            </a:extLst>
          </p:cNvPr>
          <p:cNvSpPr txBox="1"/>
          <p:nvPr/>
        </p:nvSpPr>
        <p:spPr>
          <a:xfrm>
            <a:off x="2976414" y="4231887"/>
            <a:ext cx="2739853" cy="400110"/>
          </a:xfrm>
          <a:prstGeom prst="rect">
            <a:avLst/>
          </a:prstGeom>
          <a:noFill/>
          <a:scene3d>
            <a:camera prst="isometricBottomDown"/>
            <a:lightRig rig="threePt" dir="t"/>
          </a:scene3d>
        </p:spPr>
        <p:txBody>
          <a:bodyPr wrap="none" rtlCol="0">
            <a:spAutoFit/>
          </a:bodyPr>
          <a:lstStyle/>
          <a:p>
            <a:r>
              <a:rPr lang="en-US" altLang="zh-CN" sz="2000" b="1" dirty="0">
                <a:ea typeface="HarmonyOS Sans SC Black" panose="00000A00000000000000" pitchFamily="2" charset="-122"/>
              </a:rPr>
              <a:t>Sentence Transformer</a:t>
            </a:r>
            <a:endParaRPr lang="zh-CN" altLang="en-US" sz="2000" b="1" dirty="0">
              <a:ea typeface="HarmonyOS Sans SC Black" panose="00000A00000000000000" pitchFamily="2" charset="-122"/>
            </a:endParaRPr>
          </a:p>
        </p:txBody>
      </p:sp>
      <p:sp>
        <p:nvSpPr>
          <p:cNvPr id="193" name="文本框 192">
            <a:extLst>
              <a:ext uri="{FF2B5EF4-FFF2-40B4-BE49-F238E27FC236}">
                <a16:creationId xmlns:a16="http://schemas.microsoft.com/office/drawing/2014/main" id="{BABEA0D3-FBE5-EA7E-4A4C-10D71F62A1EE}"/>
              </a:ext>
            </a:extLst>
          </p:cNvPr>
          <p:cNvSpPr txBox="1"/>
          <p:nvPr/>
        </p:nvSpPr>
        <p:spPr>
          <a:xfrm>
            <a:off x="6834400" y="5927355"/>
            <a:ext cx="1208985" cy="400110"/>
          </a:xfrm>
          <a:prstGeom prst="rect">
            <a:avLst/>
          </a:prstGeom>
          <a:noFill/>
          <a:scene3d>
            <a:camera prst="isometricBottomDown"/>
            <a:lightRig rig="threePt" dir="t"/>
          </a:scene3d>
        </p:spPr>
        <p:txBody>
          <a:bodyPr wrap="none" rtlCol="0">
            <a:spAutoFit/>
          </a:bodyPr>
          <a:lstStyle/>
          <a:p>
            <a:r>
              <a:rPr lang="en-US" altLang="zh-CN" sz="2000" b="1" dirty="0">
                <a:ea typeface="HarmonyOS Sans SC Black" panose="00000A00000000000000" pitchFamily="2" charset="-122"/>
              </a:rPr>
              <a:t>RAG</a:t>
            </a:r>
            <a:r>
              <a:rPr lang="zh-CN" altLang="en-US" sz="2000" b="1" dirty="0">
                <a:ea typeface="HarmonyOS Sans SC Black" panose="00000A00000000000000" pitchFamily="2" charset="-122"/>
              </a:rPr>
              <a:t>管道</a:t>
            </a:r>
          </a:p>
        </p:txBody>
      </p:sp>
      <p:sp>
        <p:nvSpPr>
          <p:cNvPr id="194" name="图形 69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2C5585F-44B1-399D-E569-40F1FECD6592}"/>
              </a:ext>
            </a:extLst>
          </p:cNvPr>
          <p:cNvSpPr/>
          <p:nvPr/>
        </p:nvSpPr>
        <p:spPr>
          <a:xfrm>
            <a:off x="5787789" y="2779687"/>
            <a:ext cx="360412" cy="360412"/>
          </a:xfrm>
          <a:custGeom>
            <a:avLst/>
            <a:gdLst>
              <a:gd name="connsiteX0" fmla="*/ 171450 w 190500"/>
              <a:gd name="connsiteY0" fmla="*/ 0 h 190500"/>
              <a:gd name="connsiteX1" fmla="*/ 19050 w 190500"/>
              <a:gd name="connsiteY1" fmla="*/ 0 h 190500"/>
              <a:gd name="connsiteX2" fmla="*/ 95 w 190500"/>
              <a:gd name="connsiteY2" fmla="*/ 19050 h 190500"/>
              <a:gd name="connsiteX3" fmla="*/ 0 w 190500"/>
              <a:gd name="connsiteY3" fmla="*/ 190500 h 190500"/>
              <a:gd name="connsiteX4" fmla="*/ 38100 w 190500"/>
              <a:gd name="connsiteY4" fmla="*/ 152400 h 190500"/>
              <a:gd name="connsiteX5" fmla="*/ 171450 w 190500"/>
              <a:gd name="connsiteY5" fmla="*/ 152400 h 190500"/>
              <a:gd name="connsiteX6" fmla="*/ 190500 w 190500"/>
              <a:gd name="connsiteY6" fmla="*/ 133350 h 190500"/>
              <a:gd name="connsiteX7" fmla="*/ 190500 w 190500"/>
              <a:gd name="connsiteY7" fmla="*/ 19050 h 190500"/>
              <a:gd name="connsiteX8" fmla="*/ 171450 w 190500"/>
              <a:gd name="connsiteY8" fmla="*/ 0 h 190500"/>
              <a:gd name="connsiteX9" fmla="*/ 152400 w 190500"/>
              <a:gd name="connsiteY9" fmla="*/ 114300 h 190500"/>
              <a:gd name="connsiteX10" fmla="*/ 38100 w 190500"/>
              <a:gd name="connsiteY10" fmla="*/ 114300 h 190500"/>
              <a:gd name="connsiteX11" fmla="*/ 38100 w 190500"/>
              <a:gd name="connsiteY11" fmla="*/ 95250 h 190500"/>
              <a:gd name="connsiteX12" fmla="*/ 152400 w 190500"/>
              <a:gd name="connsiteY12" fmla="*/ 95250 h 190500"/>
              <a:gd name="connsiteX13" fmla="*/ 152400 w 190500"/>
              <a:gd name="connsiteY13" fmla="*/ 114300 h 190500"/>
              <a:gd name="connsiteX14" fmla="*/ 152400 w 190500"/>
              <a:gd name="connsiteY14" fmla="*/ 85725 h 190500"/>
              <a:gd name="connsiteX15" fmla="*/ 38100 w 190500"/>
              <a:gd name="connsiteY15" fmla="*/ 85725 h 190500"/>
              <a:gd name="connsiteX16" fmla="*/ 38100 w 190500"/>
              <a:gd name="connsiteY16" fmla="*/ 66675 h 190500"/>
              <a:gd name="connsiteX17" fmla="*/ 152400 w 190500"/>
              <a:gd name="connsiteY17" fmla="*/ 66675 h 190500"/>
              <a:gd name="connsiteX18" fmla="*/ 152400 w 190500"/>
              <a:gd name="connsiteY18" fmla="*/ 85725 h 190500"/>
              <a:gd name="connsiteX19" fmla="*/ 152400 w 190500"/>
              <a:gd name="connsiteY19" fmla="*/ 57150 h 190500"/>
              <a:gd name="connsiteX20" fmla="*/ 38100 w 190500"/>
              <a:gd name="connsiteY20" fmla="*/ 57150 h 190500"/>
              <a:gd name="connsiteX21" fmla="*/ 38100 w 190500"/>
              <a:gd name="connsiteY21" fmla="*/ 38100 h 190500"/>
              <a:gd name="connsiteX22" fmla="*/ 152400 w 190500"/>
              <a:gd name="connsiteY22" fmla="*/ 38100 h 190500"/>
              <a:gd name="connsiteX23" fmla="*/ 152400 w 190500"/>
              <a:gd name="connsiteY23" fmla="*/ 571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500" h="190500">
                <a:moveTo>
                  <a:pt x="171450" y="0"/>
                </a:moveTo>
                <a:lnTo>
                  <a:pt x="19050" y="0"/>
                </a:lnTo>
                <a:cubicBezTo>
                  <a:pt x="8573" y="0"/>
                  <a:pt x="95" y="8573"/>
                  <a:pt x="95" y="19050"/>
                </a:cubicBezTo>
                <a:lnTo>
                  <a:pt x="0" y="190500"/>
                </a:lnTo>
                <a:lnTo>
                  <a:pt x="38100" y="152400"/>
                </a:lnTo>
                <a:lnTo>
                  <a:pt x="171450" y="152400"/>
                </a:lnTo>
                <a:cubicBezTo>
                  <a:pt x="181928" y="152400"/>
                  <a:pt x="190500" y="143828"/>
                  <a:pt x="190500" y="133350"/>
                </a:cubicBezTo>
                <a:lnTo>
                  <a:pt x="190500" y="19050"/>
                </a:lnTo>
                <a:cubicBezTo>
                  <a:pt x="190500" y="8573"/>
                  <a:pt x="181928" y="0"/>
                  <a:pt x="171450" y="0"/>
                </a:cubicBezTo>
                <a:close/>
                <a:moveTo>
                  <a:pt x="152400" y="114300"/>
                </a:moveTo>
                <a:lnTo>
                  <a:pt x="38100" y="114300"/>
                </a:lnTo>
                <a:lnTo>
                  <a:pt x="38100" y="95250"/>
                </a:lnTo>
                <a:lnTo>
                  <a:pt x="152400" y="95250"/>
                </a:lnTo>
                <a:lnTo>
                  <a:pt x="152400" y="114300"/>
                </a:lnTo>
                <a:close/>
                <a:moveTo>
                  <a:pt x="152400" y="85725"/>
                </a:moveTo>
                <a:lnTo>
                  <a:pt x="38100" y="85725"/>
                </a:lnTo>
                <a:lnTo>
                  <a:pt x="38100" y="66675"/>
                </a:lnTo>
                <a:lnTo>
                  <a:pt x="152400" y="66675"/>
                </a:lnTo>
                <a:lnTo>
                  <a:pt x="152400" y="85725"/>
                </a:lnTo>
                <a:close/>
                <a:moveTo>
                  <a:pt x="152400" y="57150"/>
                </a:moveTo>
                <a:lnTo>
                  <a:pt x="38100" y="57150"/>
                </a:lnTo>
                <a:lnTo>
                  <a:pt x="38100" y="38100"/>
                </a:lnTo>
                <a:lnTo>
                  <a:pt x="152400" y="38100"/>
                </a:lnTo>
                <a:lnTo>
                  <a:pt x="152400" y="57150"/>
                </a:lnTo>
                <a:close/>
              </a:path>
            </a:pathLst>
          </a:custGeom>
          <a:solidFill>
            <a:srgbClr val="3749CC"/>
          </a:solidFill>
          <a:ln w="9525" cap="flat">
            <a:noFill/>
            <a:prstDash val="solid"/>
            <a:miter/>
          </a:ln>
          <a:scene3d>
            <a:camera prst="isometricLeftDown"/>
            <a:lightRig rig="threePt" dir="t"/>
          </a:scene3d>
          <a:sp3d extrusionH="38100" prstMaterial="flat">
            <a:extrusionClr>
              <a:srgbClr val="E7EBFF"/>
            </a:extrusionClr>
          </a:sp3d>
        </p:spPr>
        <p:txBody>
          <a:bodyPr rtlCol="0" anchor="ctr"/>
          <a:lstStyle/>
          <a:p>
            <a:endParaRPr lang="zh-CN" altLang="en-US"/>
          </a:p>
        </p:txBody>
      </p:sp>
      <p:sp>
        <p:nvSpPr>
          <p:cNvPr id="195" name="图形 798"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96DBC74C-0F81-F527-D66A-A383C49F706C}"/>
              </a:ext>
            </a:extLst>
          </p:cNvPr>
          <p:cNvSpPr/>
          <p:nvPr/>
        </p:nvSpPr>
        <p:spPr>
          <a:xfrm>
            <a:off x="9403949" y="4143845"/>
            <a:ext cx="432494" cy="324371"/>
          </a:xfrm>
          <a:custGeom>
            <a:avLst/>
            <a:gdLst>
              <a:gd name="connsiteX0" fmla="*/ 209550 w 228600"/>
              <a:gd name="connsiteY0" fmla="*/ 0 h 171450"/>
              <a:gd name="connsiteX1" fmla="*/ 66675 w 228600"/>
              <a:gd name="connsiteY1" fmla="*/ 0 h 171450"/>
              <a:gd name="connsiteX2" fmla="*/ 51530 w 228600"/>
              <a:gd name="connsiteY2" fmla="*/ 8382 h 171450"/>
              <a:gd name="connsiteX3" fmla="*/ 0 w 228600"/>
              <a:gd name="connsiteY3" fmla="*/ 85725 h 171450"/>
              <a:gd name="connsiteX4" fmla="*/ 51530 w 228600"/>
              <a:gd name="connsiteY4" fmla="*/ 162973 h 171450"/>
              <a:gd name="connsiteX5" fmla="*/ 66675 w 228600"/>
              <a:gd name="connsiteY5" fmla="*/ 171450 h 171450"/>
              <a:gd name="connsiteX6" fmla="*/ 209550 w 228600"/>
              <a:gd name="connsiteY6" fmla="*/ 171450 h 171450"/>
              <a:gd name="connsiteX7" fmla="*/ 228600 w 228600"/>
              <a:gd name="connsiteY7" fmla="*/ 152400 h 171450"/>
              <a:gd name="connsiteX8" fmla="*/ 228600 w 228600"/>
              <a:gd name="connsiteY8" fmla="*/ 19050 h 171450"/>
              <a:gd name="connsiteX9" fmla="*/ 209550 w 228600"/>
              <a:gd name="connsiteY9" fmla="*/ 0 h 171450"/>
              <a:gd name="connsiteX10" fmla="*/ 180975 w 228600"/>
              <a:gd name="connsiteY10" fmla="*/ 119920 h 171450"/>
              <a:gd name="connsiteX11" fmla="*/ 167545 w 228600"/>
              <a:gd name="connsiteY11" fmla="*/ 133350 h 171450"/>
              <a:gd name="connsiteX12" fmla="*/ 133350 w 228600"/>
              <a:gd name="connsiteY12" fmla="*/ 99155 h 171450"/>
              <a:gd name="connsiteX13" fmla="*/ 99155 w 228600"/>
              <a:gd name="connsiteY13" fmla="*/ 133350 h 171450"/>
              <a:gd name="connsiteX14" fmla="*/ 85725 w 228600"/>
              <a:gd name="connsiteY14" fmla="*/ 119920 h 171450"/>
              <a:gd name="connsiteX15" fmla="*/ 119920 w 228600"/>
              <a:gd name="connsiteY15" fmla="*/ 85725 h 171450"/>
              <a:gd name="connsiteX16" fmla="*/ 85725 w 228600"/>
              <a:gd name="connsiteY16" fmla="*/ 51530 h 171450"/>
              <a:gd name="connsiteX17" fmla="*/ 99155 w 228600"/>
              <a:gd name="connsiteY17" fmla="*/ 38100 h 171450"/>
              <a:gd name="connsiteX18" fmla="*/ 133350 w 228600"/>
              <a:gd name="connsiteY18" fmla="*/ 72295 h 171450"/>
              <a:gd name="connsiteX19" fmla="*/ 167545 w 228600"/>
              <a:gd name="connsiteY19" fmla="*/ 38100 h 171450"/>
              <a:gd name="connsiteX20" fmla="*/ 180975 w 228600"/>
              <a:gd name="connsiteY20" fmla="*/ 51530 h 171450"/>
              <a:gd name="connsiteX21" fmla="*/ 146780 w 228600"/>
              <a:gd name="connsiteY21" fmla="*/ 85725 h 171450"/>
              <a:gd name="connsiteX22" fmla="*/ 180975 w 228600"/>
              <a:gd name="connsiteY22" fmla="*/ 11992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28600" h="171450">
                <a:moveTo>
                  <a:pt x="209550" y="0"/>
                </a:moveTo>
                <a:lnTo>
                  <a:pt x="66675" y="0"/>
                </a:lnTo>
                <a:cubicBezTo>
                  <a:pt x="60103" y="0"/>
                  <a:pt x="54959" y="3334"/>
                  <a:pt x="51530" y="8382"/>
                </a:cubicBezTo>
                <a:lnTo>
                  <a:pt x="0" y="85725"/>
                </a:lnTo>
                <a:lnTo>
                  <a:pt x="51530" y="162973"/>
                </a:lnTo>
                <a:cubicBezTo>
                  <a:pt x="54959" y="168021"/>
                  <a:pt x="60103" y="171450"/>
                  <a:pt x="66675" y="171450"/>
                </a:cubicBezTo>
                <a:lnTo>
                  <a:pt x="209550" y="171450"/>
                </a:lnTo>
                <a:cubicBezTo>
                  <a:pt x="220028" y="171450"/>
                  <a:pt x="228600" y="162878"/>
                  <a:pt x="228600" y="152400"/>
                </a:cubicBezTo>
                <a:lnTo>
                  <a:pt x="228600" y="19050"/>
                </a:lnTo>
                <a:cubicBezTo>
                  <a:pt x="228600" y="8573"/>
                  <a:pt x="220028" y="0"/>
                  <a:pt x="209550" y="0"/>
                </a:cubicBezTo>
                <a:close/>
                <a:moveTo>
                  <a:pt x="180975" y="119920"/>
                </a:moveTo>
                <a:lnTo>
                  <a:pt x="167545" y="133350"/>
                </a:lnTo>
                <a:lnTo>
                  <a:pt x="133350" y="99155"/>
                </a:lnTo>
                <a:lnTo>
                  <a:pt x="99155" y="133350"/>
                </a:lnTo>
                <a:lnTo>
                  <a:pt x="85725" y="119920"/>
                </a:lnTo>
                <a:lnTo>
                  <a:pt x="119920" y="85725"/>
                </a:lnTo>
                <a:lnTo>
                  <a:pt x="85725" y="51530"/>
                </a:lnTo>
                <a:lnTo>
                  <a:pt x="99155" y="38100"/>
                </a:lnTo>
                <a:lnTo>
                  <a:pt x="133350" y="72295"/>
                </a:lnTo>
                <a:lnTo>
                  <a:pt x="167545" y="38100"/>
                </a:lnTo>
                <a:lnTo>
                  <a:pt x="180975" y="51530"/>
                </a:lnTo>
                <a:lnTo>
                  <a:pt x="146780" y="85725"/>
                </a:lnTo>
                <a:lnTo>
                  <a:pt x="180975" y="119920"/>
                </a:lnTo>
                <a:close/>
              </a:path>
            </a:pathLst>
          </a:custGeom>
          <a:solidFill>
            <a:srgbClr val="3749CC"/>
          </a:solidFill>
          <a:ln w="9525" cap="flat">
            <a:noFill/>
            <a:prstDash val="solid"/>
            <a:miter/>
          </a:ln>
          <a:scene3d>
            <a:camera prst="isometricLeftDown"/>
            <a:lightRig rig="threePt" dir="t"/>
          </a:scene3d>
          <a:sp3d extrusionH="38100" prstMaterial="flat">
            <a:extrusionClr>
              <a:srgbClr val="E7EBFF"/>
            </a:extrusionClr>
          </a:sp3d>
        </p:spPr>
        <p:txBody>
          <a:bodyPr rtlCol="0" anchor="ctr"/>
          <a:lstStyle/>
          <a:p>
            <a:endParaRPr lang="zh-CN" altLang="en-US" dirty="0"/>
          </a:p>
        </p:txBody>
      </p:sp>
      <p:sp>
        <p:nvSpPr>
          <p:cNvPr id="196" name="图形 734"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FE501DB3-7FBE-BCA4-64AD-9143CE672DFB}"/>
              </a:ext>
            </a:extLst>
          </p:cNvPr>
          <p:cNvSpPr/>
          <p:nvPr/>
        </p:nvSpPr>
        <p:spPr>
          <a:xfrm>
            <a:off x="6801980" y="2150937"/>
            <a:ext cx="360412" cy="360412"/>
          </a:xfrm>
          <a:custGeom>
            <a:avLst/>
            <a:gdLst>
              <a:gd name="connsiteX0" fmla="*/ 171450 w 190500"/>
              <a:gd name="connsiteY0" fmla="*/ 0 h 190500"/>
              <a:gd name="connsiteX1" fmla="*/ 95250 w 190500"/>
              <a:gd name="connsiteY1" fmla="*/ 0 h 190500"/>
              <a:gd name="connsiteX2" fmla="*/ 0 w 190500"/>
              <a:gd name="connsiteY2" fmla="*/ 97917 h 190500"/>
              <a:gd name="connsiteX3" fmla="*/ 92583 w 190500"/>
              <a:gd name="connsiteY3" fmla="*/ 190500 h 190500"/>
              <a:gd name="connsiteX4" fmla="*/ 190500 w 190500"/>
              <a:gd name="connsiteY4" fmla="*/ 95250 h 190500"/>
              <a:gd name="connsiteX5" fmla="*/ 190500 w 190500"/>
              <a:gd name="connsiteY5" fmla="*/ 19050 h 190500"/>
              <a:gd name="connsiteX6" fmla="*/ 171450 w 190500"/>
              <a:gd name="connsiteY6" fmla="*/ 0 h 190500"/>
              <a:gd name="connsiteX7" fmla="*/ 142875 w 190500"/>
              <a:gd name="connsiteY7" fmla="*/ 123825 h 190500"/>
              <a:gd name="connsiteX8" fmla="*/ 114300 w 190500"/>
              <a:gd name="connsiteY8" fmla="*/ 104775 h 190500"/>
              <a:gd name="connsiteX9" fmla="*/ 114300 w 190500"/>
              <a:gd name="connsiteY9" fmla="*/ 123825 h 190500"/>
              <a:gd name="connsiteX10" fmla="*/ 47625 w 190500"/>
              <a:gd name="connsiteY10" fmla="*/ 123825 h 190500"/>
              <a:gd name="connsiteX11" fmla="*/ 47625 w 190500"/>
              <a:gd name="connsiteY11" fmla="*/ 66675 h 190500"/>
              <a:gd name="connsiteX12" fmla="*/ 114300 w 190500"/>
              <a:gd name="connsiteY12" fmla="*/ 66675 h 190500"/>
              <a:gd name="connsiteX13" fmla="*/ 114300 w 190500"/>
              <a:gd name="connsiteY13" fmla="*/ 85725 h 190500"/>
              <a:gd name="connsiteX14" fmla="*/ 142875 w 190500"/>
              <a:gd name="connsiteY14" fmla="*/ 66675 h 190500"/>
              <a:gd name="connsiteX15" fmla="*/ 142875 w 190500"/>
              <a:gd name="connsiteY15" fmla="*/ 12382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171450" y="0"/>
                </a:moveTo>
                <a:lnTo>
                  <a:pt x="95250" y="0"/>
                </a:lnTo>
                <a:cubicBezTo>
                  <a:pt x="41720" y="0"/>
                  <a:pt x="0" y="44387"/>
                  <a:pt x="0" y="97917"/>
                </a:cubicBezTo>
                <a:cubicBezTo>
                  <a:pt x="0" y="147638"/>
                  <a:pt x="42767" y="190500"/>
                  <a:pt x="92583" y="190500"/>
                </a:cubicBezTo>
                <a:cubicBezTo>
                  <a:pt x="146590" y="190500"/>
                  <a:pt x="190500" y="148781"/>
                  <a:pt x="190500" y="95250"/>
                </a:cubicBezTo>
                <a:lnTo>
                  <a:pt x="190500" y="19050"/>
                </a:lnTo>
                <a:cubicBezTo>
                  <a:pt x="190500" y="8573"/>
                  <a:pt x="181928" y="0"/>
                  <a:pt x="171450" y="0"/>
                </a:cubicBezTo>
                <a:close/>
                <a:moveTo>
                  <a:pt x="142875" y="123825"/>
                </a:moveTo>
                <a:lnTo>
                  <a:pt x="114300" y="104775"/>
                </a:lnTo>
                <a:lnTo>
                  <a:pt x="114300" y="123825"/>
                </a:lnTo>
                <a:lnTo>
                  <a:pt x="47625" y="123825"/>
                </a:lnTo>
                <a:lnTo>
                  <a:pt x="47625" y="66675"/>
                </a:lnTo>
                <a:lnTo>
                  <a:pt x="114300" y="66675"/>
                </a:lnTo>
                <a:lnTo>
                  <a:pt x="114300" y="85725"/>
                </a:lnTo>
                <a:lnTo>
                  <a:pt x="142875" y="66675"/>
                </a:lnTo>
                <a:lnTo>
                  <a:pt x="142875" y="123825"/>
                </a:lnTo>
                <a:close/>
              </a:path>
            </a:pathLst>
          </a:custGeom>
          <a:solidFill>
            <a:srgbClr val="3749CC"/>
          </a:solidFill>
          <a:ln w="9525" cap="flat">
            <a:noFill/>
            <a:prstDash val="solid"/>
            <a:miter/>
          </a:ln>
          <a:scene3d>
            <a:camera prst="isometricLeftDown"/>
            <a:lightRig rig="threePt" dir="t"/>
          </a:scene3d>
          <a:sp3d extrusionH="38100" prstMaterial="flat">
            <a:extrusionClr>
              <a:srgbClr val="E7EBFF"/>
            </a:extrusionClr>
          </a:sp3d>
        </p:spPr>
        <p:txBody>
          <a:bodyPr rtlCol="0" anchor="ctr"/>
          <a:lstStyle/>
          <a:p>
            <a:endParaRPr lang="zh-CN" altLang="en-US"/>
          </a:p>
        </p:txBody>
      </p:sp>
      <p:sp>
        <p:nvSpPr>
          <p:cNvPr id="212" name="图形 754"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51B08E38-B341-8A61-83D2-7ED5F960CA87}"/>
              </a:ext>
            </a:extLst>
          </p:cNvPr>
          <p:cNvSpPr/>
          <p:nvPr/>
        </p:nvSpPr>
        <p:spPr>
          <a:xfrm>
            <a:off x="8148428" y="4971933"/>
            <a:ext cx="432494" cy="324371"/>
          </a:xfrm>
          <a:custGeom>
            <a:avLst/>
            <a:gdLst>
              <a:gd name="connsiteX0" fmla="*/ 200025 w 228600"/>
              <a:gd name="connsiteY0" fmla="*/ 47625 h 171450"/>
              <a:gd name="connsiteX1" fmla="*/ 200025 w 228600"/>
              <a:gd name="connsiteY1" fmla="*/ 38100 h 171450"/>
              <a:gd name="connsiteX2" fmla="*/ 171450 w 228600"/>
              <a:gd name="connsiteY2" fmla="*/ 57150 h 171450"/>
              <a:gd name="connsiteX3" fmla="*/ 142875 w 228600"/>
              <a:gd name="connsiteY3" fmla="*/ 38100 h 171450"/>
              <a:gd name="connsiteX4" fmla="*/ 142875 w 228600"/>
              <a:gd name="connsiteY4" fmla="*/ 47625 h 171450"/>
              <a:gd name="connsiteX5" fmla="*/ 171450 w 228600"/>
              <a:gd name="connsiteY5" fmla="*/ 66675 h 171450"/>
              <a:gd name="connsiteX6" fmla="*/ 200025 w 228600"/>
              <a:gd name="connsiteY6" fmla="*/ 47625 h 171450"/>
              <a:gd name="connsiteX7" fmla="*/ 209550 w 228600"/>
              <a:gd name="connsiteY7" fmla="*/ 0 h 171450"/>
              <a:gd name="connsiteX8" fmla="*/ 19050 w 228600"/>
              <a:gd name="connsiteY8" fmla="*/ 0 h 171450"/>
              <a:gd name="connsiteX9" fmla="*/ 0 w 228600"/>
              <a:gd name="connsiteY9" fmla="*/ 19050 h 171450"/>
              <a:gd name="connsiteX10" fmla="*/ 0 w 228600"/>
              <a:gd name="connsiteY10" fmla="*/ 152400 h 171450"/>
              <a:gd name="connsiteX11" fmla="*/ 19050 w 228600"/>
              <a:gd name="connsiteY11" fmla="*/ 171450 h 171450"/>
              <a:gd name="connsiteX12" fmla="*/ 209550 w 228600"/>
              <a:gd name="connsiteY12" fmla="*/ 171450 h 171450"/>
              <a:gd name="connsiteX13" fmla="*/ 228505 w 228600"/>
              <a:gd name="connsiteY13" fmla="*/ 152400 h 171450"/>
              <a:gd name="connsiteX14" fmla="*/ 228600 w 228600"/>
              <a:gd name="connsiteY14" fmla="*/ 19050 h 171450"/>
              <a:gd name="connsiteX15" fmla="*/ 209550 w 228600"/>
              <a:gd name="connsiteY15" fmla="*/ 0 h 171450"/>
              <a:gd name="connsiteX16" fmla="*/ 76200 w 228600"/>
              <a:gd name="connsiteY16" fmla="*/ 28575 h 171450"/>
              <a:gd name="connsiteX17" fmla="*/ 104775 w 228600"/>
              <a:gd name="connsiteY17" fmla="*/ 57150 h 171450"/>
              <a:gd name="connsiteX18" fmla="*/ 76200 w 228600"/>
              <a:gd name="connsiteY18" fmla="*/ 85725 h 171450"/>
              <a:gd name="connsiteX19" fmla="*/ 47625 w 228600"/>
              <a:gd name="connsiteY19" fmla="*/ 57150 h 171450"/>
              <a:gd name="connsiteX20" fmla="*/ 76200 w 228600"/>
              <a:gd name="connsiteY20" fmla="*/ 28575 h 171450"/>
              <a:gd name="connsiteX21" fmla="*/ 133350 w 228600"/>
              <a:gd name="connsiteY21" fmla="*/ 142875 h 171450"/>
              <a:gd name="connsiteX22" fmla="*/ 19050 w 228600"/>
              <a:gd name="connsiteY22" fmla="*/ 142875 h 171450"/>
              <a:gd name="connsiteX23" fmla="*/ 19050 w 228600"/>
              <a:gd name="connsiteY23" fmla="*/ 133350 h 171450"/>
              <a:gd name="connsiteX24" fmla="*/ 76200 w 228600"/>
              <a:gd name="connsiteY24" fmla="*/ 103823 h 171450"/>
              <a:gd name="connsiteX25" fmla="*/ 133350 w 228600"/>
              <a:gd name="connsiteY25" fmla="*/ 133350 h 171450"/>
              <a:gd name="connsiteX26" fmla="*/ 133350 w 228600"/>
              <a:gd name="connsiteY26" fmla="*/ 142875 h 171450"/>
              <a:gd name="connsiteX27" fmla="*/ 209550 w 228600"/>
              <a:gd name="connsiteY27" fmla="*/ 85725 h 171450"/>
              <a:gd name="connsiteX28" fmla="*/ 133350 w 228600"/>
              <a:gd name="connsiteY28" fmla="*/ 85725 h 171450"/>
              <a:gd name="connsiteX29" fmla="*/ 133350 w 228600"/>
              <a:gd name="connsiteY29" fmla="*/ 28575 h 171450"/>
              <a:gd name="connsiteX30" fmla="*/ 209550 w 228600"/>
              <a:gd name="connsiteY30" fmla="*/ 28575 h 171450"/>
              <a:gd name="connsiteX31" fmla="*/ 209550 w 228600"/>
              <a:gd name="connsiteY31"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28600" h="171450">
                <a:moveTo>
                  <a:pt x="200025" y="47625"/>
                </a:moveTo>
                <a:lnTo>
                  <a:pt x="200025" y="38100"/>
                </a:lnTo>
                <a:lnTo>
                  <a:pt x="171450" y="57150"/>
                </a:lnTo>
                <a:lnTo>
                  <a:pt x="142875" y="38100"/>
                </a:lnTo>
                <a:lnTo>
                  <a:pt x="142875" y="47625"/>
                </a:lnTo>
                <a:lnTo>
                  <a:pt x="171450" y="66675"/>
                </a:lnTo>
                <a:lnTo>
                  <a:pt x="200025" y="47625"/>
                </a:lnTo>
                <a:close/>
                <a:moveTo>
                  <a:pt x="209550" y="0"/>
                </a:moveTo>
                <a:lnTo>
                  <a:pt x="19050" y="0"/>
                </a:lnTo>
                <a:cubicBezTo>
                  <a:pt x="8573" y="0"/>
                  <a:pt x="0" y="8573"/>
                  <a:pt x="0" y="19050"/>
                </a:cubicBezTo>
                <a:lnTo>
                  <a:pt x="0" y="152400"/>
                </a:lnTo>
                <a:cubicBezTo>
                  <a:pt x="0" y="162878"/>
                  <a:pt x="8573" y="171450"/>
                  <a:pt x="19050" y="171450"/>
                </a:cubicBezTo>
                <a:lnTo>
                  <a:pt x="209550" y="171450"/>
                </a:lnTo>
                <a:cubicBezTo>
                  <a:pt x="220028" y="171450"/>
                  <a:pt x="228505" y="162878"/>
                  <a:pt x="228505" y="152400"/>
                </a:cubicBezTo>
                <a:lnTo>
                  <a:pt x="228600" y="19050"/>
                </a:lnTo>
                <a:cubicBezTo>
                  <a:pt x="228600" y="8573"/>
                  <a:pt x="220028" y="0"/>
                  <a:pt x="209550" y="0"/>
                </a:cubicBezTo>
                <a:close/>
                <a:moveTo>
                  <a:pt x="76200" y="28575"/>
                </a:moveTo>
                <a:cubicBezTo>
                  <a:pt x="92012" y="28575"/>
                  <a:pt x="104775" y="41339"/>
                  <a:pt x="104775" y="57150"/>
                </a:cubicBezTo>
                <a:cubicBezTo>
                  <a:pt x="104775" y="72962"/>
                  <a:pt x="92012" y="85725"/>
                  <a:pt x="76200" y="85725"/>
                </a:cubicBezTo>
                <a:cubicBezTo>
                  <a:pt x="60389" y="85725"/>
                  <a:pt x="47625" y="72962"/>
                  <a:pt x="47625" y="57150"/>
                </a:cubicBezTo>
                <a:cubicBezTo>
                  <a:pt x="47625" y="41339"/>
                  <a:pt x="60389" y="28575"/>
                  <a:pt x="76200" y="28575"/>
                </a:cubicBezTo>
                <a:close/>
                <a:moveTo>
                  <a:pt x="133350" y="142875"/>
                </a:moveTo>
                <a:lnTo>
                  <a:pt x="19050" y="142875"/>
                </a:lnTo>
                <a:lnTo>
                  <a:pt x="19050" y="133350"/>
                </a:lnTo>
                <a:cubicBezTo>
                  <a:pt x="19050" y="114300"/>
                  <a:pt x="57150" y="103823"/>
                  <a:pt x="76200" y="103823"/>
                </a:cubicBezTo>
                <a:cubicBezTo>
                  <a:pt x="95250" y="103823"/>
                  <a:pt x="133350" y="114300"/>
                  <a:pt x="133350" y="133350"/>
                </a:cubicBezTo>
                <a:lnTo>
                  <a:pt x="133350" y="142875"/>
                </a:lnTo>
                <a:close/>
                <a:moveTo>
                  <a:pt x="209550" y="85725"/>
                </a:moveTo>
                <a:lnTo>
                  <a:pt x="133350" y="85725"/>
                </a:lnTo>
                <a:lnTo>
                  <a:pt x="133350" y="28575"/>
                </a:lnTo>
                <a:lnTo>
                  <a:pt x="209550" y="28575"/>
                </a:lnTo>
                <a:lnTo>
                  <a:pt x="209550" y="85725"/>
                </a:lnTo>
                <a:close/>
              </a:path>
            </a:pathLst>
          </a:custGeom>
          <a:solidFill>
            <a:srgbClr val="3749CC"/>
          </a:solidFill>
          <a:ln w="9525" cap="flat">
            <a:noFill/>
            <a:prstDash val="solid"/>
            <a:miter/>
          </a:ln>
          <a:scene3d>
            <a:camera prst="isometricLeftDown"/>
            <a:lightRig rig="threePt" dir="t"/>
          </a:scene3d>
          <a:sp3d extrusionH="38100" prstMaterial="flat">
            <a:extrusionClr>
              <a:srgbClr val="E7EBFF"/>
            </a:extrusionClr>
          </a:sp3d>
        </p:spPr>
        <p:txBody>
          <a:bodyPr rtlCol="0" anchor="ctr"/>
          <a:lstStyle/>
          <a:p>
            <a:endParaRPr lang="zh-CN" altLang="en-US"/>
          </a:p>
        </p:txBody>
      </p:sp>
      <p:sp>
        <p:nvSpPr>
          <p:cNvPr id="213" name="图形 1014"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9F6DFA55-AB9F-2BBA-CF16-08696A4893A2}"/>
              </a:ext>
            </a:extLst>
          </p:cNvPr>
          <p:cNvSpPr/>
          <p:nvPr/>
        </p:nvSpPr>
        <p:spPr>
          <a:xfrm>
            <a:off x="4723296" y="3465972"/>
            <a:ext cx="396910" cy="264608"/>
          </a:xfrm>
          <a:custGeom>
            <a:avLst/>
            <a:gdLst>
              <a:gd name="connsiteX0" fmla="*/ 184309 w 228600"/>
              <a:gd name="connsiteY0" fmla="*/ 57531 h 152400"/>
              <a:gd name="connsiteX1" fmla="*/ 114300 w 228600"/>
              <a:gd name="connsiteY1" fmla="*/ 0 h 152400"/>
              <a:gd name="connsiteX2" fmla="*/ 50959 w 228600"/>
              <a:gd name="connsiteY2" fmla="*/ 38481 h 152400"/>
              <a:gd name="connsiteX3" fmla="*/ 0 w 228600"/>
              <a:gd name="connsiteY3" fmla="*/ 95250 h 152400"/>
              <a:gd name="connsiteX4" fmla="*/ 57150 w 228600"/>
              <a:gd name="connsiteY4" fmla="*/ 152400 h 152400"/>
              <a:gd name="connsiteX5" fmla="*/ 180975 w 228600"/>
              <a:gd name="connsiteY5" fmla="*/ 152400 h 152400"/>
              <a:gd name="connsiteX6" fmla="*/ 228600 w 228600"/>
              <a:gd name="connsiteY6" fmla="*/ 104775 h 152400"/>
              <a:gd name="connsiteX7" fmla="*/ 184309 w 228600"/>
              <a:gd name="connsiteY7" fmla="*/ 57531 h 152400"/>
              <a:gd name="connsiteX8" fmla="*/ 95250 w 228600"/>
              <a:gd name="connsiteY8" fmla="*/ 123825 h 152400"/>
              <a:gd name="connsiteX9" fmla="*/ 61913 w 228600"/>
              <a:gd name="connsiteY9" fmla="*/ 90488 h 152400"/>
              <a:gd name="connsiteX10" fmla="*/ 75343 w 228600"/>
              <a:gd name="connsiteY10" fmla="*/ 77057 h 152400"/>
              <a:gd name="connsiteX11" fmla="*/ 95250 w 228600"/>
              <a:gd name="connsiteY11" fmla="*/ 96869 h 152400"/>
              <a:gd name="connsiteX12" fmla="*/ 144590 w 228600"/>
              <a:gd name="connsiteY12" fmla="*/ 47625 h 152400"/>
              <a:gd name="connsiteX13" fmla="*/ 158020 w 228600"/>
              <a:gd name="connsiteY13" fmla="*/ 61055 h 152400"/>
              <a:gd name="connsiteX14" fmla="*/ 95250 w 228600"/>
              <a:gd name="connsiteY14" fmla="*/ 1238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8600" h="152400">
                <a:moveTo>
                  <a:pt x="184309" y="57531"/>
                </a:moveTo>
                <a:cubicBezTo>
                  <a:pt x="177832" y="24670"/>
                  <a:pt x="148971" y="0"/>
                  <a:pt x="114300" y="0"/>
                </a:cubicBezTo>
                <a:cubicBezTo>
                  <a:pt x="86773" y="0"/>
                  <a:pt x="62865" y="15621"/>
                  <a:pt x="50959" y="38481"/>
                </a:cubicBezTo>
                <a:cubicBezTo>
                  <a:pt x="22289" y="41529"/>
                  <a:pt x="0" y="65818"/>
                  <a:pt x="0" y="95250"/>
                </a:cubicBezTo>
                <a:cubicBezTo>
                  <a:pt x="0" y="126778"/>
                  <a:pt x="25622" y="152400"/>
                  <a:pt x="57150" y="152400"/>
                </a:cubicBezTo>
                <a:lnTo>
                  <a:pt x="180975" y="152400"/>
                </a:lnTo>
                <a:cubicBezTo>
                  <a:pt x="207264" y="152400"/>
                  <a:pt x="228600" y="131064"/>
                  <a:pt x="228600" y="104775"/>
                </a:cubicBezTo>
                <a:cubicBezTo>
                  <a:pt x="228600" y="79629"/>
                  <a:pt x="209074" y="59245"/>
                  <a:pt x="184309" y="57531"/>
                </a:cubicBezTo>
                <a:close/>
                <a:moveTo>
                  <a:pt x="95250" y="123825"/>
                </a:moveTo>
                <a:lnTo>
                  <a:pt x="61913" y="90488"/>
                </a:lnTo>
                <a:lnTo>
                  <a:pt x="75343" y="77057"/>
                </a:lnTo>
                <a:lnTo>
                  <a:pt x="95250" y="96869"/>
                </a:lnTo>
                <a:lnTo>
                  <a:pt x="144590" y="47625"/>
                </a:lnTo>
                <a:lnTo>
                  <a:pt x="158020" y="61055"/>
                </a:lnTo>
                <a:lnTo>
                  <a:pt x="95250" y="123825"/>
                </a:lnTo>
                <a:close/>
              </a:path>
            </a:pathLst>
          </a:custGeom>
          <a:solidFill>
            <a:srgbClr val="3749CC"/>
          </a:solidFill>
          <a:ln w="9525" cap="flat">
            <a:noFill/>
            <a:prstDash val="solid"/>
            <a:miter/>
          </a:ln>
          <a:scene3d>
            <a:camera prst="isometricLeftDown"/>
            <a:lightRig rig="threePt" dir="t"/>
          </a:scene3d>
          <a:sp3d extrusionH="38100" prstMaterial="flat">
            <a:extrusionClr>
              <a:srgbClr val="E7EBFF"/>
            </a:extrusionClr>
          </a:sp3d>
        </p:spPr>
        <p:txBody>
          <a:bodyPr rtlCol="0" anchor="ctr"/>
          <a:lstStyle/>
          <a:p>
            <a:endParaRPr lang="zh-CN" altLang="en-US"/>
          </a:p>
        </p:txBody>
      </p:sp>
      <p:grpSp>
        <p:nvGrpSpPr>
          <p:cNvPr id="217" name="组合 216">
            <a:extLst>
              <a:ext uri="{FF2B5EF4-FFF2-40B4-BE49-F238E27FC236}">
                <a16:creationId xmlns:a16="http://schemas.microsoft.com/office/drawing/2014/main" id="{A848F76A-816D-33CA-BC60-EE4C937428C8}"/>
              </a:ext>
            </a:extLst>
          </p:cNvPr>
          <p:cNvGrpSpPr/>
          <p:nvPr/>
        </p:nvGrpSpPr>
        <p:grpSpPr>
          <a:xfrm>
            <a:off x="1115438" y="531782"/>
            <a:ext cx="2165183" cy="1501180"/>
            <a:chOff x="2075943" y="957276"/>
            <a:chExt cx="2374900" cy="1438022"/>
          </a:xfrm>
        </p:grpSpPr>
        <p:sp>
          <p:nvSpPr>
            <p:cNvPr id="215" name="Freeform 13">
              <a:extLst>
                <a:ext uri="{FF2B5EF4-FFF2-40B4-BE49-F238E27FC236}">
                  <a16:creationId xmlns:a16="http://schemas.microsoft.com/office/drawing/2014/main" id="{3AA1C3AE-94BD-507A-DA97-C013000C21C6}"/>
                </a:ext>
              </a:extLst>
            </p:cNvPr>
            <p:cNvSpPr>
              <a:spLocks/>
            </p:cNvSpPr>
            <p:nvPr/>
          </p:nvSpPr>
          <p:spPr bwMode="auto">
            <a:xfrm>
              <a:off x="2075943" y="1644410"/>
              <a:ext cx="2339975" cy="750888"/>
            </a:xfrm>
            <a:custGeom>
              <a:avLst/>
              <a:gdLst>
                <a:gd name="T0" fmla="*/ 1192 w 1219"/>
                <a:gd name="T1" fmla="*/ 39 h 391"/>
                <a:gd name="T2" fmla="*/ 678 w 1219"/>
                <a:gd name="T3" fmla="*/ 338 h 391"/>
                <a:gd name="T4" fmla="*/ 545 w 1219"/>
                <a:gd name="T5" fmla="*/ 338 h 391"/>
                <a:gd name="T6" fmla="*/ 28 w 1219"/>
                <a:gd name="T7" fmla="*/ 39 h 391"/>
                <a:gd name="T8" fmla="*/ 0 w 1219"/>
                <a:gd name="T9" fmla="*/ 0 h 391"/>
                <a:gd name="T10" fmla="*/ 0 w 1219"/>
                <a:gd name="T11" fmla="*/ 33 h 391"/>
                <a:gd name="T12" fmla="*/ 28 w 1219"/>
                <a:gd name="T13" fmla="*/ 71 h 391"/>
                <a:gd name="T14" fmla="*/ 545 w 1219"/>
                <a:gd name="T15" fmla="*/ 370 h 391"/>
                <a:gd name="T16" fmla="*/ 677 w 1219"/>
                <a:gd name="T17" fmla="*/ 370 h 391"/>
                <a:gd name="T18" fmla="*/ 1191 w 1219"/>
                <a:gd name="T19" fmla="*/ 71 h 391"/>
                <a:gd name="T20" fmla="*/ 1219 w 1219"/>
                <a:gd name="T21" fmla="*/ 33 h 391"/>
                <a:gd name="T22" fmla="*/ 1219 w 1219"/>
                <a:gd name="T23" fmla="*/ 1 h 391"/>
                <a:gd name="T24" fmla="*/ 1192 w 1219"/>
                <a:gd name="T25" fmla="*/ 39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19" h="391">
                  <a:moveTo>
                    <a:pt x="1192" y="39"/>
                  </a:moveTo>
                  <a:cubicBezTo>
                    <a:pt x="678" y="338"/>
                    <a:pt x="678" y="338"/>
                    <a:pt x="678" y="338"/>
                  </a:cubicBezTo>
                  <a:cubicBezTo>
                    <a:pt x="641" y="359"/>
                    <a:pt x="582" y="359"/>
                    <a:pt x="545" y="338"/>
                  </a:cubicBezTo>
                  <a:cubicBezTo>
                    <a:pt x="28" y="39"/>
                    <a:pt x="28" y="39"/>
                    <a:pt x="28" y="39"/>
                  </a:cubicBezTo>
                  <a:cubicBezTo>
                    <a:pt x="10" y="28"/>
                    <a:pt x="0" y="14"/>
                    <a:pt x="0" y="0"/>
                  </a:cubicBezTo>
                  <a:cubicBezTo>
                    <a:pt x="0" y="33"/>
                    <a:pt x="0" y="33"/>
                    <a:pt x="0" y="33"/>
                  </a:cubicBezTo>
                  <a:cubicBezTo>
                    <a:pt x="0" y="47"/>
                    <a:pt x="10" y="61"/>
                    <a:pt x="28" y="71"/>
                  </a:cubicBezTo>
                  <a:cubicBezTo>
                    <a:pt x="545" y="370"/>
                    <a:pt x="545" y="370"/>
                    <a:pt x="545" y="370"/>
                  </a:cubicBezTo>
                  <a:cubicBezTo>
                    <a:pt x="582" y="391"/>
                    <a:pt x="641" y="391"/>
                    <a:pt x="677" y="370"/>
                  </a:cubicBezTo>
                  <a:cubicBezTo>
                    <a:pt x="1191" y="71"/>
                    <a:pt x="1191" y="71"/>
                    <a:pt x="1191" y="71"/>
                  </a:cubicBezTo>
                  <a:cubicBezTo>
                    <a:pt x="1210" y="61"/>
                    <a:pt x="1219" y="47"/>
                    <a:pt x="1219" y="33"/>
                  </a:cubicBezTo>
                  <a:cubicBezTo>
                    <a:pt x="1219" y="1"/>
                    <a:pt x="1219" y="1"/>
                    <a:pt x="1219" y="1"/>
                  </a:cubicBezTo>
                  <a:cubicBezTo>
                    <a:pt x="1219" y="15"/>
                    <a:pt x="1210" y="28"/>
                    <a:pt x="1192" y="39"/>
                  </a:cubicBez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6" name="Freeform 14">
              <a:extLst>
                <a:ext uri="{FF2B5EF4-FFF2-40B4-BE49-F238E27FC236}">
                  <a16:creationId xmlns:a16="http://schemas.microsoft.com/office/drawing/2014/main" id="{CC18895B-DC33-AD8D-4CC6-29127C1060D7}"/>
                </a:ext>
              </a:extLst>
            </p:cNvPr>
            <p:cNvSpPr>
              <a:spLocks/>
            </p:cNvSpPr>
            <p:nvPr/>
          </p:nvSpPr>
          <p:spPr bwMode="auto">
            <a:xfrm>
              <a:off x="2075943" y="957276"/>
              <a:ext cx="2374900" cy="1377950"/>
            </a:xfrm>
            <a:custGeom>
              <a:avLst/>
              <a:gdLst>
                <a:gd name="T0" fmla="*/ 1200 w 1237"/>
                <a:gd name="T1" fmla="*/ 320 h 717"/>
                <a:gd name="T2" fmla="*/ 1201 w 1237"/>
                <a:gd name="T3" fmla="*/ 397 h 717"/>
                <a:gd name="T4" fmla="*/ 687 w 1237"/>
                <a:gd name="T5" fmla="*/ 696 h 717"/>
                <a:gd name="T6" fmla="*/ 554 w 1237"/>
                <a:gd name="T7" fmla="*/ 696 h 717"/>
                <a:gd name="T8" fmla="*/ 37 w 1237"/>
                <a:gd name="T9" fmla="*/ 397 h 717"/>
                <a:gd name="T10" fmla="*/ 37 w 1237"/>
                <a:gd name="T11" fmla="*/ 320 h 717"/>
                <a:gd name="T12" fmla="*/ 551 w 1237"/>
                <a:gd name="T13" fmla="*/ 22 h 717"/>
                <a:gd name="T14" fmla="*/ 683 w 1237"/>
                <a:gd name="T15" fmla="*/ 22 h 717"/>
                <a:gd name="T16" fmla="*/ 1200 w 1237"/>
                <a:gd name="T17" fmla="*/ 32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37" h="717">
                  <a:moveTo>
                    <a:pt x="1200" y="320"/>
                  </a:moveTo>
                  <a:cubicBezTo>
                    <a:pt x="1237" y="341"/>
                    <a:pt x="1237" y="376"/>
                    <a:pt x="1201" y="397"/>
                  </a:cubicBezTo>
                  <a:cubicBezTo>
                    <a:pt x="687" y="696"/>
                    <a:pt x="687" y="696"/>
                    <a:pt x="687" y="696"/>
                  </a:cubicBezTo>
                  <a:cubicBezTo>
                    <a:pt x="650" y="717"/>
                    <a:pt x="591" y="717"/>
                    <a:pt x="554" y="696"/>
                  </a:cubicBezTo>
                  <a:cubicBezTo>
                    <a:pt x="37" y="397"/>
                    <a:pt x="37" y="397"/>
                    <a:pt x="37" y="397"/>
                  </a:cubicBezTo>
                  <a:cubicBezTo>
                    <a:pt x="0" y="376"/>
                    <a:pt x="0" y="341"/>
                    <a:pt x="37" y="320"/>
                  </a:cubicBezTo>
                  <a:cubicBezTo>
                    <a:pt x="551" y="22"/>
                    <a:pt x="551" y="22"/>
                    <a:pt x="551" y="22"/>
                  </a:cubicBezTo>
                  <a:cubicBezTo>
                    <a:pt x="587" y="0"/>
                    <a:pt x="646" y="0"/>
                    <a:pt x="683" y="22"/>
                  </a:cubicBezTo>
                  <a:lnTo>
                    <a:pt x="1200" y="320"/>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grpSp>
      <p:cxnSp>
        <p:nvCxnSpPr>
          <p:cNvPr id="256" name="直接箭头连接符 255">
            <a:extLst>
              <a:ext uri="{FF2B5EF4-FFF2-40B4-BE49-F238E27FC236}">
                <a16:creationId xmlns:a16="http://schemas.microsoft.com/office/drawing/2014/main" id="{26D05DAC-14E9-7DEA-6455-2DB565DE6647}"/>
              </a:ext>
            </a:extLst>
          </p:cNvPr>
          <p:cNvCxnSpPr/>
          <p:nvPr/>
        </p:nvCxnSpPr>
        <p:spPr>
          <a:xfrm>
            <a:off x="2827503" y="2209062"/>
            <a:ext cx="2344189" cy="0"/>
          </a:xfrm>
          <a:prstGeom prst="straightConnector1">
            <a:avLst/>
          </a:prstGeom>
          <a:ln w="25400">
            <a:solidFill>
              <a:srgbClr val="7584E5"/>
            </a:solidFill>
            <a:tailEnd type="triangle"/>
          </a:ln>
          <a:scene3d>
            <a:camera prst="isometricBottomDown"/>
            <a:lightRig rig="threePt" dir="t"/>
          </a:scene3d>
        </p:spPr>
        <p:style>
          <a:lnRef idx="1">
            <a:schemeClr val="accent1"/>
          </a:lnRef>
          <a:fillRef idx="0">
            <a:schemeClr val="accent1"/>
          </a:fillRef>
          <a:effectRef idx="0">
            <a:schemeClr val="accent1"/>
          </a:effectRef>
          <a:fontRef idx="minor">
            <a:schemeClr val="tx1"/>
          </a:fontRef>
        </p:style>
      </p:cxnSp>
      <p:cxnSp>
        <p:nvCxnSpPr>
          <p:cNvPr id="257" name="直接箭头连接符 256">
            <a:extLst>
              <a:ext uri="{FF2B5EF4-FFF2-40B4-BE49-F238E27FC236}">
                <a16:creationId xmlns:a16="http://schemas.microsoft.com/office/drawing/2014/main" id="{0F8B2246-9FA1-9CE1-8D82-2206864ABB81}"/>
              </a:ext>
            </a:extLst>
          </p:cNvPr>
          <p:cNvCxnSpPr>
            <a:cxnSpLocks/>
          </p:cNvCxnSpPr>
          <p:nvPr/>
        </p:nvCxnSpPr>
        <p:spPr>
          <a:xfrm flipH="1">
            <a:off x="2332731" y="2472258"/>
            <a:ext cx="2344189" cy="0"/>
          </a:xfrm>
          <a:prstGeom prst="straightConnector1">
            <a:avLst/>
          </a:prstGeom>
          <a:ln w="25400">
            <a:solidFill>
              <a:srgbClr val="7584E5"/>
            </a:solidFill>
            <a:tailEnd type="triangle"/>
          </a:ln>
          <a:scene3d>
            <a:camera prst="isometricBottomDown"/>
            <a:lightRig rig="threePt" dir="t"/>
          </a:scene3d>
        </p:spPr>
        <p:style>
          <a:lnRef idx="1">
            <a:schemeClr val="accent1"/>
          </a:lnRef>
          <a:fillRef idx="0">
            <a:schemeClr val="accent1"/>
          </a:fillRef>
          <a:effectRef idx="0">
            <a:schemeClr val="accent1"/>
          </a:effectRef>
          <a:fontRef idx="minor">
            <a:schemeClr val="tx1"/>
          </a:fontRef>
        </p:style>
      </p:cxnSp>
      <p:grpSp>
        <p:nvGrpSpPr>
          <p:cNvPr id="24" name="组合 23">
            <a:extLst>
              <a:ext uri="{FF2B5EF4-FFF2-40B4-BE49-F238E27FC236}">
                <a16:creationId xmlns:a16="http://schemas.microsoft.com/office/drawing/2014/main" id="{5ED03FF8-56FE-E304-9940-BF8F527F530C}"/>
              </a:ext>
            </a:extLst>
          </p:cNvPr>
          <p:cNvGrpSpPr/>
          <p:nvPr/>
        </p:nvGrpSpPr>
        <p:grpSpPr>
          <a:xfrm>
            <a:off x="1580789" y="59135"/>
            <a:ext cx="1202639" cy="1501328"/>
            <a:chOff x="7830742" y="849134"/>
            <a:chExt cx="749489" cy="916596"/>
          </a:xfrm>
        </p:grpSpPr>
        <p:grpSp>
          <p:nvGrpSpPr>
            <p:cNvPr id="25" name="组合 24">
              <a:extLst>
                <a:ext uri="{FF2B5EF4-FFF2-40B4-BE49-F238E27FC236}">
                  <a16:creationId xmlns:a16="http://schemas.microsoft.com/office/drawing/2014/main" id="{4C504550-CD03-1CBE-2475-C56A0A5C41B8}"/>
                </a:ext>
              </a:extLst>
            </p:cNvPr>
            <p:cNvGrpSpPr/>
            <p:nvPr/>
          </p:nvGrpSpPr>
          <p:grpSpPr>
            <a:xfrm>
              <a:off x="7830742" y="849134"/>
              <a:ext cx="749489" cy="916596"/>
              <a:chOff x="5985487" y="1179925"/>
              <a:chExt cx="749489" cy="916596"/>
            </a:xfrm>
          </p:grpSpPr>
          <p:grpSp>
            <p:nvGrpSpPr>
              <p:cNvPr id="29" name="组合 28">
                <a:extLst>
                  <a:ext uri="{FF2B5EF4-FFF2-40B4-BE49-F238E27FC236}">
                    <a16:creationId xmlns:a16="http://schemas.microsoft.com/office/drawing/2014/main" id="{537CA842-244F-0AD0-98BF-2F2986970DD9}"/>
                  </a:ext>
                </a:extLst>
              </p:cNvPr>
              <p:cNvGrpSpPr/>
              <p:nvPr/>
            </p:nvGrpSpPr>
            <p:grpSpPr>
              <a:xfrm>
                <a:off x="6021452" y="1702735"/>
                <a:ext cx="677381" cy="393786"/>
                <a:chOff x="6874203" y="2211450"/>
                <a:chExt cx="720758" cy="419003"/>
              </a:xfrm>
            </p:grpSpPr>
            <p:sp>
              <p:nvSpPr>
                <p:cNvPr id="233" name="Freeform 8">
                  <a:extLst>
                    <a:ext uri="{FF2B5EF4-FFF2-40B4-BE49-F238E27FC236}">
                      <a16:creationId xmlns:a16="http://schemas.microsoft.com/office/drawing/2014/main" id="{CFF7EB6E-9D30-8756-E027-506E9AA49B3D}"/>
                    </a:ext>
                  </a:extLst>
                </p:cNvPr>
                <p:cNvSpPr>
                  <a:spLocks/>
                </p:cNvSpPr>
                <p:nvPr/>
              </p:nvSpPr>
              <p:spPr bwMode="auto">
                <a:xfrm>
                  <a:off x="6874203" y="2211450"/>
                  <a:ext cx="720758" cy="419003"/>
                </a:xfrm>
                <a:custGeom>
                  <a:avLst/>
                  <a:gdLst>
                    <a:gd name="T0" fmla="*/ 316 w 334"/>
                    <a:gd name="T1" fmla="*/ 78 h 194"/>
                    <a:gd name="T2" fmla="*/ 316 w 334"/>
                    <a:gd name="T3" fmla="*/ 116 h 194"/>
                    <a:gd name="T4" fmla="*/ 200 w 334"/>
                    <a:gd name="T5" fmla="*/ 184 h 194"/>
                    <a:gd name="T6" fmla="*/ 135 w 334"/>
                    <a:gd name="T7" fmla="*/ 184 h 194"/>
                    <a:gd name="T8" fmla="*/ 18 w 334"/>
                    <a:gd name="T9" fmla="*/ 116 h 194"/>
                    <a:gd name="T10" fmla="*/ 17 w 334"/>
                    <a:gd name="T11" fmla="*/ 78 h 194"/>
                    <a:gd name="T12" fmla="*/ 134 w 334"/>
                    <a:gd name="T13" fmla="*/ 11 h 194"/>
                    <a:gd name="T14" fmla="*/ 199 w 334"/>
                    <a:gd name="T15" fmla="*/ 11 h 194"/>
                    <a:gd name="T16" fmla="*/ 316 w 334"/>
                    <a:gd name="T17" fmla="*/ 7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194">
                      <a:moveTo>
                        <a:pt x="316" y="78"/>
                      </a:moveTo>
                      <a:cubicBezTo>
                        <a:pt x="334" y="89"/>
                        <a:pt x="334" y="106"/>
                        <a:pt x="316" y="116"/>
                      </a:cubicBezTo>
                      <a:cubicBezTo>
                        <a:pt x="200" y="184"/>
                        <a:pt x="200" y="184"/>
                        <a:pt x="200" y="184"/>
                      </a:cubicBezTo>
                      <a:cubicBezTo>
                        <a:pt x="182" y="194"/>
                        <a:pt x="153" y="194"/>
                        <a:pt x="135" y="184"/>
                      </a:cubicBezTo>
                      <a:cubicBezTo>
                        <a:pt x="18" y="116"/>
                        <a:pt x="18" y="116"/>
                        <a:pt x="18" y="116"/>
                      </a:cubicBezTo>
                      <a:cubicBezTo>
                        <a:pt x="0" y="106"/>
                        <a:pt x="0" y="89"/>
                        <a:pt x="17" y="78"/>
                      </a:cubicBezTo>
                      <a:cubicBezTo>
                        <a:pt x="134" y="11"/>
                        <a:pt x="134" y="11"/>
                        <a:pt x="134" y="11"/>
                      </a:cubicBezTo>
                      <a:cubicBezTo>
                        <a:pt x="152" y="0"/>
                        <a:pt x="181" y="0"/>
                        <a:pt x="199" y="11"/>
                      </a:cubicBezTo>
                      <a:lnTo>
                        <a:pt x="316" y="78"/>
                      </a:lnTo>
                      <a:close/>
                    </a:path>
                  </a:pathLst>
                </a:cu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sp>
              <p:nvSpPr>
                <p:cNvPr id="234" name="Freeform 7">
                  <a:extLst>
                    <a:ext uri="{FF2B5EF4-FFF2-40B4-BE49-F238E27FC236}">
                      <a16:creationId xmlns:a16="http://schemas.microsoft.com/office/drawing/2014/main" id="{03392505-52AF-C90F-6834-2901308FBC5F}"/>
                    </a:ext>
                  </a:extLst>
                </p:cNvPr>
                <p:cNvSpPr>
                  <a:spLocks/>
                </p:cNvSpPr>
                <p:nvPr/>
              </p:nvSpPr>
              <p:spPr bwMode="auto">
                <a:xfrm>
                  <a:off x="6944999" y="2324880"/>
                  <a:ext cx="579909" cy="230765"/>
                </a:xfrm>
                <a:custGeom>
                  <a:avLst/>
                  <a:gdLst>
                    <a:gd name="T0" fmla="*/ 312 w 326"/>
                    <a:gd name="T1" fmla="*/ 19 h 130"/>
                    <a:gd name="T2" fmla="*/ 196 w 326"/>
                    <a:gd name="T3" fmla="*/ 87 h 130"/>
                    <a:gd name="T4" fmla="*/ 131 w 326"/>
                    <a:gd name="T5" fmla="*/ 87 h 130"/>
                    <a:gd name="T6" fmla="*/ 14 w 326"/>
                    <a:gd name="T7" fmla="*/ 19 h 130"/>
                    <a:gd name="T8" fmla="*/ 0 w 326"/>
                    <a:gd name="T9" fmla="*/ 0 h 130"/>
                    <a:gd name="T10" fmla="*/ 0 w 326"/>
                    <a:gd name="T11" fmla="*/ 33 h 130"/>
                    <a:gd name="T12" fmla="*/ 14 w 326"/>
                    <a:gd name="T13" fmla="*/ 52 h 130"/>
                    <a:gd name="T14" fmla="*/ 131 w 326"/>
                    <a:gd name="T15" fmla="*/ 119 h 130"/>
                    <a:gd name="T16" fmla="*/ 196 w 326"/>
                    <a:gd name="T17" fmla="*/ 119 h 130"/>
                    <a:gd name="T18" fmla="*/ 312 w 326"/>
                    <a:gd name="T19" fmla="*/ 52 h 130"/>
                    <a:gd name="T20" fmla="*/ 325 w 326"/>
                    <a:gd name="T21" fmla="*/ 33 h 130"/>
                    <a:gd name="T22" fmla="*/ 326 w 326"/>
                    <a:gd name="T23" fmla="*/ 0 h 130"/>
                    <a:gd name="T24" fmla="*/ 312 w 326"/>
                    <a:gd name="T25" fmla="*/ 19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6" h="130">
                      <a:moveTo>
                        <a:pt x="312" y="19"/>
                      </a:moveTo>
                      <a:cubicBezTo>
                        <a:pt x="196" y="87"/>
                        <a:pt x="196" y="87"/>
                        <a:pt x="196" y="87"/>
                      </a:cubicBezTo>
                      <a:cubicBezTo>
                        <a:pt x="178" y="97"/>
                        <a:pt x="149" y="97"/>
                        <a:pt x="131" y="87"/>
                      </a:cubicBezTo>
                      <a:cubicBezTo>
                        <a:pt x="14" y="19"/>
                        <a:pt x="14" y="19"/>
                        <a:pt x="14" y="19"/>
                      </a:cubicBezTo>
                      <a:cubicBezTo>
                        <a:pt x="5" y="14"/>
                        <a:pt x="0" y="7"/>
                        <a:pt x="0" y="0"/>
                      </a:cubicBezTo>
                      <a:cubicBezTo>
                        <a:pt x="0" y="33"/>
                        <a:pt x="0" y="33"/>
                        <a:pt x="0" y="33"/>
                      </a:cubicBezTo>
                      <a:cubicBezTo>
                        <a:pt x="0" y="40"/>
                        <a:pt x="4" y="46"/>
                        <a:pt x="14" y="52"/>
                      </a:cubicBezTo>
                      <a:cubicBezTo>
                        <a:pt x="131" y="119"/>
                        <a:pt x="131" y="119"/>
                        <a:pt x="131" y="119"/>
                      </a:cubicBezTo>
                      <a:cubicBezTo>
                        <a:pt x="149" y="130"/>
                        <a:pt x="178" y="130"/>
                        <a:pt x="196" y="119"/>
                      </a:cubicBezTo>
                      <a:cubicBezTo>
                        <a:pt x="312" y="52"/>
                        <a:pt x="312" y="52"/>
                        <a:pt x="312" y="52"/>
                      </a:cubicBezTo>
                      <a:cubicBezTo>
                        <a:pt x="321" y="46"/>
                        <a:pt x="325" y="40"/>
                        <a:pt x="325" y="33"/>
                      </a:cubicBezTo>
                      <a:cubicBezTo>
                        <a:pt x="326" y="0"/>
                        <a:pt x="326" y="0"/>
                        <a:pt x="326" y="0"/>
                      </a:cubicBezTo>
                      <a:cubicBezTo>
                        <a:pt x="326" y="7"/>
                        <a:pt x="321" y="14"/>
                        <a:pt x="312" y="19"/>
                      </a:cubicBezTo>
                      <a:close/>
                    </a:path>
                  </a:pathLst>
                </a:custGeom>
                <a:gradFill flip="none" rotWithShape="1">
                  <a:gsLst>
                    <a:gs pos="0">
                      <a:srgbClr val="B1BBFE"/>
                    </a:gs>
                    <a:gs pos="58000">
                      <a:srgbClr val="B1BBFE">
                        <a:lumMod val="94000"/>
                      </a:srgbClr>
                    </a:gs>
                    <a:gs pos="100000">
                      <a:srgbClr val="B1BBFE"/>
                    </a:gs>
                  </a:gsLst>
                  <a:lin ang="108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grpSp>
          <p:sp>
            <p:nvSpPr>
              <p:cNvPr id="30" name="梯形 29">
                <a:extLst>
                  <a:ext uri="{FF2B5EF4-FFF2-40B4-BE49-F238E27FC236}">
                    <a16:creationId xmlns:a16="http://schemas.microsoft.com/office/drawing/2014/main" id="{7DE7D1DF-6AF8-0144-54AB-E9F4A2BF0868}"/>
                  </a:ext>
                </a:extLst>
              </p:cNvPr>
              <p:cNvSpPr/>
              <p:nvPr/>
            </p:nvSpPr>
            <p:spPr>
              <a:xfrm rot="10800000">
                <a:off x="5985487" y="1179925"/>
                <a:ext cx="749489" cy="626385"/>
              </a:xfrm>
              <a:prstGeom prst="trapezoid">
                <a:avLst>
                  <a:gd name="adj" fmla="val 16006"/>
                </a:avLst>
              </a:prstGeom>
              <a:gradFill flip="none" rotWithShape="1">
                <a:gsLst>
                  <a:gs pos="0">
                    <a:srgbClr val="FAFBFF">
                      <a:alpha val="0"/>
                    </a:srgbClr>
                  </a:gs>
                  <a:gs pos="100000">
                    <a:srgbClr val="B1BBFE">
                      <a:alpha val="8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HarmonyOS Sans SC Medium" panose="00000600000000000000" pitchFamily="2" charset="-122"/>
                  <a:ea typeface="HarmonyOS Sans SC Medium" panose="00000600000000000000" pitchFamily="2" charset="-122"/>
                </a:endParaRPr>
              </a:p>
            </p:txBody>
          </p:sp>
          <p:sp>
            <p:nvSpPr>
              <p:cNvPr id="31" name="Freeform 8">
                <a:extLst>
                  <a:ext uri="{FF2B5EF4-FFF2-40B4-BE49-F238E27FC236}">
                    <a16:creationId xmlns:a16="http://schemas.microsoft.com/office/drawing/2014/main" id="{B2F1DEB6-8199-BC30-E83F-907FD704F0F8}"/>
                  </a:ext>
                </a:extLst>
              </p:cNvPr>
              <p:cNvSpPr>
                <a:spLocks/>
              </p:cNvSpPr>
              <p:nvPr/>
            </p:nvSpPr>
            <p:spPr bwMode="auto">
              <a:xfrm>
                <a:off x="6080949" y="1646686"/>
                <a:ext cx="558388" cy="324612"/>
              </a:xfrm>
              <a:custGeom>
                <a:avLst/>
                <a:gdLst>
                  <a:gd name="T0" fmla="*/ 316 w 334"/>
                  <a:gd name="T1" fmla="*/ 78 h 194"/>
                  <a:gd name="T2" fmla="*/ 316 w 334"/>
                  <a:gd name="T3" fmla="*/ 116 h 194"/>
                  <a:gd name="T4" fmla="*/ 200 w 334"/>
                  <a:gd name="T5" fmla="*/ 184 h 194"/>
                  <a:gd name="T6" fmla="*/ 135 w 334"/>
                  <a:gd name="T7" fmla="*/ 184 h 194"/>
                  <a:gd name="T8" fmla="*/ 18 w 334"/>
                  <a:gd name="T9" fmla="*/ 116 h 194"/>
                  <a:gd name="T10" fmla="*/ 17 w 334"/>
                  <a:gd name="T11" fmla="*/ 78 h 194"/>
                  <a:gd name="T12" fmla="*/ 134 w 334"/>
                  <a:gd name="T13" fmla="*/ 11 h 194"/>
                  <a:gd name="T14" fmla="*/ 199 w 334"/>
                  <a:gd name="T15" fmla="*/ 11 h 194"/>
                  <a:gd name="T16" fmla="*/ 316 w 334"/>
                  <a:gd name="T17" fmla="*/ 7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194">
                    <a:moveTo>
                      <a:pt x="316" y="78"/>
                    </a:moveTo>
                    <a:cubicBezTo>
                      <a:pt x="334" y="89"/>
                      <a:pt x="334" y="106"/>
                      <a:pt x="316" y="116"/>
                    </a:cubicBezTo>
                    <a:cubicBezTo>
                      <a:pt x="200" y="184"/>
                      <a:pt x="200" y="184"/>
                      <a:pt x="200" y="184"/>
                    </a:cubicBezTo>
                    <a:cubicBezTo>
                      <a:pt x="182" y="194"/>
                      <a:pt x="153" y="194"/>
                      <a:pt x="135" y="184"/>
                    </a:cubicBezTo>
                    <a:cubicBezTo>
                      <a:pt x="18" y="116"/>
                      <a:pt x="18" y="116"/>
                      <a:pt x="18" y="116"/>
                    </a:cubicBezTo>
                    <a:cubicBezTo>
                      <a:pt x="0" y="106"/>
                      <a:pt x="0" y="89"/>
                      <a:pt x="17" y="78"/>
                    </a:cubicBezTo>
                    <a:cubicBezTo>
                      <a:pt x="134" y="11"/>
                      <a:pt x="134" y="11"/>
                      <a:pt x="134" y="11"/>
                    </a:cubicBezTo>
                    <a:cubicBezTo>
                      <a:pt x="152" y="0"/>
                      <a:pt x="181" y="0"/>
                      <a:pt x="199" y="11"/>
                    </a:cubicBezTo>
                    <a:lnTo>
                      <a:pt x="316" y="78"/>
                    </a:lnTo>
                    <a:close/>
                  </a:path>
                </a:pathLst>
              </a:custGeom>
              <a:gradFill>
                <a:gsLst>
                  <a:gs pos="0">
                    <a:srgbClr val="E7EBFF"/>
                  </a:gs>
                  <a:gs pos="100000">
                    <a:srgbClr val="B1BBFE"/>
                  </a:gs>
                </a:gsLst>
                <a:lin ang="5400000" scaled="1"/>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grpSp>
        <p:grpSp>
          <p:nvGrpSpPr>
            <p:cNvPr id="26" name="组合 25">
              <a:extLst>
                <a:ext uri="{FF2B5EF4-FFF2-40B4-BE49-F238E27FC236}">
                  <a16:creationId xmlns:a16="http://schemas.microsoft.com/office/drawing/2014/main" id="{055E3ED8-1FBC-3009-59AE-A1E62ABEB855}"/>
                </a:ext>
              </a:extLst>
            </p:cNvPr>
            <p:cNvGrpSpPr/>
            <p:nvPr/>
          </p:nvGrpSpPr>
          <p:grpSpPr>
            <a:xfrm>
              <a:off x="8067706" y="1110272"/>
              <a:ext cx="314813" cy="426358"/>
              <a:chOff x="5015659" y="3704732"/>
              <a:chExt cx="2016132" cy="2730498"/>
            </a:xfrm>
          </p:grpSpPr>
          <p:sp>
            <p:nvSpPr>
              <p:cNvPr id="27" name="Freeform 35">
                <a:extLst>
                  <a:ext uri="{FF2B5EF4-FFF2-40B4-BE49-F238E27FC236}">
                    <a16:creationId xmlns:a16="http://schemas.microsoft.com/office/drawing/2014/main" id="{632FE578-1D91-7858-3FF2-7E1435740983}"/>
                  </a:ext>
                </a:extLst>
              </p:cNvPr>
              <p:cNvSpPr>
                <a:spLocks/>
              </p:cNvSpPr>
              <p:nvPr/>
            </p:nvSpPr>
            <p:spPr bwMode="auto">
              <a:xfrm>
                <a:off x="5045828" y="3704732"/>
                <a:ext cx="1985963" cy="2708275"/>
              </a:xfrm>
              <a:custGeom>
                <a:avLst/>
                <a:gdLst>
                  <a:gd name="T0" fmla="*/ 502 w 525"/>
                  <a:gd name="T1" fmla="*/ 261 h 717"/>
                  <a:gd name="T2" fmla="*/ 58 w 525"/>
                  <a:gd name="T3" fmla="*/ 5 h 717"/>
                  <a:gd name="T4" fmla="*/ 42 w 525"/>
                  <a:gd name="T5" fmla="*/ 3 h 717"/>
                  <a:gd name="T6" fmla="*/ 0 w 525"/>
                  <a:gd name="T7" fmla="*/ 27 h 717"/>
                  <a:gd name="T8" fmla="*/ 16 w 525"/>
                  <a:gd name="T9" fmla="*/ 29 h 717"/>
                  <a:gd name="T10" fmla="*/ 460 w 525"/>
                  <a:gd name="T11" fmla="*/ 286 h 717"/>
                  <a:gd name="T12" fmla="*/ 483 w 525"/>
                  <a:gd name="T13" fmla="*/ 325 h 717"/>
                  <a:gd name="T14" fmla="*/ 482 w 525"/>
                  <a:gd name="T15" fmla="*/ 702 h 717"/>
                  <a:gd name="T16" fmla="*/ 476 w 525"/>
                  <a:gd name="T17" fmla="*/ 717 h 717"/>
                  <a:gd name="T18" fmla="*/ 518 w 525"/>
                  <a:gd name="T19" fmla="*/ 693 h 717"/>
                  <a:gd name="T20" fmla="*/ 524 w 525"/>
                  <a:gd name="T21" fmla="*/ 678 h 717"/>
                  <a:gd name="T22" fmla="*/ 524 w 525"/>
                  <a:gd name="T23" fmla="*/ 678 h 717"/>
                  <a:gd name="T24" fmla="*/ 525 w 525"/>
                  <a:gd name="T25" fmla="*/ 301 h 717"/>
                  <a:gd name="T26" fmla="*/ 502 w 525"/>
                  <a:gd name="T27" fmla="*/ 261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717">
                    <a:moveTo>
                      <a:pt x="502" y="261"/>
                    </a:moveTo>
                    <a:cubicBezTo>
                      <a:pt x="502" y="261"/>
                      <a:pt x="502" y="261"/>
                      <a:pt x="58" y="5"/>
                    </a:cubicBezTo>
                    <a:cubicBezTo>
                      <a:pt x="52" y="1"/>
                      <a:pt x="46" y="0"/>
                      <a:pt x="42" y="3"/>
                    </a:cubicBezTo>
                    <a:cubicBezTo>
                      <a:pt x="0" y="27"/>
                      <a:pt x="0" y="27"/>
                      <a:pt x="0" y="27"/>
                    </a:cubicBezTo>
                    <a:cubicBezTo>
                      <a:pt x="4" y="25"/>
                      <a:pt x="9" y="25"/>
                      <a:pt x="16" y="29"/>
                    </a:cubicBezTo>
                    <a:cubicBezTo>
                      <a:pt x="460" y="286"/>
                      <a:pt x="460" y="286"/>
                      <a:pt x="460" y="286"/>
                    </a:cubicBezTo>
                    <a:cubicBezTo>
                      <a:pt x="474" y="293"/>
                      <a:pt x="483" y="310"/>
                      <a:pt x="483" y="325"/>
                    </a:cubicBezTo>
                    <a:cubicBezTo>
                      <a:pt x="482" y="702"/>
                      <a:pt x="482" y="702"/>
                      <a:pt x="482" y="702"/>
                    </a:cubicBezTo>
                    <a:cubicBezTo>
                      <a:pt x="482" y="710"/>
                      <a:pt x="480" y="715"/>
                      <a:pt x="476" y="717"/>
                    </a:cubicBezTo>
                    <a:cubicBezTo>
                      <a:pt x="518" y="693"/>
                      <a:pt x="518" y="693"/>
                      <a:pt x="518" y="693"/>
                    </a:cubicBezTo>
                    <a:cubicBezTo>
                      <a:pt x="522" y="691"/>
                      <a:pt x="524" y="685"/>
                      <a:pt x="524" y="678"/>
                    </a:cubicBezTo>
                    <a:cubicBezTo>
                      <a:pt x="524" y="678"/>
                      <a:pt x="524" y="678"/>
                      <a:pt x="524" y="678"/>
                    </a:cubicBezTo>
                    <a:cubicBezTo>
                      <a:pt x="524" y="678"/>
                      <a:pt x="524" y="678"/>
                      <a:pt x="525" y="301"/>
                    </a:cubicBezTo>
                    <a:cubicBezTo>
                      <a:pt x="525" y="285"/>
                      <a:pt x="516" y="269"/>
                      <a:pt x="502" y="261"/>
                    </a:cubicBezTo>
                    <a:close/>
                  </a:path>
                </a:pathLst>
              </a:custGeom>
              <a:gradFill flip="none" rotWithShape="1">
                <a:gsLst>
                  <a:gs pos="0">
                    <a:srgbClr val="3749CC"/>
                  </a:gs>
                  <a:gs pos="100000">
                    <a:srgbClr val="6578F0">
                      <a:alpha val="70000"/>
                    </a:srgbClr>
                  </a:gs>
                </a:gsLst>
                <a:lin ang="5400000" scaled="1"/>
                <a:tileRect/>
              </a:gra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sp>
            <p:nvSpPr>
              <p:cNvPr id="28" name="Freeform 36">
                <a:extLst>
                  <a:ext uri="{FF2B5EF4-FFF2-40B4-BE49-F238E27FC236}">
                    <a16:creationId xmlns:a16="http://schemas.microsoft.com/office/drawing/2014/main" id="{BDD0545C-AA36-A56F-D286-4A9C49B6B36A}"/>
                  </a:ext>
                </a:extLst>
              </p:cNvPr>
              <p:cNvSpPr>
                <a:spLocks/>
              </p:cNvSpPr>
              <p:nvPr/>
            </p:nvSpPr>
            <p:spPr bwMode="auto">
              <a:xfrm>
                <a:off x="5015659" y="3787282"/>
                <a:ext cx="1857374" cy="2647948"/>
              </a:xfrm>
              <a:custGeom>
                <a:avLst/>
                <a:gdLst>
                  <a:gd name="T0" fmla="*/ 468 w 491"/>
                  <a:gd name="T1" fmla="*/ 264 h 701"/>
                  <a:gd name="T2" fmla="*/ 491 w 491"/>
                  <a:gd name="T3" fmla="*/ 303 h 701"/>
                  <a:gd name="T4" fmla="*/ 490 w 491"/>
                  <a:gd name="T5" fmla="*/ 680 h 701"/>
                  <a:gd name="T6" fmla="*/ 467 w 491"/>
                  <a:gd name="T7" fmla="*/ 693 h 701"/>
                  <a:gd name="T8" fmla="*/ 276 w 491"/>
                  <a:gd name="T9" fmla="*/ 583 h 701"/>
                  <a:gd name="T10" fmla="*/ 184 w 491"/>
                  <a:gd name="T11" fmla="*/ 530 h 701"/>
                  <a:gd name="T12" fmla="*/ 161 w 491"/>
                  <a:gd name="T13" fmla="*/ 517 h 701"/>
                  <a:gd name="T14" fmla="*/ 155 w 491"/>
                  <a:gd name="T15" fmla="*/ 513 h 701"/>
                  <a:gd name="T16" fmla="*/ 92 w 491"/>
                  <a:gd name="T17" fmla="*/ 547 h 701"/>
                  <a:gd name="T18" fmla="*/ 76 w 491"/>
                  <a:gd name="T19" fmla="*/ 547 h 701"/>
                  <a:gd name="T20" fmla="*/ 61 w 491"/>
                  <a:gd name="T21" fmla="*/ 529 h 701"/>
                  <a:gd name="T22" fmla="*/ 59 w 491"/>
                  <a:gd name="T23" fmla="*/ 528 h 701"/>
                  <a:gd name="T24" fmla="*/ 57 w 491"/>
                  <a:gd name="T25" fmla="*/ 525 h 701"/>
                  <a:gd name="T26" fmla="*/ 57 w 491"/>
                  <a:gd name="T27" fmla="*/ 523 h 701"/>
                  <a:gd name="T28" fmla="*/ 55 w 491"/>
                  <a:gd name="T29" fmla="*/ 519 h 701"/>
                  <a:gd name="T30" fmla="*/ 55 w 491"/>
                  <a:gd name="T31" fmla="*/ 517 h 701"/>
                  <a:gd name="T32" fmla="*/ 53 w 491"/>
                  <a:gd name="T33" fmla="*/ 512 h 701"/>
                  <a:gd name="T34" fmla="*/ 53 w 491"/>
                  <a:gd name="T35" fmla="*/ 507 h 701"/>
                  <a:gd name="T36" fmla="*/ 54 w 491"/>
                  <a:gd name="T37" fmla="*/ 455 h 701"/>
                  <a:gd name="T38" fmla="*/ 50 w 491"/>
                  <a:gd name="T39" fmla="*/ 453 h 701"/>
                  <a:gd name="T40" fmla="*/ 23 w 491"/>
                  <a:gd name="T41" fmla="*/ 437 h 701"/>
                  <a:gd name="T42" fmla="*/ 0 w 491"/>
                  <a:gd name="T43" fmla="*/ 398 h 701"/>
                  <a:gd name="T44" fmla="*/ 1 w 491"/>
                  <a:gd name="T45" fmla="*/ 20 h 701"/>
                  <a:gd name="T46" fmla="*/ 24 w 491"/>
                  <a:gd name="T47" fmla="*/ 7 h 701"/>
                  <a:gd name="T48" fmla="*/ 468 w 491"/>
                  <a:gd name="T49" fmla="*/ 264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 h="701">
                    <a:moveTo>
                      <a:pt x="468" y="264"/>
                    </a:moveTo>
                    <a:cubicBezTo>
                      <a:pt x="482" y="271"/>
                      <a:pt x="491" y="288"/>
                      <a:pt x="491" y="303"/>
                    </a:cubicBezTo>
                    <a:cubicBezTo>
                      <a:pt x="490" y="680"/>
                      <a:pt x="490" y="680"/>
                      <a:pt x="490" y="680"/>
                    </a:cubicBezTo>
                    <a:cubicBezTo>
                      <a:pt x="490" y="696"/>
                      <a:pt x="480" y="701"/>
                      <a:pt x="467" y="693"/>
                    </a:cubicBezTo>
                    <a:cubicBezTo>
                      <a:pt x="276" y="583"/>
                      <a:pt x="276" y="583"/>
                      <a:pt x="276" y="583"/>
                    </a:cubicBezTo>
                    <a:cubicBezTo>
                      <a:pt x="184" y="530"/>
                      <a:pt x="184" y="530"/>
                      <a:pt x="184" y="530"/>
                    </a:cubicBezTo>
                    <a:cubicBezTo>
                      <a:pt x="161" y="517"/>
                      <a:pt x="161" y="517"/>
                      <a:pt x="161" y="517"/>
                    </a:cubicBezTo>
                    <a:cubicBezTo>
                      <a:pt x="155" y="513"/>
                      <a:pt x="155" y="513"/>
                      <a:pt x="155" y="513"/>
                    </a:cubicBezTo>
                    <a:cubicBezTo>
                      <a:pt x="92" y="547"/>
                      <a:pt x="92" y="547"/>
                      <a:pt x="92" y="547"/>
                    </a:cubicBezTo>
                    <a:cubicBezTo>
                      <a:pt x="88" y="551"/>
                      <a:pt x="82" y="550"/>
                      <a:pt x="76" y="547"/>
                    </a:cubicBezTo>
                    <a:cubicBezTo>
                      <a:pt x="71" y="544"/>
                      <a:pt x="65" y="538"/>
                      <a:pt x="61" y="529"/>
                    </a:cubicBezTo>
                    <a:cubicBezTo>
                      <a:pt x="59" y="528"/>
                      <a:pt x="59" y="528"/>
                      <a:pt x="59" y="528"/>
                    </a:cubicBezTo>
                    <a:cubicBezTo>
                      <a:pt x="57" y="525"/>
                      <a:pt x="57" y="525"/>
                      <a:pt x="57" y="525"/>
                    </a:cubicBezTo>
                    <a:cubicBezTo>
                      <a:pt x="57" y="523"/>
                      <a:pt x="57" y="523"/>
                      <a:pt x="57" y="523"/>
                    </a:cubicBezTo>
                    <a:cubicBezTo>
                      <a:pt x="55" y="522"/>
                      <a:pt x="55" y="520"/>
                      <a:pt x="55" y="519"/>
                    </a:cubicBezTo>
                    <a:cubicBezTo>
                      <a:pt x="55" y="517"/>
                      <a:pt x="55" y="517"/>
                      <a:pt x="55" y="517"/>
                    </a:cubicBezTo>
                    <a:cubicBezTo>
                      <a:pt x="55" y="515"/>
                      <a:pt x="53" y="514"/>
                      <a:pt x="53" y="512"/>
                    </a:cubicBezTo>
                    <a:cubicBezTo>
                      <a:pt x="53" y="512"/>
                      <a:pt x="53" y="510"/>
                      <a:pt x="53" y="507"/>
                    </a:cubicBezTo>
                    <a:cubicBezTo>
                      <a:pt x="54" y="455"/>
                      <a:pt x="54" y="455"/>
                      <a:pt x="54" y="455"/>
                    </a:cubicBezTo>
                    <a:cubicBezTo>
                      <a:pt x="50" y="453"/>
                      <a:pt x="50" y="453"/>
                      <a:pt x="50" y="453"/>
                    </a:cubicBezTo>
                    <a:cubicBezTo>
                      <a:pt x="23" y="437"/>
                      <a:pt x="23" y="437"/>
                      <a:pt x="23" y="437"/>
                    </a:cubicBezTo>
                    <a:cubicBezTo>
                      <a:pt x="10" y="429"/>
                      <a:pt x="0" y="413"/>
                      <a:pt x="0" y="398"/>
                    </a:cubicBezTo>
                    <a:cubicBezTo>
                      <a:pt x="1" y="20"/>
                      <a:pt x="1" y="20"/>
                      <a:pt x="1" y="20"/>
                    </a:cubicBezTo>
                    <a:cubicBezTo>
                      <a:pt x="1" y="5"/>
                      <a:pt x="11" y="0"/>
                      <a:pt x="24" y="7"/>
                    </a:cubicBezTo>
                    <a:cubicBezTo>
                      <a:pt x="468" y="264"/>
                      <a:pt x="468" y="264"/>
                      <a:pt x="468" y="264"/>
                    </a:cubicBezTo>
                    <a:close/>
                  </a:path>
                </a:pathLst>
              </a:custGeom>
              <a:gradFill flip="none" rotWithShape="1">
                <a:gsLst>
                  <a:gs pos="0">
                    <a:srgbClr val="3749CC"/>
                  </a:gs>
                  <a:gs pos="100000">
                    <a:srgbClr val="6578F0"/>
                  </a:gs>
                </a:gsLst>
                <a:lin ang="16200000" scaled="1"/>
                <a:tileRect/>
              </a:gradFill>
              <a:ln w="9525">
                <a:noFill/>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HarmonyOS Sans SC Medium" panose="00000600000000000000" pitchFamily="2" charset="-122"/>
                  <a:ea typeface="HarmonyOS Sans SC Medium" panose="00000600000000000000" pitchFamily="2" charset="-122"/>
                </a:endParaRPr>
              </a:p>
            </p:txBody>
          </p:sp>
        </p:grpSp>
      </p:grpSp>
      <p:sp>
        <p:nvSpPr>
          <p:cNvPr id="258" name="文本框 257">
            <a:extLst>
              <a:ext uri="{FF2B5EF4-FFF2-40B4-BE49-F238E27FC236}">
                <a16:creationId xmlns:a16="http://schemas.microsoft.com/office/drawing/2014/main" id="{9B40029F-A304-5E2A-2599-A8C1D9E58061}"/>
              </a:ext>
            </a:extLst>
          </p:cNvPr>
          <p:cNvSpPr txBox="1"/>
          <p:nvPr/>
        </p:nvSpPr>
        <p:spPr>
          <a:xfrm>
            <a:off x="3853897" y="1993413"/>
            <a:ext cx="492443" cy="276999"/>
          </a:xfrm>
          <a:prstGeom prst="rect">
            <a:avLst/>
          </a:prstGeom>
          <a:noFill/>
          <a:scene3d>
            <a:camera prst="isometricBottomDown"/>
            <a:lightRig rig="threePt" dir="t"/>
          </a:scene3d>
        </p:spPr>
        <p:txBody>
          <a:bodyPr wrap="none" rtlCol="0">
            <a:spAutoFit/>
          </a:bodyPr>
          <a:lstStyle/>
          <a:p>
            <a:r>
              <a:rPr lang="zh-CN" altLang="en-US" sz="1200" dirty="0">
                <a:solidFill>
                  <a:srgbClr val="3749CC"/>
                </a:solidFill>
                <a:latin typeface="HarmonyOS Sans SC Medium" panose="00000600000000000000" pitchFamily="2" charset="-122"/>
                <a:ea typeface="HarmonyOS Sans SC Medium" panose="00000600000000000000" pitchFamily="2" charset="-122"/>
              </a:rPr>
              <a:t>检索</a:t>
            </a:r>
          </a:p>
        </p:txBody>
      </p:sp>
      <p:sp>
        <p:nvSpPr>
          <p:cNvPr id="259" name="文本框 258">
            <a:extLst>
              <a:ext uri="{FF2B5EF4-FFF2-40B4-BE49-F238E27FC236}">
                <a16:creationId xmlns:a16="http://schemas.microsoft.com/office/drawing/2014/main" id="{22A4C40C-EE92-6AB7-59E1-5DC1B306283A}"/>
              </a:ext>
            </a:extLst>
          </p:cNvPr>
          <p:cNvSpPr txBox="1"/>
          <p:nvPr/>
        </p:nvSpPr>
        <p:spPr>
          <a:xfrm>
            <a:off x="2411212" y="2419983"/>
            <a:ext cx="2031325" cy="276999"/>
          </a:xfrm>
          <a:prstGeom prst="rect">
            <a:avLst/>
          </a:prstGeom>
          <a:noFill/>
          <a:scene3d>
            <a:camera prst="isometricBottomDown"/>
            <a:lightRig rig="threePt" dir="t"/>
          </a:scene3d>
        </p:spPr>
        <p:txBody>
          <a:bodyPr wrap="none" rtlCol="0">
            <a:spAutoFit/>
          </a:bodyPr>
          <a:lstStyle/>
          <a:p>
            <a:r>
              <a:rPr lang="zh-CN" altLang="en-US" sz="1200" dirty="0">
                <a:solidFill>
                  <a:srgbClr val="3749CC"/>
                </a:solidFill>
                <a:latin typeface="HarmonyOS Sans SC Medium" panose="00000600000000000000" pitchFamily="2" charset="-122"/>
                <a:ea typeface="HarmonyOS Sans SC Medium" panose="00000600000000000000" pitchFamily="2" charset="-122"/>
              </a:rPr>
              <a:t>分块、生成向量持久化存储</a:t>
            </a:r>
          </a:p>
        </p:txBody>
      </p:sp>
      <p:sp>
        <p:nvSpPr>
          <p:cNvPr id="266" name="箭头: 右 265">
            <a:extLst>
              <a:ext uri="{FF2B5EF4-FFF2-40B4-BE49-F238E27FC236}">
                <a16:creationId xmlns:a16="http://schemas.microsoft.com/office/drawing/2014/main" id="{69E25C56-F0DF-9C40-9E5B-99E3BCD90A65}"/>
              </a:ext>
            </a:extLst>
          </p:cNvPr>
          <p:cNvSpPr/>
          <p:nvPr/>
        </p:nvSpPr>
        <p:spPr>
          <a:xfrm>
            <a:off x="7426270" y="3915587"/>
            <a:ext cx="813141" cy="638897"/>
          </a:xfrm>
          <a:prstGeom prst="rightArrow">
            <a:avLst/>
          </a:prstGeom>
          <a:gradFill flip="none" rotWithShape="1">
            <a:gsLst>
              <a:gs pos="0">
                <a:srgbClr val="8E9CEF"/>
              </a:gs>
              <a:gs pos="100000">
                <a:srgbClr val="8E9CEF">
                  <a:alpha val="0"/>
                </a:srgbClr>
              </a:gs>
            </a:gsLst>
            <a:lin ang="10800000" scaled="1"/>
            <a:tileRect/>
          </a:gradFill>
          <a:ln>
            <a:noFill/>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7" name="箭头: 右 266">
            <a:extLst>
              <a:ext uri="{FF2B5EF4-FFF2-40B4-BE49-F238E27FC236}">
                <a16:creationId xmlns:a16="http://schemas.microsoft.com/office/drawing/2014/main" id="{09CCE0ED-8EEF-8270-C9C6-7D2D8DFBE41B}"/>
              </a:ext>
            </a:extLst>
          </p:cNvPr>
          <p:cNvSpPr/>
          <p:nvPr/>
        </p:nvSpPr>
        <p:spPr>
          <a:xfrm>
            <a:off x="6526584" y="4386321"/>
            <a:ext cx="878614" cy="690340"/>
          </a:xfrm>
          <a:prstGeom prst="rightArrow">
            <a:avLst/>
          </a:prstGeom>
          <a:gradFill flip="none" rotWithShape="1">
            <a:gsLst>
              <a:gs pos="0">
                <a:srgbClr val="8E9CEF"/>
              </a:gs>
              <a:gs pos="100000">
                <a:srgbClr val="8E9CEF">
                  <a:alpha val="0"/>
                </a:srgbClr>
              </a:gs>
            </a:gsLst>
            <a:lin ang="10800000" scaled="1"/>
            <a:tileRect/>
          </a:gradFill>
          <a:ln>
            <a:noFill/>
          </a:ln>
          <a:scene3d>
            <a:camera prst="isometricBottom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8" name="文本框 267">
            <a:extLst>
              <a:ext uri="{FF2B5EF4-FFF2-40B4-BE49-F238E27FC236}">
                <a16:creationId xmlns:a16="http://schemas.microsoft.com/office/drawing/2014/main" id="{AA1E027D-38A0-9684-9333-1FF4F3E7ED9C}"/>
              </a:ext>
            </a:extLst>
          </p:cNvPr>
          <p:cNvSpPr txBox="1"/>
          <p:nvPr/>
        </p:nvSpPr>
        <p:spPr>
          <a:xfrm>
            <a:off x="3165196" y="2172789"/>
            <a:ext cx="1338828" cy="369332"/>
          </a:xfrm>
          <a:prstGeom prst="rect">
            <a:avLst/>
          </a:prstGeom>
          <a:noFill/>
          <a:scene3d>
            <a:camera prst="isometricBottomDown"/>
            <a:lightRig rig="threePt" dir="t"/>
          </a:scene3d>
        </p:spPr>
        <p:txBody>
          <a:bodyPr wrap="none" rtlCol="0">
            <a:spAutoFit/>
          </a:bodyPr>
          <a:lstStyle/>
          <a:p>
            <a:r>
              <a:rPr lang="zh-CN" altLang="en-US" dirty="0">
                <a:solidFill>
                  <a:srgbClr val="3749CC"/>
                </a:solidFill>
                <a:latin typeface="HarmonyOS Sans SC Medium" panose="00000600000000000000" pitchFamily="2" charset="-122"/>
                <a:ea typeface="HarmonyOS Sans SC Medium" panose="00000600000000000000" pitchFamily="2" charset="-122"/>
              </a:rPr>
              <a:t>知识库构建</a:t>
            </a:r>
          </a:p>
        </p:txBody>
      </p:sp>
      <p:pic>
        <p:nvPicPr>
          <p:cNvPr id="13" name="图片 12">
            <a:extLst>
              <a:ext uri="{FF2B5EF4-FFF2-40B4-BE49-F238E27FC236}">
                <a16:creationId xmlns:a16="http://schemas.microsoft.com/office/drawing/2014/main" id="{886CCF9D-60A3-39DF-8E29-11A2629154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8180" y="692408"/>
            <a:ext cx="271061" cy="271061"/>
          </a:xfrm>
          <a:prstGeom prst="rect">
            <a:avLst/>
          </a:prstGeom>
        </p:spPr>
      </p:pic>
      <p:sp>
        <p:nvSpPr>
          <p:cNvPr id="14" name="文本框 13">
            <a:extLst>
              <a:ext uri="{FF2B5EF4-FFF2-40B4-BE49-F238E27FC236}">
                <a16:creationId xmlns:a16="http://schemas.microsoft.com/office/drawing/2014/main" id="{F44BB015-F9D7-1DCB-3CF7-0B46E941616D}"/>
              </a:ext>
            </a:extLst>
          </p:cNvPr>
          <p:cNvSpPr txBox="1"/>
          <p:nvPr/>
        </p:nvSpPr>
        <p:spPr>
          <a:xfrm>
            <a:off x="1303431" y="1355356"/>
            <a:ext cx="877163" cy="369332"/>
          </a:xfrm>
          <a:prstGeom prst="rect">
            <a:avLst/>
          </a:prstGeom>
          <a:noFill/>
          <a:scene3d>
            <a:camera prst="isometricBottomDown"/>
            <a:lightRig rig="threePt" dir="t"/>
          </a:scene3d>
        </p:spPr>
        <p:txBody>
          <a:bodyPr wrap="none" rtlCol="0">
            <a:spAutoFit/>
          </a:bodyPr>
          <a:lstStyle/>
          <a:p>
            <a:r>
              <a:rPr lang="zh-CN" altLang="en-US" b="1" dirty="0">
                <a:ea typeface="HarmonyOS Sans SC Black" panose="00000A00000000000000" pitchFamily="2" charset="-122"/>
              </a:rPr>
              <a:t>数据库</a:t>
            </a:r>
          </a:p>
        </p:txBody>
      </p:sp>
      <p:sp>
        <p:nvSpPr>
          <p:cNvPr id="17" name="文本框 16">
            <a:extLst>
              <a:ext uri="{FF2B5EF4-FFF2-40B4-BE49-F238E27FC236}">
                <a16:creationId xmlns:a16="http://schemas.microsoft.com/office/drawing/2014/main" id="{D60D5D08-2918-5DE8-024D-9A45310DEA5E}"/>
              </a:ext>
            </a:extLst>
          </p:cNvPr>
          <p:cNvSpPr txBox="1"/>
          <p:nvPr/>
        </p:nvSpPr>
        <p:spPr>
          <a:xfrm>
            <a:off x="4262117" y="3641266"/>
            <a:ext cx="976381" cy="274321"/>
          </a:xfrm>
          <a:prstGeom prst="rect">
            <a:avLst/>
          </a:prstGeom>
          <a:noFill/>
          <a:scene3d>
            <a:camera prst="isometricBottomDown"/>
            <a:lightRig rig="threePt" dir="t"/>
          </a:scene3d>
        </p:spPr>
        <p:txBody>
          <a:bodyPr wrap="square" rtlCol="0">
            <a:spAutoFit/>
          </a:bodyPr>
          <a:lstStyle/>
          <a:p>
            <a:r>
              <a:rPr lang="en-US" altLang="zh-CN" sz="1200" b="1" dirty="0">
                <a:ea typeface="HarmonyOS Sans SC Black" panose="00000A00000000000000" pitchFamily="2" charset="-122"/>
              </a:rPr>
              <a:t>Document</a:t>
            </a:r>
            <a:endParaRPr lang="zh-CN" altLang="en-US" sz="1200" b="1" dirty="0">
              <a:ea typeface="HarmonyOS Sans SC Black" panose="00000A00000000000000" pitchFamily="2" charset="-122"/>
            </a:endParaRPr>
          </a:p>
        </p:txBody>
      </p:sp>
      <p:sp>
        <p:nvSpPr>
          <p:cNvPr id="18" name="文本框 17">
            <a:extLst>
              <a:ext uri="{FF2B5EF4-FFF2-40B4-BE49-F238E27FC236}">
                <a16:creationId xmlns:a16="http://schemas.microsoft.com/office/drawing/2014/main" id="{CC7867DC-B341-42DB-3E22-C25756D449CB}"/>
              </a:ext>
            </a:extLst>
          </p:cNvPr>
          <p:cNvSpPr txBox="1"/>
          <p:nvPr/>
        </p:nvSpPr>
        <p:spPr>
          <a:xfrm>
            <a:off x="5397151" y="3061886"/>
            <a:ext cx="976381" cy="274321"/>
          </a:xfrm>
          <a:prstGeom prst="rect">
            <a:avLst/>
          </a:prstGeom>
          <a:noFill/>
          <a:scene3d>
            <a:camera prst="isometricBottomDown"/>
            <a:lightRig rig="threePt" dir="t"/>
          </a:scene3d>
        </p:spPr>
        <p:txBody>
          <a:bodyPr wrap="square" rtlCol="0">
            <a:spAutoFit/>
          </a:bodyPr>
          <a:lstStyle/>
          <a:p>
            <a:r>
              <a:rPr lang="en-US" altLang="zh-CN" sz="1200" b="1" dirty="0">
                <a:ea typeface="HarmonyOS Sans SC Black" panose="00000A00000000000000" pitchFamily="2" charset="-122"/>
              </a:rPr>
              <a:t>Vector</a:t>
            </a:r>
            <a:endParaRPr lang="zh-CN" altLang="en-US" sz="1200" b="1" dirty="0">
              <a:ea typeface="HarmonyOS Sans SC Black" panose="00000A00000000000000" pitchFamily="2" charset="-122"/>
            </a:endParaRPr>
          </a:p>
        </p:txBody>
      </p:sp>
      <p:sp>
        <p:nvSpPr>
          <p:cNvPr id="19" name="文本框 18">
            <a:extLst>
              <a:ext uri="{FF2B5EF4-FFF2-40B4-BE49-F238E27FC236}">
                <a16:creationId xmlns:a16="http://schemas.microsoft.com/office/drawing/2014/main" id="{1A9BAE80-E767-1227-BB98-C4DD5D76CA95}"/>
              </a:ext>
            </a:extLst>
          </p:cNvPr>
          <p:cNvSpPr txBox="1"/>
          <p:nvPr/>
        </p:nvSpPr>
        <p:spPr>
          <a:xfrm>
            <a:off x="6313790" y="2387465"/>
            <a:ext cx="976381" cy="274321"/>
          </a:xfrm>
          <a:prstGeom prst="rect">
            <a:avLst/>
          </a:prstGeom>
          <a:noFill/>
          <a:scene3d>
            <a:camera prst="isometricBottomDown"/>
            <a:lightRig rig="threePt" dir="t"/>
          </a:scene3d>
        </p:spPr>
        <p:txBody>
          <a:bodyPr wrap="square" rtlCol="0">
            <a:spAutoFit/>
          </a:bodyPr>
          <a:lstStyle/>
          <a:p>
            <a:r>
              <a:rPr lang="en-US" altLang="zh-CN" sz="1200" b="1" dirty="0">
                <a:ea typeface="HarmonyOS Sans SC Black" panose="00000A00000000000000" pitchFamily="2" charset="-122"/>
              </a:rPr>
              <a:t>Activation</a:t>
            </a:r>
            <a:endParaRPr lang="zh-CN" altLang="en-US" sz="1200" b="1" dirty="0">
              <a:ea typeface="HarmonyOS Sans SC Black" panose="00000A00000000000000" pitchFamily="2" charset="-122"/>
            </a:endParaRPr>
          </a:p>
        </p:txBody>
      </p:sp>
      <p:sp>
        <p:nvSpPr>
          <p:cNvPr id="32" name="文本框 31">
            <a:extLst>
              <a:ext uri="{FF2B5EF4-FFF2-40B4-BE49-F238E27FC236}">
                <a16:creationId xmlns:a16="http://schemas.microsoft.com/office/drawing/2014/main" id="{2BC57A07-2DD5-3344-B3E4-D0BFC37463C9}"/>
              </a:ext>
            </a:extLst>
          </p:cNvPr>
          <p:cNvSpPr txBox="1"/>
          <p:nvPr/>
        </p:nvSpPr>
        <p:spPr>
          <a:xfrm>
            <a:off x="7532352" y="4046233"/>
            <a:ext cx="492443" cy="276999"/>
          </a:xfrm>
          <a:prstGeom prst="rect">
            <a:avLst/>
          </a:prstGeom>
          <a:noFill/>
          <a:scene3d>
            <a:camera prst="isometricBottomDown"/>
            <a:lightRig rig="threePt" dir="t"/>
          </a:scene3d>
        </p:spPr>
        <p:txBody>
          <a:bodyPr wrap="none" rtlCol="0">
            <a:spAutoFit/>
          </a:bodyPr>
          <a:lstStyle/>
          <a:p>
            <a:r>
              <a:rPr lang="zh-CN" altLang="en-US" sz="1200" dirty="0">
                <a:solidFill>
                  <a:srgbClr val="3749CC"/>
                </a:solidFill>
                <a:latin typeface="HarmonyOS Sans SC Medium" panose="00000600000000000000" pitchFamily="2" charset="-122"/>
                <a:ea typeface="HarmonyOS Sans SC Medium" panose="00000600000000000000" pitchFamily="2" charset="-122"/>
              </a:rPr>
              <a:t>检索</a:t>
            </a:r>
          </a:p>
        </p:txBody>
      </p:sp>
      <p:sp>
        <p:nvSpPr>
          <p:cNvPr id="33" name="文本框 32">
            <a:extLst>
              <a:ext uri="{FF2B5EF4-FFF2-40B4-BE49-F238E27FC236}">
                <a16:creationId xmlns:a16="http://schemas.microsoft.com/office/drawing/2014/main" id="{06B8C0C9-3431-6497-55F7-EDE1D220E785}"/>
              </a:ext>
            </a:extLst>
          </p:cNvPr>
          <p:cNvSpPr txBox="1"/>
          <p:nvPr/>
        </p:nvSpPr>
        <p:spPr>
          <a:xfrm>
            <a:off x="6430340" y="4533006"/>
            <a:ext cx="954107" cy="276999"/>
          </a:xfrm>
          <a:prstGeom prst="rect">
            <a:avLst/>
          </a:prstGeom>
          <a:noFill/>
          <a:scene3d>
            <a:camera prst="isometricBottomDown"/>
            <a:lightRig rig="threePt" dir="t"/>
          </a:scene3d>
        </p:spPr>
        <p:txBody>
          <a:bodyPr wrap="none" rtlCol="0">
            <a:spAutoFit/>
          </a:bodyPr>
          <a:lstStyle/>
          <a:p>
            <a:r>
              <a:rPr lang="zh-CN" altLang="en-US" sz="1200" dirty="0">
                <a:solidFill>
                  <a:srgbClr val="3749CC"/>
                </a:solidFill>
                <a:latin typeface="HarmonyOS Sans SC Medium" panose="00000600000000000000" pitchFamily="2" charset="-122"/>
                <a:ea typeface="HarmonyOS Sans SC Medium" panose="00000600000000000000" pitchFamily="2" charset="-122"/>
              </a:rPr>
              <a:t>抽取、分词</a:t>
            </a:r>
          </a:p>
        </p:txBody>
      </p:sp>
      <p:sp>
        <p:nvSpPr>
          <p:cNvPr id="34" name="文本框 33">
            <a:extLst>
              <a:ext uri="{FF2B5EF4-FFF2-40B4-BE49-F238E27FC236}">
                <a16:creationId xmlns:a16="http://schemas.microsoft.com/office/drawing/2014/main" id="{90F72EC5-0AED-5CD0-7A58-C15042C737D2}"/>
              </a:ext>
            </a:extLst>
          </p:cNvPr>
          <p:cNvSpPr txBox="1"/>
          <p:nvPr/>
        </p:nvSpPr>
        <p:spPr>
          <a:xfrm>
            <a:off x="7413345" y="5172219"/>
            <a:ext cx="1285270" cy="400110"/>
          </a:xfrm>
          <a:prstGeom prst="rect">
            <a:avLst/>
          </a:prstGeom>
          <a:noFill/>
          <a:scene3d>
            <a:camera prst="isometricBottomDown"/>
            <a:lightRig rig="threePt" dir="t"/>
          </a:scene3d>
        </p:spPr>
        <p:txBody>
          <a:bodyPr wrap="square" rtlCol="0">
            <a:spAutoFit/>
          </a:bodyPr>
          <a:lstStyle/>
          <a:p>
            <a:pPr algn="ctr"/>
            <a:r>
              <a:rPr lang="en-US" altLang="zh-CN" sz="1000" b="1" dirty="0"/>
              <a:t>all-MiniLM-L6-v2 </a:t>
            </a:r>
            <a:r>
              <a:rPr lang="zh-CN" altLang="en-US" sz="1000" b="1" dirty="0"/>
              <a:t>嵌入模型</a:t>
            </a:r>
            <a:endParaRPr lang="zh-CN" altLang="en-US" sz="1000" b="1" dirty="0">
              <a:ea typeface="HarmonyOS Sans SC Black" panose="00000A00000000000000" pitchFamily="2" charset="-122"/>
            </a:endParaRPr>
          </a:p>
        </p:txBody>
      </p:sp>
      <p:sp>
        <p:nvSpPr>
          <p:cNvPr id="35" name="文本框 34">
            <a:extLst>
              <a:ext uri="{FF2B5EF4-FFF2-40B4-BE49-F238E27FC236}">
                <a16:creationId xmlns:a16="http://schemas.microsoft.com/office/drawing/2014/main" id="{6E6AD23B-1913-C7E9-12AF-B1152534B4BD}"/>
              </a:ext>
            </a:extLst>
          </p:cNvPr>
          <p:cNvSpPr txBox="1"/>
          <p:nvPr/>
        </p:nvSpPr>
        <p:spPr>
          <a:xfrm>
            <a:off x="8769868" y="4454378"/>
            <a:ext cx="1208985" cy="246221"/>
          </a:xfrm>
          <a:prstGeom prst="rect">
            <a:avLst/>
          </a:prstGeom>
          <a:noFill/>
          <a:scene3d>
            <a:camera prst="isometricBottomDown"/>
            <a:lightRig rig="threePt" dir="t"/>
          </a:scene3d>
        </p:spPr>
        <p:txBody>
          <a:bodyPr wrap="square" rtlCol="0">
            <a:spAutoFit/>
          </a:bodyPr>
          <a:lstStyle/>
          <a:p>
            <a:pPr algn="ctr"/>
            <a:r>
              <a:rPr lang="en-US" altLang="zh-CN" sz="1000" b="1" dirty="0"/>
              <a:t>SQL</a:t>
            </a:r>
            <a:r>
              <a:rPr lang="zh-CN" altLang="en-US" sz="1000" b="1" dirty="0"/>
              <a:t>查询</a:t>
            </a:r>
            <a:endParaRPr lang="zh-CN" altLang="en-US" sz="1000" b="1" dirty="0">
              <a:ea typeface="HarmonyOS Sans SC Black" panose="00000A00000000000000" pitchFamily="2" charset="-122"/>
            </a:endParaRPr>
          </a:p>
        </p:txBody>
      </p:sp>
    </p:spTree>
    <p:extLst>
      <p:ext uri="{BB962C8B-B14F-4D97-AF65-F5344CB8AC3E}">
        <p14:creationId xmlns:p14="http://schemas.microsoft.com/office/powerpoint/2010/main" val="6320078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Freeform 20">
            <a:extLst>
              <a:ext uri="{FF2B5EF4-FFF2-40B4-BE49-F238E27FC236}">
                <a16:creationId xmlns:a16="http://schemas.microsoft.com/office/drawing/2014/main" id="{25DADFA4-A227-D3C1-A330-6FE7F586E77B}"/>
              </a:ext>
            </a:extLst>
          </p:cNvPr>
          <p:cNvSpPr>
            <a:spLocks/>
          </p:cNvSpPr>
          <p:nvPr/>
        </p:nvSpPr>
        <p:spPr bwMode="auto">
          <a:xfrm>
            <a:off x="4165149" y="3485117"/>
            <a:ext cx="3328604" cy="1262515"/>
          </a:xfrm>
          <a:custGeom>
            <a:avLst/>
            <a:gdLst>
              <a:gd name="T0" fmla="*/ 0 w 4608"/>
              <a:gd name="T1" fmla="*/ 1143 h 1143"/>
              <a:gd name="T2" fmla="*/ 2302 w 4608"/>
              <a:gd name="T3" fmla="*/ 0 h 1143"/>
              <a:gd name="T4" fmla="*/ 4608 w 4608"/>
              <a:gd name="T5" fmla="*/ 1143 h 1143"/>
              <a:gd name="T6" fmla="*/ 0 w 4608"/>
              <a:gd name="T7" fmla="*/ 1143 h 1143"/>
            </a:gdLst>
            <a:ahLst/>
            <a:cxnLst>
              <a:cxn ang="0">
                <a:pos x="T0" y="T1"/>
              </a:cxn>
              <a:cxn ang="0">
                <a:pos x="T2" y="T3"/>
              </a:cxn>
              <a:cxn ang="0">
                <a:pos x="T4" y="T5"/>
              </a:cxn>
              <a:cxn ang="0">
                <a:pos x="T6" y="T7"/>
              </a:cxn>
            </a:cxnLst>
            <a:rect l="0" t="0" r="r" b="b"/>
            <a:pathLst>
              <a:path w="4608" h="1143">
                <a:moveTo>
                  <a:pt x="0" y="1143"/>
                </a:moveTo>
                <a:lnTo>
                  <a:pt x="2302" y="0"/>
                </a:lnTo>
                <a:lnTo>
                  <a:pt x="4608" y="1143"/>
                </a:lnTo>
                <a:lnTo>
                  <a:pt x="0" y="1143"/>
                </a:lnTo>
                <a:close/>
              </a:path>
            </a:pathLst>
          </a:custGeom>
          <a:gradFill flip="none" rotWithShape="1">
            <a:gsLst>
              <a:gs pos="0">
                <a:srgbClr val="D4D9F7">
                  <a:alpha val="69000"/>
                </a:srgbClr>
              </a:gs>
              <a:gs pos="100000">
                <a:srgbClr val="E7EBFF"/>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5" name="Freeform 20">
            <a:extLst>
              <a:ext uri="{FF2B5EF4-FFF2-40B4-BE49-F238E27FC236}">
                <a16:creationId xmlns:a16="http://schemas.microsoft.com/office/drawing/2014/main" id="{C61260ED-C8FE-8EDF-8343-61CE8901B334}"/>
              </a:ext>
            </a:extLst>
          </p:cNvPr>
          <p:cNvSpPr>
            <a:spLocks/>
          </p:cNvSpPr>
          <p:nvPr/>
        </p:nvSpPr>
        <p:spPr bwMode="auto">
          <a:xfrm>
            <a:off x="4165691" y="3231297"/>
            <a:ext cx="3328604" cy="1262516"/>
          </a:xfrm>
          <a:custGeom>
            <a:avLst/>
            <a:gdLst>
              <a:gd name="T0" fmla="*/ 0 w 4608"/>
              <a:gd name="T1" fmla="*/ 1143 h 1143"/>
              <a:gd name="T2" fmla="*/ 2302 w 4608"/>
              <a:gd name="T3" fmla="*/ 0 h 1143"/>
              <a:gd name="T4" fmla="*/ 4608 w 4608"/>
              <a:gd name="T5" fmla="*/ 1143 h 1143"/>
              <a:gd name="T6" fmla="*/ 0 w 4608"/>
              <a:gd name="T7" fmla="*/ 1143 h 1143"/>
            </a:gdLst>
            <a:ahLst/>
            <a:cxnLst>
              <a:cxn ang="0">
                <a:pos x="T0" y="T1"/>
              </a:cxn>
              <a:cxn ang="0">
                <a:pos x="T2" y="T3"/>
              </a:cxn>
              <a:cxn ang="0">
                <a:pos x="T4" y="T5"/>
              </a:cxn>
              <a:cxn ang="0">
                <a:pos x="T6" y="T7"/>
              </a:cxn>
            </a:cxnLst>
            <a:rect l="0" t="0" r="r" b="b"/>
            <a:pathLst>
              <a:path w="4608" h="1143">
                <a:moveTo>
                  <a:pt x="0" y="1143"/>
                </a:moveTo>
                <a:lnTo>
                  <a:pt x="2302" y="0"/>
                </a:lnTo>
                <a:lnTo>
                  <a:pt x="4608" y="1143"/>
                </a:lnTo>
                <a:lnTo>
                  <a:pt x="0" y="1143"/>
                </a:lnTo>
                <a:close/>
              </a:path>
            </a:pathLst>
          </a:custGeom>
          <a:gradFill flip="none" rotWithShape="1">
            <a:gsLst>
              <a:gs pos="0">
                <a:srgbClr val="6578F0">
                  <a:alpha val="20000"/>
                </a:srgbClr>
              </a:gs>
              <a:gs pos="100000">
                <a:srgbClr val="6578F0">
                  <a:alpha val="7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4" name="Rectangle 19">
            <a:extLst>
              <a:ext uri="{FF2B5EF4-FFF2-40B4-BE49-F238E27FC236}">
                <a16:creationId xmlns:a16="http://schemas.microsoft.com/office/drawing/2014/main" id="{DE368C56-3C80-F380-3F03-4A7A89D7CBD2}"/>
              </a:ext>
            </a:extLst>
          </p:cNvPr>
          <p:cNvSpPr>
            <a:spLocks noChangeArrowheads="1"/>
          </p:cNvSpPr>
          <p:nvPr/>
        </p:nvSpPr>
        <p:spPr bwMode="auto">
          <a:xfrm>
            <a:off x="4165691" y="4493813"/>
            <a:ext cx="3328604" cy="241900"/>
          </a:xfrm>
          <a:prstGeom prst="rect">
            <a:avLst/>
          </a:prstGeom>
          <a:gradFill flip="none" rotWithShape="1">
            <a:gsLst>
              <a:gs pos="0">
                <a:srgbClr val="D4D9F7">
                  <a:alpha val="24000"/>
                </a:srgbClr>
              </a:gs>
              <a:gs pos="100000">
                <a:srgbClr val="7584E5">
                  <a:alpha val="61000"/>
                </a:srgbClr>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50" name="组合 49">
            <a:extLst>
              <a:ext uri="{FF2B5EF4-FFF2-40B4-BE49-F238E27FC236}">
                <a16:creationId xmlns:a16="http://schemas.microsoft.com/office/drawing/2014/main" id="{F019CC1B-CBC2-9118-9D8B-F8F08DA214D0}"/>
              </a:ext>
            </a:extLst>
          </p:cNvPr>
          <p:cNvGrpSpPr/>
          <p:nvPr/>
        </p:nvGrpSpPr>
        <p:grpSpPr>
          <a:xfrm>
            <a:off x="4879170" y="1050231"/>
            <a:ext cx="1773382" cy="1929583"/>
            <a:chOff x="5343928" y="1149983"/>
            <a:chExt cx="1773382" cy="1929583"/>
          </a:xfrm>
        </p:grpSpPr>
        <p:grpSp>
          <p:nvGrpSpPr>
            <p:cNvPr id="21" name="组合 20">
              <a:extLst>
                <a:ext uri="{FF2B5EF4-FFF2-40B4-BE49-F238E27FC236}">
                  <a16:creationId xmlns:a16="http://schemas.microsoft.com/office/drawing/2014/main" id="{0E33346D-E454-3CD6-F07B-BA20E12F6AA7}"/>
                </a:ext>
              </a:extLst>
            </p:cNvPr>
            <p:cNvGrpSpPr/>
            <p:nvPr/>
          </p:nvGrpSpPr>
          <p:grpSpPr>
            <a:xfrm>
              <a:off x="5826820" y="1149983"/>
              <a:ext cx="807598" cy="1085998"/>
              <a:chOff x="5826820" y="1149983"/>
              <a:chExt cx="807598" cy="1085998"/>
            </a:xfrm>
          </p:grpSpPr>
          <p:grpSp>
            <p:nvGrpSpPr>
              <p:cNvPr id="6" name="组合 5">
                <a:extLst>
                  <a:ext uri="{FF2B5EF4-FFF2-40B4-BE49-F238E27FC236}">
                    <a16:creationId xmlns:a16="http://schemas.microsoft.com/office/drawing/2014/main" id="{83326CEC-CAF5-F1ED-0246-66D288569780}"/>
                  </a:ext>
                </a:extLst>
              </p:cNvPr>
              <p:cNvGrpSpPr/>
              <p:nvPr/>
            </p:nvGrpSpPr>
            <p:grpSpPr>
              <a:xfrm>
                <a:off x="5826820" y="1303636"/>
                <a:ext cx="807598" cy="932345"/>
                <a:chOff x="5360065" y="3639655"/>
                <a:chExt cx="1160388" cy="1339629"/>
              </a:xfrm>
            </p:grpSpPr>
            <p:grpSp>
              <p:nvGrpSpPr>
                <p:cNvPr id="7" name="组合 6">
                  <a:extLst>
                    <a:ext uri="{FF2B5EF4-FFF2-40B4-BE49-F238E27FC236}">
                      <a16:creationId xmlns:a16="http://schemas.microsoft.com/office/drawing/2014/main" id="{C8AE8898-9883-EA71-F140-27365FABF418}"/>
                    </a:ext>
                  </a:extLst>
                </p:cNvPr>
                <p:cNvGrpSpPr/>
                <p:nvPr/>
              </p:nvGrpSpPr>
              <p:grpSpPr>
                <a:xfrm>
                  <a:off x="5628783" y="3927223"/>
                  <a:ext cx="623731" cy="720077"/>
                  <a:chOff x="5810735" y="1476540"/>
                  <a:chExt cx="730282" cy="843086"/>
                </a:xfrm>
              </p:grpSpPr>
              <p:sp>
                <p:nvSpPr>
                  <p:cNvPr id="12" name="Freeform 5">
                    <a:extLst>
                      <a:ext uri="{FF2B5EF4-FFF2-40B4-BE49-F238E27FC236}">
                        <a16:creationId xmlns:a16="http://schemas.microsoft.com/office/drawing/2014/main" id="{7D7F720D-FD0E-4A16-B248-BC7903AD1E5D}"/>
                      </a:ext>
                    </a:extLst>
                  </p:cNvPr>
                  <p:cNvSpPr>
                    <a:spLocks/>
                  </p:cNvSpPr>
                  <p:nvPr/>
                </p:nvSpPr>
                <p:spPr bwMode="auto">
                  <a:xfrm>
                    <a:off x="6176612" y="1687925"/>
                    <a:ext cx="364405" cy="631701"/>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Freeform 6">
                    <a:extLst>
                      <a:ext uri="{FF2B5EF4-FFF2-40B4-BE49-F238E27FC236}">
                        <a16:creationId xmlns:a16="http://schemas.microsoft.com/office/drawing/2014/main" id="{EF21C8CC-AF5F-7B79-8331-C4007B38F0CC}"/>
                      </a:ext>
                    </a:extLst>
                  </p:cNvPr>
                  <p:cNvSpPr>
                    <a:spLocks/>
                  </p:cNvSpPr>
                  <p:nvPr/>
                </p:nvSpPr>
                <p:spPr bwMode="auto">
                  <a:xfrm>
                    <a:off x="5810735" y="1687925"/>
                    <a:ext cx="366858" cy="631701"/>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Freeform 7">
                    <a:extLst>
                      <a:ext uri="{FF2B5EF4-FFF2-40B4-BE49-F238E27FC236}">
                        <a16:creationId xmlns:a16="http://schemas.microsoft.com/office/drawing/2014/main" id="{303C9653-4F57-F9D6-08D8-62A9C07EE902}"/>
                      </a:ext>
                    </a:extLst>
                  </p:cNvPr>
                  <p:cNvSpPr>
                    <a:spLocks/>
                  </p:cNvSpPr>
                  <p:nvPr/>
                </p:nvSpPr>
                <p:spPr bwMode="auto">
                  <a:xfrm>
                    <a:off x="5811716" y="1476540"/>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8" name="组合 7">
                  <a:extLst>
                    <a:ext uri="{FF2B5EF4-FFF2-40B4-BE49-F238E27FC236}">
                      <a16:creationId xmlns:a16="http://schemas.microsoft.com/office/drawing/2014/main" id="{28DE9712-EDF6-4651-5E96-CC53AEB8CCB9}"/>
                    </a:ext>
                  </a:extLst>
                </p:cNvPr>
                <p:cNvGrpSpPr/>
                <p:nvPr/>
              </p:nvGrpSpPr>
              <p:grpSpPr>
                <a:xfrm>
                  <a:off x="5360065" y="3639655"/>
                  <a:ext cx="1160388" cy="1339629"/>
                  <a:chOff x="7062439" y="3389435"/>
                  <a:chExt cx="1160388" cy="1339629"/>
                </a:xfrm>
              </p:grpSpPr>
              <p:sp>
                <p:nvSpPr>
                  <p:cNvPr id="9" name="Freeform 5">
                    <a:extLst>
                      <a:ext uri="{FF2B5EF4-FFF2-40B4-BE49-F238E27FC236}">
                        <a16:creationId xmlns:a16="http://schemas.microsoft.com/office/drawing/2014/main" id="{EEF6972D-8A12-9965-C2C4-87C0CB395AF7}"/>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gradFill flip="none" rotWithShape="1">
                    <a:gsLst>
                      <a:gs pos="0">
                        <a:srgbClr val="6578F0">
                          <a:alpha val="0"/>
                        </a:srgbClr>
                      </a:gs>
                      <a:gs pos="100000">
                        <a:srgbClr val="6578F0">
                          <a:alpha val="19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Freeform 6">
                    <a:extLst>
                      <a:ext uri="{FF2B5EF4-FFF2-40B4-BE49-F238E27FC236}">
                        <a16:creationId xmlns:a16="http://schemas.microsoft.com/office/drawing/2014/main" id="{BBA32600-40BD-80DC-DBAC-DCF6F72893FB}"/>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Freeform 7">
                    <a:extLst>
                      <a:ext uri="{FF2B5EF4-FFF2-40B4-BE49-F238E27FC236}">
                        <a16:creationId xmlns:a16="http://schemas.microsoft.com/office/drawing/2014/main" id="{3FED2930-3808-49C9-B865-A946D81067FD}"/>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0" name="组合 19">
                <a:extLst>
                  <a:ext uri="{FF2B5EF4-FFF2-40B4-BE49-F238E27FC236}">
                    <a16:creationId xmlns:a16="http://schemas.microsoft.com/office/drawing/2014/main" id="{946B945A-A7E2-CC67-5F96-6ECB293F092E}"/>
                  </a:ext>
                </a:extLst>
              </p:cNvPr>
              <p:cNvGrpSpPr/>
              <p:nvPr/>
            </p:nvGrpSpPr>
            <p:grpSpPr>
              <a:xfrm>
                <a:off x="5827363" y="1149983"/>
                <a:ext cx="806513" cy="277665"/>
                <a:chOff x="6447940" y="942338"/>
                <a:chExt cx="806513" cy="277665"/>
              </a:xfrm>
            </p:grpSpPr>
            <p:sp>
              <p:nvSpPr>
                <p:cNvPr id="15" name="矩形: 圆角 14">
                  <a:extLst>
                    <a:ext uri="{FF2B5EF4-FFF2-40B4-BE49-F238E27FC236}">
                      <a16:creationId xmlns:a16="http://schemas.microsoft.com/office/drawing/2014/main" id="{CA0421AE-C7A4-9C5C-862D-198968C6D3AE}"/>
                    </a:ext>
                  </a:extLst>
                </p:cNvPr>
                <p:cNvSpPr/>
                <p:nvPr/>
              </p:nvSpPr>
              <p:spPr>
                <a:xfrm>
                  <a:off x="6447940" y="942338"/>
                  <a:ext cx="806513" cy="277665"/>
                </a:xfrm>
                <a:prstGeom prst="roundRect">
                  <a:avLst>
                    <a:gd name="adj" fmla="val 50000"/>
                  </a:avLst>
                </a:prstGeom>
                <a:solidFill>
                  <a:schemeClr val="bg1"/>
                </a:solidFill>
                <a:ln w="6350">
                  <a:solidFill>
                    <a:srgbClr val="7584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26">
                  <a:extLst>
                    <a:ext uri="{FF2B5EF4-FFF2-40B4-BE49-F238E27FC236}">
                      <a16:creationId xmlns:a16="http://schemas.microsoft.com/office/drawing/2014/main" id="{37DFBD3C-E3B9-2608-3563-3C3E8A01095A}"/>
                    </a:ext>
                  </a:extLst>
                </p:cNvPr>
                <p:cNvSpPr txBox="1"/>
                <p:nvPr/>
              </p:nvSpPr>
              <p:spPr>
                <a:xfrm>
                  <a:off x="6650246" y="986998"/>
                  <a:ext cx="397866"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800" dirty="0">
                      <a:solidFill>
                        <a:srgbClr val="3749CC"/>
                      </a:solidFill>
                      <a:latin typeface="HarmonyOS Sans SC Light" panose="00000400000000000000" pitchFamily="2" charset="-122"/>
                      <a:ea typeface="HarmonyOS Sans SC Light" panose="00000400000000000000" pitchFamily="2" charset="-122"/>
                    </a:rPr>
                    <a:t>95%</a:t>
                  </a:r>
                  <a:endParaRPr lang="zh-CN" altLang="en-US" sz="800" dirty="0">
                    <a:solidFill>
                      <a:srgbClr val="3749CC"/>
                    </a:solidFill>
                    <a:latin typeface="HarmonyOS Sans SC Light" panose="00000400000000000000" pitchFamily="2" charset="-122"/>
                    <a:ea typeface="HarmonyOS Sans SC Light" panose="00000400000000000000" pitchFamily="2" charset="-122"/>
                  </a:endParaRPr>
                </a:p>
              </p:txBody>
            </p:sp>
          </p:grpSp>
        </p:grpSp>
        <p:grpSp>
          <p:nvGrpSpPr>
            <p:cNvPr id="49" name="组合 48">
              <a:extLst>
                <a:ext uri="{FF2B5EF4-FFF2-40B4-BE49-F238E27FC236}">
                  <a16:creationId xmlns:a16="http://schemas.microsoft.com/office/drawing/2014/main" id="{51F54E47-EA5C-F2F2-42F1-230EB129BE89}"/>
                </a:ext>
              </a:extLst>
            </p:cNvPr>
            <p:cNvGrpSpPr/>
            <p:nvPr/>
          </p:nvGrpSpPr>
          <p:grpSpPr>
            <a:xfrm>
              <a:off x="5343928" y="1993568"/>
              <a:ext cx="1773382" cy="1085998"/>
              <a:chOff x="5332005" y="1993568"/>
              <a:chExt cx="1773382" cy="1085998"/>
            </a:xfrm>
          </p:grpSpPr>
          <p:grpSp>
            <p:nvGrpSpPr>
              <p:cNvPr id="22" name="组合 21">
                <a:extLst>
                  <a:ext uri="{FF2B5EF4-FFF2-40B4-BE49-F238E27FC236}">
                    <a16:creationId xmlns:a16="http://schemas.microsoft.com/office/drawing/2014/main" id="{CF297D0C-D42E-E0B8-AF37-6E6230D75DCC}"/>
                  </a:ext>
                </a:extLst>
              </p:cNvPr>
              <p:cNvGrpSpPr/>
              <p:nvPr/>
            </p:nvGrpSpPr>
            <p:grpSpPr>
              <a:xfrm>
                <a:off x="5332005" y="1993568"/>
                <a:ext cx="807598" cy="1085998"/>
                <a:chOff x="5826820" y="1149983"/>
                <a:chExt cx="807598" cy="1085998"/>
              </a:xfrm>
            </p:grpSpPr>
            <p:grpSp>
              <p:nvGrpSpPr>
                <p:cNvPr id="23" name="组合 22">
                  <a:extLst>
                    <a:ext uri="{FF2B5EF4-FFF2-40B4-BE49-F238E27FC236}">
                      <a16:creationId xmlns:a16="http://schemas.microsoft.com/office/drawing/2014/main" id="{3DD5BF4F-CB19-4A56-46FD-6ECA42B55A66}"/>
                    </a:ext>
                  </a:extLst>
                </p:cNvPr>
                <p:cNvGrpSpPr/>
                <p:nvPr/>
              </p:nvGrpSpPr>
              <p:grpSpPr>
                <a:xfrm>
                  <a:off x="5826820" y="1303636"/>
                  <a:ext cx="807598" cy="932345"/>
                  <a:chOff x="5360065" y="3639655"/>
                  <a:chExt cx="1160388" cy="1339629"/>
                </a:xfrm>
              </p:grpSpPr>
              <p:grpSp>
                <p:nvGrpSpPr>
                  <p:cNvPr id="27" name="组合 26">
                    <a:extLst>
                      <a:ext uri="{FF2B5EF4-FFF2-40B4-BE49-F238E27FC236}">
                        <a16:creationId xmlns:a16="http://schemas.microsoft.com/office/drawing/2014/main" id="{59258C12-4331-3AEA-7CC8-CF6775D6702C}"/>
                      </a:ext>
                    </a:extLst>
                  </p:cNvPr>
                  <p:cNvGrpSpPr/>
                  <p:nvPr/>
                </p:nvGrpSpPr>
                <p:grpSpPr>
                  <a:xfrm>
                    <a:off x="5628783" y="3927223"/>
                    <a:ext cx="623731" cy="720077"/>
                    <a:chOff x="5810735" y="1476540"/>
                    <a:chExt cx="730282" cy="843086"/>
                  </a:xfrm>
                </p:grpSpPr>
                <p:sp>
                  <p:nvSpPr>
                    <p:cNvPr id="32" name="Freeform 5">
                      <a:extLst>
                        <a:ext uri="{FF2B5EF4-FFF2-40B4-BE49-F238E27FC236}">
                          <a16:creationId xmlns:a16="http://schemas.microsoft.com/office/drawing/2014/main" id="{2ABF4DBD-58E3-453C-C5DE-A4C70EEA629F}"/>
                        </a:ext>
                      </a:extLst>
                    </p:cNvPr>
                    <p:cNvSpPr>
                      <a:spLocks/>
                    </p:cNvSpPr>
                    <p:nvPr/>
                  </p:nvSpPr>
                  <p:spPr bwMode="auto">
                    <a:xfrm>
                      <a:off x="6176612" y="1687925"/>
                      <a:ext cx="364405" cy="631701"/>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6">
                      <a:extLst>
                        <a:ext uri="{FF2B5EF4-FFF2-40B4-BE49-F238E27FC236}">
                          <a16:creationId xmlns:a16="http://schemas.microsoft.com/office/drawing/2014/main" id="{BDF70578-C776-3362-7216-2A63E0E8867D}"/>
                        </a:ext>
                      </a:extLst>
                    </p:cNvPr>
                    <p:cNvSpPr>
                      <a:spLocks/>
                    </p:cNvSpPr>
                    <p:nvPr/>
                  </p:nvSpPr>
                  <p:spPr bwMode="auto">
                    <a:xfrm>
                      <a:off x="5810735" y="1687925"/>
                      <a:ext cx="366858" cy="631701"/>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7">
                      <a:extLst>
                        <a:ext uri="{FF2B5EF4-FFF2-40B4-BE49-F238E27FC236}">
                          <a16:creationId xmlns:a16="http://schemas.microsoft.com/office/drawing/2014/main" id="{4C67F4CA-8255-B81A-FFBE-32CE9D94E782}"/>
                        </a:ext>
                      </a:extLst>
                    </p:cNvPr>
                    <p:cNvSpPr>
                      <a:spLocks/>
                    </p:cNvSpPr>
                    <p:nvPr/>
                  </p:nvSpPr>
                  <p:spPr bwMode="auto">
                    <a:xfrm>
                      <a:off x="5811716" y="1476540"/>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8" name="组合 27">
                    <a:extLst>
                      <a:ext uri="{FF2B5EF4-FFF2-40B4-BE49-F238E27FC236}">
                        <a16:creationId xmlns:a16="http://schemas.microsoft.com/office/drawing/2014/main" id="{C1F5D62B-F9D6-598C-B68C-92EA2D4898BB}"/>
                      </a:ext>
                    </a:extLst>
                  </p:cNvPr>
                  <p:cNvGrpSpPr/>
                  <p:nvPr/>
                </p:nvGrpSpPr>
                <p:grpSpPr>
                  <a:xfrm>
                    <a:off x="5360065" y="3639655"/>
                    <a:ext cx="1160388" cy="1339629"/>
                    <a:chOff x="7062439" y="3389435"/>
                    <a:chExt cx="1160388" cy="1339629"/>
                  </a:xfrm>
                </p:grpSpPr>
                <p:sp>
                  <p:nvSpPr>
                    <p:cNvPr id="29" name="Freeform 5">
                      <a:extLst>
                        <a:ext uri="{FF2B5EF4-FFF2-40B4-BE49-F238E27FC236}">
                          <a16:creationId xmlns:a16="http://schemas.microsoft.com/office/drawing/2014/main" id="{B25C594E-7FE4-54C5-4D02-6552E9E9C6E0}"/>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gradFill flip="none" rotWithShape="1">
                      <a:gsLst>
                        <a:gs pos="0">
                          <a:srgbClr val="6578F0">
                            <a:alpha val="0"/>
                          </a:srgbClr>
                        </a:gs>
                        <a:gs pos="100000">
                          <a:srgbClr val="6578F0">
                            <a:alpha val="19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6">
                      <a:extLst>
                        <a:ext uri="{FF2B5EF4-FFF2-40B4-BE49-F238E27FC236}">
                          <a16:creationId xmlns:a16="http://schemas.microsoft.com/office/drawing/2014/main" id="{9BE346AC-228B-300C-CE62-101ECBF01199}"/>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7">
                      <a:extLst>
                        <a:ext uri="{FF2B5EF4-FFF2-40B4-BE49-F238E27FC236}">
                          <a16:creationId xmlns:a16="http://schemas.microsoft.com/office/drawing/2014/main" id="{F50A4CD9-8AE1-39B3-2390-E5B27DD65CE1}"/>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4" name="组合 23">
                  <a:extLst>
                    <a:ext uri="{FF2B5EF4-FFF2-40B4-BE49-F238E27FC236}">
                      <a16:creationId xmlns:a16="http://schemas.microsoft.com/office/drawing/2014/main" id="{60377A48-AE2D-3704-CDAD-72712D626271}"/>
                    </a:ext>
                  </a:extLst>
                </p:cNvPr>
                <p:cNvGrpSpPr/>
                <p:nvPr/>
              </p:nvGrpSpPr>
              <p:grpSpPr>
                <a:xfrm>
                  <a:off x="5827363" y="1149983"/>
                  <a:ext cx="806513" cy="277665"/>
                  <a:chOff x="6447940" y="942338"/>
                  <a:chExt cx="806513" cy="277665"/>
                </a:xfrm>
              </p:grpSpPr>
              <p:sp>
                <p:nvSpPr>
                  <p:cNvPr id="25" name="矩形: 圆角 24">
                    <a:extLst>
                      <a:ext uri="{FF2B5EF4-FFF2-40B4-BE49-F238E27FC236}">
                        <a16:creationId xmlns:a16="http://schemas.microsoft.com/office/drawing/2014/main" id="{67BD98AC-5CDF-7B66-D2CF-290D9991D684}"/>
                      </a:ext>
                    </a:extLst>
                  </p:cNvPr>
                  <p:cNvSpPr/>
                  <p:nvPr/>
                </p:nvSpPr>
                <p:spPr>
                  <a:xfrm>
                    <a:off x="6447940" y="942338"/>
                    <a:ext cx="806513" cy="277665"/>
                  </a:xfrm>
                  <a:prstGeom prst="roundRect">
                    <a:avLst>
                      <a:gd name="adj" fmla="val 50000"/>
                    </a:avLst>
                  </a:prstGeom>
                  <a:solidFill>
                    <a:schemeClr val="bg1"/>
                  </a:solidFill>
                  <a:ln w="6350">
                    <a:solidFill>
                      <a:srgbClr val="7584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6">
                    <a:extLst>
                      <a:ext uri="{FF2B5EF4-FFF2-40B4-BE49-F238E27FC236}">
                        <a16:creationId xmlns:a16="http://schemas.microsoft.com/office/drawing/2014/main" id="{655DE7BE-D7EA-EAC8-7A62-17FED0AF7225}"/>
                      </a:ext>
                    </a:extLst>
                  </p:cNvPr>
                  <p:cNvSpPr txBox="1"/>
                  <p:nvPr/>
                </p:nvSpPr>
                <p:spPr>
                  <a:xfrm>
                    <a:off x="6642797" y="982535"/>
                    <a:ext cx="397866"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800" dirty="0">
                        <a:solidFill>
                          <a:srgbClr val="3749CC"/>
                        </a:solidFill>
                        <a:latin typeface="HarmonyOS Sans SC Light" panose="00000400000000000000" pitchFamily="2" charset="-122"/>
                        <a:ea typeface="HarmonyOS Sans SC Light" panose="00000400000000000000" pitchFamily="2" charset="-122"/>
                      </a:rPr>
                      <a:t>78%</a:t>
                    </a:r>
                    <a:endParaRPr lang="zh-CN" altLang="en-US" sz="800" dirty="0">
                      <a:solidFill>
                        <a:srgbClr val="3749CC"/>
                      </a:solidFill>
                      <a:latin typeface="HarmonyOS Sans SC Light" panose="00000400000000000000" pitchFamily="2" charset="-122"/>
                      <a:ea typeface="HarmonyOS Sans SC Light" panose="00000400000000000000" pitchFamily="2" charset="-122"/>
                    </a:endParaRPr>
                  </a:p>
                </p:txBody>
              </p:sp>
            </p:grpSp>
          </p:grpSp>
          <p:grpSp>
            <p:nvGrpSpPr>
              <p:cNvPr id="35" name="组合 34">
                <a:extLst>
                  <a:ext uri="{FF2B5EF4-FFF2-40B4-BE49-F238E27FC236}">
                    <a16:creationId xmlns:a16="http://schemas.microsoft.com/office/drawing/2014/main" id="{D375B872-358B-2D5C-9BFC-93F15D1EB9EF}"/>
                  </a:ext>
                </a:extLst>
              </p:cNvPr>
              <p:cNvGrpSpPr/>
              <p:nvPr/>
            </p:nvGrpSpPr>
            <p:grpSpPr>
              <a:xfrm>
                <a:off x="6297789" y="1993568"/>
                <a:ext cx="807598" cy="1085998"/>
                <a:chOff x="5826820" y="1149983"/>
                <a:chExt cx="807598" cy="1085998"/>
              </a:xfrm>
            </p:grpSpPr>
            <p:grpSp>
              <p:nvGrpSpPr>
                <p:cNvPr id="36" name="组合 35">
                  <a:extLst>
                    <a:ext uri="{FF2B5EF4-FFF2-40B4-BE49-F238E27FC236}">
                      <a16:creationId xmlns:a16="http://schemas.microsoft.com/office/drawing/2014/main" id="{BC55804C-2956-49F2-7B03-A7CFE3560068}"/>
                    </a:ext>
                  </a:extLst>
                </p:cNvPr>
                <p:cNvGrpSpPr/>
                <p:nvPr/>
              </p:nvGrpSpPr>
              <p:grpSpPr>
                <a:xfrm>
                  <a:off x="5826820" y="1303636"/>
                  <a:ext cx="807598" cy="932345"/>
                  <a:chOff x="5360065" y="3639655"/>
                  <a:chExt cx="1160388" cy="1339629"/>
                </a:xfrm>
              </p:grpSpPr>
              <p:grpSp>
                <p:nvGrpSpPr>
                  <p:cNvPr id="40" name="组合 39">
                    <a:extLst>
                      <a:ext uri="{FF2B5EF4-FFF2-40B4-BE49-F238E27FC236}">
                        <a16:creationId xmlns:a16="http://schemas.microsoft.com/office/drawing/2014/main" id="{E9B0CBB6-7326-1DDA-7F14-D9138F413D43}"/>
                      </a:ext>
                    </a:extLst>
                  </p:cNvPr>
                  <p:cNvGrpSpPr/>
                  <p:nvPr/>
                </p:nvGrpSpPr>
                <p:grpSpPr>
                  <a:xfrm>
                    <a:off x="5628783" y="3927223"/>
                    <a:ext cx="623731" cy="720077"/>
                    <a:chOff x="5810735" y="1476540"/>
                    <a:chExt cx="730282" cy="843086"/>
                  </a:xfrm>
                </p:grpSpPr>
                <p:sp>
                  <p:nvSpPr>
                    <p:cNvPr id="45" name="Freeform 5">
                      <a:extLst>
                        <a:ext uri="{FF2B5EF4-FFF2-40B4-BE49-F238E27FC236}">
                          <a16:creationId xmlns:a16="http://schemas.microsoft.com/office/drawing/2014/main" id="{2482BB36-C586-2799-A2F3-CA9AD4F4E970}"/>
                        </a:ext>
                      </a:extLst>
                    </p:cNvPr>
                    <p:cNvSpPr>
                      <a:spLocks/>
                    </p:cNvSpPr>
                    <p:nvPr/>
                  </p:nvSpPr>
                  <p:spPr bwMode="auto">
                    <a:xfrm>
                      <a:off x="6176612" y="1687925"/>
                      <a:ext cx="364405" cy="631701"/>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6">
                      <a:extLst>
                        <a:ext uri="{FF2B5EF4-FFF2-40B4-BE49-F238E27FC236}">
                          <a16:creationId xmlns:a16="http://schemas.microsoft.com/office/drawing/2014/main" id="{214D55B5-7A5B-BEF1-3484-AE29ADDCEFB4}"/>
                        </a:ext>
                      </a:extLst>
                    </p:cNvPr>
                    <p:cNvSpPr>
                      <a:spLocks/>
                    </p:cNvSpPr>
                    <p:nvPr/>
                  </p:nvSpPr>
                  <p:spPr bwMode="auto">
                    <a:xfrm>
                      <a:off x="5810735" y="1687925"/>
                      <a:ext cx="366858" cy="631701"/>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7">
                      <a:extLst>
                        <a:ext uri="{FF2B5EF4-FFF2-40B4-BE49-F238E27FC236}">
                          <a16:creationId xmlns:a16="http://schemas.microsoft.com/office/drawing/2014/main" id="{5EB27823-64CD-E185-0DBA-027F0F58651C}"/>
                        </a:ext>
                      </a:extLst>
                    </p:cNvPr>
                    <p:cNvSpPr>
                      <a:spLocks/>
                    </p:cNvSpPr>
                    <p:nvPr/>
                  </p:nvSpPr>
                  <p:spPr bwMode="auto">
                    <a:xfrm>
                      <a:off x="5811716" y="1476540"/>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41" name="组合 40">
                    <a:extLst>
                      <a:ext uri="{FF2B5EF4-FFF2-40B4-BE49-F238E27FC236}">
                        <a16:creationId xmlns:a16="http://schemas.microsoft.com/office/drawing/2014/main" id="{12BAD7CA-709F-810E-F47D-CD1693EF0B7D}"/>
                      </a:ext>
                    </a:extLst>
                  </p:cNvPr>
                  <p:cNvGrpSpPr/>
                  <p:nvPr/>
                </p:nvGrpSpPr>
                <p:grpSpPr>
                  <a:xfrm>
                    <a:off x="5360065" y="3639655"/>
                    <a:ext cx="1160388" cy="1339629"/>
                    <a:chOff x="7062439" y="3389435"/>
                    <a:chExt cx="1160388" cy="1339629"/>
                  </a:xfrm>
                </p:grpSpPr>
                <p:sp>
                  <p:nvSpPr>
                    <p:cNvPr id="42" name="Freeform 5">
                      <a:extLst>
                        <a:ext uri="{FF2B5EF4-FFF2-40B4-BE49-F238E27FC236}">
                          <a16:creationId xmlns:a16="http://schemas.microsoft.com/office/drawing/2014/main" id="{D2FAC2C7-E59A-8DD5-CE2D-4A66AAFE6DE6}"/>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gradFill flip="none" rotWithShape="1">
                      <a:gsLst>
                        <a:gs pos="0">
                          <a:srgbClr val="6578F0">
                            <a:alpha val="0"/>
                          </a:srgbClr>
                        </a:gs>
                        <a:gs pos="100000">
                          <a:srgbClr val="6578F0">
                            <a:alpha val="19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3" name="Freeform 6">
                      <a:extLst>
                        <a:ext uri="{FF2B5EF4-FFF2-40B4-BE49-F238E27FC236}">
                          <a16:creationId xmlns:a16="http://schemas.microsoft.com/office/drawing/2014/main" id="{84289765-18F1-455E-F4AC-EE55CA2F17B2}"/>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4" name="Freeform 7">
                      <a:extLst>
                        <a:ext uri="{FF2B5EF4-FFF2-40B4-BE49-F238E27FC236}">
                          <a16:creationId xmlns:a16="http://schemas.microsoft.com/office/drawing/2014/main" id="{0165D706-E041-029B-187F-04938974C507}"/>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7" name="组合 36">
                  <a:extLst>
                    <a:ext uri="{FF2B5EF4-FFF2-40B4-BE49-F238E27FC236}">
                      <a16:creationId xmlns:a16="http://schemas.microsoft.com/office/drawing/2014/main" id="{B47C476E-E760-1717-5A06-EA5BD73C912B}"/>
                    </a:ext>
                  </a:extLst>
                </p:cNvPr>
                <p:cNvGrpSpPr/>
                <p:nvPr/>
              </p:nvGrpSpPr>
              <p:grpSpPr>
                <a:xfrm>
                  <a:off x="5827363" y="1149983"/>
                  <a:ext cx="806513" cy="277665"/>
                  <a:chOff x="6447940" y="942338"/>
                  <a:chExt cx="806513" cy="277665"/>
                </a:xfrm>
              </p:grpSpPr>
              <p:sp>
                <p:nvSpPr>
                  <p:cNvPr id="38" name="矩形: 圆角 37">
                    <a:extLst>
                      <a:ext uri="{FF2B5EF4-FFF2-40B4-BE49-F238E27FC236}">
                        <a16:creationId xmlns:a16="http://schemas.microsoft.com/office/drawing/2014/main" id="{8A847B17-B227-0E4F-7411-7F937BA0A079}"/>
                      </a:ext>
                    </a:extLst>
                  </p:cNvPr>
                  <p:cNvSpPr/>
                  <p:nvPr/>
                </p:nvSpPr>
                <p:spPr>
                  <a:xfrm>
                    <a:off x="6447940" y="942338"/>
                    <a:ext cx="806513" cy="277665"/>
                  </a:xfrm>
                  <a:prstGeom prst="roundRect">
                    <a:avLst>
                      <a:gd name="adj" fmla="val 50000"/>
                    </a:avLst>
                  </a:prstGeom>
                  <a:solidFill>
                    <a:schemeClr val="bg1"/>
                  </a:solidFill>
                  <a:ln w="6350">
                    <a:solidFill>
                      <a:srgbClr val="7584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26">
                    <a:extLst>
                      <a:ext uri="{FF2B5EF4-FFF2-40B4-BE49-F238E27FC236}">
                        <a16:creationId xmlns:a16="http://schemas.microsoft.com/office/drawing/2014/main" id="{96E4504C-F2DB-2B21-9F75-F39EF2EF5C16}"/>
                      </a:ext>
                    </a:extLst>
                  </p:cNvPr>
                  <p:cNvSpPr txBox="1"/>
                  <p:nvPr/>
                </p:nvSpPr>
                <p:spPr>
                  <a:xfrm>
                    <a:off x="6650907" y="982535"/>
                    <a:ext cx="397866"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800" dirty="0">
                        <a:solidFill>
                          <a:srgbClr val="3749CC"/>
                        </a:solidFill>
                        <a:latin typeface="HarmonyOS Sans SC Light" panose="00000400000000000000" pitchFamily="2" charset="-122"/>
                        <a:ea typeface="HarmonyOS Sans SC Light" panose="00000400000000000000" pitchFamily="2" charset="-122"/>
                      </a:rPr>
                      <a:t>80%</a:t>
                    </a:r>
                    <a:endParaRPr lang="zh-CN" altLang="en-US" sz="800" dirty="0">
                      <a:solidFill>
                        <a:srgbClr val="3749CC"/>
                      </a:solidFill>
                      <a:latin typeface="HarmonyOS Sans SC Light" panose="00000400000000000000" pitchFamily="2" charset="-122"/>
                      <a:ea typeface="HarmonyOS Sans SC Light" panose="00000400000000000000" pitchFamily="2" charset="-122"/>
                    </a:endParaRPr>
                  </a:p>
                </p:txBody>
              </p:sp>
            </p:grpSp>
          </p:grpSp>
        </p:grpSp>
      </p:grpSp>
      <p:grpSp>
        <p:nvGrpSpPr>
          <p:cNvPr id="51" name="组合 50">
            <a:extLst>
              <a:ext uri="{FF2B5EF4-FFF2-40B4-BE49-F238E27FC236}">
                <a16:creationId xmlns:a16="http://schemas.microsoft.com/office/drawing/2014/main" id="{4403E925-3BC3-5D25-1B9F-84E26134260B}"/>
              </a:ext>
            </a:extLst>
          </p:cNvPr>
          <p:cNvGrpSpPr/>
          <p:nvPr/>
        </p:nvGrpSpPr>
        <p:grpSpPr>
          <a:xfrm>
            <a:off x="1709250" y="3442911"/>
            <a:ext cx="1773382" cy="1929583"/>
            <a:chOff x="5343928" y="1149983"/>
            <a:chExt cx="1773382" cy="1929583"/>
          </a:xfrm>
        </p:grpSpPr>
        <p:grpSp>
          <p:nvGrpSpPr>
            <p:cNvPr id="52" name="组合 51">
              <a:extLst>
                <a:ext uri="{FF2B5EF4-FFF2-40B4-BE49-F238E27FC236}">
                  <a16:creationId xmlns:a16="http://schemas.microsoft.com/office/drawing/2014/main" id="{4D802E97-1492-A70B-79DB-AA484937BBA5}"/>
                </a:ext>
              </a:extLst>
            </p:cNvPr>
            <p:cNvGrpSpPr/>
            <p:nvPr/>
          </p:nvGrpSpPr>
          <p:grpSpPr>
            <a:xfrm>
              <a:off x="5826820" y="1149983"/>
              <a:ext cx="807598" cy="1085998"/>
              <a:chOff x="5826820" y="1149983"/>
              <a:chExt cx="807598" cy="1085998"/>
            </a:xfrm>
          </p:grpSpPr>
          <p:grpSp>
            <p:nvGrpSpPr>
              <p:cNvPr id="80" name="组合 79">
                <a:extLst>
                  <a:ext uri="{FF2B5EF4-FFF2-40B4-BE49-F238E27FC236}">
                    <a16:creationId xmlns:a16="http://schemas.microsoft.com/office/drawing/2014/main" id="{65A46D61-55A1-8EE0-803A-0480479200E3}"/>
                  </a:ext>
                </a:extLst>
              </p:cNvPr>
              <p:cNvGrpSpPr/>
              <p:nvPr/>
            </p:nvGrpSpPr>
            <p:grpSpPr>
              <a:xfrm>
                <a:off x="5826820" y="1303636"/>
                <a:ext cx="807598" cy="932345"/>
                <a:chOff x="5360065" y="3639655"/>
                <a:chExt cx="1160388" cy="1339629"/>
              </a:xfrm>
            </p:grpSpPr>
            <p:grpSp>
              <p:nvGrpSpPr>
                <p:cNvPr id="84" name="组合 83">
                  <a:extLst>
                    <a:ext uri="{FF2B5EF4-FFF2-40B4-BE49-F238E27FC236}">
                      <a16:creationId xmlns:a16="http://schemas.microsoft.com/office/drawing/2014/main" id="{E272AC2D-4AC7-1374-4FD1-A9BF7A602147}"/>
                    </a:ext>
                  </a:extLst>
                </p:cNvPr>
                <p:cNvGrpSpPr/>
                <p:nvPr/>
              </p:nvGrpSpPr>
              <p:grpSpPr>
                <a:xfrm>
                  <a:off x="5628783" y="3927223"/>
                  <a:ext cx="623731" cy="720077"/>
                  <a:chOff x="5810735" y="1476540"/>
                  <a:chExt cx="730282" cy="843086"/>
                </a:xfrm>
              </p:grpSpPr>
              <p:sp>
                <p:nvSpPr>
                  <p:cNvPr id="89" name="Freeform 5">
                    <a:extLst>
                      <a:ext uri="{FF2B5EF4-FFF2-40B4-BE49-F238E27FC236}">
                        <a16:creationId xmlns:a16="http://schemas.microsoft.com/office/drawing/2014/main" id="{A114F65D-4820-3A37-0B28-98F6DD1F1D7F}"/>
                      </a:ext>
                    </a:extLst>
                  </p:cNvPr>
                  <p:cNvSpPr>
                    <a:spLocks/>
                  </p:cNvSpPr>
                  <p:nvPr/>
                </p:nvSpPr>
                <p:spPr bwMode="auto">
                  <a:xfrm>
                    <a:off x="6176612" y="1687925"/>
                    <a:ext cx="364405" cy="631701"/>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Freeform 6">
                    <a:extLst>
                      <a:ext uri="{FF2B5EF4-FFF2-40B4-BE49-F238E27FC236}">
                        <a16:creationId xmlns:a16="http://schemas.microsoft.com/office/drawing/2014/main" id="{973618F2-938F-7642-3465-C429CFEA5EF4}"/>
                      </a:ext>
                    </a:extLst>
                  </p:cNvPr>
                  <p:cNvSpPr>
                    <a:spLocks/>
                  </p:cNvSpPr>
                  <p:nvPr/>
                </p:nvSpPr>
                <p:spPr bwMode="auto">
                  <a:xfrm>
                    <a:off x="5810735" y="1687925"/>
                    <a:ext cx="366858" cy="631701"/>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1" name="Freeform 7">
                    <a:extLst>
                      <a:ext uri="{FF2B5EF4-FFF2-40B4-BE49-F238E27FC236}">
                        <a16:creationId xmlns:a16="http://schemas.microsoft.com/office/drawing/2014/main" id="{ABF4BAEE-8ADB-B631-8C03-91348864DB84}"/>
                      </a:ext>
                    </a:extLst>
                  </p:cNvPr>
                  <p:cNvSpPr>
                    <a:spLocks/>
                  </p:cNvSpPr>
                  <p:nvPr/>
                </p:nvSpPr>
                <p:spPr bwMode="auto">
                  <a:xfrm>
                    <a:off x="5811716" y="1476540"/>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85" name="组合 84">
                  <a:extLst>
                    <a:ext uri="{FF2B5EF4-FFF2-40B4-BE49-F238E27FC236}">
                      <a16:creationId xmlns:a16="http://schemas.microsoft.com/office/drawing/2014/main" id="{F0463600-64D4-0D8D-ADD4-67242387E2FB}"/>
                    </a:ext>
                  </a:extLst>
                </p:cNvPr>
                <p:cNvGrpSpPr/>
                <p:nvPr/>
              </p:nvGrpSpPr>
              <p:grpSpPr>
                <a:xfrm>
                  <a:off x="5360065" y="3639655"/>
                  <a:ext cx="1160388" cy="1339629"/>
                  <a:chOff x="7062439" y="3389435"/>
                  <a:chExt cx="1160388" cy="1339629"/>
                </a:xfrm>
              </p:grpSpPr>
              <p:sp>
                <p:nvSpPr>
                  <p:cNvPr id="86" name="Freeform 5">
                    <a:extLst>
                      <a:ext uri="{FF2B5EF4-FFF2-40B4-BE49-F238E27FC236}">
                        <a16:creationId xmlns:a16="http://schemas.microsoft.com/office/drawing/2014/main" id="{5C451211-EF0D-349C-AD34-BD7420279FC5}"/>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gradFill flip="none" rotWithShape="1">
                    <a:gsLst>
                      <a:gs pos="0">
                        <a:srgbClr val="6578F0">
                          <a:alpha val="0"/>
                        </a:srgbClr>
                      </a:gs>
                      <a:gs pos="100000">
                        <a:srgbClr val="6578F0">
                          <a:alpha val="19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7" name="Freeform 6">
                    <a:extLst>
                      <a:ext uri="{FF2B5EF4-FFF2-40B4-BE49-F238E27FC236}">
                        <a16:creationId xmlns:a16="http://schemas.microsoft.com/office/drawing/2014/main" id="{6D4991F7-F458-C303-522C-C1F9546AC97E}"/>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8" name="Freeform 7">
                    <a:extLst>
                      <a:ext uri="{FF2B5EF4-FFF2-40B4-BE49-F238E27FC236}">
                        <a16:creationId xmlns:a16="http://schemas.microsoft.com/office/drawing/2014/main" id="{85AC37BD-4630-BE07-B5D7-9B8A62AABFAB}"/>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81" name="组合 80">
                <a:extLst>
                  <a:ext uri="{FF2B5EF4-FFF2-40B4-BE49-F238E27FC236}">
                    <a16:creationId xmlns:a16="http://schemas.microsoft.com/office/drawing/2014/main" id="{4EEFECF4-DFFE-BAE5-5F12-9B76560500C8}"/>
                  </a:ext>
                </a:extLst>
              </p:cNvPr>
              <p:cNvGrpSpPr/>
              <p:nvPr/>
            </p:nvGrpSpPr>
            <p:grpSpPr>
              <a:xfrm>
                <a:off x="5827363" y="1149983"/>
                <a:ext cx="806513" cy="277665"/>
                <a:chOff x="6447940" y="942338"/>
                <a:chExt cx="806513" cy="277665"/>
              </a:xfrm>
            </p:grpSpPr>
            <p:sp>
              <p:nvSpPr>
                <p:cNvPr id="82" name="矩形: 圆角 81">
                  <a:extLst>
                    <a:ext uri="{FF2B5EF4-FFF2-40B4-BE49-F238E27FC236}">
                      <a16:creationId xmlns:a16="http://schemas.microsoft.com/office/drawing/2014/main" id="{8110A933-3AC4-C9D8-9ED7-3B0A2E6F211E}"/>
                    </a:ext>
                  </a:extLst>
                </p:cNvPr>
                <p:cNvSpPr/>
                <p:nvPr/>
              </p:nvSpPr>
              <p:spPr>
                <a:xfrm>
                  <a:off x="6447940" y="942338"/>
                  <a:ext cx="806513" cy="277665"/>
                </a:xfrm>
                <a:prstGeom prst="roundRect">
                  <a:avLst>
                    <a:gd name="adj" fmla="val 50000"/>
                  </a:avLst>
                </a:prstGeom>
                <a:solidFill>
                  <a:schemeClr val="bg1"/>
                </a:solidFill>
                <a:ln w="6350">
                  <a:solidFill>
                    <a:srgbClr val="7584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文本框 26">
                  <a:extLst>
                    <a:ext uri="{FF2B5EF4-FFF2-40B4-BE49-F238E27FC236}">
                      <a16:creationId xmlns:a16="http://schemas.microsoft.com/office/drawing/2014/main" id="{96A840EF-9016-E9F2-975E-29766CCB8881}"/>
                    </a:ext>
                  </a:extLst>
                </p:cNvPr>
                <p:cNvSpPr txBox="1"/>
                <p:nvPr/>
              </p:nvSpPr>
              <p:spPr>
                <a:xfrm>
                  <a:off x="6634417" y="973603"/>
                  <a:ext cx="348172"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800" dirty="0">
                      <a:solidFill>
                        <a:srgbClr val="3749CC"/>
                      </a:solidFill>
                      <a:latin typeface="HarmonyOS Sans SC Light" panose="00000400000000000000" pitchFamily="2" charset="-122"/>
                      <a:ea typeface="HarmonyOS Sans SC Light" panose="00000400000000000000" pitchFamily="2" charset="-122"/>
                    </a:rPr>
                    <a:t>1</a:t>
                  </a:r>
                  <a:r>
                    <a:rPr lang="zh-CN" altLang="en-US" sz="800" dirty="0">
                      <a:solidFill>
                        <a:srgbClr val="3749CC"/>
                      </a:solidFill>
                      <a:latin typeface="HarmonyOS Sans SC Light" panose="00000400000000000000" pitchFamily="2" charset="-122"/>
                      <a:ea typeface="HarmonyOS Sans SC Light" panose="00000400000000000000" pitchFamily="2" charset="-122"/>
                    </a:rPr>
                    <a:t>次</a:t>
                  </a:r>
                </a:p>
              </p:txBody>
            </p:sp>
          </p:grpSp>
        </p:grpSp>
        <p:grpSp>
          <p:nvGrpSpPr>
            <p:cNvPr id="53" name="组合 52">
              <a:extLst>
                <a:ext uri="{FF2B5EF4-FFF2-40B4-BE49-F238E27FC236}">
                  <a16:creationId xmlns:a16="http://schemas.microsoft.com/office/drawing/2014/main" id="{79675207-5B4D-8E2E-D82F-A4230E16892A}"/>
                </a:ext>
              </a:extLst>
            </p:cNvPr>
            <p:cNvGrpSpPr/>
            <p:nvPr/>
          </p:nvGrpSpPr>
          <p:grpSpPr>
            <a:xfrm>
              <a:off x="5343928" y="1993568"/>
              <a:ext cx="1773382" cy="1085998"/>
              <a:chOff x="5332005" y="1993568"/>
              <a:chExt cx="1773382" cy="1085998"/>
            </a:xfrm>
          </p:grpSpPr>
          <p:grpSp>
            <p:nvGrpSpPr>
              <p:cNvPr id="54" name="组合 53">
                <a:extLst>
                  <a:ext uri="{FF2B5EF4-FFF2-40B4-BE49-F238E27FC236}">
                    <a16:creationId xmlns:a16="http://schemas.microsoft.com/office/drawing/2014/main" id="{C87DCA95-E7AE-F779-67B0-4CE971725A35}"/>
                  </a:ext>
                </a:extLst>
              </p:cNvPr>
              <p:cNvGrpSpPr/>
              <p:nvPr/>
            </p:nvGrpSpPr>
            <p:grpSpPr>
              <a:xfrm>
                <a:off x="5332005" y="1993568"/>
                <a:ext cx="807598" cy="1085998"/>
                <a:chOff x="5826820" y="1149983"/>
                <a:chExt cx="807598" cy="1085998"/>
              </a:xfrm>
            </p:grpSpPr>
            <p:grpSp>
              <p:nvGrpSpPr>
                <p:cNvPr id="68" name="组合 67">
                  <a:extLst>
                    <a:ext uri="{FF2B5EF4-FFF2-40B4-BE49-F238E27FC236}">
                      <a16:creationId xmlns:a16="http://schemas.microsoft.com/office/drawing/2014/main" id="{04970164-3F8E-AD53-F376-218C76C00EA5}"/>
                    </a:ext>
                  </a:extLst>
                </p:cNvPr>
                <p:cNvGrpSpPr/>
                <p:nvPr/>
              </p:nvGrpSpPr>
              <p:grpSpPr>
                <a:xfrm>
                  <a:off x="5826820" y="1303636"/>
                  <a:ext cx="807598" cy="932345"/>
                  <a:chOff x="5360065" y="3639655"/>
                  <a:chExt cx="1160388" cy="1339629"/>
                </a:xfrm>
              </p:grpSpPr>
              <p:grpSp>
                <p:nvGrpSpPr>
                  <p:cNvPr id="72" name="组合 71">
                    <a:extLst>
                      <a:ext uri="{FF2B5EF4-FFF2-40B4-BE49-F238E27FC236}">
                        <a16:creationId xmlns:a16="http://schemas.microsoft.com/office/drawing/2014/main" id="{9F7FC0F6-1CD3-346F-6566-EB8E2F4FFCE5}"/>
                      </a:ext>
                    </a:extLst>
                  </p:cNvPr>
                  <p:cNvGrpSpPr/>
                  <p:nvPr/>
                </p:nvGrpSpPr>
                <p:grpSpPr>
                  <a:xfrm>
                    <a:off x="5628783" y="3927223"/>
                    <a:ext cx="623731" cy="720077"/>
                    <a:chOff x="5810735" y="1476540"/>
                    <a:chExt cx="730282" cy="843086"/>
                  </a:xfrm>
                </p:grpSpPr>
                <p:sp>
                  <p:nvSpPr>
                    <p:cNvPr id="77" name="Freeform 5">
                      <a:extLst>
                        <a:ext uri="{FF2B5EF4-FFF2-40B4-BE49-F238E27FC236}">
                          <a16:creationId xmlns:a16="http://schemas.microsoft.com/office/drawing/2014/main" id="{71F35AC0-F3D8-21F0-C5E8-57A90CA81895}"/>
                        </a:ext>
                      </a:extLst>
                    </p:cNvPr>
                    <p:cNvSpPr>
                      <a:spLocks/>
                    </p:cNvSpPr>
                    <p:nvPr/>
                  </p:nvSpPr>
                  <p:spPr bwMode="auto">
                    <a:xfrm>
                      <a:off x="6176612" y="1687925"/>
                      <a:ext cx="364405" cy="631701"/>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Freeform 6">
                      <a:extLst>
                        <a:ext uri="{FF2B5EF4-FFF2-40B4-BE49-F238E27FC236}">
                          <a16:creationId xmlns:a16="http://schemas.microsoft.com/office/drawing/2014/main" id="{841404D0-DC4F-67C0-825B-DCD810038B0E}"/>
                        </a:ext>
                      </a:extLst>
                    </p:cNvPr>
                    <p:cNvSpPr>
                      <a:spLocks/>
                    </p:cNvSpPr>
                    <p:nvPr/>
                  </p:nvSpPr>
                  <p:spPr bwMode="auto">
                    <a:xfrm>
                      <a:off x="5810735" y="1687925"/>
                      <a:ext cx="366858" cy="631701"/>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9" name="Freeform 7">
                      <a:extLst>
                        <a:ext uri="{FF2B5EF4-FFF2-40B4-BE49-F238E27FC236}">
                          <a16:creationId xmlns:a16="http://schemas.microsoft.com/office/drawing/2014/main" id="{237B45B7-684C-7262-77AF-B4C07E6247EA}"/>
                        </a:ext>
                      </a:extLst>
                    </p:cNvPr>
                    <p:cNvSpPr>
                      <a:spLocks/>
                    </p:cNvSpPr>
                    <p:nvPr/>
                  </p:nvSpPr>
                  <p:spPr bwMode="auto">
                    <a:xfrm>
                      <a:off x="5811716" y="1476540"/>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73" name="组合 72">
                    <a:extLst>
                      <a:ext uri="{FF2B5EF4-FFF2-40B4-BE49-F238E27FC236}">
                        <a16:creationId xmlns:a16="http://schemas.microsoft.com/office/drawing/2014/main" id="{90A0FA3C-4DDB-840E-4CEF-424B1F5BA023}"/>
                      </a:ext>
                    </a:extLst>
                  </p:cNvPr>
                  <p:cNvGrpSpPr/>
                  <p:nvPr/>
                </p:nvGrpSpPr>
                <p:grpSpPr>
                  <a:xfrm>
                    <a:off x="5360065" y="3639655"/>
                    <a:ext cx="1160388" cy="1339629"/>
                    <a:chOff x="7062439" y="3389435"/>
                    <a:chExt cx="1160388" cy="1339629"/>
                  </a:xfrm>
                </p:grpSpPr>
                <p:sp>
                  <p:nvSpPr>
                    <p:cNvPr id="74" name="Freeform 5">
                      <a:extLst>
                        <a:ext uri="{FF2B5EF4-FFF2-40B4-BE49-F238E27FC236}">
                          <a16:creationId xmlns:a16="http://schemas.microsoft.com/office/drawing/2014/main" id="{895C5BC9-9CA6-A15E-5E62-83A9C05AC586}"/>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gradFill flip="none" rotWithShape="1">
                      <a:gsLst>
                        <a:gs pos="0">
                          <a:srgbClr val="6578F0">
                            <a:alpha val="0"/>
                          </a:srgbClr>
                        </a:gs>
                        <a:gs pos="100000">
                          <a:srgbClr val="6578F0">
                            <a:alpha val="19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5" name="Freeform 6">
                      <a:extLst>
                        <a:ext uri="{FF2B5EF4-FFF2-40B4-BE49-F238E27FC236}">
                          <a16:creationId xmlns:a16="http://schemas.microsoft.com/office/drawing/2014/main" id="{B7BD2074-A1E9-57AA-EFDF-CD349DA09F5A}"/>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6" name="Freeform 7">
                      <a:extLst>
                        <a:ext uri="{FF2B5EF4-FFF2-40B4-BE49-F238E27FC236}">
                          <a16:creationId xmlns:a16="http://schemas.microsoft.com/office/drawing/2014/main" id="{3ECA5ED7-562F-A8C9-3122-81C604C0C672}"/>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69" name="组合 68">
                  <a:extLst>
                    <a:ext uri="{FF2B5EF4-FFF2-40B4-BE49-F238E27FC236}">
                      <a16:creationId xmlns:a16="http://schemas.microsoft.com/office/drawing/2014/main" id="{014DE42A-AAED-838A-625C-1325FEAD1077}"/>
                    </a:ext>
                  </a:extLst>
                </p:cNvPr>
                <p:cNvGrpSpPr/>
                <p:nvPr/>
              </p:nvGrpSpPr>
              <p:grpSpPr>
                <a:xfrm>
                  <a:off x="5827363" y="1149983"/>
                  <a:ext cx="806513" cy="277665"/>
                  <a:chOff x="6447940" y="942338"/>
                  <a:chExt cx="806513" cy="277665"/>
                </a:xfrm>
              </p:grpSpPr>
              <p:sp>
                <p:nvSpPr>
                  <p:cNvPr id="70" name="矩形: 圆角 69">
                    <a:extLst>
                      <a:ext uri="{FF2B5EF4-FFF2-40B4-BE49-F238E27FC236}">
                        <a16:creationId xmlns:a16="http://schemas.microsoft.com/office/drawing/2014/main" id="{9148AA16-5D4C-3E2C-F336-3E5620343A07}"/>
                      </a:ext>
                    </a:extLst>
                  </p:cNvPr>
                  <p:cNvSpPr/>
                  <p:nvPr/>
                </p:nvSpPr>
                <p:spPr>
                  <a:xfrm>
                    <a:off x="6447940" y="942338"/>
                    <a:ext cx="806513" cy="277665"/>
                  </a:xfrm>
                  <a:prstGeom prst="roundRect">
                    <a:avLst>
                      <a:gd name="adj" fmla="val 50000"/>
                    </a:avLst>
                  </a:prstGeom>
                  <a:solidFill>
                    <a:schemeClr val="bg1"/>
                  </a:solidFill>
                  <a:ln w="6350">
                    <a:solidFill>
                      <a:srgbClr val="7584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26">
                    <a:extLst>
                      <a:ext uri="{FF2B5EF4-FFF2-40B4-BE49-F238E27FC236}">
                        <a16:creationId xmlns:a16="http://schemas.microsoft.com/office/drawing/2014/main" id="{6B5451C3-61D0-AA5A-9181-B512B2815187}"/>
                      </a:ext>
                    </a:extLst>
                  </p:cNvPr>
                  <p:cNvSpPr txBox="1"/>
                  <p:nvPr/>
                </p:nvSpPr>
                <p:spPr>
                  <a:xfrm>
                    <a:off x="6620551" y="973448"/>
                    <a:ext cx="348172"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800" dirty="0">
                        <a:solidFill>
                          <a:srgbClr val="3749CC"/>
                        </a:solidFill>
                        <a:latin typeface="HarmonyOS Sans SC Light" panose="00000400000000000000" pitchFamily="2" charset="-122"/>
                        <a:ea typeface="HarmonyOS Sans SC Light" panose="00000400000000000000" pitchFamily="2" charset="-122"/>
                      </a:rPr>
                      <a:t>3</a:t>
                    </a:r>
                    <a:r>
                      <a:rPr lang="zh-CN" altLang="en-US" sz="800" dirty="0">
                        <a:solidFill>
                          <a:srgbClr val="3749CC"/>
                        </a:solidFill>
                        <a:latin typeface="HarmonyOS Sans SC Light" panose="00000400000000000000" pitchFamily="2" charset="-122"/>
                        <a:ea typeface="HarmonyOS Sans SC Light" panose="00000400000000000000" pitchFamily="2" charset="-122"/>
                      </a:rPr>
                      <a:t>次</a:t>
                    </a:r>
                  </a:p>
                </p:txBody>
              </p:sp>
            </p:grpSp>
          </p:grpSp>
          <p:grpSp>
            <p:nvGrpSpPr>
              <p:cNvPr id="55" name="组合 54">
                <a:extLst>
                  <a:ext uri="{FF2B5EF4-FFF2-40B4-BE49-F238E27FC236}">
                    <a16:creationId xmlns:a16="http://schemas.microsoft.com/office/drawing/2014/main" id="{7C618EC6-5BAD-5655-ECD4-02CB0F4F2023}"/>
                  </a:ext>
                </a:extLst>
              </p:cNvPr>
              <p:cNvGrpSpPr/>
              <p:nvPr/>
            </p:nvGrpSpPr>
            <p:grpSpPr>
              <a:xfrm>
                <a:off x="6297789" y="1993568"/>
                <a:ext cx="807598" cy="1085998"/>
                <a:chOff x="5826820" y="1149983"/>
                <a:chExt cx="807598" cy="1085998"/>
              </a:xfrm>
            </p:grpSpPr>
            <p:grpSp>
              <p:nvGrpSpPr>
                <p:cNvPr id="56" name="组合 55">
                  <a:extLst>
                    <a:ext uri="{FF2B5EF4-FFF2-40B4-BE49-F238E27FC236}">
                      <a16:creationId xmlns:a16="http://schemas.microsoft.com/office/drawing/2014/main" id="{90175BCB-202A-AFE3-A5E7-994737849BA5}"/>
                    </a:ext>
                  </a:extLst>
                </p:cNvPr>
                <p:cNvGrpSpPr/>
                <p:nvPr/>
              </p:nvGrpSpPr>
              <p:grpSpPr>
                <a:xfrm>
                  <a:off x="5826820" y="1303636"/>
                  <a:ext cx="807598" cy="932345"/>
                  <a:chOff x="5360065" y="3639655"/>
                  <a:chExt cx="1160388" cy="1339629"/>
                </a:xfrm>
              </p:grpSpPr>
              <p:grpSp>
                <p:nvGrpSpPr>
                  <p:cNvPr id="60" name="组合 59">
                    <a:extLst>
                      <a:ext uri="{FF2B5EF4-FFF2-40B4-BE49-F238E27FC236}">
                        <a16:creationId xmlns:a16="http://schemas.microsoft.com/office/drawing/2014/main" id="{D852A377-C2E3-C4D4-15F4-DDFA86385F64}"/>
                      </a:ext>
                    </a:extLst>
                  </p:cNvPr>
                  <p:cNvGrpSpPr/>
                  <p:nvPr/>
                </p:nvGrpSpPr>
                <p:grpSpPr>
                  <a:xfrm>
                    <a:off x="5628783" y="3927223"/>
                    <a:ext cx="623731" cy="720077"/>
                    <a:chOff x="5810735" y="1476540"/>
                    <a:chExt cx="730282" cy="843086"/>
                  </a:xfrm>
                </p:grpSpPr>
                <p:sp>
                  <p:nvSpPr>
                    <p:cNvPr id="65" name="Freeform 5">
                      <a:extLst>
                        <a:ext uri="{FF2B5EF4-FFF2-40B4-BE49-F238E27FC236}">
                          <a16:creationId xmlns:a16="http://schemas.microsoft.com/office/drawing/2014/main" id="{946E8057-E223-ED4E-486F-A44B251998B0}"/>
                        </a:ext>
                      </a:extLst>
                    </p:cNvPr>
                    <p:cNvSpPr>
                      <a:spLocks/>
                    </p:cNvSpPr>
                    <p:nvPr/>
                  </p:nvSpPr>
                  <p:spPr bwMode="auto">
                    <a:xfrm>
                      <a:off x="6176612" y="1687925"/>
                      <a:ext cx="364405" cy="631701"/>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6">
                      <a:extLst>
                        <a:ext uri="{FF2B5EF4-FFF2-40B4-BE49-F238E27FC236}">
                          <a16:creationId xmlns:a16="http://schemas.microsoft.com/office/drawing/2014/main" id="{FB67254E-6702-73AB-5BF0-3B03B41B76D4}"/>
                        </a:ext>
                      </a:extLst>
                    </p:cNvPr>
                    <p:cNvSpPr>
                      <a:spLocks/>
                    </p:cNvSpPr>
                    <p:nvPr/>
                  </p:nvSpPr>
                  <p:spPr bwMode="auto">
                    <a:xfrm>
                      <a:off x="5810735" y="1687925"/>
                      <a:ext cx="366858" cy="631701"/>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7">
                      <a:extLst>
                        <a:ext uri="{FF2B5EF4-FFF2-40B4-BE49-F238E27FC236}">
                          <a16:creationId xmlns:a16="http://schemas.microsoft.com/office/drawing/2014/main" id="{D822980F-7FEB-2BA5-25A8-7C7A8FB90B6F}"/>
                        </a:ext>
                      </a:extLst>
                    </p:cNvPr>
                    <p:cNvSpPr>
                      <a:spLocks/>
                    </p:cNvSpPr>
                    <p:nvPr/>
                  </p:nvSpPr>
                  <p:spPr bwMode="auto">
                    <a:xfrm>
                      <a:off x="5811716" y="1476540"/>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61" name="组合 60">
                    <a:extLst>
                      <a:ext uri="{FF2B5EF4-FFF2-40B4-BE49-F238E27FC236}">
                        <a16:creationId xmlns:a16="http://schemas.microsoft.com/office/drawing/2014/main" id="{F7F7C7A8-2934-C6B7-4F46-A7B93C79DBBB}"/>
                      </a:ext>
                    </a:extLst>
                  </p:cNvPr>
                  <p:cNvGrpSpPr/>
                  <p:nvPr/>
                </p:nvGrpSpPr>
                <p:grpSpPr>
                  <a:xfrm>
                    <a:off x="5360065" y="3639655"/>
                    <a:ext cx="1160388" cy="1339629"/>
                    <a:chOff x="7062439" y="3389435"/>
                    <a:chExt cx="1160388" cy="1339629"/>
                  </a:xfrm>
                </p:grpSpPr>
                <p:sp>
                  <p:nvSpPr>
                    <p:cNvPr id="62" name="Freeform 5">
                      <a:extLst>
                        <a:ext uri="{FF2B5EF4-FFF2-40B4-BE49-F238E27FC236}">
                          <a16:creationId xmlns:a16="http://schemas.microsoft.com/office/drawing/2014/main" id="{21856208-3399-13B1-7B43-DDD9A20F29E0}"/>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gradFill flip="none" rotWithShape="1">
                      <a:gsLst>
                        <a:gs pos="0">
                          <a:srgbClr val="6578F0">
                            <a:alpha val="0"/>
                          </a:srgbClr>
                        </a:gs>
                        <a:gs pos="100000">
                          <a:srgbClr val="6578F0">
                            <a:alpha val="19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6">
                      <a:extLst>
                        <a:ext uri="{FF2B5EF4-FFF2-40B4-BE49-F238E27FC236}">
                          <a16:creationId xmlns:a16="http://schemas.microsoft.com/office/drawing/2014/main" id="{9B688697-E1AA-4057-4FB5-ADF38BF45EF6}"/>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4" name="Freeform 7">
                      <a:extLst>
                        <a:ext uri="{FF2B5EF4-FFF2-40B4-BE49-F238E27FC236}">
                          <a16:creationId xmlns:a16="http://schemas.microsoft.com/office/drawing/2014/main" id="{26FC5239-0560-4B87-E1CA-63655267B502}"/>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57" name="组合 56">
                  <a:extLst>
                    <a:ext uri="{FF2B5EF4-FFF2-40B4-BE49-F238E27FC236}">
                      <a16:creationId xmlns:a16="http://schemas.microsoft.com/office/drawing/2014/main" id="{48AD1485-76CD-A9BA-1722-CD027690BEBE}"/>
                    </a:ext>
                  </a:extLst>
                </p:cNvPr>
                <p:cNvGrpSpPr/>
                <p:nvPr/>
              </p:nvGrpSpPr>
              <p:grpSpPr>
                <a:xfrm>
                  <a:off x="5827363" y="1149983"/>
                  <a:ext cx="806513" cy="277665"/>
                  <a:chOff x="6447940" y="942338"/>
                  <a:chExt cx="806513" cy="277665"/>
                </a:xfrm>
              </p:grpSpPr>
              <p:sp>
                <p:nvSpPr>
                  <p:cNvPr id="58" name="矩形: 圆角 57">
                    <a:extLst>
                      <a:ext uri="{FF2B5EF4-FFF2-40B4-BE49-F238E27FC236}">
                        <a16:creationId xmlns:a16="http://schemas.microsoft.com/office/drawing/2014/main" id="{C13DFC41-2AC8-A14D-3300-D6AA08CD3154}"/>
                      </a:ext>
                    </a:extLst>
                  </p:cNvPr>
                  <p:cNvSpPr/>
                  <p:nvPr/>
                </p:nvSpPr>
                <p:spPr>
                  <a:xfrm>
                    <a:off x="6447940" y="942338"/>
                    <a:ext cx="806513" cy="277665"/>
                  </a:xfrm>
                  <a:prstGeom prst="roundRect">
                    <a:avLst>
                      <a:gd name="adj" fmla="val 50000"/>
                    </a:avLst>
                  </a:prstGeom>
                  <a:solidFill>
                    <a:schemeClr val="bg1"/>
                  </a:solidFill>
                  <a:ln w="6350">
                    <a:solidFill>
                      <a:srgbClr val="7584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26">
                    <a:extLst>
                      <a:ext uri="{FF2B5EF4-FFF2-40B4-BE49-F238E27FC236}">
                        <a16:creationId xmlns:a16="http://schemas.microsoft.com/office/drawing/2014/main" id="{BD93E870-FFDA-D4E2-2532-ACFF9B41DA38}"/>
                      </a:ext>
                    </a:extLst>
                  </p:cNvPr>
                  <p:cNvSpPr txBox="1"/>
                  <p:nvPr/>
                </p:nvSpPr>
                <p:spPr>
                  <a:xfrm>
                    <a:off x="6665106" y="973448"/>
                    <a:ext cx="348172"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800" dirty="0">
                        <a:solidFill>
                          <a:srgbClr val="3749CC"/>
                        </a:solidFill>
                        <a:latin typeface="HarmonyOS Sans SC Light" panose="00000400000000000000" pitchFamily="2" charset="-122"/>
                        <a:ea typeface="HarmonyOS Sans SC Light" panose="00000400000000000000" pitchFamily="2" charset="-122"/>
                      </a:rPr>
                      <a:t>5</a:t>
                    </a:r>
                    <a:r>
                      <a:rPr lang="zh-CN" altLang="en-US" sz="800" dirty="0">
                        <a:solidFill>
                          <a:srgbClr val="3749CC"/>
                        </a:solidFill>
                        <a:latin typeface="HarmonyOS Sans SC Light" panose="00000400000000000000" pitchFamily="2" charset="-122"/>
                        <a:ea typeface="HarmonyOS Sans SC Light" panose="00000400000000000000" pitchFamily="2" charset="-122"/>
                      </a:rPr>
                      <a:t>次</a:t>
                    </a:r>
                  </a:p>
                </p:txBody>
              </p:sp>
            </p:grpSp>
          </p:grpSp>
        </p:grpSp>
      </p:grpSp>
      <p:grpSp>
        <p:nvGrpSpPr>
          <p:cNvPr id="109" name="组合 108">
            <a:extLst>
              <a:ext uri="{FF2B5EF4-FFF2-40B4-BE49-F238E27FC236}">
                <a16:creationId xmlns:a16="http://schemas.microsoft.com/office/drawing/2014/main" id="{76C8C62B-294F-1052-707B-6876E56947BC}"/>
              </a:ext>
            </a:extLst>
          </p:cNvPr>
          <p:cNvGrpSpPr/>
          <p:nvPr/>
        </p:nvGrpSpPr>
        <p:grpSpPr>
          <a:xfrm>
            <a:off x="8176270" y="3442911"/>
            <a:ext cx="1773382" cy="1929583"/>
            <a:chOff x="5343928" y="1149983"/>
            <a:chExt cx="1773382" cy="1929583"/>
          </a:xfrm>
        </p:grpSpPr>
        <p:grpSp>
          <p:nvGrpSpPr>
            <p:cNvPr id="110" name="组合 109">
              <a:extLst>
                <a:ext uri="{FF2B5EF4-FFF2-40B4-BE49-F238E27FC236}">
                  <a16:creationId xmlns:a16="http://schemas.microsoft.com/office/drawing/2014/main" id="{99980229-F70F-7B1C-7FFA-84C3FE6F7832}"/>
                </a:ext>
              </a:extLst>
            </p:cNvPr>
            <p:cNvGrpSpPr/>
            <p:nvPr/>
          </p:nvGrpSpPr>
          <p:grpSpPr>
            <a:xfrm>
              <a:off x="5826820" y="1149983"/>
              <a:ext cx="807598" cy="1085998"/>
              <a:chOff x="5826820" y="1149983"/>
              <a:chExt cx="807598" cy="1085998"/>
            </a:xfrm>
          </p:grpSpPr>
          <p:grpSp>
            <p:nvGrpSpPr>
              <p:cNvPr id="21521" name="组合 21520">
                <a:extLst>
                  <a:ext uri="{FF2B5EF4-FFF2-40B4-BE49-F238E27FC236}">
                    <a16:creationId xmlns:a16="http://schemas.microsoft.com/office/drawing/2014/main" id="{B9274C5F-DEC9-E153-DFA0-D7DAE555EFF1}"/>
                  </a:ext>
                </a:extLst>
              </p:cNvPr>
              <p:cNvGrpSpPr/>
              <p:nvPr/>
            </p:nvGrpSpPr>
            <p:grpSpPr>
              <a:xfrm>
                <a:off x="5826820" y="1303636"/>
                <a:ext cx="807598" cy="932345"/>
                <a:chOff x="5360065" y="3639655"/>
                <a:chExt cx="1160388" cy="1339629"/>
              </a:xfrm>
            </p:grpSpPr>
            <p:grpSp>
              <p:nvGrpSpPr>
                <p:cNvPr id="21525" name="组合 21524">
                  <a:extLst>
                    <a:ext uri="{FF2B5EF4-FFF2-40B4-BE49-F238E27FC236}">
                      <a16:creationId xmlns:a16="http://schemas.microsoft.com/office/drawing/2014/main" id="{8CA94ECD-C204-71B3-A194-26A5E078E23C}"/>
                    </a:ext>
                  </a:extLst>
                </p:cNvPr>
                <p:cNvGrpSpPr/>
                <p:nvPr/>
              </p:nvGrpSpPr>
              <p:grpSpPr>
                <a:xfrm>
                  <a:off x="5628783" y="3927223"/>
                  <a:ext cx="623731" cy="720077"/>
                  <a:chOff x="5810735" y="1476540"/>
                  <a:chExt cx="730282" cy="843086"/>
                </a:xfrm>
              </p:grpSpPr>
              <p:sp>
                <p:nvSpPr>
                  <p:cNvPr id="21530" name="Freeform 5">
                    <a:extLst>
                      <a:ext uri="{FF2B5EF4-FFF2-40B4-BE49-F238E27FC236}">
                        <a16:creationId xmlns:a16="http://schemas.microsoft.com/office/drawing/2014/main" id="{1A8B2241-4D89-7D79-AD27-FF89AC987428}"/>
                      </a:ext>
                    </a:extLst>
                  </p:cNvPr>
                  <p:cNvSpPr>
                    <a:spLocks/>
                  </p:cNvSpPr>
                  <p:nvPr/>
                </p:nvSpPr>
                <p:spPr bwMode="auto">
                  <a:xfrm>
                    <a:off x="6176612" y="1687925"/>
                    <a:ext cx="364405" cy="631701"/>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531" name="Freeform 6">
                    <a:extLst>
                      <a:ext uri="{FF2B5EF4-FFF2-40B4-BE49-F238E27FC236}">
                        <a16:creationId xmlns:a16="http://schemas.microsoft.com/office/drawing/2014/main" id="{9C509496-D13D-4F44-ABDC-AE50F869DA4F}"/>
                      </a:ext>
                    </a:extLst>
                  </p:cNvPr>
                  <p:cNvSpPr>
                    <a:spLocks/>
                  </p:cNvSpPr>
                  <p:nvPr/>
                </p:nvSpPr>
                <p:spPr bwMode="auto">
                  <a:xfrm>
                    <a:off x="5810735" y="1687925"/>
                    <a:ext cx="366858" cy="631701"/>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532" name="Freeform 7">
                    <a:extLst>
                      <a:ext uri="{FF2B5EF4-FFF2-40B4-BE49-F238E27FC236}">
                        <a16:creationId xmlns:a16="http://schemas.microsoft.com/office/drawing/2014/main" id="{097BC665-9911-F8F3-A378-D3958C02B4D7}"/>
                      </a:ext>
                    </a:extLst>
                  </p:cNvPr>
                  <p:cNvSpPr>
                    <a:spLocks/>
                  </p:cNvSpPr>
                  <p:nvPr/>
                </p:nvSpPr>
                <p:spPr bwMode="auto">
                  <a:xfrm>
                    <a:off x="5811716" y="1476540"/>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1526" name="组合 21525">
                  <a:extLst>
                    <a:ext uri="{FF2B5EF4-FFF2-40B4-BE49-F238E27FC236}">
                      <a16:creationId xmlns:a16="http://schemas.microsoft.com/office/drawing/2014/main" id="{CC8E8FF0-7511-8E68-EC04-7DBAD4B0B2D6}"/>
                    </a:ext>
                  </a:extLst>
                </p:cNvPr>
                <p:cNvGrpSpPr/>
                <p:nvPr/>
              </p:nvGrpSpPr>
              <p:grpSpPr>
                <a:xfrm>
                  <a:off x="5360065" y="3639655"/>
                  <a:ext cx="1160388" cy="1339629"/>
                  <a:chOff x="7062439" y="3389435"/>
                  <a:chExt cx="1160388" cy="1339629"/>
                </a:xfrm>
              </p:grpSpPr>
              <p:sp>
                <p:nvSpPr>
                  <p:cNvPr id="21527" name="Freeform 5">
                    <a:extLst>
                      <a:ext uri="{FF2B5EF4-FFF2-40B4-BE49-F238E27FC236}">
                        <a16:creationId xmlns:a16="http://schemas.microsoft.com/office/drawing/2014/main" id="{084E13E9-D82C-4F40-F522-B7678A727A1E}"/>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gradFill flip="none" rotWithShape="1">
                    <a:gsLst>
                      <a:gs pos="0">
                        <a:srgbClr val="6578F0">
                          <a:alpha val="0"/>
                        </a:srgbClr>
                      </a:gs>
                      <a:gs pos="100000">
                        <a:srgbClr val="6578F0">
                          <a:alpha val="19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528" name="Freeform 6">
                    <a:extLst>
                      <a:ext uri="{FF2B5EF4-FFF2-40B4-BE49-F238E27FC236}">
                        <a16:creationId xmlns:a16="http://schemas.microsoft.com/office/drawing/2014/main" id="{1CDE18F3-32EA-08CD-E265-BFD2D71CC290}"/>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529" name="Freeform 7">
                    <a:extLst>
                      <a:ext uri="{FF2B5EF4-FFF2-40B4-BE49-F238E27FC236}">
                        <a16:creationId xmlns:a16="http://schemas.microsoft.com/office/drawing/2014/main" id="{DF2B49CB-03DC-8168-EB2C-E4DA55576714}"/>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1522" name="组合 21521">
                <a:extLst>
                  <a:ext uri="{FF2B5EF4-FFF2-40B4-BE49-F238E27FC236}">
                    <a16:creationId xmlns:a16="http://schemas.microsoft.com/office/drawing/2014/main" id="{3DAAE60A-E41C-8D81-47C8-F01E53979706}"/>
                  </a:ext>
                </a:extLst>
              </p:cNvPr>
              <p:cNvGrpSpPr/>
              <p:nvPr/>
            </p:nvGrpSpPr>
            <p:grpSpPr>
              <a:xfrm>
                <a:off x="5827363" y="1149983"/>
                <a:ext cx="806513" cy="277665"/>
                <a:chOff x="6447940" y="942338"/>
                <a:chExt cx="806513" cy="277665"/>
              </a:xfrm>
            </p:grpSpPr>
            <p:sp>
              <p:nvSpPr>
                <p:cNvPr id="21523" name="矩形: 圆角 21522">
                  <a:extLst>
                    <a:ext uri="{FF2B5EF4-FFF2-40B4-BE49-F238E27FC236}">
                      <a16:creationId xmlns:a16="http://schemas.microsoft.com/office/drawing/2014/main" id="{1366E473-F697-0B1C-9ECE-DB2C66D28114}"/>
                    </a:ext>
                  </a:extLst>
                </p:cNvPr>
                <p:cNvSpPr/>
                <p:nvPr/>
              </p:nvSpPr>
              <p:spPr>
                <a:xfrm>
                  <a:off x="6447940" y="942338"/>
                  <a:ext cx="806513" cy="277665"/>
                </a:xfrm>
                <a:prstGeom prst="roundRect">
                  <a:avLst>
                    <a:gd name="adj" fmla="val 50000"/>
                  </a:avLst>
                </a:prstGeom>
                <a:solidFill>
                  <a:schemeClr val="bg1"/>
                </a:solidFill>
                <a:ln w="6350">
                  <a:solidFill>
                    <a:srgbClr val="7584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524" name="文本框 26">
                  <a:extLst>
                    <a:ext uri="{FF2B5EF4-FFF2-40B4-BE49-F238E27FC236}">
                      <a16:creationId xmlns:a16="http://schemas.microsoft.com/office/drawing/2014/main" id="{BFFF6934-3031-2ED5-FA59-A52D05C3013C}"/>
                    </a:ext>
                  </a:extLst>
                </p:cNvPr>
                <p:cNvSpPr txBox="1"/>
                <p:nvPr/>
              </p:nvSpPr>
              <p:spPr>
                <a:xfrm>
                  <a:off x="6673599" y="982690"/>
                  <a:ext cx="354584"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800" dirty="0">
                      <a:solidFill>
                        <a:srgbClr val="3749CC"/>
                      </a:solidFill>
                      <a:latin typeface="HarmonyOS Sans SC Light" panose="00000400000000000000" pitchFamily="2" charset="-122"/>
                      <a:ea typeface="HarmonyOS Sans SC Light" panose="00000400000000000000" pitchFamily="2" charset="-122"/>
                    </a:rPr>
                    <a:t>25s</a:t>
                  </a:r>
                  <a:endParaRPr lang="zh-CN" altLang="en-US" sz="800" dirty="0">
                    <a:solidFill>
                      <a:srgbClr val="3749CC"/>
                    </a:solidFill>
                    <a:latin typeface="HarmonyOS Sans SC Light" panose="00000400000000000000" pitchFamily="2" charset="-122"/>
                    <a:ea typeface="HarmonyOS Sans SC Light" panose="00000400000000000000" pitchFamily="2" charset="-122"/>
                  </a:endParaRPr>
                </a:p>
              </p:txBody>
            </p:sp>
          </p:grpSp>
        </p:grpSp>
        <p:grpSp>
          <p:nvGrpSpPr>
            <p:cNvPr id="111" name="组合 110">
              <a:extLst>
                <a:ext uri="{FF2B5EF4-FFF2-40B4-BE49-F238E27FC236}">
                  <a16:creationId xmlns:a16="http://schemas.microsoft.com/office/drawing/2014/main" id="{94410D4F-90A8-4E08-C1AE-A32BE96489C4}"/>
                </a:ext>
              </a:extLst>
            </p:cNvPr>
            <p:cNvGrpSpPr/>
            <p:nvPr/>
          </p:nvGrpSpPr>
          <p:grpSpPr>
            <a:xfrm>
              <a:off x="5343928" y="1993568"/>
              <a:ext cx="1773382" cy="1085998"/>
              <a:chOff x="5332005" y="1993568"/>
              <a:chExt cx="1773382" cy="1085998"/>
            </a:xfrm>
          </p:grpSpPr>
          <p:grpSp>
            <p:nvGrpSpPr>
              <p:cNvPr id="112" name="组合 111">
                <a:extLst>
                  <a:ext uri="{FF2B5EF4-FFF2-40B4-BE49-F238E27FC236}">
                    <a16:creationId xmlns:a16="http://schemas.microsoft.com/office/drawing/2014/main" id="{BDE54800-B492-82D7-B206-60DA9216E001}"/>
                  </a:ext>
                </a:extLst>
              </p:cNvPr>
              <p:cNvGrpSpPr/>
              <p:nvPr/>
            </p:nvGrpSpPr>
            <p:grpSpPr>
              <a:xfrm>
                <a:off x="5332005" y="1993568"/>
                <a:ext cx="807598" cy="1085998"/>
                <a:chOff x="5826820" y="1149983"/>
                <a:chExt cx="807598" cy="1085998"/>
              </a:xfrm>
            </p:grpSpPr>
            <p:grpSp>
              <p:nvGrpSpPr>
                <p:cNvPr id="126" name="组合 125">
                  <a:extLst>
                    <a:ext uri="{FF2B5EF4-FFF2-40B4-BE49-F238E27FC236}">
                      <a16:creationId xmlns:a16="http://schemas.microsoft.com/office/drawing/2014/main" id="{94DD9D51-AAA9-6836-1F66-645DF8C7F7F5}"/>
                    </a:ext>
                  </a:extLst>
                </p:cNvPr>
                <p:cNvGrpSpPr/>
                <p:nvPr/>
              </p:nvGrpSpPr>
              <p:grpSpPr>
                <a:xfrm>
                  <a:off x="5826820" y="1303636"/>
                  <a:ext cx="807598" cy="932345"/>
                  <a:chOff x="5360065" y="3639655"/>
                  <a:chExt cx="1160388" cy="1339629"/>
                </a:xfrm>
              </p:grpSpPr>
              <p:grpSp>
                <p:nvGrpSpPr>
                  <p:cNvPr id="21506" name="组合 21505">
                    <a:extLst>
                      <a:ext uri="{FF2B5EF4-FFF2-40B4-BE49-F238E27FC236}">
                        <a16:creationId xmlns:a16="http://schemas.microsoft.com/office/drawing/2014/main" id="{F77B66A5-6320-9B37-031C-4E0023846034}"/>
                      </a:ext>
                    </a:extLst>
                  </p:cNvPr>
                  <p:cNvGrpSpPr/>
                  <p:nvPr/>
                </p:nvGrpSpPr>
                <p:grpSpPr>
                  <a:xfrm>
                    <a:off x="5628783" y="3927223"/>
                    <a:ext cx="623731" cy="720077"/>
                    <a:chOff x="5810735" y="1476540"/>
                    <a:chExt cx="730282" cy="843086"/>
                  </a:xfrm>
                </p:grpSpPr>
                <p:sp>
                  <p:nvSpPr>
                    <p:cNvPr id="21511" name="Freeform 5">
                      <a:extLst>
                        <a:ext uri="{FF2B5EF4-FFF2-40B4-BE49-F238E27FC236}">
                          <a16:creationId xmlns:a16="http://schemas.microsoft.com/office/drawing/2014/main" id="{0E601C30-0018-36BD-D6D9-363EBAFCF12E}"/>
                        </a:ext>
                      </a:extLst>
                    </p:cNvPr>
                    <p:cNvSpPr>
                      <a:spLocks/>
                    </p:cNvSpPr>
                    <p:nvPr/>
                  </p:nvSpPr>
                  <p:spPr bwMode="auto">
                    <a:xfrm>
                      <a:off x="6176612" y="1687925"/>
                      <a:ext cx="364405" cy="631701"/>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512" name="Freeform 6">
                      <a:extLst>
                        <a:ext uri="{FF2B5EF4-FFF2-40B4-BE49-F238E27FC236}">
                          <a16:creationId xmlns:a16="http://schemas.microsoft.com/office/drawing/2014/main" id="{C4AF3D85-C32F-BF88-C297-FA442AE2648A}"/>
                        </a:ext>
                      </a:extLst>
                    </p:cNvPr>
                    <p:cNvSpPr>
                      <a:spLocks/>
                    </p:cNvSpPr>
                    <p:nvPr/>
                  </p:nvSpPr>
                  <p:spPr bwMode="auto">
                    <a:xfrm>
                      <a:off x="5810735" y="1687925"/>
                      <a:ext cx="366858" cy="631701"/>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520" name="Freeform 7">
                      <a:extLst>
                        <a:ext uri="{FF2B5EF4-FFF2-40B4-BE49-F238E27FC236}">
                          <a16:creationId xmlns:a16="http://schemas.microsoft.com/office/drawing/2014/main" id="{18A893E0-D155-0D10-391B-032EF6AA505C}"/>
                        </a:ext>
                      </a:extLst>
                    </p:cNvPr>
                    <p:cNvSpPr>
                      <a:spLocks/>
                    </p:cNvSpPr>
                    <p:nvPr/>
                  </p:nvSpPr>
                  <p:spPr bwMode="auto">
                    <a:xfrm>
                      <a:off x="5811716" y="1476540"/>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1507" name="组合 21506">
                    <a:extLst>
                      <a:ext uri="{FF2B5EF4-FFF2-40B4-BE49-F238E27FC236}">
                        <a16:creationId xmlns:a16="http://schemas.microsoft.com/office/drawing/2014/main" id="{2786BD43-DA9A-3BC3-7C22-26F4458F7BEF}"/>
                      </a:ext>
                    </a:extLst>
                  </p:cNvPr>
                  <p:cNvGrpSpPr/>
                  <p:nvPr/>
                </p:nvGrpSpPr>
                <p:grpSpPr>
                  <a:xfrm>
                    <a:off x="5360065" y="3639655"/>
                    <a:ext cx="1160388" cy="1339629"/>
                    <a:chOff x="7062439" y="3389435"/>
                    <a:chExt cx="1160388" cy="1339629"/>
                  </a:xfrm>
                </p:grpSpPr>
                <p:sp>
                  <p:nvSpPr>
                    <p:cNvPr id="21508" name="Freeform 5">
                      <a:extLst>
                        <a:ext uri="{FF2B5EF4-FFF2-40B4-BE49-F238E27FC236}">
                          <a16:creationId xmlns:a16="http://schemas.microsoft.com/office/drawing/2014/main" id="{81479FC6-6A76-2B4D-36CA-DB983C3D636C}"/>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gradFill flip="none" rotWithShape="1">
                      <a:gsLst>
                        <a:gs pos="0">
                          <a:srgbClr val="6578F0">
                            <a:alpha val="0"/>
                          </a:srgbClr>
                        </a:gs>
                        <a:gs pos="100000">
                          <a:srgbClr val="6578F0">
                            <a:alpha val="19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509" name="Freeform 6">
                      <a:extLst>
                        <a:ext uri="{FF2B5EF4-FFF2-40B4-BE49-F238E27FC236}">
                          <a16:creationId xmlns:a16="http://schemas.microsoft.com/office/drawing/2014/main" id="{D6CC195C-2CA8-AD7B-D569-ABB3816B671C}"/>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510" name="Freeform 7">
                      <a:extLst>
                        <a:ext uri="{FF2B5EF4-FFF2-40B4-BE49-F238E27FC236}">
                          <a16:creationId xmlns:a16="http://schemas.microsoft.com/office/drawing/2014/main" id="{52496EBE-C092-C609-49D7-9D65AC467F48}"/>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27" name="组合 126">
                  <a:extLst>
                    <a:ext uri="{FF2B5EF4-FFF2-40B4-BE49-F238E27FC236}">
                      <a16:creationId xmlns:a16="http://schemas.microsoft.com/office/drawing/2014/main" id="{A46EAEEC-D789-7C15-BBA7-E8A462B17F90}"/>
                    </a:ext>
                  </a:extLst>
                </p:cNvPr>
                <p:cNvGrpSpPr/>
                <p:nvPr/>
              </p:nvGrpSpPr>
              <p:grpSpPr>
                <a:xfrm>
                  <a:off x="5827363" y="1149983"/>
                  <a:ext cx="806513" cy="277665"/>
                  <a:chOff x="6447940" y="942338"/>
                  <a:chExt cx="806513" cy="277665"/>
                </a:xfrm>
              </p:grpSpPr>
              <p:sp>
                <p:nvSpPr>
                  <p:cNvPr id="21504" name="矩形: 圆角 21503">
                    <a:extLst>
                      <a:ext uri="{FF2B5EF4-FFF2-40B4-BE49-F238E27FC236}">
                        <a16:creationId xmlns:a16="http://schemas.microsoft.com/office/drawing/2014/main" id="{2A70D9E4-979D-BF24-FC07-60505F4BCAD3}"/>
                      </a:ext>
                    </a:extLst>
                  </p:cNvPr>
                  <p:cNvSpPr/>
                  <p:nvPr/>
                </p:nvSpPr>
                <p:spPr>
                  <a:xfrm>
                    <a:off x="6447940" y="942338"/>
                    <a:ext cx="806513" cy="277665"/>
                  </a:xfrm>
                  <a:prstGeom prst="roundRect">
                    <a:avLst>
                      <a:gd name="adj" fmla="val 50000"/>
                    </a:avLst>
                  </a:prstGeom>
                  <a:solidFill>
                    <a:schemeClr val="bg1"/>
                  </a:solidFill>
                  <a:ln w="6350">
                    <a:solidFill>
                      <a:srgbClr val="7584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505" name="文本框 26">
                    <a:extLst>
                      <a:ext uri="{FF2B5EF4-FFF2-40B4-BE49-F238E27FC236}">
                        <a16:creationId xmlns:a16="http://schemas.microsoft.com/office/drawing/2014/main" id="{54844AE7-9EAF-F266-FFCB-D1BE2FF6306C}"/>
                      </a:ext>
                    </a:extLst>
                  </p:cNvPr>
                  <p:cNvSpPr txBox="1"/>
                  <p:nvPr/>
                </p:nvSpPr>
                <p:spPr>
                  <a:xfrm>
                    <a:off x="6673362" y="973448"/>
                    <a:ext cx="354584"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800" dirty="0">
                        <a:solidFill>
                          <a:srgbClr val="3749CC"/>
                        </a:solidFill>
                        <a:latin typeface="HarmonyOS Sans SC Light" panose="00000400000000000000" pitchFamily="2" charset="-122"/>
                        <a:ea typeface="HarmonyOS Sans SC Light" panose="00000400000000000000" pitchFamily="2" charset="-122"/>
                      </a:rPr>
                      <a:t>20s</a:t>
                    </a:r>
                    <a:endParaRPr lang="zh-CN" altLang="en-US" sz="800" dirty="0">
                      <a:solidFill>
                        <a:srgbClr val="3749CC"/>
                      </a:solidFill>
                      <a:latin typeface="HarmonyOS Sans SC Light" panose="00000400000000000000" pitchFamily="2" charset="-122"/>
                      <a:ea typeface="HarmonyOS Sans SC Light" panose="00000400000000000000" pitchFamily="2" charset="-122"/>
                    </a:endParaRPr>
                  </a:p>
                </p:txBody>
              </p:sp>
            </p:grpSp>
          </p:grpSp>
          <p:grpSp>
            <p:nvGrpSpPr>
              <p:cNvPr id="113" name="组合 112">
                <a:extLst>
                  <a:ext uri="{FF2B5EF4-FFF2-40B4-BE49-F238E27FC236}">
                    <a16:creationId xmlns:a16="http://schemas.microsoft.com/office/drawing/2014/main" id="{05055E57-7077-A83D-412B-623EE977C1C6}"/>
                  </a:ext>
                </a:extLst>
              </p:cNvPr>
              <p:cNvGrpSpPr/>
              <p:nvPr/>
            </p:nvGrpSpPr>
            <p:grpSpPr>
              <a:xfrm>
                <a:off x="6297789" y="1993568"/>
                <a:ext cx="807598" cy="1085998"/>
                <a:chOff x="5826820" y="1149983"/>
                <a:chExt cx="807598" cy="1085998"/>
              </a:xfrm>
            </p:grpSpPr>
            <p:grpSp>
              <p:nvGrpSpPr>
                <p:cNvPr id="114" name="组合 113">
                  <a:extLst>
                    <a:ext uri="{FF2B5EF4-FFF2-40B4-BE49-F238E27FC236}">
                      <a16:creationId xmlns:a16="http://schemas.microsoft.com/office/drawing/2014/main" id="{BABD124E-65BA-2554-278C-E6F402853730}"/>
                    </a:ext>
                  </a:extLst>
                </p:cNvPr>
                <p:cNvGrpSpPr/>
                <p:nvPr/>
              </p:nvGrpSpPr>
              <p:grpSpPr>
                <a:xfrm>
                  <a:off x="5826820" y="1303636"/>
                  <a:ext cx="807598" cy="932345"/>
                  <a:chOff x="5360065" y="3639655"/>
                  <a:chExt cx="1160388" cy="1339629"/>
                </a:xfrm>
              </p:grpSpPr>
              <p:grpSp>
                <p:nvGrpSpPr>
                  <p:cNvPr id="118" name="组合 117">
                    <a:extLst>
                      <a:ext uri="{FF2B5EF4-FFF2-40B4-BE49-F238E27FC236}">
                        <a16:creationId xmlns:a16="http://schemas.microsoft.com/office/drawing/2014/main" id="{26AA6C46-BBEB-E3C9-676B-F49702AAEA4E}"/>
                      </a:ext>
                    </a:extLst>
                  </p:cNvPr>
                  <p:cNvGrpSpPr/>
                  <p:nvPr/>
                </p:nvGrpSpPr>
                <p:grpSpPr>
                  <a:xfrm>
                    <a:off x="5628783" y="3927223"/>
                    <a:ext cx="623731" cy="720077"/>
                    <a:chOff x="5810735" y="1476540"/>
                    <a:chExt cx="730282" cy="843086"/>
                  </a:xfrm>
                </p:grpSpPr>
                <p:sp>
                  <p:nvSpPr>
                    <p:cNvPr id="123" name="Freeform 5">
                      <a:extLst>
                        <a:ext uri="{FF2B5EF4-FFF2-40B4-BE49-F238E27FC236}">
                          <a16:creationId xmlns:a16="http://schemas.microsoft.com/office/drawing/2014/main" id="{8C074A08-AF2F-F984-62A0-60D63FFAC5EA}"/>
                        </a:ext>
                      </a:extLst>
                    </p:cNvPr>
                    <p:cNvSpPr>
                      <a:spLocks/>
                    </p:cNvSpPr>
                    <p:nvPr/>
                  </p:nvSpPr>
                  <p:spPr bwMode="auto">
                    <a:xfrm>
                      <a:off x="6176612" y="1687925"/>
                      <a:ext cx="364405" cy="631701"/>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4" name="Freeform 6">
                      <a:extLst>
                        <a:ext uri="{FF2B5EF4-FFF2-40B4-BE49-F238E27FC236}">
                          <a16:creationId xmlns:a16="http://schemas.microsoft.com/office/drawing/2014/main" id="{D1662BBB-FA3B-B7EB-7171-2D01A34D271E}"/>
                        </a:ext>
                      </a:extLst>
                    </p:cNvPr>
                    <p:cNvSpPr>
                      <a:spLocks/>
                    </p:cNvSpPr>
                    <p:nvPr/>
                  </p:nvSpPr>
                  <p:spPr bwMode="auto">
                    <a:xfrm>
                      <a:off x="5810735" y="1687925"/>
                      <a:ext cx="366858" cy="631701"/>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5" name="Freeform 7">
                      <a:extLst>
                        <a:ext uri="{FF2B5EF4-FFF2-40B4-BE49-F238E27FC236}">
                          <a16:creationId xmlns:a16="http://schemas.microsoft.com/office/drawing/2014/main" id="{7AB10D1C-B612-AD58-7F2B-2BBA83690137}"/>
                        </a:ext>
                      </a:extLst>
                    </p:cNvPr>
                    <p:cNvSpPr>
                      <a:spLocks/>
                    </p:cNvSpPr>
                    <p:nvPr/>
                  </p:nvSpPr>
                  <p:spPr bwMode="auto">
                    <a:xfrm>
                      <a:off x="5811716" y="1476540"/>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19" name="组合 118">
                    <a:extLst>
                      <a:ext uri="{FF2B5EF4-FFF2-40B4-BE49-F238E27FC236}">
                        <a16:creationId xmlns:a16="http://schemas.microsoft.com/office/drawing/2014/main" id="{405CEB32-3667-0A95-C34A-7284C4FB9B13}"/>
                      </a:ext>
                    </a:extLst>
                  </p:cNvPr>
                  <p:cNvGrpSpPr/>
                  <p:nvPr/>
                </p:nvGrpSpPr>
                <p:grpSpPr>
                  <a:xfrm>
                    <a:off x="5360065" y="3639655"/>
                    <a:ext cx="1160388" cy="1339629"/>
                    <a:chOff x="7062439" y="3389435"/>
                    <a:chExt cx="1160388" cy="1339629"/>
                  </a:xfrm>
                </p:grpSpPr>
                <p:sp>
                  <p:nvSpPr>
                    <p:cNvPr id="120" name="Freeform 5">
                      <a:extLst>
                        <a:ext uri="{FF2B5EF4-FFF2-40B4-BE49-F238E27FC236}">
                          <a16:creationId xmlns:a16="http://schemas.microsoft.com/office/drawing/2014/main" id="{195C5E6F-AF44-4438-1AFC-BD6C32D37E40}"/>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gradFill flip="none" rotWithShape="1">
                      <a:gsLst>
                        <a:gs pos="0">
                          <a:srgbClr val="6578F0">
                            <a:alpha val="0"/>
                          </a:srgbClr>
                        </a:gs>
                        <a:gs pos="100000">
                          <a:srgbClr val="6578F0">
                            <a:alpha val="19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1" name="Freeform 6">
                      <a:extLst>
                        <a:ext uri="{FF2B5EF4-FFF2-40B4-BE49-F238E27FC236}">
                          <a16:creationId xmlns:a16="http://schemas.microsoft.com/office/drawing/2014/main" id="{633BDD09-323C-23E4-237A-D9EED21B9DF6}"/>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2" name="Freeform 7">
                      <a:extLst>
                        <a:ext uri="{FF2B5EF4-FFF2-40B4-BE49-F238E27FC236}">
                          <a16:creationId xmlns:a16="http://schemas.microsoft.com/office/drawing/2014/main" id="{2BD191D4-DDC0-2949-15FB-F1CBB8741988}"/>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15" name="组合 114">
                  <a:extLst>
                    <a:ext uri="{FF2B5EF4-FFF2-40B4-BE49-F238E27FC236}">
                      <a16:creationId xmlns:a16="http://schemas.microsoft.com/office/drawing/2014/main" id="{EE0CB2BF-462E-781F-B4DB-5B62130F0063}"/>
                    </a:ext>
                  </a:extLst>
                </p:cNvPr>
                <p:cNvGrpSpPr/>
                <p:nvPr/>
              </p:nvGrpSpPr>
              <p:grpSpPr>
                <a:xfrm>
                  <a:off x="5827363" y="1149983"/>
                  <a:ext cx="806513" cy="277665"/>
                  <a:chOff x="6447940" y="942338"/>
                  <a:chExt cx="806513" cy="277665"/>
                </a:xfrm>
              </p:grpSpPr>
              <p:sp>
                <p:nvSpPr>
                  <p:cNvPr id="116" name="矩形: 圆角 115">
                    <a:extLst>
                      <a:ext uri="{FF2B5EF4-FFF2-40B4-BE49-F238E27FC236}">
                        <a16:creationId xmlns:a16="http://schemas.microsoft.com/office/drawing/2014/main" id="{1892F78B-2D5C-0D57-CA5B-D97C4B696CAC}"/>
                      </a:ext>
                    </a:extLst>
                  </p:cNvPr>
                  <p:cNvSpPr/>
                  <p:nvPr/>
                </p:nvSpPr>
                <p:spPr>
                  <a:xfrm>
                    <a:off x="6447940" y="942338"/>
                    <a:ext cx="806513" cy="277665"/>
                  </a:xfrm>
                  <a:prstGeom prst="roundRect">
                    <a:avLst>
                      <a:gd name="adj" fmla="val 50000"/>
                    </a:avLst>
                  </a:prstGeom>
                  <a:solidFill>
                    <a:schemeClr val="bg1"/>
                  </a:solidFill>
                  <a:ln w="6350">
                    <a:solidFill>
                      <a:srgbClr val="7584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文本框 26">
                    <a:extLst>
                      <a:ext uri="{FF2B5EF4-FFF2-40B4-BE49-F238E27FC236}">
                        <a16:creationId xmlns:a16="http://schemas.microsoft.com/office/drawing/2014/main" id="{BDB15205-F33E-B299-DBE7-5F9C31E19214}"/>
                      </a:ext>
                    </a:extLst>
                  </p:cNvPr>
                  <p:cNvSpPr txBox="1"/>
                  <p:nvPr/>
                </p:nvSpPr>
                <p:spPr>
                  <a:xfrm>
                    <a:off x="6658694" y="973448"/>
                    <a:ext cx="354584" cy="21544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800" dirty="0">
                        <a:solidFill>
                          <a:srgbClr val="3749CC"/>
                        </a:solidFill>
                        <a:latin typeface="HarmonyOS Sans SC Light" panose="00000400000000000000" pitchFamily="2" charset="-122"/>
                        <a:ea typeface="HarmonyOS Sans SC Light" panose="00000400000000000000" pitchFamily="2" charset="-122"/>
                      </a:rPr>
                      <a:t>22s</a:t>
                    </a:r>
                    <a:endParaRPr lang="zh-CN" altLang="en-US" sz="800" dirty="0">
                      <a:solidFill>
                        <a:srgbClr val="3749CC"/>
                      </a:solidFill>
                      <a:latin typeface="HarmonyOS Sans SC Light" panose="00000400000000000000" pitchFamily="2" charset="-122"/>
                      <a:ea typeface="HarmonyOS Sans SC Light" panose="00000400000000000000" pitchFamily="2" charset="-122"/>
                    </a:endParaRPr>
                  </a:p>
                </p:txBody>
              </p:sp>
            </p:grpSp>
          </p:grpSp>
        </p:grpSp>
      </p:grpSp>
      <p:grpSp>
        <p:nvGrpSpPr>
          <p:cNvPr id="21536" name="组合 21535">
            <a:extLst>
              <a:ext uri="{FF2B5EF4-FFF2-40B4-BE49-F238E27FC236}">
                <a16:creationId xmlns:a16="http://schemas.microsoft.com/office/drawing/2014/main" id="{01F952F1-36FC-5588-B055-2DB2084A19CE}"/>
              </a:ext>
            </a:extLst>
          </p:cNvPr>
          <p:cNvGrpSpPr/>
          <p:nvPr/>
        </p:nvGrpSpPr>
        <p:grpSpPr>
          <a:xfrm>
            <a:off x="3598932" y="2870769"/>
            <a:ext cx="4435628" cy="791595"/>
            <a:chOff x="4054735" y="2970521"/>
            <a:chExt cx="4435628" cy="791595"/>
          </a:xfrm>
        </p:grpSpPr>
        <p:cxnSp>
          <p:nvCxnSpPr>
            <p:cNvPr id="21534" name="直接箭头连接符 21533">
              <a:extLst>
                <a:ext uri="{FF2B5EF4-FFF2-40B4-BE49-F238E27FC236}">
                  <a16:creationId xmlns:a16="http://schemas.microsoft.com/office/drawing/2014/main" id="{74B1E35D-8FE6-8B31-FB5E-F13A7F49FC70}"/>
                </a:ext>
              </a:extLst>
            </p:cNvPr>
            <p:cNvCxnSpPr>
              <a:cxnSpLocks/>
            </p:cNvCxnSpPr>
            <p:nvPr/>
          </p:nvCxnSpPr>
          <p:spPr>
            <a:xfrm flipH="1" flipV="1">
              <a:off x="7473402" y="3076421"/>
              <a:ext cx="1016961" cy="685695"/>
            </a:xfrm>
            <a:prstGeom prst="straightConnector1">
              <a:avLst/>
            </a:prstGeom>
            <a:ln w="38100">
              <a:gradFill>
                <a:gsLst>
                  <a:gs pos="0">
                    <a:srgbClr val="7584E5">
                      <a:alpha val="0"/>
                    </a:srgbClr>
                  </a:gs>
                  <a:gs pos="100000">
                    <a:srgbClr val="7584E5"/>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cxnSp>
          <p:nvCxnSpPr>
            <p:cNvPr id="21535" name="直接箭头连接符 21534">
              <a:extLst>
                <a:ext uri="{FF2B5EF4-FFF2-40B4-BE49-F238E27FC236}">
                  <a16:creationId xmlns:a16="http://schemas.microsoft.com/office/drawing/2014/main" id="{9E77016D-F491-FB87-BB87-C3A4AB00EB21}"/>
                </a:ext>
              </a:extLst>
            </p:cNvPr>
            <p:cNvCxnSpPr>
              <a:cxnSpLocks/>
            </p:cNvCxnSpPr>
            <p:nvPr/>
          </p:nvCxnSpPr>
          <p:spPr>
            <a:xfrm flipH="1">
              <a:off x="4054735" y="2970521"/>
              <a:ext cx="1021080" cy="694149"/>
            </a:xfrm>
            <a:prstGeom prst="straightConnector1">
              <a:avLst/>
            </a:prstGeom>
            <a:ln w="38100">
              <a:gradFill>
                <a:gsLst>
                  <a:gs pos="0">
                    <a:srgbClr val="7584E5">
                      <a:alpha val="0"/>
                    </a:srgbClr>
                  </a:gs>
                  <a:gs pos="100000">
                    <a:srgbClr val="7584E5"/>
                  </a:gs>
                </a:gsLst>
                <a:lin ang="5400000" scaled="1"/>
              </a:gradFill>
              <a:tailEnd type="triangle"/>
            </a:ln>
          </p:spPr>
          <p:style>
            <a:lnRef idx="1">
              <a:schemeClr val="accent1"/>
            </a:lnRef>
            <a:fillRef idx="0">
              <a:schemeClr val="accent1"/>
            </a:fillRef>
            <a:effectRef idx="0">
              <a:schemeClr val="accent1"/>
            </a:effectRef>
            <a:fontRef idx="minor">
              <a:schemeClr val="tx1"/>
            </a:fontRef>
          </p:style>
        </p:cxnSp>
      </p:grpSp>
      <p:cxnSp>
        <p:nvCxnSpPr>
          <p:cNvPr id="21537" name="直接箭头连接符 21536">
            <a:extLst>
              <a:ext uri="{FF2B5EF4-FFF2-40B4-BE49-F238E27FC236}">
                <a16:creationId xmlns:a16="http://schemas.microsoft.com/office/drawing/2014/main" id="{DC8128E0-2218-920E-8F5B-2392B1301420}"/>
              </a:ext>
            </a:extLst>
          </p:cNvPr>
          <p:cNvCxnSpPr>
            <a:cxnSpLocks/>
          </p:cNvCxnSpPr>
          <p:nvPr/>
        </p:nvCxnSpPr>
        <p:spPr>
          <a:xfrm flipV="1">
            <a:off x="4302664" y="5386368"/>
            <a:ext cx="3206302" cy="13992"/>
          </a:xfrm>
          <a:prstGeom prst="straightConnector1">
            <a:avLst/>
          </a:prstGeom>
          <a:ln w="38100">
            <a:gradFill flip="none" rotWithShape="1">
              <a:gsLst>
                <a:gs pos="0">
                  <a:srgbClr val="7584E5">
                    <a:alpha val="0"/>
                  </a:srgbClr>
                </a:gs>
                <a:gs pos="100000">
                  <a:srgbClr val="7584E5"/>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sp>
        <p:nvSpPr>
          <p:cNvPr id="21539" name="文本框 21538">
            <a:extLst>
              <a:ext uri="{FF2B5EF4-FFF2-40B4-BE49-F238E27FC236}">
                <a16:creationId xmlns:a16="http://schemas.microsoft.com/office/drawing/2014/main" id="{361AF501-8003-A69F-2CC0-DAF5058424AC}"/>
              </a:ext>
            </a:extLst>
          </p:cNvPr>
          <p:cNvSpPr txBox="1"/>
          <p:nvPr/>
        </p:nvSpPr>
        <p:spPr>
          <a:xfrm>
            <a:off x="4983722" y="3908421"/>
            <a:ext cx="1723549" cy="400110"/>
          </a:xfrm>
          <a:prstGeom prst="rect">
            <a:avLst/>
          </a:prstGeom>
          <a:noFill/>
        </p:spPr>
        <p:txBody>
          <a:bodyPr wrap="none" rtlCol="0">
            <a:spAutoFit/>
          </a:bodyPr>
          <a:lstStyle/>
          <a:p>
            <a:pPr algn="ctr"/>
            <a:r>
              <a:rPr lang="zh-CN" altLang="en-US" sz="2000" dirty="0">
                <a:solidFill>
                  <a:srgbClr val="3749CC"/>
                </a:solidFill>
                <a:latin typeface="HarmonyOS Sans SC Black" panose="00000A00000000000000" pitchFamily="2" charset="-122"/>
                <a:ea typeface="HarmonyOS Sans SC Black" panose="00000A00000000000000" pitchFamily="2" charset="-122"/>
              </a:rPr>
              <a:t>智能学情分析</a:t>
            </a:r>
          </a:p>
        </p:txBody>
      </p:sp>
      <p:sp>
        <p:nvSpPr>
          <p:cNvPr id="21540" name="文本框 21539">
            <a:extLst>
              <a:ext uri="{FF2B5EF4-FFF2-40B4-BE49-F238E27FC236}">
                <a16:creationId xmlns:a16="http://schemas.microsoft.com/office/drawing/2014/main" id="{B7BD8C07-BCA8-6286-3F59-73486579EC41}"/>
              </a:ext>
            </a:extLst>
          </p:cNvPr>
          <p:cNvSpPr txBox="1"/>
          <p:nvPr/>
        </p:nvSpPr>
        <p:spPr>
          <a:xfrm>
            <a:off x="5535426" y="2853559"/>
            <a:ext cx="569387" cy="246221"/>
          </a:xfrm>
          <a:prstGeom prst="rect">
            <a:avLst/>
          </a:prstGeom>
          <a:noFill/>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错误率</a:t>
            </a:r>
          </a:p>
        </p:txBody>
      </p:sp>
      <p:sp>
        <p:nvSpPr>
          <p:cNvPr id="21541" name="文本框 21540">
            <a:extLst>
              <a:ext uri="{FF2B5EF4-FFF2-40B4-BE49-F238E27FC236}">
                <a16:creationId xmlns:a16="http://schemas.microsoft.com/office/drawing/2014/main" id="{84910E7A-3BFF-07A1-9A06-63D0ADD20883}"/>
              </a:ext>
            </a:extLst>
          </p:cNvPr>
          <p:cNvSpPr txBox="1"/>
          <p:nvPr/>
        </p:nvSpPr>
        <p:spPr>
          <a:xfrm>
            <a:off x="2118891" y="5382353"/>
            <a:ext cx="954107" cy="246221"/>
          </a:xfrm>
          <a:prstGeom prst="rect">
            <a:avLst/>
          </a:prstGeom>
          <a:noFill/>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重复犯错评估</a:t>
            </a:r>
          </a:p>
        </p:txBody>
      </p:sp>
      <p:sp>
        <p:nvSpPr>
          <p:cNvPr id="21542" name="文本框 21541">
            <a:extLst>
              <a:ext uri="{FF2B5EF4-FFF2-40B4-BE49-F238E27FC236}">
                <a16:creationId xmlns:a16="http://schemas.microsoft.com/office/drawing/2014/main" id="{1B9D78D2-3082-1A07-50ED-D79092A6BED5}"/>
              </a:ext>
            </a:extLst>
          </p:cNvPr>
          <p:cNvSpPr txBox="1"/>
          <p:nvPr/>
        </p:nvSpPr>
        <p:spPr>
          <a:xfrm>
            <a:off x="8714152" y="5400360"/>
            <a:ext cx="697627" cy="246221"/>
          </a:xfrm>
          <a:prstGeom prst="rect">
            <a:avLst/>
          </a:prstGeom>
          <a:noFill/>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响应延时</a:t>
            </a:r>
          </a:p>
        </p:txBody>
      </p:sp>
    </p:spTree>
    <p:extLst>
      <p:ext uri="{BB962C8B-B14F-4D97-AF65-F5344CB8AC3E}">
        <p14:creationId xmlns:p14="http://schemas.microsoft.com/office/powerpoint/2010/main" val="620490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2D08C8EA-4C42-C1A7-47EE-231B43829438}"/>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6B6AE65F-075A-330D-C77A-16B7F6496265}"/>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2092502A-891C-4EE8-83BA-A2A680CF02F3}"/>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AE4C929E-A3CC-9F58-6B06-59CB99052285}"/>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706FDA52-4CD3-9665-F205-FB1871F5A7A8}"/>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3DD25B5B-681B-7D9F-033A-0CE3882A8F29}"/>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8" name="文本框 7">
              <a:extLst>
                <a:ext uri="{FF2B5EF4-FFF2-40B4-BE49-F238E27FC236}">
                  <a16:creationId xmlns:a16="http://schemas.microsoft.com/office/drawing/2014/main" id="{A8660B55-83C2-972C-5C3F-2B53E0A6A6A1}"/>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24" name="文本框 23">
              <a:extLst>
                <a:ext uri="{FF2B5EF4-FFF2-40B4-BE49-F238E27FC236}">
                  <a16:creationId xmlns:a16="http://schemas.microsoft.com/office/drawing/2014/main" id="{51308173-F386-969B-5EC8-5FA1B6BE9829}"/>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25"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F88672D3-585C-97FE-6BE2-6138E3F437B4}"/>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26" name="文本框 25">
              <a:extLst>
                <a:ext uri="{FF2B5EF4-FFF2-40B4-BE49-F238E27FC236}">
                  <a16:creationId xmlns:a16="http://schemas.microsoft.com/office/drawing/2014/main" id="{F43A2207-D956-B2C4-9A19-BA852A6B785F}"/>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27" name="文本框 26">
              <a:extLst>
                <a:ext uri="{FF2B5EF4-FFF2-40B4-BE49-F238E27FC236}">
                  <a16:creationId xmlns:a16="http://schemas.microsoft.com/office/drawing/2014/main" id="{20523F80-4943-E375-1F7C-2A1221A93E67}"/>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grpSp>
        <p:nvGrpSpPr>
          <p:cNvPr id="130" name="组合 129">
            <a:extLst>
              <a:ext uri="{FF2B5EF4-FFF2-40B4-BE49-F238E27FC236}">
                <a16:creationId xmlns:a16="http://schemas.microsoft.com/office/drawing/2014/main" id="{4B6AAD77-EBA9-F73A-40FD-F7EAD698EBA8}"/>
              </a:ext>
            </a:extLst>
          </p:cNvPr>
          <p:cNvGrpSpPr/>
          <p:nvPr/>
        </p:nvGrpSpPr>
        <p:grpSpPr>
          <a:xfrm>
            <a:off x="3849760" y="4725458"/>
            <a:ext cx="45719" cy="508666"/>
            <a:chOff x="5020983" y="2995301"/>
            <a:chExt cx="81097" cy="902279"/>
          </a:xfrm>
        </p:grpSpPr>
        <p:cxnSp>
          <p:nvCxnSpPr>
            <p:cNvPr id="131" name="直接连接符 130">
              <a:extLst>
                <a:ext uri="{FF2B5EF4-FFF2-40B4-BE49-F238E27FC236}">
                  <a16:creationId xmlns:a16="http://schemas.microsoft.com/office/drawing/2014/main" id="{D54575FB-6E01-94C3-9279-A1CD2FB8294C}"/>
                </a:ext>
              </a:extLst>
            </p:cNvPr>
            <p:cNvCxnSpPr>
              <a:cxnSpLocks/>
            </p:cNvCxnSpPr>
            <p:nvPr/>
          </p:nvCxnSpPr>
          <p:spPr>
            <a:xfrm>
              <a:off x="5061531" y="3075255"/>
              <a:ext cx="0" cy="822325"/>
            </a:xfrm>
            <a:prstGeom prst="line">
              <a:avLst/>
            </a:prstGeom>
            <a:ln w="25400">
              <a:gradFill flip="none" rotWithShape="1">
                <a:gsLst>
                  <a:gs pos="0">
                    <a:schemeClr val="accent1">
                      <a:lumMod val="5000"/>
                      <a:lumOff val="95000"/>
                      <a:alpha val="0"/>
                    </a:schemeClr>
                  </a:gs>
                  <a:gs pos="85000">
                    <a:srgbClr val="3749CC">
                      <a:alpha val="61000"/>
                    </a:srgb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132" name="矩形 131">
              <a:extLst>
                <a:ext uri="{FF2B5EF4-FFF2-40B4-BE49-F238E27FC236}">
                  <a16:creationId xmlns:a16="http://schemas.microsoft.com/office/drawing/2014/main" id="{7D64A427-F665-0F10-7274-628802987F07}"/>
                </a:ext>
              </a:extLst>
            </p:cNvPr>
            <p:cNvSpPr/>
            <p:nvPr/>
          </p:nvSpPr>
          <p:spPr>
            <a:xfrm flipH="1" flipV="1">
              <a:off x="5020983" y="2995301"/>
              <a:ext cx="81097" cy="81097"/>
            </a:xfrm>
            <a:prstGeom prst="rect">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4" name="组合 123">
            <a:extLst>
              <a:ext uri="{FF2B5EF4-FFF2-40B4-BE49-F238E27FC236}">
                <a16:creationId xmlns:a16="http://schemas.microsoft.com/office/drawing/2014/main" id="{058119B7-B09A-BA1C-8206-FBD4E93BA544}"/>
              </a:ext>
            </a:extLst>
          </p:cNvPr>
          <p:cNvGrpSpPr/>
          <p:nvPr/>
        </p:nvGrpSpPr>
        <p:grpSpPr>
          <a:xfrm>
            <a:off x="3507620" y="5259622"/>
            <a:ext cx="59153" cy="658132"/>
            <a:chOff x="5020983" y="2995301"/>
            <a:chExt cx="81097" cy="902279"/>
          </a:xfrm>
        </p:grpSpPr>
        <p:cxnSp>
          <p:nvCxnSpPr>
            <p:cNvPr id="125" name="直接连接符 124">
              <a:extLst>
                <a:ext uri="{FF2B5EF4-FFF2-40B4-BE49-F238E27FC236}">
                  <a16:creationId xmlns:a16="http://schemas.microsoft.com/office/drawing/2014/main" id="{816FD3B7-0663-6E47-1253-29E7561411AD}"/>
                </a:ext>
              </a:extLst>
            </p:cNvPr>
            <p:cNvCxnSpPr>
              <a:cxnSpLocks/>
            </p:cNvCxnSpPr>
            <p:nvPr/>
          </p:nvCxnSpPr>
          <p:spPr>
            <a:xfrm>
              <a:off x="5061531" y="3075255"/>
              <a:ext cx="0" cy="822325"/>
            </a:xfrm>
            <a:prstGeom prst="line">
              <a:avLst/>
            </a:prstGeom>
            <a:ln w="25400">
              <a:gradFill flip="none" rotWithShape="1">
                <a:gsLst>
                  <a:gs pos="0">
                    <a:schemeClr val="accent1">
                      <a:lumMod val="5000"/>
                      <a:lumOff val="95000"/>
                      <a:alpha val="0"/>
                    </a:schemeClr>
                  </a:gs>
                  <a:gs pos="85000">
                    <a:srgbClr val="3749CC">
                      <a:alpha val="61000"/>
                    </a:srgb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126" name="矩形 125">
              <a:extLst>
                <a:ext uri="{FF2B5EF4-FFF2-40B4-BE49-F238E27FC236}">
                  <a16:creationId xmlns:a16="http://schemas.microsoft.com/office/drawing/2014/main" id="{86067D45-125B-A6C9-0FBF-60C2FE4CDD1B}"/>
                </a:ext>
              </a:extLst>
            </p:cNvPr>
            <p:cNvSpPr/>
            <p:nvPr/>
          </p:nvSpPr>
          <p:spPr>
            <a:xfrm flipH="1" flipV="1">
              <a:off x="5020983" y="2995301"/>
              <a:ext cx="81097" cy="81097"/>
            </a:xfrm>
            <a:prstGeom prst="rect">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2" name="Freeform 7">
            <a:extLst>
              <a:ext uri="{FF2B5EF4-FFF2-40B4-BE49-F238E27FC236}">
                <a16:creationId xmlns:a16="http://schemas.microsoft.com/office/drawing/2014/main" id="{B675ABFA-C9B3-E98E-6981-CB6EC58FF05B}"/>
              </a:ext>
            </a:extLst>
          </p:cNvPr>
          <p:cNvSpPr>
            <a:spLocks/>
          </p:cNvSpPr>
          <p:nvPr/>
        </p:nvSpPr>
        <p:spPr bwMode="auto">
          <a:xfrm>
            <a:off x="2763333" y="3550489"/>
            <a:ext cx="2866975" cy="1661323"/>
          </a:xfrm>
          <a:custGeom>
            <a:avLst/>
            <a:gdLst>
              <a:gd name="T0" fmla="*/ 2523 w 2523"/>
              <a:gd name="T1" fmla="*/ 731 h 1462"/>
              <a:gd name="T2" fmla="*/ 1266 w 2523"/>
              <a:gd name="T3" fmla="*/ 1462 h 1462"/>
              <a:gd name="T4" fmla="*/ 0 w 2523"/>
              <a:gd name="T5" fmla="*/ 731 h 1462"/>
              <a:gd name="T6" fmla="*/ 1257 w 2523"/>
              <a:gd name="T7" fmla="*/ 0 h 1462"/>
              <a:gd name="T8" fmla="*/ 2523 w 2523"/>
              <a:gd name="T9" fmla="*/ 731 h 1462"/>
            </a:gdLst>
            <a:ahLst/>
            <a:cxnLst>
              <a:cxn ang="0">
                <a:pos x="T0" y="T1"/>
              </a:cxn>
              <a:cxn ang="0">
                <a:pos x="T2" y="T3"/>
              </a:cxn>
              <a:cxn ang="0">
                <a:pos x="T4" y="T5"/>
              </a:cxn>
              <a:cxn ang="0">
                <a:pos x="T6" y="T7"/>
              </a:cxn>
              <a:cxn ang="0">
                <a:pos x="T8" y="T9"/>
              </a:cxn>
            </a:cxnLst>
            <a:rect l="0" t="0" r="r" b="b"/>
            <a:pathLst>
              <a:path w="2523" h="1462">
                <a:moveTo>
                  <a:pt x="2523" y="731"/>
                </a:moveTo>
                <a:lnTo>
                  <a:pt x="1266" y="1462"/>
                </a:lnTo>
                <a:lnTo>
                  <a:pt x="0" y="731"/>
                </a:lnTo>
                <a:lnTo>
                  <a:pt x="1257" y="0"/>
                </a:lnTo>
                <a:lnTo>
                  <a:pt x="2523" y="731"/>
                </a:lnTo>
                <a:close/>
              </a:path>
            </a:pathLst>
          </a:custGeom>
          <a:solidFill>
            <a:srgbClr val="E7EBFF">
              <a:alpha val="2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1" name="Freeform 7">
            <a:extLst>
              <a:ext uri="{FF2B5EF4-FFF2-40B4-BE49-F238E27FC236}">
                <a16:creationId xmlns:a16="http://schemas.microsoft.com/office/drawing/2014/main" id="{EA0BB574-D0EE-D50D-FE9F-E8C5FB916C2A}"/>
              </a:ext>
            </a:extLst>
          </p:cNvPr>
          <p:cNvSpPr>
            <a:spLocks/>
          </p:cNvSpPr>
          <p:nvPr/>
        </p:nvSpPr>
        <p:spPr bwMode="auto">
          <a:xfrm>
            <a:off x="2564764" y="3042978"/>
            <a:ext cx="3264113" cy="1891452"/>
          </a:xfrm>
          <a:custGeom>
            <a:avLst/>
            <a:gdLst>
              <a:gd name="T0" fmla="*/ 2523 w 2523"/>
              <a:gd name="T1" fmla="*/ 731 h 1462"/>
              <a:gd name="T2" fmla="*/ 1266 w 2523"/>
              <a:gd name="T3" fmla="*/ 1462 h 1462"/>
              <a:gd name="T4" fmla="*/ 0 w 2523"/>
              <a:gd name="T5" fmla="*/ 731 h 1462"/>
              <a:gd name="T6" fmla="*/ 1257 w 2523"/>
              <a:gd name="T7" fmla="*/ 0 h 1462"/>
              <a:gd name="T8" fmla="*/ 2523 w 2523"/>
              <a:gd name="T9" fmla="*/ 731 h 1462"/>
            </a:gdLst>
            <a:ahLst/>
            <a:cxnLst>
              <a:cxn ang="0">
                <a:pos x="T0" y="T1"/>
              </a:cxn>
              <a:cxn ang="0">
                <a:pos x="T2" y="T3"/>
              </a:cxn>
              <a:cxn ang="0">
                <a:pos x="T4" y="T5"/>
              </a:cxn>
              <a:cxn ang="0">
                <a:pos x="T6" y="T7"/>
              </a:cxn>
              <a:cxn ang="0">
                <a:pos x="T8" y="T9"/>
              </a:cxn>
            </a:cxnLst>
            <a:rect l="0" t="0" r="r" b="b"/>
            <a:pathLst>
              <a:path w="2523" h="1462">
                <a:moveTo>
                  <a:pt x="2523" y="731"/>
                </a:moveTo>
                <a:lnTo>
                  <a:pt x="1266" y="1462"/>
                </a:lnTo>
                <a:lnTo>
                  <a:pt x="0" y="731"/>
                </a:lnTo>
                <a:lnTo>
                  <a:pt x="1257" y="0"/>
                </a:lnTo>
                <a:lnTo>
                  <a:pt x="2523" y="731"/>
                </a:lnTo>
                <a:close/>
              </a:path>
            </a:pathLst>
          </a:custGeom>
          <a:solidFill>
            <a:srgbClr val="E7EBFF">
              <a:alpha val="5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33" name="组合 132">
            <a:extLst>
              <a:ext uri="{FF2B5EF4-FFF2-40B4-BE49-F238E27FC236}">
                <a16:creationId xmlns:a16="http://schemas.microsoft.com/office/drawing/2014/main" id="{28779769-68AB-CEF3-3C9B-DD9FCD1BFBE7}"/>
              </a:ext>
            </a:extLst>
          </p:cNvPr>
          <p:cNvGrpSpPr/>
          <p:nvPr/>
        </p:nvGrpSpPr>
        <p:grpSpPr>
          <a:xfrm>
            <a:off x="2193395" y="2364846"/>
            <a:ext cx="4006851" cy="2374901"/>
            <a:chOff x="1345497" y="2364846"/>
            <a:chExt cx="4006851" cy="2374901"/>
          </a:xfrm>
        </p:grpSpPr>
        <p:sp>
          <p:nvSpPr>
            <p:cNvPr id="9" name="Freeform 5">
              <a:extLst>
                <a:ext uri="{FF2B5EF4-FFF2-40B4-BE49-F238E27FC236}">
                  <a16:creationId xmlns:a16="http://schemas.microsoft.com/office/drawing/2014/main" id="{66CCB8FD-C4CD-9E2A-E878-2E9257EC8E44}"/>
                </a:ext>
              </a:extLst>
            </p:cNvPr>
            <p:cNvSpPr>
              <a:spLocks/>
            </p:cNvSpPr>
            <p:nvPr/>
          </p:nvSpPr>
          <p:spPr bwMode="auto">
            <a:xfrm>
              <a:off x="3355273" y="3525309"/>
              <a:ext cx="1997075" cy="1214438"/>
            </a:xfrm>
            <a:custGeom>
              <a:avLst/>
              <a:gdLst>
                <a:gd name="T0" fmla="*/ 1258 w 1258"/>
                <a:gd name="T1" fmla="*/ 0 h 765"/>
                <a:gd name="T2" fmla="*/ 1258 w 1258"/>
                <a:gd name="T3" fmla="*/ 34 h 765"/>
                <a:gd name="T4" fmla="*/ 0 w 1258"/>
                <a:gd name="T5" fmla="*/ 765 h 765"/>
                <a:gd name="T6" fmla="*/ 1 w 1258"/>
                <a:gd name="T7" fmla="*/ 731 h 765"/>
                <a:gd name="T8" fmla="*/ 1258 w 1258"/>
                <a:gd name="T9" fmla="*/ 0 h 765"/>
              </a:gdLst>
              <a:ahLst/>
              <a:cxnLst>
                <a:cxn ang="0">
                  <a:pos x="T0" y="T1"/>
                </a:cxn>
                <a:cxn ang="0">
                  <a:pos x="T2" y="T3"/>
                </a:cxn>
                <a:cxn ang="0">
                  <a:pos x="T4" y="T5"/>
                </a:cxn>
                <a:cxn ang="0">
                  <a:pos x="T6" y="T7"/>
                </a:cxn>
                <a:cxn ang="0">
                  <a:pos x="T8" y="T9"/>
                </a:cxn>
              </a:cxnLst>
              <a:rect l="0" t="0" r="r" b="b"/>
              <a:pathLst>
                <a:path w="1258" h="765">
                  <a:moveTo>
                    <a:pt x="1258" y="0"/>
                  </a:moveTo>
                  <a:lnTo>
                    <a:pt x="1258" y="34"/>
                  </a:lnTo>
                  <a:lnTo>
                    <a:pt x="0" y="765"/>
                  </a:lnTo>
                  <a:lnTo>
                    <a:pt x="1" y="731"/>
                  </a:lnTo>
                  <a:lnTo>
                    <a:pt x="1258"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Freeform 6">
              <a:extLst>
                <a:ext uri="{FF2B5EF4-FFF2-40B4-BE49-F238E27FC236}">
                  <a16:creationId xmlns:a16="http://schemas.microsoft.com/office/drawing/2014/main" id="{C829C00C-A979-6B3B-AAA2-F378540A646D}"/>
                </a:ext>
              </a:extLst>
            </p:cNvPr>
            <p:cNvSpPr>
              <a:spLocks/>
            </p:cNvSpPr>
            <p:nvPr/>
          </p:nvSpPr>
          <p:spPr bwMode="auto">
            <a:xfrm>
              <a:off x="1345497" y="3525309"/>
              <a:ext cx="2011363" cy="1214438"/>
            </a:xfrm>
            <a:custGeom>
              <a:avLst/>
              <a:gdLst>
                <a:gd name="T0" fmla="*/ 1267 w 1267"/>
                <a:gd name="T1" fmla="*/ 731 h 765"/>
                <a:gd name="T2" fmla="*/ 1266 w 1267"/>
                <a:gd name="T3" fmla="*/ 765 h 765"/>
                <a:gd name="T4" fmla="*/ 0 w 1267"/>
                <a:gd name="T5" fmla="*/ 34 h 765"/>
                <a:gd name="T6" fmla="*/ 1 w 1267"/>
                <a:gd name="T7" fmla="*/ 0 h 765"/>
                <a:gd name="T8" fmla="*/ 1267 w 1267"/>
                <a:gd name="T9" fmla="*/ 731 h 765"/>
              </a:gdLst>
              <a:ahLst/>
              <a:cxnLst>
                <a:cxn ang="0">
                  <a:pos x="T0" y="T1"/>
                </a:cxn>
                <a:cxn ang="0">
                  <a:pos x="T2" y="T3"/>
                </a:cxn>
                <a:cxn ang="0">
                  <a:pos x="T4" y="T5"/>
                </a:cxn>
                <a:cxn ang="0">
                  <a:pos x="T6" y="T7"/>
                </a:cxn>
                <a:cxn ang="0">
                  <a:pos x="T8" y="T9"/>
                </a:cxn>
              </a:cxnLst>
              <a:rect l="0" t="0" r="r" b="b"/>
              <a:pathLst>
                <a:path w="1267" h="765">
                  <a:moveTo>
                    <a:pt x="1267" y="731"/>
                  </a:moveTo>
                  <a:lnTo>
                    <a:pt x="1266" y="765"/>
                  </a:lnTo>
                  <a:lnTo>
                    <a:pt x="0" y="34"/>
                  </a:lnTo>
                  <a:lnTo>
                    <a:pt x="1" y="0"/>
                  </a:lnTo>
                  <a:lnTo>
                    <a:pt x="1267" y="731"/>
                  </a:lnTo>
                  <a:close/>
                </a:path>
              </a:pathLst>
            </a:custGeom>
            <a:solidFill>
              <a:srgbClr val="8E9CE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Freeform 7">
              <a:extLst>
                <a:ext uri="{FF2B5EF4-FFF2-40B4-BE49-F238E27FC236}">
                  <a16:creationId xmlns:a16="http://schemas.microsoft.com/office/drawing/2014/main" id="{2A6CBC4F-AECA-F64D-A9EA-3E48A261436B}"/>
                </a:ext>
              </a:extLst>
            </p:cNvPr>
            <p:cNvSpPr>
              <a:spLocks/>
            </p:cNvSpPr>
            <p:nvPr/>
          </p:nvSpPr>
          <p:spPr bwMode="auto">
            <a:xfrm>
              <a:off x="1347085" y="2364846"/>
              <a:ext cx="4005263" cy="2320925"/>
            </a:xfrm>
            <a:custGeom>
              <a:avLst/>
              <a:gdLst>
                <a:gd name="T0" fmla="*/ 2523 w 2523"/>
                <a:gd name="T1" fmla="*/ 731 h 1462"/>
                <a:gd name="T2" fmla="*/ 1266 w 2523"/>
                <a:gd name="T3" fmla="*/ 1462 h 1462"/>
                <a:gd name="T4" fmla="*/ 0 w 2523"/>
                <a:gd name="T5" fmla="*/ 731 h 1462"/>
                <a:gd name="T6" fmla="*/ 1257 w 2523"/>
                <a:gd name="T7" fmla="*/ 0 h 1462"/>
                <a:gd name="T8" fmla="*/ 2523 w 2523"/>
                <a:gd name="T9" fmla="*/ 731 h 1462"/>
              </a:gdLst>
              <a:ahLst/>
              <a:cxnLst>
                <a:cxn ang="0">
                  <a:pos x="T0" y="T1"/>
                </a:cxn>
                <a:cxn ang="0">
                  <a:pos x="T2" y="T3"/>
                </a:cxn>
                <a:cxn ang="0">
                  <a:pos x="T4" y="T5"/>
                </a:cxn>
                <a:cxn ang="0">
                  <a:pos x="T6" y="T7"/>
                </a:cxn>
                <a:cxn ang="0">
                  <a:pos x="T8" y="T9"/>
                </a:cxn>
              </a:cxnLst>
              <a:rect l="0" t="0" r="r" b="b"/>
              <a:pathLst>
                <a:path w="2523" h="1462">
                  <a:moveTo>
                    <a:pt x="2523" y="731"/>
                  </a:moveTo>
                  <a:lnTo>
                    <a:pt x="1266" y="1462"/>
                  </a:lnTo>
                  <a:lnTo>
                    <a:pt x="0" y="731"/>
                  </a:lnTo>
                  <a:lnTo>
                    <a:pt x="1257" y="0"/>
                  </a:lnTo>
                  <a:lnTo>
                    <a:pt x="2523" y="731"/>
                  </a:lnTo>
                  <a:close/>
                </a:path>
              </a:pathLst>
            </a:custGeom>
            <a:gradFill flip="none" rotWithShape="1">
              <a:gsLst>
                <a:gs pos="100000">
                  <a:srgbClr val="CDD2F8"/>
                </a:gs>
                <a:gs pos="0">
                  <a:schemeClr val="bg1"/>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65" name="组合 64">
            <a:extLst>
              <a:ext uri="{FF2B5EF4-FFF2-40B4-BE49-F238E27FC236}">
                <a16:creationId xmlns:a16="http://schemas.microsoft.com/office/drawing/2014/main" id="{D203E169-7C6A-01F4-36F4-EB97C247784C}"/>
              </a:ext>
            </a:extLst>
          </p:cNvPr>
          <p:cNvGrpSpPr/>
          <p:nvPr/>
        </p:nvGrpSpPr>
        <p:grpSpPr>
          <a:xfrm>
            <a:off x="2924439" y="2325159"/>
            <a:ext cx="2544763" cy="1693863"/>
            <a:chOff x="2291927" y="2359026"/>
            <a:chExt cx="2544763" cy="1693863"/>
          </a:xfrm>
        </p:grpSpPr>
        <p:sp>
          <p:nvSpPr>
            <p:cNvPr id="12" name="Freeform 8">
              <a:extLst>
                <a:ext uri="{FF2B5EF4-FFF2-40B4-BE49-F238E27FC236}">
                  <a16:creationId xmlns:a16="http://schemas.microsoft.com/office/drawing/2014/main" id="{0F36D247-C99F-02D8-2893-B60FC4656D6C}"/>
                </a:ext>
              </a:extLst>
            </p:cNvPr>
            <p:cNvSpPr>
              <a:spLocks/>
            </p:cNvSpPr>
            <p:nvPr/>
          </p:nvSpPr>
          <p:spPr bwMode="auto">
            <a:xfrm>
              <a:off x="3568277" y="3095626"/>
              <a:ext cx="1268413" cy="957263"/>
            </a:xfrm>
            <a:custGeom>
              <a:avLst/>
              <a:gdLst>
                <a:gd name="T0" fmla="*/ 799 w 799"/>
                <a:gd name="T1" fmla="*/ 0 h 603"/>
                <a:gd name="T2" fmla="*/ 798 w 799"/>
                <a:gd name="T3" fmla="*/ 139 h 603"/>
                <a:gd name="T4" fmla="*/ 0 w 799"/>
                <a:gd name="T5" fmla="*/ 603 h 603"/>
                <a:gd name="T6" fmla="*/ 0 w 799"/>
                <a:gd name="T7" fmla="*/ 465 h 603"/>
                <a:gd name="T8" fmla="*/ 799 w 799"/>
                <a:gd name="T9" fmla="*/ 0 h 603"/>
              </a:gdLst>
              <a:ahLst/>
              <a:cxnLst>
                <a:cxn ang="0">
                  <a:pos x="T0" y="T1"/>
                </a:cxn>
                <a:cxn ang="0">
                  <a:pos x="T2" y="T3"/>
                </a:cxn>
                <a:cxn ang="0">
                  <a:pos x="T4" y="T5"/>
                </a:cxn>
                <a:cxn ang="0">
                  <a:pos x="T6" y="T7"/>
                </a:cxn>
                <a:cxn ang="0">
                  <a:pos x="T8" y="T9"/>
                </a:cxn>
              </a:cxnLst>
              <a:rect l="0" t="0" r="r" b="b"/>
              <a:pathLst>
                <a:path w="799" h="603">
                  <a:moveTo>
                    <a:pt x="799" y="0"/>
                  </a:moveTo>
                  <a:lnTo>
                    <a:pt x="798" y="139"/>
                  </a:lnTo>
                  <a:lnTo>
                    <a:pt x="0" y="603"/>
                  </a:lnTo>
                  <a:lnTo>
                    <a:pt x="0" y="465"/>
                  </a:lnTo>
                  <a:lnTo>
                    <a:pt x="799" y="0"/>
                  </a:lnTo>
                  <a:close/>
                </a:path>
              </a:pathLst>
            </a:custGeom>
            <a:gradFill flip="none" rotWithShape="1">
              <a:gsLst>
                <a:gs pos="59000">
                  <a:srgbClr val="3749CC"/>
                </a:gs>
                <a:gs pos="0">
                  <a:srgbClr val="8E9CEF">
                    <a:alpha val="0"/>
                  </a:srgbClr>
                </a:gs>
              </a:gsLst>
              <a:lin ang="14400000" scaled="0"/>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Freeform 9">
              <a:extLst>
                <a:ext uri="{FF2B5EF4-FFF2-40B4-BE49-F238E27FC236}">
                  <a16:creationId xmlns:a16="http://schemas.microsoft.com/office/drawing/2014/main" id="{14BDEBF9-D311-2BE5-C04F-8C022230C160}"/>
                </a:ext>
              </a:extLst>
            </p:cNvPr>
            <p:cNvSpPr>
              <a:spLocks/>
            </p:cNvSpPr>
            <p:nvPr/>
          </p:nvSpPr>
          <p:spPr bwMode="auto">
            <a:xfrm>
              <a:off x="2291927" y="3095626"/>
              <a:ext cx="1276350" cy="957263"/>
            </a:xfrm>
            <a:custGeom>
              <a:avLst/>
              <a:gdLst>
                <a:gd name="T0" fmla="*/ 804 w 804"/>
                <a:gd name="T1" fmla="*/ 465 h 603"/>
                <a:gd name="T2" fmla="*/ 804 w 804"/>
                <a:gd name="T3" fmla="*/ 603 h 603"/>
                <a:gd name="T4" fmla="*/ 0 w 804"/>
                <a:gd name="T5" fmla="*/ 139 h 603"/>
                <a:gd name="T6" fmla="*/ 0 w 804"/>
                <a:gd name="T7" fmla="*/ 0 h 603"/>
                <a:gd name="T8" fmla="*/ 804 w 804"/>
                <a:gd name="T9" fmla="*/ 465 h 603"/>
              </a:gdLst>
              <a:ahLst/>
              <a:cxnLst>
                <a:cxn ang="0">
                  <a:pos x="T0" y="T1"/>
                </a:cxn>
                <a:cxn ang="0">
                  <a:pos x="T2" y="T3"/>
                </a:cxn>
                <a:cxn ang="0">
                  <a:pos x="T4" y="T5"/>
                </a:cxn>
                <a:cxn ang="0">
                  <a:pos x="T6" y="T7"/>
                </a:cxn>
                <a:cxn ang="0">
                  <a:pos x="T8" y="T9"/>
                </a:cxn>
              </a:cxnLst>
              <a:rect l="0" t="0" r="r" b="b"/>
              <a:pathLst>
                <a:path w="804" h="603">
                  <a:moveTo>
                    <a:pt x="804" y="465"/>
                  </a:moveTo>
                  <a:lnTo>
                    <a:pt x="804" y="603"/>
                  </a:lnTo>
                  <a:lnTo>
                    <a:pt x="0" y="139"/>
                  </a:lnTo>
                  <a:lnTo>
                    <a:pt x="0" y="0"/>
                  </a:lnTo>
                  <a:lnTo>
                    <a:pt x="804" y="465"/>
                  </a:lnTo>
                  <a:close/>
                </a:path>
              </a:pathLst>
            </a:custGeom>
            <a:gradFill>
              <a:gsLst>
                <a:gs pos="72000">
                  <a:srgbClr val="8E9CEF"/>
                </a:gs>
                <a:gs pos="0">
                  <a:srgbClr val="E7EBFF">
                    <a:alpha val="0"/>
                  </a:srgbClr>
                </a:gs>
              </a:gsLst>
              <a:lin ang="180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Freeform 10">
              <a:extLst>
                <a:ext uri="{FF2B5EF4-FFF2-40B4-BE49-F238E27FC236}">
                  <a16:creationId xmlns:a16="http://schemas.microsoft.com/office/drawing/2014/main" id="{C0771CB6-D335-34CF-F983-53CBC79BD3EE}"/>
                </a:ext>
              </a:extLst>
            </p:cNvPr>
            <p:cNvSpPr>
              <a:spLocks/>
            </p:cNvSpPr>
            <p:nvPr/>
          </p:nvSpPr>
          <p:spPr bwMode="auto">
            <a:xfrm>
              <a:off x="2291927" y="2359026"/>
              <a:ext cx="2544763" cy="1474788"/>
            </a:xfrm>
            <a:custGeom>
              <a:avLst/>
              <a:gdLst>
                <a:gd name="T0" fmla="*/ 1603 w 1603"/>
                <a:gd name="T1" fmla="*/ 464 h 929"/>
                <a:gd name="T2" fmla="*/ 804 w 1603"/>
                <a:gd name="T3" fmla="*/ 929 h 929"/>
                <a:gd name="T4" fmla="*/ 0 w 1603"/>
                <a:gd name="T5" fmla="*/ 464 h 929"/>
                <a:gd name="T6" fmla="*/ 799 w 1603"/>
                <a:gd name="T7" fmla="*/ 0 h 929"/>
                <a:gd name="T8" fmla="*/ 1603 w 1603"/>
                <a:gd name="T9" fmla="*/ 464 h 929"/>
              </a:gdLst>
              <a:ahLst/>
              <a:cxnLst>
                <a:cxn ang="0">
                  <a:pos x="T0" y="T1"/>
                </a:cxn>
                <a:cxn ang="0">
                  <a:pos x="T2" y="T3"/>
                </a:cxn>
                <a:cxn ang="0">
                  <a:pos x="T4" y="T5"/>
                </a:cxn>
                <a:cxn ang="0">
                  <a:pos x="T6" y="T7"/>
                </a:cxn>
                <a:cxn ang="0">
                  <a:pos x="T8" y="T9"/>
                </a:cxn>
              </a:cxnLst>
              <a:rect l="0" t="0" r="r" b="b"/>
              <a:pathLst>
                <a:path w="1603" h="929">
                  <a:moveTo>
                    <a:pt x="1603" y="464"/>
                  </a:moveTo>
                  <a:lnTo>
                    <a:pt x="804" y="929"/>
                  </a:lnTo>
                  <a:lnTo>
                    <a:pt x="0" y="464"/>
                  </a:lnTo>
                  <a:lnTo>
                    <a:pt x="799" y="0"/>
                  </a:lnTo>
                  <a:lnTo>
                    <a:pt x="1603" y="464"/>
                  </a:lnTo>
                  <a:close/>
                </a:path>
              </a:pathLst>
            </a:custGeom>
            <a:gradFill flip="none" rotWithShape="1">
              <a:gsLst>
                <a:gs pos="100000">
                  <a:srgbClr val="CDD2F8"/>
                </a:gs>
                <a:gs pos="0">
                  <a:schemeClr val="bg1"/>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63" name="组合 62">
            <a:extLst>
              <a:ext uri="{FF2B5EF4-FFF2-40B4-BE49-F238E27FC236}">
                <a16:creationId xmlns:a16="http://schemas.microsoft.com/office/drawing/2014/main" id="{CCFDEF79-913F-E907-4406-EC8770FE0C21}"/>
              </a:ext>
            </a:extLst>
          </p:cNvPr>
          <p:cNvGrpSpPr/>
          <p:nvPr/>
        </p:nvGrpSpPr>
        <p:grpSpPr>
          <a:xfrm>
            <a:off x="3528482" y="2204509"/>
            <a:ext cx="1336676" cy="1066800"/>
            <a:chOff x="2895177" y="2238376"/>
            <a:chExt cx="1336676" cy="1066800"/>
          </a:xfrm>
        </p:grpSpPr>
        <p:sp>
          <p:nvSpPr>
            <p:cNvPr id="15" name="Freeform 11">
              <a:extLst>
                <a:ext uri="{FF2B5EF4-FFF2-40B4-BE49-F238E27FC236}">
                  <a16:creationId xmlns:a16="http://schemas.microsoft.com/office/drawing/2014/main" id="{005EC0A9-81B2-7814-8D4A-AB745B1F5E1E}"/>
                </a:ext>
              </a:extLst>
            </p:cNvPr>
            <p:cNvSpPr>
              <a:spLocks/>
            </p:cNvSpPr>
            <p:nvPr/>
          </p:nvSpPr>
          <p:spPr bwMode="auto">
            <a:xfrm>
              <a:off x="3566690" y="2624138"/>
              <a:ext cx="665163" cy="681038"/>
            </a:xfrm>
            <a:custGeom>
              <a:avLst/>
              <a:gdLst>
                <a:gd name="T0" fmla="*/ 419 w 419"/>
                <a:gd name="T1" fmla="*/ 0 h 429"/>
                <a:gd name="T2" fmla="*/ 419 w 419"/>
                <a:gd name="T3" fmla="*/ 185 h 429"/>
                <a:gd name="T4" fmla="*/ 0 w 419"/>
                <a:gd name="T5" fmla="*/ 429 h 429"/>
                <a:gd name="T6" fmla="*/ 0 w 419"/>
                <a:gd name="T7" fmla="*/ 244 h 429"/>
                <a:gd name="T8" fmla="*/ 419 w 419"/>
                <a:gd name="T9" fmla="*/ 0 h 429"/>
              </a:gdLst>
              <a:ahLst/>
              <a:cxnLst>
                <a:cxn ang="0">
                  <a:pos x="T0" y="T1"/>
                </a:cxn>
                <a:cxn ang="0">
                  <a:pos x="T2" y="T3"/>
                </a:cxn>
                <a:cxn ang="0">
                  <a:pos x="T4" y="T5"/>
                </a:cxn>
                <a:cxn ang="0">
                  <a:pos x="T6" y="T7"/>
                </a:cxn>
                <a:cxn ang="0">
                  <a:pos x="T8" y="T9"/>
                </a:cxn>
              </a:cxnLst>
              <a:rect l="0" t="0" r="r" b="b"/>
              <a:pathLst>
                <a:path w="419" h="429">
                  <a:moveTo>
                    <a:pt x="419" y="0"/>
                  </a:moveTo>
                  <a:lnTo>
                    <a:pt x="419" y="185"/>
                  </a:lnTo>
                  <a:lnTo>
                    <a:pt x="0" y="429"/>
                  </a:lnTo>
                  <a:lnTo>
                    <a:pt x="0" y="244"/>
                  </a:lnTo>
                  <a:lnTo>
                    <a:pt x="419" y="0"/>
                  </a:lnTo>
                  <a:close/>
                </a:path>
              </a:pathLst>
            </a:custGeom>
            <a:gradFill flip="none" rotWithShape="1">
              <a:gsLst>
                <a:gs pos="59000">
                  <a:srgbClr val="3749CC"/>
                </a:gs>
                <a:gs pos="0">
                  <a:srgbClr val="8E9CEF">
                    <a:alpha val="0"/>
                  </a:srgbClr>
                </a:gs>
              </a:gsLst>
              <a:lin ang="14400000" scaled="0"/>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Freeform 12">
              <a:extLst>
                <a:ext uri="{FF2B5EF4-FFF2-40B4-BE49-F238E27FC236}">
                  <a16:creationId xmlns:a16="http://schemas.microsoft.com/office/drawing/2014/main" id="{5110B8B8-C949-14E2-50FE-45B546F13F15}"/>
                </a:ext>
              </a:extLst>
            </p:cNvPr>
            <p:cNvSpPr>
              <a:spLocks/>
            </p:cNvSpPr>
            <p:nvPr/>
          </p:nvSpPr>
          <p:spPr bwMode="auto">
            <a:xfrm>
              <a:off x="2895177" y="2624138"/>
              <a:ext cx="671513" cy="681038"/>
            </a:xfrm>
            <a:custGeom>
              <a:avLst/>
              <a:gdLst>
                <a:gd name="T0" fmla="*/ 423 w 423"/>
                <a:gd name="T1" fmla="*/ 244 h 429"/>
                <a:gd name="T2" fmla="*/ 423 w 423"/>
                <a:gd name="T3" fmla="*/ 429 h 429"/>
                <a:gd name="T4" fmla="*/ 0 w 423"/>
                <a:gd name="T5" fmla="*/ 185 h 429"/>
                <a:gd name="T6" fmla="*/ 1 w 423"/>
                <a:gd name="T7" fmla="*/ 0 h 429"/>
                <a:gd name="T8" fmla="*/ 423 w 423"/>
                <a:gd name="T9" fmla="*/ 244 h 429"/>
              </a:gdLst>
              <a:ahLst/>
              <a:cxnLst>
                <a:cxn ang="0">
                  <a:pos x="T0" y="T1"/>
                </a:cxn>
                <a:cxn ang="0">
                  <a:pos x="T2" y="T3"/>
                </a:cxn>
                <a:cxn ang="0">
                  <a:pos x="T4" y="T5"/>
                </a:cxn>
                <a:cxn ang="0">
                  <a:pos x="T6" y="T7"/>
                </a:cxn>
                <a:cxn ang="0">
                  <a:pos x="T8" y="T9"/>
                </a:cxn>
              </a:cxnLst>
              <a:rect l="0" t="0" r="r" b="b"/>
              <a:pathLst>
                <a:path w="423" h="429">
                  <a:moveTo>
                    <a:pt x="423" y="244"/>
                  </a:moveTo>
                  <a:lnTo>
                    <a:pt x="423" y="429"/>
                  </a:lnTo>
                  <a:lnTo>
                    <a:pt x="0" y="185"/>
                  </a:lnTo>
                  <a:lnTo>
                    <a:pt x="1" y="0"/>
                  </a:lnTo>
                  <a:lnTo>
                    <a:pt x="423" y="244"/>
                  </a:lnTo>
                  <a:close/>
                </a:path>
              </a:pathLst>
            </a:custGeom>
            <a:gradFill>
              <a:gsLst>
                <a:gs pos="72000">
                  <a:srgbClr val="8E9CEF"/>
                </a:gs>
                <a:gs pos="0">
                  <a:srgbClr val="E7EBFF">
                    <a:alpha val="0"/>
                  </a:srgbClr>
                </a:gs>
              </a:gsLst>
              <a:lin ang="180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13">
              <a:extLst>
                <a:ext uri="{FF2B5EF4-FFF2-40B4-BE49-F238E27FC236}">
                  <a16:creationId xmlns:a16="http://schemas.microsoft.com/office/drawing/2014/main" id="{703D8208-FE9F-67D8-B865-D72EBB258E95}"/>
                </a:ext>
              </a:extLst>
            </p:cNvPr>
            <p:cNvSpPr>
              <a:spLocks/>
            </p:cNvSpPr>
            <p:nvPr/>
          </p:nvSpPr>
          <p:spPr bwMode="auto">
            <a:xfrm>
              <a:off x="2896765" y="2238376"/>
              <a:ext cx="1335088" cy="773113"/>
            </a:xfrm>
            <a:custGeom>
              <a:avLst/>
              <a:gdLst>
                <a:gd name="T0" fmla="*/ 841 w 841"/>
                <a:gd name="T1" fmla="*/ 243 h 487"/>
                <a:gd name="T2" fmla="*/ 422 w 841"/>
                <a:gd name="T3" fmla="*/ 487 h 487"/>
                <a:gd name="T4" fmla="*/ 0 w 841"/>
                <a:gd name="T5" fmla="*/ 243 h 487"/>
                <a:gd name="T6" fmla="*/ 419 w 841"/>
                <a:gd name="T7" fmla="*/ 0 h 487"/>
                <a:gd name="T8" fmla="*/ 841 w 841"/>
                <a:gd name="T9" fmla="*/ 243 h 487"/>
              </a:gdLst>
              <a:ahLst/>
              <a:cxnLst>
                <a:cxn ang="0">
                  <a:pos x="T0" y="T1"/>
                </a:cxn>
                <a:cxn ang="0">
                  <a:pos x="T2" y="T3"/>
                </a:cxn>
                <a:cxn ang="0">
                  <a:pos x="T4" y="T5"/>
                </a:cxn>
                <a:cxn ang="0">
                  <a:pos x="T6" y="T7"/>
                </a:cxn>
                <a:cxn ang="0">
                  <a:pos x="T8" y="T9"/>
                </a:cxn>
              </a:cxnLst>
              <a:rect l="0" t="0" r="r" b="b"/>
              <a:pathLst>
                <a:path w="841" h="487">
                  <a:moveTo>
                    <a:pt x="841" y="243"/>
                  </a:moveTo>
                  <a:lnTo>
                    <a:pt x="422" y="487"/>
                  </a:lnTo>
                  <a:lnTo>
                    <a:pt x="0" y="243"/>
                  </a:lnTo>
                  <a:lnTo>
                    <a:pt x="419" y="0"/>
                  </a:lnTo>
                  <a:lnTo>
                    <a:pt x="841" y="243"/>
                  </a:lnTo>
                  <a:close/>
                </a:path>
              </a:pathLst>
            </a:custGeom>
            <a:gradFill>
              <a:gsLst>
                <a:gs pos="100000">
                  <a:srgbClr val="3749CC"/>
                </a:gs>
                <a:gs pos="0">
                  <a:srgbClr val="8E9CEF"/>
                </a:gs>
              </a:gsLst>
              <a:lin ang="162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64" name="组合 63">
            <a:extLst>
              <a:ext uri="{FF2B5EF4-FFF2-40B4-BE49-F238E27FC236}">
                <a16:creationId xmlns:a16="http://schemas.microsoft.com/office/drawing/2014/main" id="{57A50B8A-064D-C8BA-D65D-52D979DEDFE3}"/>
              </a:ext>
            </a:extLst>
          </p:cNvPr>
          <p:cNvGrpSpPr/>
          <p:nvPr/>
        </p:nvGrpSpPr>
        <p:grpSpPr>
          <a:xfrm>
            <a:off x="3528482" y="1116985"/>
            <a:ext cx="1336676" cy="1065212"/>
            <a:chOff x="2895177" y="1082676"/>
            <a:chExt cx="1336676" cy="1065212"/>
          </a:xfrm>
        </p:grpSpPr>
        <p:sp>
          <p:nvSpPr>
            <p:cNvPr id="18" name="Freeform 14">
              <a:extLst>
                <a:ext uri="{FF2B5EF4-FFF2-40B4-BE49-F238E27FC236}">
                  <a16:creationId xmlns:a16="http://schemas.microsoft.com/office/drawing/2014/main" id="{DCCEBBAD-B150-EB92-E93C-534F0FEBFA9C}"/>
                </a:ext>
              </a:extLst>
            </p:cNvPr>
            <p:cNvSpPr>
              <a:spLocks/>
            </p:cNvSpPr>
            <p:nvPr/>
          </p:nvSpPr>
          <p:spPr bwMode="auto">
            <a:xfrm>
              <a:off x="3566690" y="1468438"/>
              <a:ext cx="665163" cy="679450"/>
            </a:xfrm>
            <a:custGeom>
              <a:avLst/>
              <a:gdLst>
                <a:gd name="T0" fmla="*/ 419 w 419"/>
                <a:gd name="T1" fmla="*/ 0 h 428"/>
                <a:gd name="T2" fmla="*/ 419 w 419"/>
                <a:gd name="T3" fmla="*/ 184 h 428"/>
                <a:gd name="T4" fmla="*/ 0 w 419"/>
                <a:gd name="T5" fmla="*/ 428 h 428"/>
                <a:gd name="T6" fmla="*/ 0 w 419"/>
                <a:gd name="T7" fmla="*/ 243 h 428"/>
                <a:gd name="T8" fmla="*/ 419 w 419"/>
                <a:gd name="T9" fmla="*/ 0 h 428"/>
              </a:gdLst>
              <a:ahLst/>
              <a:cxnLst>
                <a:cxn ang="0">
                  <a:pos x="T0" y="T1"/>
                </a:cxn>
                <a:cxn ang="0">
                  <a:pos x="T2" y="T3"/>
                </a:cxn>
                <a:cxn ang="0">
                  <a:pos x="T4" y="T5"/>
                </a:cxn>
                <a:cxn ang="0">
                  <a:pos x="T6" y="T7"/>
                </a:cxn>
                <a:cxn ang="0">
                  <a:pos x="T8" y="T9"/>
                </a:cxn>
              </a:cxnLst>
              <a:rect l="0" t="0" r="r" b="b"/>
              <a:pathLst>
                <a:path w="419" h="428">
                  <a:moveTo>
                    <a:pt x="419" y="0"/>
                  </a:moveTo>
                  <a:lnTo>
                    <a:pt x="419" y="184"/>
                  </a:lnTo>
                  <a:lnTo>
                    <a:pt x="0" y="428"/>
                  </a:lnTo>
                  <a:lnTo>
                    <a:pt x="0" y="243"/>
                  </a:lnTo>
                  <a:lnTo>
                    <a:pt x="419" y="0"/>
                  </a:lnTo>
                  <a:close/>
                </a:path>
              </a:pathLst>
            </a:custGeom>
            <a:gradFill flip="none" rotWithShape="1">
              <a:gsLst>
                <a:gs pos="66000">
                  <a:srgbClr val="3749CC"/>
                </a:gs>
                <a:gs pos="0">
                  <a:srgbClr val="8E9CEF">
                    <a:alpha val="0"/>
                  </a:srgbClr>
                </a:gs>
              </a:gsLst>
              <a:lin ang="14400000" scaled="0"/>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Freeform 15">
              <a:extLst>
                <a:ext uri="{FF2B5EF4-FFF2-40B4-BE49-F238E27FC236}">
                  <a16:creationId xmlns:a16="http://schemas.microsoft.com/office/drawing/2014/main" id="{9046C81C-9EA8-7E18-F87B-6275DDE93B10}"/>
                </a:ext>
              </a:extLst>
            </p:cNvPr>
            <p:cNvSpPr>
              <a:spLocks/>
            </p:cNvSpPr>
            <p:nvPr/>
          </p:nvSpPr>
          <p:spPr bwMode="auto">
            <a:xfrm>
              <a:off x="2895177" y="1468438"/>
              <a:ext cx="671513" cy="679450"/>
            </a:xfrm>
            <a:custGeom>
              <a:avLst/>
              <a:gdLst>
                <a:gd name="T0" fmla="*/ 423 w 423"/>
                <a:gd name="T1" fmla="*/ 243 h 428"/>
                <a:gd name="T2" fmla="*/ 423 w 423"/>
                <a:gd name="T3" fmla="*/ 428 h 428"/>
                <a:gd name="T4" fmla="*/ 0 w 423"/>
                <a:gd name="T5" fmla="*/ 184 h 428"/>
                <a:gd name="T6" fmla="*/ 1 w 423"/>
                <a:gd name="T7" fmla="*/ 0 h 428"/>
                <a:gd name="T8" fmla="*/ 423 w 423"/>
                <a:gd name="T9" fmla="*/ 243 h 428"/>
              </a:gdLst>
              <a:ahLst/>
              <a:cxnLst>
                <a:cxn ang="0">
                  <a:pos x="T0" y="T1"/>
                </a:cxn>
                <a:cxn ang="0">
                  <a:pos x="T2" y="T3"/>
                </a:cxn>
                <a:cxn ang="0">
                  <a:pos x="T4" y="T5"/>
                </a:cxn>
                <a:cxn ang="0">
                  <a:pos x="T6" y="T7"/>
                </a:cxn>
                <a:cxn ang="0">
                  <a:pos x="T8" y="T9"/>
                </a:cxn>
              </a:cxnLst>
              <a:rect l="0" t="0" r="r" b="b"/>
              <a:pathLst>
                <a:path w="423" h="428">
                  <a:moveTo>
                    <a:pt x="423" y="243"/>
                  </a:moveTo>
                  <a:lnTo>
                    <a:pt x="423" y="428"/>
                  </a:lnTo>
                  <a:lnTo>
                    <a:pt x="0" y="184"/>
                  </a:lnTo>
                  <a:lnTo>
                    <a:pt x="1" y="0"/>
                  </a:lnTo>
                  <a:lnTo>
                    <a:pt x="423" y="243"/>
                  </a:lnTo>
                  <a:close/>
                </a:path>
              </a:pathLst>
            </a:custGeom>
            <a:gradFill>
              <a:gsLst>
                <a:gs pos="72000">
                  <a:srgbClr val="8E9CEF"/>
                </a:gs>
                <a:gs pos="0">
                  <a:srgbClr val="E7EBFF">
                    <a:alpha val="0"/>
                  </a:srgbClr>
                </a:gs>
              </a:gsLst>
              <a:lin ang="180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16">
              <a:extLst>
                <a:ext uri="{FF2B5EF4-FFF2-40B4-BE49-F238E27FC236}">
                  <a16:creationId xmlns:a16="http://schemas.microsoft.com/office/drawing/2014/main" id="{EBC9B30F-A9A5-83FD-48B2-00DC1A0490A9}"/>
                </a:ext>
              </a:extLst>
            </p:cNvPr>
            <p:cNvSpPr>
              <a:spLocks/>
            </p:cNvSpPr>
            <p:nvPr/>
          </p:nvSpPr>
          <p:spPr bwMode="auto">
            <a:xfrm>
              <a:off x="2896765" y="1082676"/>
              <a:ext cx="1335088" cy="771525"/>
            </a:xfrm>
            <a:custGeom>
              <a:avLst/>
              <a:gdLst>
                <a:gd name="T0" fmla="*/ 841 w 841"/>
                <a:gd name="T1" fmla="*/ 243 h 486"/>
                <a:gd name="T2" fmla="*/ 422 w 841"/>
                <a:gd name="T3" fmla="*/ 486 h 486"/>
                <a:gd name="T4" fmla="*/ 0 w 841"/>
                <a:gd name="T5" fmla="*/ 243 h 486"/>
                <a:gd name="T6" fmla="*/ 419 w 841"/>
                <a:gd name="T7" fmla="*/ 0 h 486"/>
                <a:gd name="T8" fmla="*/ 841 w 841"/>
                <a:gd name="T9" fmla="*/ 243 h 486"/>
              </a:gdLst>
              <a:ahLst/>
              <a:cxnLst>
                <a:cxn ang="0">
                  <a:pos x="T0" y="T1"/>
                </a:cxn>
                <a:cxn ang="0">
                  <a:pos x="T2" y="T3"/>
                </a:cxn>
                <a:cxn ang="0">
                  <a:pos x="T4" y="T5"/>
                </a:cxn>
                <a:cxn ang="0">
                  <a:pos x="T6" y="T7"/>
                </a:cxn>
                <a:cxn ang="0">
                  <a:pos x="T8" y="T9"/>
                </a:cxn>
              </a:cxnLst>
              <a:rect l="0" t="0" r="r" b="b"/>
              <a:pathLst>
                <a:path w="841" h="486">
                  <a:moveTo>
                    <a:pt x="841" y="243"/>
                  </a:moveTo>
                  <a:lnTo>
                    <a:pt x="422" y="486"/>
                  </a:lnTo>
                  <a:lnTo>
                    <a:pt x="0" y="243"/>
                  </a:lnTo>
                  <a:lnTo>
                    <a:pt x="419" y="0"/>
                  </a:lnTo>
                  <a:lnTo>
                    <a:pt x="841" y="243"/>
                  </a:lnTo>
                  <a:close/>
                </a:path>
              </a:pathLst>
            </a:custGeom>
            <a:gradFill flip="none" rotWithShape="1">
              <a:gsLst>
                <a:gs pos="100000">
                  <a:srgbClr val="3749CC">
                    <a:alpha val="0"/>
                  </a:srgbClr>
                </a:gs>
                <a:gs pos="0">
                  <a:srgbClr val="D4D9F7"/>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53" name="组合 52">
            <a:extLst>
              <a:ext uri="{FF2B5EF4-FFF2-40B4-BE49-F238E27FC236}">
                <a16:creationId xmlns:a16="http://schemas.microsoft.com/office/drawing/2014/main" id="{F740EC57-BED7-4A7A-B5EB-AA2C928FE7BD}"/>
              </a:ext>
            </a:extLst>
          </p:cNvPr>
          <p:cNvGrpSpPr/>
          <p:nvPr/>
        </p:nvGrpSpPr>
        <p:grpSpPr>
          <a:xfrm>
            <a:off x="3528482" y="5073121"/>
            <a:ext cx="1336676" cy="1066800"/>
            <a:chOff x="2895177" y="5106988"/>
            <a:chExt cx="1336676" cy="1066800"/>
          </a:xfrm>
        </p:grpSpPr>
        <p:sp>
          <p:nvSpPr>
            <p:cNvPr id="21" name="Freeform 17">
              <a:extLst>
                <a:ext uri="{FF2B5EF4-FFF2-40B4-BE49-F238E27FC236}">
                  <a16:creationId xmlns:a16="http://schemas.microsoft.com/office/drawing/2014/main" id="{04236FE6-4EDD-7041-5FDE-59B9400BFAA8}"/>
                </a:ext>
              </a:extLst>
            </p:cNvPr>
            <p:cNvSpPr>
              <a:spLocks/>
            </p:cNvSpPr>
            <p:nvPr/>
          </p:nvSpPr>
          <p:spPr bwMode="auto">
            <a:xfrm>
              <a:off x="3566690" y="5494338"/>
              <a:ext cx="665163" cy="679450"/>
            </a:xfrm>
            <a:custGeom>
              <a:avLst/>
              <a:gdLst>
                <a:gd name="T0" fmla="*/ 419 w 419"/>
                <a:gd name="T1" fmla="*/ 0 h 428"/>
                <a:gd name="T2" fmla="*/ 419 w 419"/>
                <a:gd name="T3" fmla="*/ 184 h 428"/>
                <a:gd name="T4" fmla="*/ 0 w 419"/>
                <a:gd name="T5" fmla="*/ 428 h 428"/>
                <a:gd name="T6" fmla="*/ 0 w 419"/>
                <a:gd name="T7" fmla="*/ 243 h 428"/>
                <a:gd name="T8" fmla="*/ 419 w 419"/>
                <a:gd name="T9" fmla="*/ 0 h 428"/>
              </a:gdLst>
              <a:ahLst/>
              <a:cxnLst>
                <a:cxn ang="0">
                  <a:pos x="T0" y="T1"/>
                </a:cxn>
                <a:cxn ang="0">
                  <a:pos x="T2" y="T3"/>
                </a:cxn>
                <a:cxn ang="0">
                  <a:pos x="T4" y="T5"/>
                </a:cxn>
                <a:cxn ang="0">
                  <a:pos x="T6" y="T7"/>
                </a:cxn>
                <a:cxn ang="0">
                  <a:pos x="T8" y="T9"/>
                </a:cxn>
              </a:cxnLst>
              <a:rect l="0" t="0" r="r" b="b"/>
              <a:pathLst>
                <a:path w="419" h="428">
                  <a:moveTo>
                    <a:pt x="419" y="0"/>
                  </a:moveTo>
                  <a:lnTo>
                    <a:pt x="419" y="184"/>
                  </a:lnTo>
                  <a:lnTo>
                    <a:pt x="0" y="428"/>
                  </a:lnTo>
                  <a:lnTo>
                    <a:pt x="0" y="243"/>
                  </a:lnTo>
                  <a:lnTo>
                    <a:pt x="419" y="0"/>
                  </a:lnTo>
                  <a:close/>
                </a:path>
              </a:pathLst>
            </a:custGeom>
            <a:gradFill>
              <a:gsLst>
                <a:gs pos="59000">
                  <a:srgbClr val="3749CC"/>
                </a:gs>
                <a:gs pos="0">
                  <a:srgbClr val="8E9CEF">
                    <a:alpha val="0"/>
                  </a:srgbClr>
                </a:gs>
              </a:gsLst>
              <a:lin ang="144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18">
              <a:extLst>
                <a:ext uri="{FF2B5EF4-FFF2-40B4-BE49-F238E27FC236}">
                  <a16:creationId xmlns:a16="http://schemas.microsoft.com/office/drawing/2014/main" id="{D1AAFBB3-2F9D-4A21-B30C-9BE929D077C0}"/>
                </a:ext>
              </a:extLst>
            </p:cNvPr>
            <p:cNvSpPr>
              <a:spLocks/>
            </p:cNvSpPr>
            <p:nvPr/>
          </p:nvSpPr>
          <p:spPr bwMode="auto">
            <a:xfrm>
              <a:off x="2895177" y="5494338"/>
              <a:ext cx="671513" cy="679450"/>
            </a:xfrm>
            <a:custGeom>
              <a:avLst/>
              <a:gdLst>
                <a:gd name="T0" fmla="*/ 423 w 423"/>
                <a:gd name="T1" fmla="*/ 243 h 428"/>
                <a:gd name="T2" fmla="*/ 423 w 423"/>
                <a:gd name="T3" fmla="*/ 428 h 428"/>
                <a:gd name="T4" fmla="*/ 0 w 423"/>
                <a:gd name="T5" fmla="*/ 184 h 428"/>
                <a:gd name="T6" fmla="*/ 1 w 423"/>
                <a:gd name="T7" fmla="*/ 0 h 428"/>
                <a:gd name="T8" fmla="*/ 423 w 423"/>
                <a:gd name="T9" fmla="*/ 243 h 428"/>
              </a:gdLst>
              <a:ahLst/>
              <a:cxnLst>
                <a:cxn ang="0">
                  <a:pos x="T0" y="T1"/>
                </a:cxn>
                <a:cxn ang="0">
                  <a:pos x="T2" y="T3"/>
                </a:cxn>
                <a:cxn ang="0">
                  <a:pos x="T4" y="T5"/>
                </a:cxn>
                <a:cxn ang="0">
                  <a:pos x="T6" y="T7"/>
                </a:cxn>
                <a:cxn ang="0">
                  <a:pos x="T8" y="T9"/>
                </a:cxn>
              </a:cxnLst>
              <a:rect l="0" t="0" r="r" b="b"/>
              <a:pathLst>
                <a:path w="423" h="428">
                  <a:moveTo>
                    <a:pt x="423" y="243"/>
                  </a:moveTo>
                  <a:lnTo>
                    <a:pt x="423" y="428"/>
                  </a:lnTo>
                  <a:lnTo>
                    <a:pt x="0" y="184"/>
                  </a:lnTo>
                  <a:lnTo>
                    <a:pt x="1" y="0"/>
                  </a:lnTo>
                  <a:lnTo>
                    <a:pt x="423" y="243"/>
                  </a:lnTo>
                  <a:close/>
                </a:path>
              </a:pathLst>
            </a:custGeom>
            <a:gradFill>
              <a:gsLst>
                <a:gs pos="72000">
                  <a:srgbClr val="8E9CEF"/>
                </a:gs>
                <a:gs pos="0">
                  <a:srgbClr val="E7EBFF">
                    <a:alpha val="0"/>
                  </a:srgbClr>
                </a:gs>
              </a:gsLst>
              <a:lin ang="180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19">
              <a:extLst>
                <a:ext uri="{FF2B5EF4-FFF2-40B4-BE49-F238E27FC236}">
                  <a16:creationId xmlns:a16="http://schemas.microsoft.com/office/drawing/2014/main" id="{9E02DB8E-E6DD-7AA0-0A67-77FD60FF8BAD}"/>
                </a:ext>
              </a:extLst>
            </p:cNvPr>
            <p:cNvSpPr>
              <a:spLocks/>
            </p:cNvSpPr>
            <p:nvPr/>
          </p:nvSpPr>
          <p:spPr bwMode="auto">
            <a:xfrm>
              <a:off x="2896765" y="5106988"/>
              <a:ext cx="1335088" cy="773113"/>
            </a:xfrm>
            <a:custGeom>
              <a:avLst/>
              <a:gdLst>
                <a:gd name="T0" fmla="*/ 841 w 841"/>
                <a:gd name="T1" fmla="*/ 244 h 487"/>
                <a:gd name="T2" fmla="*/ 422 w 841"/>
                <a:gd name="T3" fmla="*/ 487 h 487"/>
                <a:gd name="T4" fmla="*/ 0 w 841"/>
                <a:gd name="T5" fmla="*/ 244 h 487"/>
                <a:gd name="T6" fmla="*/ 419 w 841"/>
                <a:gd name="T7" fmla="*/ 0 h 487"/>
                <a:gd name="T8" fmla="*/ 841 w 841"/>
                <a:gd name="T9" fmla="*/ 244 h 487"/>
              </a:gdLst>
              <a:ahLst/>
              <a:cxnLst>
                <a:cxn ang="0">
                  <a:pos x="T0" y="T1"/>
                </a:cxn>
                <a:cxn ang="0">
                  <a:pos x="T2" y="T3"/>
                </a:cxn>
                <a:cxn ang="0">
                  <a:pos x="T4" y="T5"/>
                </a:cxn>
                <a:cxn ang="0">
                  <a:pos x="T6" y="T7"/>
                </a:cxn>
                <a:cxn ang="0">
                  <a:pos x="T8" y="T9"/>
                </a:cxn>
              </a:cxnLst>
              <a:rect l="0" t="0" r="r" b="b"/>
              <a:pathLst>
                <a:path w="841" h="487">
                  <a:moveTo>
                    <a:pt x="841" y="244"/>
                  </a:moveTo>
                  <a:lnTo>
                    <a:pt x="422" y="487"/>
                  </a:lnTo>
                  <a:lnTo>
                    <a:pt x="0" y="244"/>
                  </a:lnTo>
                  <a:lnTo>
                    <a:pt x="419" y="0"/>
                  </a:lnTo>
                  <a:lnTo>
                    <a:pt x="841" y="244"/>
                  </a:lnTo>
                  <a:close/>
                </a:path>
              </a:pathLst>
            </a:custGeom>
            <a:gradFill>
              <a:gsLst>
                <a:gs pos="100000">
                  <a:srgbClr val="3749CC"/>
                </a:gs>
                <a:gs pos="0">
                  <a:srgbClr val="8E9CEF"/>
                </a:gs>
              </a:gsLst>
              <a:lin ang="162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54" name="组合 53">
            <a:extLst>
              <a:ext uri="{FF2B5EF4-FFF2-40B4-BE49-F238E27FC236}">
                <a16:creationId xmlns:a16="http://schemas.microsoft.com/office/drawing/2014/main" id="{98BBBA09-A4A3-FF5F-0993-5E796577DC0C}"/>
              </a:ext>
            </a:extLst>
          </p:cNvPr>
          <p:cNvGrpSpPr/>
          <p:nvPr/>
        </p:nvGrpSpPr>
        <p:grpSpPr>
          <a:xfrm>
            <a:off x="3034103" y="5591319"/>
            <a:ext cx="630967" cy="503574"/>
            <a:chOff x="2895177" y="5106988"/>
            <a:chExt cx="1336676" cy="1066800"/>
          </a:xfrm>
        </p:grpSpPr>
        <p:sp>
          <p:nvSpPr>
            <p:cNvPr id="55" name="Freeform 17">
              <a:extLst>
                <a:ext uri="{FF2B5EF4-FFF2-40B4-BE49-F238E27FC236}">
                  <a16:creationId xmlns:a16="http://schemas.microsoft.com/office/drawing/2014/main" id="{55784BEF-A63B-B053-CA43-6BA7C495F0F0}"/>
                </a:ext>
              </a:extLst>
            </p:cNvPr>
            <p:cNvSpPr>
              <a:spLocks/>
            </p:cNvSpPr>
            <p:nvPr/>
          </p:nvSpPr>
          <p:spPr bwMode="auto">
            <a:xfrm>
              <a:off x="3566690" y="5494338"/>
              <a:ext cx="665163" cy="679450"/>
            </a:xfrm>
            <a:custGeom>
              <a:avLst/>
              <a:gdLst>
                <a:gd name="T0" fmla="*/ 419 w 419"/>
                <a:gd name="T1" fmla="*/ 0 h 428"/>
                <a:gd name="T2" fmla="*/ 419 w 419"/>
                <a:gd name="T3" fmla="*/ 184 h 428"/>
                <a:gd name="T4" fmla="*/ 0 w 419"/>
                <a:gd name="T5" fmla="*/ 428 h 428"/>
                <a:gd name="T6" fmla="*/ 0 w 419"/>
                <a:gd name="T7" fmla="*/ 243 h 428"/>
                <a:gd name="T8" fmla="*/ 419 w 419"/>
                <a:gd name="T9" fmla="*/ 0 h 428"/>
              </a:gdLst>
              <a:ahLst/>
              <a:cxnLst>
                <a:cxn ang="0">
                  <a:pos x="T0" y="T1"/>
                </a:cxn>
                <a:cxn ang="0">
                  <a:pos x="T2" y="T3"/>
                </a:cxn>
                <a:cxn ang="0">
                  <a:pos x="T4" y="T5"/>
                </a:cxn>
                <a:cxn ang="0">
                  <a:pos x="T6" y="T7"/>
                </a:cxn>
                <a:cxn ang="0">
                  <a:pos x="T8" y="T9"/>
                </a:cxn>
              </a:cxnLst>
              <a:rect l="0" t="0" r="r" b="b"/>
              <a:pathLst>
                <a:path w="419" h="428">
                  <a:moveTo>
                    <a:pt x="419" y="0"/>
                  </a:moveTo>
                  <a:lnTo>
                    <a:pt x="419" y="184"/>
                  </a:lnTo>
                  <a:lnTo>
                    <a:pt x="0" y="428"/>
                  </a:lnTo>
                  <a:lnTo>
                    <a:pt x="0" y="243"/>
                  </a:lnTo>
                  <a:lnTo>
                    <a:pt x="419" y="0"/>
                  </a:lnTo>
                  <a:close/>
                </a:path>
              </a:pathLst>
            </a:custGeom>
            <a:gradFill>
              <a:gsLst>
                <a:gs pos="59000">
                  <a:srgbClr val="3749CC"/>
                </a:gs>
                <a:gs pos="0">
                  <a:srgbClr val="8E9CEF">
                    <a:alpha val="0"/>
                  </a:srgbClr>
                </a:gs>
              </a:gsLst>
              <a:lin ang="144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6" name="Freeform 18">
              <a:extLst>
                <a:ext uri="{FF2B5EF4-FFF2-40B4-BE49-F238E27FC236}">
                  <a16:creationId xmlns:a16="http://schemas.microsoft.com/office/drawing/2014/main" id="{CD49853A-EC6E-0938-D92C-0E827D916A36}"/>
                </a:ext>
              </a:extLst>
            </p:cNvPr>
            <p:cNvSpPr>
              <a:spLocks/>
            </p:cNvSpPr>
            <p:nvPr/>
          </p:nvSpPr>
          <p:spPr bwMode="auto">
            <a:xfrm>
              <a:off x="2895177" y="5494338"/>
              <a:ext cx="671513" cy="679450"/>
            </a:xfrm>
            <a:custGeom>
              <a:avLst/>
              <a:gdLst>
                <a:gd name="T0" fmla="*/ 423 w 423"/>
                <a:gd name="T1" fmla="*/ 243 h 428"/>
                <a:gd name="T2" fmla="*/ 423 w 423"/>
                <a:gd name="T3" fmla="*/ 428 h 428"/>
                <a:gd name="T4" fmla="*/ 0 w 423"/>
                <a:gd name="T5" fmla="*/ 184 h 428"/>
                <a:gd name="T6" fmla="*/ 1 w 423"/>
                <a:gd name="T7" fmla="*/ 0 h 428"/>
                <a:gd name="T8" fmla="*/ 423 w 423"/>
                <a:gd name="T9" fmla="*/ 243 h 428"/>
              </a:gdLst>
              <a:ahLst/>
              <a:cxnLst>
                <a:cxn ang="0">
                  <a:pos x="T0" y="T1"/>
                </a:cxn>
                <a:cxn ang="0">
                  <a:pos x="T2" y="T3"/>
                </a:cxn>
                <a:cxn ang="0">
                  <a:pos x="T4" y="T5"/>
                </a:cxn>
                <a:cxn ang="0">
                  <a:pos x="T6" y="T7"/>
                </a:cxn>
                <a:cxn ang="0">
                  <a:pos x="T8" y="T9"/>
                </a:cxn>
              </a:cxnLst>
              <a:rect l="0" t="0" r="r" b="b"/>
              <a:pathLst>
                <a:path w="423" h="428">
                  <a:moveTo>
                    <a:pt x="423" y="243"/>
                  </a:moveTo>
                  <a:lnTo>
                    <a:pt x="423" y="428"/>
                  </a:lnTo>
                  <a:lnTo>
                    <a:pt x="0" y="184"/>
                  </a:lnTo>
                  <a:lnTo>
                    <a:pt x="1" y="0"/>
                  </a:lnTo>
                  <a:lnTo>
                    <a:pt x="423" y="243"/>
                  </a:lnTo>
                  <a:close/>
                </a:path>
              </a:pathLst>
            </a:custGeom>
            <a:gradFill>
              <a:gsLst>
                <a:gs pos="72000">
                  <a:srgbClr val="8E9CEF"/>
                </a:gs>
                <a:gs pos="0">
                  <a:srgbClr val="E7EBFF">
                    <a:alpha val="0"/>
                  </a:srgbClr>
                </a:gs>
              </a:gsLst>
              <a:lin ang="180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7" name="Freeform 19">
              <a:extLst>
                <a:ext uri="{FF2B5EF4-FFF2-40B4-BE49-F238E27FC236}">
                  <a16:creationId xmlns:a16="http://schemas.microsoft.com/office/drawing/2014/main" id="{368521BB-6A05-843F-7DEF-E98F6ED8C470}"/>
                </a:ext>
              </a:extLst>
            </p:cNvPr>
            <p:cNvSpPr>
              <a:spLocks/>
            </p:cNvSpPr>
            <p:nvPr/>
          </p:nvSpPr>
          <p:spPr bwMode="auto">
            <a:xfrm>
              <a:off x="2896765" y="5106988"/>
              <a:ext cx="1335088" cy="773113"/>
            </a:xfrm>
            <a:custGeom>
              <a:avLst/>
              <a:gdLst>
                <a:gd name="T0" fmla="*/ 841 w 841"/>
                <a:gd name="T1" fmla="*/ 244 h 487"/>
                <a:gd name="T2" fmla="*/ 422 w 841"/>
                <a:gd name="T3" fmla="*/ 487 h 487"/>
                <a:gd name="T4" fmla="*/ 0 w 841"/>
                <a:gd name="T5" fmla="*/ 244 h 487"/>
                <a:gd name="T6" fmla="*/ 419 w 841"/>
                <a:gd name="T7" fmla="*/ 0 h 487"/>
                <a:gd name="T8" fmla="*/ 841 w 841"/>
                <a:gd name="T9" fmla="*/ 244 h 487"/>
              </a:gdLst>
              <a:ahLst/>
              <a:cxnLst>
                <a:cxn ang="0">
                  <a:pos x="T0" y="T1"/>
                </a:cxn>
                <a:cxn ang="0">
                  <a:pos x="T2" y="T3"/>
                </a:cxn>
                <a:cxn ang="0">
                  <a:pos x="T4" y="T5"/>
                </a:cxn>
                <a:cxn ang="0">
                  <a:pos x="T6" y="T7"/>
                </a:cxn>
                <a:cxn ang="0">
                  <a:pos x="T8" y="T9"/>
                </a:cxn>
              </a:cxnLst>
              <a:rect l="0" t="0" r="r" b="b"/>
              <a:pathLst>
                <a:path w="841" h="487">
                  <a:moveTo>
                    <a:pt x="841" y="244"/>
                  </a:moveTo>
                  <a:lnTo>
                    <a:pt x="422" y="487"/>
                  </a:lnTo>
                  <a:lnTo>
                    <a:pt x="0" y="244"/>
                  </a:lnTo>
                  <a:lnTo>
                    <a:pt x="419" y="0"/>
                  </a:lnTo>
                  <a:lnTo>
                    <a:pt x="841" y="244"/>
                  </a:lnTo>
                  <a:close/>
                </a:path>
              </a:pathLst>
            </a:custGeom>
            <a:gradFill>
              <a:gsLst>
                <a:gs pos="100000">
                  <a:srgbClr val="3749CC"/>
                </a:gs>
                <a:gs pos="0">
                  <a:srgbClr val="8E9CEF"/>
                </a:gs>
              </a:gsLst>
              <a:lin ang="162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58" name="组合 57">
            <a:extLst>
              <a:ext uri="{FF2B5EF4-FFF2-40B4-BE49-F238E27FC236}">
                <a16:creationId xmlns:a16="http://schemas.microsoft.com/office/drawing/2014/main" id="{787447AB-31DA-F77F-7DAB-949682012306}"/>
              </a:ext>
            </a:extLst>
          </p:cNvPr>
          <p:cNvGrpSpPr/>
          <p:nvPr/>
        </p:nvGrpSpPr>
        <p:grpSpPr>
          <a:xfrm>
            <a:off x="4728571" y="5591319"/>
            <a:ext cx="630967" cy="503574"/>
            <a:chOff x="2895177" y="5106988"/>
            <a:chExt cx="1336676" cy="1066800"/>
          </a:xfrm>
        </p:grpSpPr>
        <p:sp>
          <p:nvSpPr>
            <p:cNvPr id="59" name="Freeform 17">
              <a:extLst>
                <a:ext uri="{FF2B5EF4-FFF2-40B4-BE49-F238E27FC236}">
                  <a16:creationId xmlns:a16="http://schemas.microsoft.com/office/drawing/2014/main" id="{75F74EC1-EF78-9F98-056A-A7F3FB8E6E9C}"/>
                </a:ext>
              </a:extLst>
            </p:cNvPr>
            <p:cNvSpPr>
              <a:spLocks/>
            </p:cNvSpPr>
            <p:nvPr/>
          </p:nvSpPr>
          <p:spPr bwMode="auto">
            <a:xfrm>
              <a:off x="3566690" y="5494338"/>
              <a:ext cx="665163" cy="679450"/>
            </a:xfrm>
            <a:custGeom>
              <a:avLst/>
              <a:gdLst>
                <a:gd name="T0" fmla="*/ 419 w 419"/>
                <a:gd name="T1" fmla="*/ 0 h 428"/>
                <a:gd name="T2" fmla="*/ 419 w 419"/>
                <a:gd name="T3" fmla="*/ 184 h 428"/>
                <a:gd name="T4" fmla="*/ 0 w 419"/>
                <a:gd name="T5" fmla="*/ 428 h 428"/>
                <a:gd name="T6" fmla="*/ 0 w 419"/>
                <a:gd name="T7" fmla="*/ 243 h 428"/>
                <a:gd name="T8" fmla="*/ 419 w 419"/>
                <a:gd name="T9" fmla="*/ 0 h 428"/>
              </a:gdLst>
              <a:ahLst/>
              <a:cxnLst>
                <a:cxn ang="0">
                  <a:pos x="T0" y="T1"/>
                </a:cxn>
                <a:cxn ang="0">
                  <a:pos x="T2" y="T3"/>
                </a:cxn>
                <a:cxn ang="0">
                  <a:pos x="T4" y="T5"/>
                </a:cxn>
                <a:cxn ang="0">
                  <a:pos x="T6" y="T7"/>
                </a:cxn>
                <a:cxn ang="0">
                  <a:pos x="T8" y="T9"/>
                </a:cxn>
              </a:cxnLst>
              <a:rect l="0" t="0" r="r" b="b"/>
              <a:pathLst>
                <a:path w="419" h="428">
                  <a:moveTo>
                    <a:pt x="419" y="0"/>
                  </a:moveTo>
                  <a:lnTo>
                    <a:pt x="419" y="184"/>
                  </a:lnTo>
                  <a:lnTo>
                    <a:pt x="0" y="428"/>
                  </a:lnTo>
                  <a:lnTo>
                    <a:pt x="0" y="243"/>
                  </a:lnTo>
                  <a:lnTo>
                    <a:pt x="419" y="0"/>
                  </a:lnTo>
                  <a:close/>
                </a:path>
              </a:pathLst>
            </a:custGeom>
            <a:gradFill>
              <a:gsLst>
                <a:gs pos="59000">
                  <a:srgbClr val="3749CC"/>
                </a:gs>
                <a:gs pos="0">
                  <a:srgbClr val="8E9CEF">
                    <a:alpha val="0"/>
                  </a:srgbClr>
                </a:gs>
              </a:gsLst>
              <a:lin ang="144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0" name="Freeform 18">
              <a:extLst>
                <a:ext uri="{FF2B5EF4-FFF2-40B4-BE49-F238E27FC236}">
                  <a16:creationId xmlns:a16="http://schemas.microsoft.com/office/drawing/2014/main" id="{DA1686D2-A1B9-6C38-86E2-1405CDB3243E}"/>
                </a:ext>
              </a:extLst>
            </p:cNvPr>
            <p:cNvSpPr>
              <a:spLocks/>
            </p:cNvSpPr>
            <p:nvPr/>
          </p:nvSpPr>
          <p:spPr bwMode="auto">
            <a:xfrm>
              <a:off x="2895177" y="5494338"/>
              <a:ext cx="671513" cy="679450"/>
            </a:xfrm>
            <a:custGeom>
              <a:avLst/>
              <a:gdLst>
                <a:gd name="T0" fmla="*/ 423 w 423"/>
                <a:gd name="T1" fmla="*/ 243 h 428"/>
                <a:gd name="T2" fmla="*/ 423 w 423"/>
                <a:gd name="T3" fmla="*/ 428 h 428"/>
                <a:gd name="T4" fmla="*/ 0 w 423"/>
                <a:gd name="T5" fmla="*/ 184 h 428"/>
                <a:gd name="T6" fmla="*/ 1 w 423"/>
                <a:gd name="T7" fmla="*/ 0 h 428"/>
                <a:gd name="T8" fmla="*/ 423 w 423"/>
                <a:gd name="T9" fmla="*/ 243 h 428"/>
              </a:gdLst>
              <a:ahLst/>
              <a:cxnLst>
                <a:cxn ang="0">
                  <a:pos x="T0" y="T1"/>
                </a:cxn>
                <a:cxn ang="0">
                  <a:pos x="T2" y="T3"/>
                </a:cxn>
                <a:cxn ang="0">
                  <a:pos x="T4" y="T5"/>
                </a:cxn>
                <a:cxn ang="0">
                  <a:pos x="T6" y="T7"/>
                </a:cxn>
                <a:cxn ang="0">
                  <a:pos x="T8" y="T9"/>
                </a:cxn>
              </a:cxnLst>
              <a:rect l="0" t="0" r="r" b="b"/>
              <a:pathLst>
                <a:path w="423" h="428">
                  <a:moveTo>
                    <a:pt x="423" y="243"/>
                  </a:moveTo>
                  <a:lnTo>
                    <a:pt x="423" y="428"/>
                  </a:lnTo>
                  <a:lnTo>
                    <a:pt x="0" y="184"/>
                  </a:lnTo>
                  <a:lnTo>
                    <a:pt x="1" y="0"/>
                  </a:lnTo>
                  <a:lnTo>
                    <a:pt x="423" y="243"/>
                  </a:lnTo>
                  <a:close/>
                </a:path>
              </a:pathLst>
            </a:custGeom>
            <a:gradFill>
              <a:gsLst>
                <a:gs pos="72000">
                  <a:srgbClr val="8E9CEF"/>
                </a:gs>
                <a:gs pos="0">
                  <a:srgbClr val="E7EBFF">
                    <a:alpha val="0"/>
                  </a:srgbClr>
                </a:gs>
              </a:gsLst>
              <a:lin ang="180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19">
              <a:extLst>
                <a:ext uri="{FF2B5EF4-FFF2-40B4-BE49-F238E27FC236}">
                  <a16:creationId xmlns:a16="http://schemas.microsoft.com/office/drawing/2014/main" id="{88A14BFC-B15F-CB34-9D8F-D8E6AB7CA082}"/>
                </a:ext>
              </a:extLst>
            </p:cNvPr>
            <p:cNvSpPr>
              <a:spLocks/>
            </p:cNvSpPr>
            <p:nvPr/>
          </p:nvSpPr>
          <p:spPr bwMode="auto">
            <a:xfrm>
              <a:off x="2896765" y="5106988"/>
              <a:ext cx="1335088" cy="773113"/>
            </a:xfrm>
            <a:custGeom>
              <a:avLst/>
              <a:gdLst>
                <a:gd name="T0" fmla="*/ 841 w 841"/>
                <a:gd name="T1" fmla="*/ 244 h 487"/>
                <a:gd name="T2" fmla="*/ 422 w 841"/>
                <a:gd name="T3" fmla="*/ 487 h 487"/>
                <a:gd name="T4" fmla="*/ 0 w 841"/>
                <a:gd name="T5" fmla="*/ 244 h 487"/>
                <a:gd name="T6" fmla="*/ 419 w 841"/>
                <a:gd name="T7" fmla="*/ 0 h 487"/>
                <a:gd name="T8" fmla="*/ 841 w 841"/>
                <a:gd name="T9" fmla="*/ 244 h 487"/>
              </a:gdLst>
              <a:ahLst/>
              <a:cxnLst>
                <a:cxn ang="0">
                  <a:pos x="T0" y="T1"/>
                </a:cxn>
                <a:cxn ang="0">
                  <a:pos x="T2" y="T3"/>
                </a:cxn>
                <a:cxn ang="0">
                  <a:pos x="T4" y="T5"/>
                </a:cxn>
                <a:cxn ang="0">
                  <a:pos x="T6" y="T7"/>
                </a:cxn>
                <a:cxn ang="0">
                  <a:pos x="T8" y="T9"/>
                </a:cxn>
              </a:cxnLst>
              <a:rect l="0" t="0" r="r" b="b"/>
              <a:pathLst>
                <a:path w="841" h="487">
                  <a:moveTo>
                    <a:pt x="841" y="244"/>
                  </a:moveTo>
                  <a:lnTo>
                    <a:pt x="422" y="487"/>
                  </a:lnTo>
                  <a:lnTo>
                    <a:pt x="0" y="244"/>
                  </a:lnTo>
                  <a:lnTo>
                    <a:pt x="419" y="0"/>
                  </a:lnTo>
                  <a:lnTo>
                    <a:pt x="841" y="244"/>
                  </a:lnTo>
                  <a:close/>
                </a:path>
              </a:pathLst>
            </a:custGeom>
            <a:gradFill>
              <a:gsLst>
                <a:gs pos="100000">
                  <a:srgbClr val="3749CC"/>
                </a:gs>
                <a:gs pos="0">
                  <a:srgbClr val="8E9CEF"/>
                </a:gs>
              </a:gsLst>
              <a:lin ang="162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67" name="文本框 66">
            <a:extLst>
              <a:ext uri="{FF2B5EF4-FFF2-40B4-BE49-F238E27FC236}">
                <a16:creationId xmlns:a16="http://schemas.microsoft.com/office/drawing/2014/main" id="{42F5AE33-462C-7531-67C2-69CA8C28CD0E}"/>
              </a:ext>
            </a:extLst>
          </p:cNvPr>
          <p:cNvSpPr txBox="1"/>
          <p:nvPr/>
        </p:nvSpPr>
        <p:spPr>
          <a:xfrm>
            <a:off x="3810855" y="2386925"/>
            <a:ext cx="785793" cy="369332"/>
          </a:xfrm>
          <a:prstGeom prst="rect">
            <a:avLst/>
          </a:prstGeom>
          <a:noFill/>
          <a:scene3d>
            <a:camera prst="isometricTopUp"/>
            <a:lightRig rig="threePt" dir="t"/>
          </a:scene3d>
        </p:spPr>
        <p:txBody>
          <a:bodyPr wrap="none" rtlCol="0">
            <a:spAutoFit/>
          </a:bodyPr>
          <a:lstStyle/>
          <a:p>
            <a:r>
              <a:rPr lang="en-US" altLang="zh-CN" dirty="0">
                <a:solidFill>
                  <a:schemeClr val="bg1"/>
                </a:solidFill>
                <a:latin typeface="HarmonyOS Sans SC Black" panose="00000A00000000000000" pitchFamily="2" charset="-122"/>
                <a:ea typeface="HarmonyOS Sans SC Black" panose="00000A00000000000000" pitchFamily="2" charset="-122"/>
              </a:rPr>
              <a:t>TEXT</a:t>
            </a:r>
            <a:endParaRPr lang="zh-CN" altLang="en-US" dirty="0">
              <a:solidFill>
                <a:schemeClr val="bg1"/>
              </a:solidFill>
              <a:latin typeface="HarmonyOS Sans SC Black" panose="00000A00000000000000" pitchFamily="2" charset="-122"/>
              <a:ea typeface="HarmonyOS Sans SC Black" panose="00000A00000000000000" pitchFamily="2" charset="-122"/>
            </a:endParaRPr>
          </a:p>
        </p:txBody>
      </p:sp>
      <p:grpSp>
        <p:nvGrpSpPr>
          <p:cNvPr id="68" name="组合 67">
            <a:extLst>
              <a:ext uri="{FF2B5EF4-FFF2-40B4-BE49-F238E27FC236}">
                <a16:creationId xmlns:a16="http://schemas.microsoft.com/office/drawing/2014/main" id="{7C0BE0A3-3164-A15C-454E-BD292B64478E}"/>
              </a:ext>
            </a:extLst>
          </p:cNvPr>
          <p:cNvGrpSpPr/>
          <p:nvPr/>
        </p:nvGrpSpPr>
        <p:grpSpPr>
          <a:xfrm>
            <a:off x="5345674" y="3416627"/>
            <a:ext cx="370035" cy="295325"/>
            <a:chOff x="2895177" y="5106988"/>
            <a:chExt cx="1336676" cy="1066800"/>
          </a:xfrm>
        </p:grpSpPr>
        <p:sp>
          <p:nvSpPr>
            <p:cNvPr id="69" name="Freeform 17">
              <a:extLst>
                <a:ext uri="{FF2B5EF4-FFF2-40B4-BE49-F238E27FC236}">
                  <a16:creationId xmlns:a16="http://schemas.microsoft.com/office/drawing/2014/main" id="{5187A923-57F7-0D17-F160-BCD57C45BE89}"/>
                </a:ext>
              </a:extLst>
            </p:cNvPr>
            <p:cNvSpPr>
              <a:spLocks/>
            </p:cNvSpPr>
            <p:nvPr/>
          </p:nvSpPr>
          <p:spPr bwMode="auto">
            <a:xfrm>
              <a:off x="3566690" y="5494338"/>
              <a:ext cx="665163" cy="679450"/>
            </a:xfrm>
            <a:custGeom>
              <a:avLst/>
              <a:gdLst>
                <a:gd name="T0" fmla="*/ 419 w 419"/>
                <a:gd name="T1" fmla="*/ 0 h 428"/>
                <a:gd name="T2" fmla="*/ 419 w 419"/>
                <a:gd name="T3" fmla="*/ 184 h 428"/>
                <a:gd name="T4" fmla="*/ 0 w 419"/>
                <a:gd name="T5" fmla="*/ 428 h 428"/>
                <a:gd name="T6" fmla="*/ 0 w 419"/>
                <a:gd name="T7" fmla="*/ 243 h 428"/>
                <a:gd name="T8" fmla="*/ 419 w 419"/>
                <a:gd name="T9" fmla="*/ 0 h 428"/>
              </a:gdLst>
              <a:ahLst/>
              <a:cxnLst>
                <a:cxn ang="0">
                  <a:pos x="T0" y="T1"/>
                </a:cxn>
                <a:cxn ang="0">
                  <a:pos x="T2" y="T3"/>
                </a:cxn>
                <a:cxn ang="0">
                  <a:pos x="T4" y="T5"/>
                </a:cxn>
                <a:cxn ang="0">
                  <a:pos x="T6" y="T7"/>
                </a:cxn>
                <a:cxn ang="0">
                  <a:pos x="T8" y="T9"/>
                </a:cxn>
              </a:cxnLst>
              <a:rect l="0" t="0" r="r" b="b"/>
              <a:pathLst>
                <a:path w="419" h="428">
                  <a:moveTo>
                    <a:pt x="419" y="0"/>
                  </a:moveTo>
                  <a:lnTo>
                    <a:pt x="419" y="184"/>
                  </a:lnTo>
                  <a:lnTo>
                    <a:pt x="0" y="428"/>
                  </a:lnTo>
                  <a:lnTo>
                    <a:pt x="0" y="243"/>
                  </a:lnTo>
                  <a:lnTo>
                    <a:pt x="419" y="0"/>
                  </a:lnTo>
                  <a:close/>
                </a:path>
              </a:pathLst>
            </a:custGeom>
            <a:gradFill>
              <a:gsLst>
                <a:gs pos="74000">
                  <a:srgbClr val="3749CC"/>
                </a:gs>
                <a:gs pos="37000">
                  <a:srgbClr val="8E9CEF">
                    <a:alpha val="0"/>
                  </a:srgbClr>
                </a:gs>
              </a:gsLst>
              <a:lin ang="14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70" name="Freeform 18">
              <a:extLst>
                <a:ext uri="{FF2B5EF4-FFF2-40B4-BE49-F238E27FC236}">
                  <a16:creationId xmlns:a16="http://schemas.microsoft.com/office/drawing/2014/main" id="{FD053E10-7FB9-BCAC-FB09-AEBE49407484}"/>
                </a:ext>
              </a:extLst>
            </p:cNvPr>
            <p:cNvSpPr>
              <a:spLocks/>
            </p:cNvSpPr>
            <p:nvPr/>
          </p:nvSpPr>
          <p:spPr bwMode="auto">
            <a:xfrm>
              <a:off x="2895177" y="5494338"/>
              <a:ext cx="671513" cy="679450"/>
            </a:xfrm>
            <a:custGeom>
              <a:avLst/>
              <a:gdLst>
                <a:gd name="T0" fmla="*/ 423 w 423"/>
                <a:gd name="T1" fmla="*/ 243 h 428"/>
                <a:gd name="T2" fmla="*/ 423 w 423"/>
                <a:gd name="T3" fmla="*/ 428 h 428"/>
                <a:gd name="T4" fmla="*/ 0 w 423"/>
                <a:gd name="T5" fmla="*/ 184 h 428"/>
                <a:gd name="T6" fmla="*/ 1 w 423"/>
                <a:gd name="T7" fmla="*/ 0 h 428"/>
                <a:gd name="T8" fmla="*/ 423 w 423"/>
                <a:gd name="T9" fmla="*/ 243 h 428"/>
              </a:gdLst>
              <a:ahLst/>
              <a:cxnLst>
                <a:cxn ang="0">
                  <a:pos x="T0" y="T1"/>
                </a:cxn>
                <a:cxn ang="0">
                  <a:pos x="T2" y="T3"/>
                </a:cxn>
                <a:cxn ang="0">
                  <a:pos x="T4" y="T5"/>
                </a:cxn>
                <a:cxn ang="0">
                  <a:pos x="T6" y="T7"/>
                </a:cxn>
                <a:cxn ang="0">
                  <a:pos x="T8" y="T9"/>
                </a:cxn>
              </a:cxnLst>
              <a:rect l="0" t="0" r="r" b="b"/>
              <a:pathLst>
                <a:path w="423" h="428">
                  <a:moveTo>
                    <a:pt x="423" y="243"/>
                  </a:moveTo>
                  <a:lnTo>
                    <a:pt x="423" y="428"/>
                  </a:lnTo>
                  <a:lnTo>
                    <a:pt x="0" y="184"/>
                  </a:lnTo>
                  <a:lnTo>
                    <a:pt x="1" y="0"/>
                  </a:lnTo>
                  <a:lnTo>
                    <a:pt x="423" y="243"/>
                  </a:lnTo>
                  <a:close/>
                </a:path>
              </a:pathLst>
            </a:custGeom>
            <a:gradFill>
              <a:gsLst>
                <a:gs pos="72000">
                  <a:srgbClr val="8E9CEF"/>
                </a:gs>
                <a:gs pos="30000">
                  <a:srgbClr val="E7EBFF">
                    <a:alpha val="0"/>
                  </a:srgbClr>
                </a:gs>
              </a:gsLst>
              <a:lin ang="180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71" name="Freeform 19">
              <a:extLst>
                <a:ext uri="{FF2B5EF4-FFF2-40B4-BE49-F238E27FC236}">
                  <a16:creationId xmlns:a16="http://schemas.microsoft.com/office/drawing/2014/main" id="{54AD7255-91C7-C815-5EA0-1258986866E5}"/>
                </a:ext>
              </a:extLst>
            </p:cNvPr>
            <p:cNvSpPr>
              <a:spLocks/>
            </p:cNvSpPr>
            <p:nvPr/>
          </p:nvSpPr>
          <p:spPr bwMode="auto">
            <a:xfrm>
              <a:off x="2896765" y="5106988"/>
              <a:ext cx="1335088" cy="773113"/>
            </a:xfrm>
            <a:custGeom>
              <a:avLst/>
              <a:gdLst>
                <a:gd name="T0" fmla="*/ 841 w 841"/>
                <a:gd name="T1" fmla="*/ 244 h 487"/>
                <a:gd name="T2" fmla="*/ 422 w 841"/>
                <a:gd name="T3" fmla="*/ 487 h 487"/>
                <a:gd name="T4" fmla="*/ 0 w 841"/>
                <a:gd name="T5" fmla="*/ 244 h 487"/>
                <a:gd name="T6" fmla="*/ 419 w 841"/>
                <a:gd name="T7" fmla="*/ 0 h 487"/>
                <a:gd name="T8" fmla="*/ 841 w 841"/>
                <a:gd name="T9" fmla="*/ 244 h 487"/>
              </a:gdLst>
              <a:ahLst/>
              <a:cxnLst>
                <a:cxn ang="0">
                  <a:pos x="T0" y="T1"/>
                </a:cxn>
                <a:cxn ang="0">
                  <a:pos x="T2" y="T3"/>
                </a:cxn>
                <a:cxn ang="0">
                  <a:pos x="T4" y="T5"/>
                </a:cxn>
                <a:cxn ang="0">
                  <a:pos x="T6" y="T7"/>
                </a:cxn>
                <a:cxn ang="0">
                  <a:pos x="T8" y="T9"/>
                </a:cxn>
              </a:cxnLst>
              <a:rect l="0" t="0" r="r" b="b"/>
              <a:pathLst>
                <a:path w="841" h="487">
                  <a:moveTo>
                    <a:pt x="841" y="244"/>
                  </a:moveTo>
                  <a:lnTo>
                    <a:pt x="422" y="487"/>
                  </a:lnTo>
                  <a:lnTo>
                    <a:pt x="0" y="244"/>
                  </a:lnTo>
                  <a:lnTo>
                    <a:pt x="419" y="0"/>
                  </a:lnTo>
                  <a:lnTo>
                    <a:pt x="841" y="244"/>
                  </a:lnTo>
                  <a:close/>
                </a:path>
              </a:pathLst>
            </a:custGeom>
            <a:gradFill>
              <a:gsLst>
                <a:gs pos="100000">
                  <a:srgbClr val="3749CC"/>
                </a:gs>
                <a:gs pos="0">
                  <a:srgbClr val="8E9CEF"/>
                </a:gs>
              </a:gsLst>
              <a:lin ang="162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84" name="组合 83">
            <a:extLst>
              <a:ext uri="{FF2B5EF4-FFF2-40B4-BE49-F238E27FC236}">
                <a16:creationId xmlns:a16="http://schemas.microsoft.com/office/drawing/2014/main" id="{6AE94923-4262-182D-C767-37888A62A85C}"/>
              </a:ext>
            </a:extLst>
          </p:cNvPr>
          <p:cNvGrpSpPr/>
          <p:nvPr/>
        </p:nvGrpSpPr>
        <p:grpSpPr>
          <a:xfrm>
            <a:off x="4705770" y="3818728"/>
            <a:ext cx="318775" cy="254414"/>
            <a:chOff x="2895177" y="5106988"/>
            <a:chExt cx="1336676" cy="1066800"/>
          </a:xfrm>
        </p:grpSpPr>
        <p:sp>
          <p:nvSpPr>
            <p:cNvPr id="85" name="Freeform 17">
              <a:extLst>
                <a:ext uri="{FF2B5EF4-FFF2-40B4-BE49-F238E27FC236}">
                  <a16:creationId xmlns:a16="http://schemas.microsoft.com/office/drawing/2014/main" id="{254E3BCB-9639-31EF-4CD2-BB80938685B5}"/>
                </a:ext>
              </a:extLst>
            </p:cNvPr>
            <p:cNvSpPr>
              <a:spLocks/>
            </p:cNvSpPr>
            <p:nvPr/>
          </p:nvSpPr>
          <p:spPr bwMode="auto">
            <a:xfrm>
              <a:off x="3566690" y="5494338"/>
              <a:ext cx="665163" cy="679450"/>
            </a:xfrm>
            <a:custGeom>
              <a:avLst/>
              <a:gdLst>
                <a:gd name="T0" fmla="*/ 419 w 419"/>
                <a:gd name="T1" fmla="*/ 0 h 428"/>
                <a:gd name="T2" fmla="*/ 419 w 419"/>
                <a:gd name="T3" fmla="*/ 184 h 428"/>
                <a:gd name="T4" fmla="*/ 0 w 419"/>
                <a:gd name="T5" fmla="*/ 428 h 428"/>
                <a:gd name="T6" fmla="*/ 0 w 419"/>
                <a:gd name="T7" fmla="*/ 243 h 428"/>
                <a:gd name="T8" fmla="*/ 419 w 419"/>
                <a:gd name="T9" fmla="*/ 0 h 428"/>
              </a:gdLst>
              <a:ahLst/>
              <a:cxnLst>
                <a:cxn ang="0">
                  <a:pos x="T0" y="T1"/>
                </a:cxn>
                <a:cxn ang="0">
                  <a:pos x="T2" y="T3"/>
                </a:cxn>
                <a:cxn ang="0">
                  <a:pos x="T4" y="T5"/>
                </a:cxn>
                <a:cxn ang="0">
                  <a:pos x="T6" y="T7"/>
                </a:cxn>
                <a:cxn ang="0">
                  <a:pos x="T8" y="T9"/>
                </a:cxn>
              </a:cxnLst>
              <a:rect l="0" t="0" r="r" b="b"/>
              <a:pathLst>
                <a:path w="419" h="428">
                  <a:moveTo>
                    <a:pt x="419" y="0"/>
                  </a:moveTo>
                  <a:lnTo>
                    <a:pt x="419" y="184"/>
                  </a:lnTo>
                  <a:lnTo>
                    <a:pt x="0" y="428"/>
                  </a:lnTo>
                  <a:lnTo>
                    <a:pt x="0" y="243"/>
                  </a:lnTo>
                  <a:lnTo>
                    <a:pt x="419" y="0"/>
                  </a:lnTo>
                  <a:close/>
                </a:path>
              </a:pathLst>
            </a:custGeom>
            <a:gradFill>
              <a:gsLst>
                <a:gs pos="74000">
                  <a:srgbClr val="3749CC"/>
                </a:gs>
                <a:gs pos="37000">
                  <a:srgbClr val="8E9CEF">
                    <a:alpha val="0"/>
                  </a:srgbClr>
                </a:gs>
              </a:gsLst>
              <a:lin ang="14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86" name="Freeform 18">
              <a:extLst>
                <a:ext uri="{FF2B5EF4-FFF2-40B4-BE49-F238E27FC236}">
                  <a16:creationId xmlns:a16="http://schemas.microsoft.com/office/drawing/2014/main" id="{8217E519-0821-3560-44B1-58D87B46B299}"/>
                </a:ext>
              </a:extLst>
            </p:cNvPr>
            <p:cNvSpPr>
              <a:spLocks/>
            </p:cNvSpPr>
            <p:nvPr/>
          </p:nvSpPr>
          <p:spPr bwMode="auto">
            <a:xfrm>
              <a:off x="2895177" y="5494338"/>
              <a:ext cx="671513" cy="679450"/>
            </a:xfrm>
            <a:custGeom>
              <a:avLst/>
              <a:gdLst>
                <a:gd name="T0" fmla="*/ 423 w 423"/>
                <a:gd name="T1" fmla="*/ 243 h 428"/>
                <a:gd name="T2" fmla="*/ 423 w 423"/>
                <a:gd name="T3" fmla="*/ 428 h 428"/>
                <a:gd name="T4" fmla="*/ 0 w 423"/>
                <a:gd name="T5" fmla="*/ 184 h 428"/>
                <a:gd name="T6" fmla="*/ 1 w 423"/>
                <a:gd name="T7" fmla="*/ 0 h 428"/>
                <a:gd name="T8" fmla="*/ 423 w 423"/>
                <a:gd name="T9" fmla="*/ 243 h 428"/>
              </a:gdLst>
              <a:ahLst/>
              <a:cxnLst>
                <a:cxn ang="0">
                  <a:pos x="T0" y="T1"/>
                </a:cxn>
                <a:cxn ang="0">
                  <a:pos x="T2" y="T3"/>
                </a:cxn>
                <a:cxn ang="0">
                  <a:pos x="T4" y="T5"/>
                </a:cxn>
                <a:cxn ang="0">
                  <a:pos x="T6" y="T7"/>
                </a:cxn>
                <a:cxn ang="0">
                  <a:pos x="T8" y="T9"/>
                </a:cxn>
              </a:cxnLst>
              <a:rect l="0" t="0" r="r" b="b"/>
              <a:pathLst>
                <a:path w="423" h="428">
                  <a:moveTo>
                    <a:pt x="423" y="243"/>
                  </a:moveTo>
                  <a:lnTo>
                    <a:pt x="423" y="428"/>
                  </a:lnTo>
                  <a:lnTo>
                    <a:pt x="0" y="184"/>
                  </a:lnTo>
                  <a:lnTo>
                    <a:pt x="1" y="0"/>
                  </a:lnTo>
                  <a:lnTo>
                    <a:pt x="423" y="243"/>
                  </a:lnTo>
                  <a:close/>
                </a:path>
              </a:pathLst>
            </a:custGeom>
            <a:gradFill>
              <a:gsLst>
                <a:gs pos="72000">
                  <a:srgbClr val="8E9CEF"/>
                </a:gs>
                <a:gs pos="30000">
                  <a:srgbClr val="E7EBFF">
                    <a:alpha val="0"/>
                  </a:srgbClr>
                </a:gs>
              </a:gsLst>
              <a:lin ang="180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87" name="Freeform 19">
              <a:extLst>
                <a:ext uri="{FF2B5EF4-FFF2-40B4-BE49-F238E27FC236}">
                  <a16:creationId xmlns:a16="http://schemas.microsoft.com/office/drawing/2014/main" id="{08A16BB7-EB64-7C57-DA27-CD979D7B9FF7}"/>
                </a:ext>
              </a:extLst>
            </p:cNvPr>
            <p:cNvSpPr>
              <a:spLocks/>
            </p:cNvSpPr>
            <p:nvPr/>
          </p:nvSpPr>
          <p:spPr bwMode="auto">
            <a:xfrm>
              <a:off x="2896765" y="5106988"/>
              <a:ext cx="1335088" cy="773113"/>
            </a:xfrm>
            <a:custGeom>
              <a:avLst/>
              <a:gdLst>
                <a:gd name="T0" fmla="*/ 841 w 841"/>
                <a:gd name="T1" fmla="*/ 244 h 487"/>
                <a:gd name="T2" fmla="*/ 422 w 841"/>
                <a:gd name="T3" fmla="*/ 487 h 487"/>
                <a:gd name="T4" fmla="*/ 0 w 841"/>
                <a:gd name="T5" fmla="*/ 244 h 487"/>
                <a:gd name="T6" fmla="*/ 419 w 841"/>
                <a:gd name="T7" fmla="*/ 0 h 487"/>
                <a:gd name="T8" fmla="*/ 841 w 841"/>
                <a:gd name="T9" fmla="*/ 244 h 487"/>
              </a:gdLst>
              <a:ahLst/>
              <a:cxnLst>
                <a:cxn ang="0">
                  <a:pos x="T0" y="T1"/>
                </a:cxn>
                <a:cxn ang="0">
                  <a:pos x="T2" y="T3"/>
                </a:cxn>
                <a:cxn ang="0">
                  <a:pos x="T4" y="T5"/>
                </a:cxn>
                <a:cxn ang="0">
                  <a:pos x="T6" y="T7"/>
                </a:cxn>
                <a:cxn ang="0">
                  <a:pos x="T8" y="T9"/>
                </a:cxn>
              </a:cxnLst>
              <a:rect l="0" t="0" r="r" b="b"/>
              <a:pathLst>
                <a:path w="841" h="487">
                  <a:moveTo>
                    <a:pt x="841" y="244"/>
                  </a:moveTo>
                  <a:lnTo>
                    <a:pt x="422" y="487"/>
                  </a:lnTo>
                  <a:lnTo>
                    <a:pt x="0" y="244"/>
                  </a:lnTo>
                  <a:lnTo>
                    <a:pt x="419" y="0"/>
                  </a:lnTo>
                  <a:lnTo>
                    <a:pt x="841" y="244"/>
                  </a:lnTo>
                  <a:close/>
                </a:path>
              </a:pathLst>
            </a:custGeom>
            <a:gradFill>
              <a:gsLst>
                <a:gs pos="100000">
                  <a:srgbClr val="3749CC"/>
                </a:gs>
                <a:gs pos="0">
                  <a:srgbClr val="8E9CEF"/>
                </a:gs>
              </a:gsLst>
              <a:lin ang="162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88" name="组合 87">
            <a:extLst>
              <a:ext uri="{FF2B5EF4-FFF2-40B4-BE49-F238E27FC236}">
                <a16:creationId xmlns:a16="http://schemas.microsoft.com/office/drawing/2014/main" id="{B8E0EF71-522E-0369-C7BD-834083178DC4}"/>
              </a:ext>
            </a:extLst>
          </p:cNvPr>
          <p:cNvGrpSpPr/>
          <p:nvPr/>
        </p:nvGrpSpPr>
        <p:grpSpPr>
          <a:xfrm>
            <a:off x="3113699" y="3568979"/>
            <a:ext cx="370035" cy="295325"/>
            <a:chOff x="2895177" y="5106988"/>
            <a:chExt cx="1336676" cy="1066800"/>
          </a:xfrm>
        </p:grpSpPr>
        <p:sp>
          <p:nvSpPr>
            <p:cNvPr id="89" name="Freeform 17">
              <a:extLst>
                <a:ext uri="{FF2B5EF4-FFF2-40B4-BE49-F238E27FC236}">
                  <a16:creationId xmlns:a16="http://schemas.microsoft.com/office/drawing/2014/main" id="{89A68E84-7820-1710-2291-6960F5489AF2}"/>
                </a:ext>
              </a:extLst>
            </p:cNvPr>
            <p:cNvSpPr>
              <a:spLocks/>
            </p:cNvSpPr>
            <p:nvPr/>
          </p:nvSpPr>
          <p:spPr bwMode="auto">
            <a:xfrm>
              <a:off x="3566690" y="5494338"/>
              <a:ext cx="665163" cy="679450"/>
            </a:xfrm>
            <a:custGeom>
              <a:avLst/>
              <a:gdLst>
                <a:gd name="T0" fmla="*/ 419 w 419"/>
                <a:gd name="T1" fmla="*/ 0 h 428"/>
                <a:gd name="T2" fmla="*/ 419 w 419"/>
                <a:gd name="T3" fmla="*/ 184 h 428"/>
                <a:gd name="T4" fmla="*/ 0 w 419"/>
                <a:gd name="T5" fmla="*/ 428 h 428"/>
                <a:gd name="T6" fmla="*/ 0 w 419"/>
                <a:gd name="T7" fmla="*/ 243 h 428"/>
                <a:gd name="T8" fmla="*/ 419 w 419"/>
                <a:gd name="T9" fmla="*/ 0 h 428"/>
              </a:gdLst>
              <a:ahLst/>
              <a:cxnLst>
                <a:cxn ang="0">
                  <a:pos x="T0" y="T1"/>
                </a:cxn>
                <a:cxn ang="0">
                  <a:pos x="T2" y="T3"/>
                </a:cxn>
                <a:cxn ang="0">
                  <a:pos x="T4" y="T5"/>
                </a:cxn>
                <a:cxn ang="0">
                  <a:pos x="T6" y="T7"/>
                </a:cxn>
                <a:cxn ang="0">
                  <a:pos x="T8" y="T9"/>
                </a:cxn>
              </a:cxnLst>
              <a:rect l="0" t="0" r="r" b="b"/>
              <a:pathLst>
                <a:path w="419" h="428">
                  <a:moveTo>
                    <a:pt x="419" y="0"/>
                  </a:moveTo>
                  <a:lnTo>
                    <a:pt x="419" y="184"/>
                  </a:lnTo>
                  <a:lnTo>
                    <a:pt x="0" y="428"/>
                  </a:lnTo>
                  <a:lnTo>
                    <a:pt x="0" y="243"/>
                  </a:lnTo>
                  <a:lnTo>
                    <a:pt x="419" y="0"/>
                  </a:lnTo>
                  <a:close/>
                </a:path>
              </a:pathLst>
            </a:custGeom>
            <a:gradFill>
              <a:gsLst>
                <a:gs pos="74000">
                  <a:srgbClr val="3749CC"/>
                </a:gs>
                <a:gs pos="37000">
                  <a:srgbClr val="8E9CEF">
                    <a:alpha val="0"/>
                  </a:srgbClr>
                </a:gs>
              </a:gsLst>
              <a:lin ang="14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90" name="Freeform 18">
              <a:extLst>
                <a:ext uri="{FF2B5EF4-FFF2-40B4-BE49-F238E27FC236}">
                  <a16:creationId xmlns:a16="http://schemas.microsoft.com/office/drawing/2014/main" id="{EA4AEB41-FE9C-209C-264D-CB2B71C2E9CD}"/>
                </a:ext>
              </a:extLst>
            </p:cNvPr>
            <p:cNvSpPr>
              <a:spLocks/>
            </p:cNvSpPr>
            <p:nvPr/>
          </p:nvSpPr>
          <p:spPr bwMode="auto">
            <a:xfrm>
              <a:off x="2895177" y="5494338"/>
              <a:ext cx="671513" cy="679450"/>
            </a:xfrm>
            <a:custGeom>
              <a:avLst/>
              <a:gdLst>
                <a:gd name="T0" fmla="*/ 423 w 423"/>
                <a:gd name="T1" fmla="*/ 243 h 428"/>
                <a:gd name="T2" fmla="*/ 423 w 423"/>
                <a:gd name="T3" fmla="*/ 428 h 428"/>
                <a:gd name="T4" fmla="*/ 0 w 423"/>
                <a:gd name="T5" fmla="*/ 184 h 428"/>
                <a:gd name="T6" fmla="*/ 1 w 423"/>
                <a:gd name="T7" fmla="*/ 0 h 428"/>
                <a:gd name="T8" fmla="*/ 423 w 423"/>
                <a:gd name="T9" fmla="*/ 243 h 428"/>
              </a:gdLst>
              <a:ahLst/>
              <a:cxnLst>
                <a:cxn ang="0">
                  <a:pos x="T0" y="T1"/>
                </a:cxn>
                <a:cxn ang="0">
                  <a:pos x="T2" y="T3"/>
                </a:cxn>
                <a:cxn ang="0">
                  <a:pos x="T4" y="T5"/>
                </a:cxn>
                <a:cxn ang="0">
                  <a:pos x="T6" y="T7"/>
                </a:cxn>
                <a:cxn ang="0">
                  <a:pos x="T8" y="T9"/>
                </a:cxn>
              </a:cxnLst>
              <a:rect l="0" t="0" r="r" b="b"/>
              <a:pathLst>
                <a:path w="423" h="428">
                  <a:moveTo>
                    <a:pt x="423" y="243"/>
                  </a:moveTo>
                  <a:lnTo>
                    <a:pt x="423" y="428"/>
                  </a:lnTo>
                  <a:lnTo>
                    <a:pt x="0" y="184"/>
                  </a:lnTo>
                  <a:lnTo>
                    <a:pt x="1" y="0"/>
                  </a:lnTo>
                  <a:lnTo>
                    <a:pt x="423" y="243"/>
                  </a:lnTo>
                  <a:close/>
                </a:path>
              </a:pathLst>
            </a:custGeom>
            <a:gradFill>
              <a:gsLst>
                <a:gs pos="72000">
                  <a:srgbClr val="8E9CEF"/>
                </a:gs>
                <a:gs pos="30000">
                  <a:srgbClr val="E7EBFF">
                    <a:alpha val="0"/>
                  </a:srgbClr>
                </a:gs>
              </a:gsLst>
              <a:lin ang="180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91" name="Freeform 19">
              <a:extLst>
                <a:ext uri="{FF2B5EF4-FFF2-40B4-BE49-F238E27FC236}">
                  <a16:creationId xmlns:a16="http://schemas.microsoft.com/office/drawing/2014/main" id="{730377D4-80AE-FA6B-34DB-C05361E924E2}"/>
                </a:ext>
              </a:extLst>
            </p:cNvPr>
            <p:cNvSpPr>
              <a:spLocks/>
            </p:cNvSpPr>
            <p:nvPr/>
          </p:nvSpPr>
          <p:spPr bwMode="auto">
            <a:xfrm>
              <a:off x="2896765" y="5106988"/>
              <a:ext cx="1335088" cy="773113"/>
            </a:xfrm>
            <a:custGeom>
              <a:avLst/>
              <a:gdLst>
                <a:gd name="T0" fmla="*/ 841 w 841"/>
                <a:gd name="T1" fmla="*/ 244 h 487"/>
                <a:gd name="T2" fmla="*/ 422 w 841"/>
                <a:gd name="T3" fmla="*/ 487 h 487"/>
                <a:gd name="T4" fmla="*/ 0 w 841"/>
                <a:gd name="T5" fmla="*/ 244 h 487"/>
                <a:gd name="T6" fmla="*/ 419 w 841"/>
                <a:gd name="T7" fmla="*/ 0 h 487"/>
                <a:gd name="T8" fmla="*/ 841 w 841"/>
                <a:gd name="T9" fmla="*/ 244 h 487"/>
              </a:gdLst>
              <a:ahLst/>
              <a:cxnLst>
                <a:cxn ang="0">
                  <a:pos x="T0" y="T1"/>
                </a:cxn>
                <a:cxn ang="0">
                  <a:pos x="T2" y="T3"/>
                </a:cxn>
                <a:cxn ang="0">
                  <a:pos x="T4" y="T5"/>
                </a:cxn>
                <a:cxn ang="0">
                  <a:pos x="T6" y="T7"/>
                </a:cxn>
                <a:cxn ang="0">
                  <a:pos x="T8" y="T9"/>
                </a:cxn>
              </a:cxnLst>
              <a:rect l="0" t="0" r="r" b="b"/>
              <a:pathLst>
                <a:path w="841" h="487">
                  <a:moveTo>
                    <a:pt x="841" y="244"/>
                  </a:moveTo>
                  <a:lnTo>
                    <a:pt x="422" y="487"/>
                  </a:lnTo>
                  <a:lnTo>
                    <a:pt x="0" y="244"/>
                  </a:lnTo>
                  <a:lnTo>
                    <a:pt x="419" y="0"/>
                  </a:lnTo>
                  <a:lnTo>
                    <a:pt x="841" y="244"/>
                  </a:lnTo>
                  <a:close/>
                </a:path>
              </a:pathLst>
            </a:custGeom>
            <a:gradFill>
              <a:gsLst>
                <a:gs pos="100000">
                  <a:srgbClr val="3749CC"/>
                </a:gs>
                <a:gs pos="0">
                  <a:srgbClr val="8E9CEF"/>
                </a:gs>
              </a:gsLst>
              <a:lin ang="162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92" name="组合 91">
            <a:extLst>
              <a:ext uri="{FF2B5EF4-FFF2-40B4-BE49-F238E27FC236}">
                <a16:creationId xmlns:a16="http://schemas.microsoft.com/office/drawing/2014/main" id="{7CEF5502-A685-9E2D-8422-975106B9F16B}"/>
              </a:ext>
            </a:extLst>
          </p:cNvPr>
          <p:cNvGrpSpPr/>
          <p:nvPr/>
        </p:nvGrpSpPr>
        <p:grpSpPr>
          <a:xfrm>
            <a:off x="3755454" y="3897580"/>
            <a:ext cx="234054" cy="186798"/>
            <a:chOff x="2895177" y="5106988"/>
            <a:chExt cx="1336676" cy="1066800"/>
          </a:xfrm>
        </p:grpSpPr>
        <p:sp>
          <p:nvSpPr>
            <p:cNvPr id="93" name="Freeform 17">
              <a:extLst>
                <a:ext uri="{FF2B5EF4-FFF2-40B4-BE49-F238E27FC236}">
                  <a16:creationId xmlns:a16="http://schemas.microsoft.com/office/drawing/2014/main" id="{A78FD4F5-76DA-8EA6-92B9-3398E3D1E7D7}"/>
                </a:ext>
              </a:extLst>
            </p:cNvPr>
            <p:cNvSpPr>
              <a:spLocks/>
            </p:cNvSpPr>
            <p:nvPr/>
          </p:nvSpPr>
          <p:spPr bwMode="auto">
            <a:xfrm>
              <a:off x="3566690" y="5494338"/>
              <a:ext cx="665163" cy="679450"/>
            </a:xfrm>
            <a:custGeom>
              <a:avLst/>
              <a:gdLst>
                <a:gd name="T0" fmla="*/ 419 w 419"/>
                <a:gd name="T1" fmla="*/ 0 h 428"/>
                <a:gd name="T2" fmla="*/ 419 w 419"/>
                <a:gd name="T3" fmla="*/ 184 h 428"/>
                <a:gd name="T4" fmla="*/ 0 w 419"/>
                <a:gd name="T5" fmla="*/ 428 h 428"/>
                <a:gd name="T6" fmla="*/ 0 w 419"/>
                <a:gd name="T7" fmla="*/ 243 h 428"/>
                <a:gd name="T8" fmla="*/ 419 w 419"/>
                <a:gd name="T9" fmla="*/ 0 h 428"/>
              </a:gdLst>
              <a:ahLst/>
              <a:cxnLst>
                <a:cxn ang="0">
                  <a:pos x="T0" y="T1"/>
                </a:cxn>
                <a:cxn ang="0">
                  <a:pos x="T2" y="T3"/>
                </a:cxn>
                <a:cxn ang="0">
                  <a:pos x="T4" y="T5"/>
                </a:cxn>
                <a:cxn ang="0">
                  <a:pos x="T6" y="T7"/>
                </a:cxn>
                <a:cxn ang="0">
                  <a:pos x="T8" y="T9"/>
                </a:cxn>
              </a:cxnLst>
              <a:rect l="0" t="0" r="r" b="b"/>
              <a:pathLst>
                <a:path w="419" h="428">
                  <a:moveTo>
                    <a:pt x="419" y="0"/>
                  </a:moveTo>
                  <a:lnTo>
                    <a:pt x="419" y="184"/>
                  </a:lnTo>
                  <a:lnTo>
                    <a:pt x="0" y="428"/>
                  </a:lnTo>
                  <a:lnTo>
                    <a:pt x="0" y="243"/>
                  </a:lnTo>
                  <a:lnTo>
                    <a:pt x="419" y="0"/>
                  </a:lnTo>
                  <a:close/>
                </a:path>
              </a:pathLst>
            </a:custGeom>
            <a:gradFill>
              <a:gsLst>
                <a:gs pos="74000">
                  <a:srgbClr val="3749CC"/>
                </a:gs>
                <a:gs pos="37000">
                  <a:srgbClr val="8E9CEF">
                    <a:alpha val="0"/>
                  </a:srgbClr>
                </a:gs>
              </a:gsLst>
              <a:lin ang="14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94" name="Freeform 18">
              <a:extLst>
                <a:ext uri="{FF2B5EF4-FFF2-40B4-BE49-F238E27FC236}">
                  <a16:creationId xmlns:a16="http://schemas.microsoft.com/office/drawing/2014/main" id="{9898AB91-B28F-F978-76CA-B6ACDF4F794C}"/>
                </a:ext>
              </a:extLst>
            </p:cNvPr>
            <p:cNvSpPr>
              <a:spLocks/>
            </p:cNvSpPr>
            <p:nvPr/>
          </p:nvSpPr>
          <p:spPr bwMode="auto">
            <a:xfrm>
              <a:off x="2895177" y="5494338"/>
              <a:ext cx="671513" cy="679450"/>
            </a:xfrm>
            <a:custGeom>
              <a:avLst/>
              <a:gdLst>
                <a:gd name="T0" fmla="*/ 423 w 423"/>
                <a:gd name="T1" fmla="*/ 243 h 428"/>
                <a:gd name="T2" fmla="*/ 423 w 423"/>
                <a:gd name="T3" fmla="*/ 428 h 428"/>
                <a:gd name="T4" fmla="*/ 0 w 423"/>
                <a:gd name="T5" fmla="*/ 184 h 428"/>
                <a:gd name="T6" fmla="*/ 1 w 423"/>
                <a:gd name="T7" fmla="*/ 0 h 428"/>
                <a:gd name="T8" fmla="*/ 423 w 423"/>
                <a:gd name="T9" fmla="*/ 243 h 428"/>
              </a:gdLst>
              <a:ahLst/>
              <a:cxnLst>
                <a:cxn ang="0">
                  <a:pos x="T0" y="T1"/>
                </a:cxn>
                <a:cxn ang="0">
                  <a:pos x="T2" y="T3"/>
                </a:cxn>
                <a:cxn ang="0">
                  <a:pos x="T4" y="T5"/>
                </a:cxn>
                <a:cxn ang="0">
                  <a:pos x="T6" y="T7"/>
                </a:cxn>
                <a:cxn ang="0">
                  <a:pos x="T8" y="T9"/>
                </a:cxn>
              </a:cxnLst>
              <a:rect l="0" t="0" r="r" b="b"/>
              <a:pathLst>
                <a:path w="423" h="428">
                  <a:moveTo>
                    <a:pt x="423" y="243"/>
                  </a:moveTo>
                  <a:lnTo>
                    <a:pt x="423" y="428"/>
                  </a:lnTo>
                  <a:lnTo>
                    <a:pt x="0" y="184"/>
                  </a:lnTo>
                  <a:lnTo>
                    <a:pt x="1" y="0"/>
                  </a:lnTo>
                  <a:lnTo>
                    <a:pt x="423" y="243"/>
                  </a:lnTo>
                  <a:close/>
                </a:path>
              </a:pathLst>
            </a:custGeom>
            <a:gradFill>
              <a:gsLst>
                <a:gs pos="72000">
                  <a:srgbClr val="8E9CEF"/>
                </a:gs>
                <a:gs pos="30000">
                  <a:srgbClr val="E7EBFF">
                    <a:alpha val="0"/>
                  </a:srgbClr>
                </a:gs>
              </a:gsLst>
              <a:lin ang="180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95" name="Freeform 19">
              <a:extLst>
                <a:ext uri="{FF2B5EF4-FFF2-40B4-BE49-F238E27FC236}">
                  <a16:creationId xmlns:a16="http://schemas.microsoft.com/office/drawing/2014/main" id="{CFBF469B-7984-1277-B4C5-0B6FFE104E7D}"/>
                </a:ext>
              </a:extLst>
            </p:cNvPr>
            <p:cNvSpPr>
              <a:spLocks/>
            </p:cNvSpPr>
            <p:nvPr/>
          </p:nvSpPr>
          <p:spPr bwMode="auto">
            <a:xfrm>
              <a:off x="2896765" y="5106988"/>
              <a:ext cx="1335088" cy="773113"/>
            </a:xfrm>
            <a:custGeom>
              <a:avLst/>
              <a:gdLst>
                <a:gd name="T0" fmla="*/ 841 w 841"/>
                <a:gd name="T1" fmla="*/ 244 h 487"/>
                <a:gd name="T2" fmla="*/ 422 w 841"/>
                <a:gd name="T3" fmla="*/ 487 h 487"/>
                <a:gd name="T4" fmla="*/ 0 w 841"/>
                <a:gd name="T5" fmla="*/ 244 h 487"/>
                <a:gd name="T6" fmla="*/ 419 w 841"/>
                <a:gd name="T7" fmla="*/ 0 h 487"/>
                <a:gd name="T8" fmla="*/ 841 w 841"/>
                <a:gd name="T9" fmla="*/ 244 h 487"/>
              </a:gdLst>
              <a:ahLst/>
              <a:cxnLst>
                <a:cxn ang="0">
                  <a:pos x="T0" y="T1"/>
                </a:cxn>
                <a:cxn ang="0">
                  <a:pos x="T2" y="T3"/>
                </a:cxn>
                <a:cxn ang="0">
                  <a:pos x="T4" y="T5"/>
                </a:cxn>
                <a:cxn ang="0">
                  <a:pos x="T6" y="T7"/>
                </a:cxn>
                <a:cxn ang="0">
                  <a:pos x="T8" y="T9"/>
                </a:cxn>
              </a:cxnLst>
              <a:rect l="0" t="0" r="r" b="b"/>
              <a:pathLst>
                <a:path w="841" h="487">
                  <a:moveTo>
                    <a:pt x="841" y="244"/>
                  </a:moveTo>
                  <a:lnTo>
                    <a:pt x="422" y="487"/>
                  </a:lnTo>
                  <a:lnTo>
                    <a:pt x="0" y="244"/>
                  </a:lnTo>
                  <a:lnTo>
                    <a:pt x="419" y="0"/>
                  </a:lnTo>
                  <a:lnTo>
                    <a:pt x="841" y="244"/>
                  </a:lnTo>
                  <a:close/>
                </a:path>
              </a:pathLst>
            </a:custGeom>
            <a:gradFill>
              <a:gsLst>
                <a:gs pos="100000">
                  <a:srgbClr val="3749CC"/>
                </a:gs>
                <a:gs pos="0">
                  <a:srgbClr val="8E9CEF"/>
                </a:gs>
              </a:gsLst>
              <a:lin ang="162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96" name="组合 95">
            <a:extLst>
              <a:ext uri="{FF2B5EF4-FFF2-40B4-BE49-F238E27FC236}">
                <a16:creationId xmlns:a16="http://schemas.microsoft.com/office/drawing/2014/main" id="{884A2585-EF58-00DE-3346-693168853D06}"/>
              </a:ext>
            </a:extLst>
          </p:cNvPr>
          <p:cNvGrpSpPr/>
          <p:nvPr/>
        </p:nvGrpSpPr>
        <p:grpSpPr>
          <a:xfrm>
            <a:off x="2612824" y="3428499"/>
            <a:ext cx="234054" cy="186798"/>
            <a:chOff x="2895177" y="5106988"/>
            <a:chExt cx="1336676" cy="1066800"/>
          </a:xfrm>
        </p:grpSpPr>
        <p:sp>
          <p:nvSpPr>
            <p:cNvPr id="97" name="Freeform 17">
              <a:extLst>
                <a:ext uri="{FF2B5EF4-FFF2-40B4-BE49-F238E27FC236}">
                  <a16:creationId xmlns:a16="http://schemas.microsoft.com/office/drawing/2014/main" id="{047273EC-59DE-5B7D-CEB7-A3D26B125124}"/>
                </a:ext>
              </a:extLst>
            </p:cNvPr>
            <p:cNvSpPr>
              <a:spLocks/>
            </p:cNvSpPr>
            <p:nvPr/>
          </p:nvSpPr>
          <p:spPr bwMode="auto">
            <a:xfrm>
              <a:off x="3566690" y="5494338"/>
              <a:ext cx="665163" cy="679450"/>
            </a:xfrm>
            <a:custGeom>
              <a:avLst/>
              <a:gdLst>
                <a:gd name="T0" fmla="*/ 419 w 419"/>
                <a:gd name="T1" fmla="*/ 0 h 428"/>
                <a:gd name="T2" fmla="*/ 419 w 419"/>
                <a:gd name="T3" fmla="*/ 184 h 428"/>
                <a:gd name="T4" fmla="*/ 0 w 419"/>
                <a:gd name="T5" fmla="*/ 428 h 428"/>
                <a:gd name="T6" fmla="*/ 0 w 419"/>
                <a:gd name="T7" fmla="*/ 243 h 428"/>
                <a:gd name="T8" fmla="*/ 419 w 419"/>
                <a:gd name="T9" fmla="*/ 0 h 428"/>
              </a:gdLst>
              <a:ahLst/>
              <a:cxnLst>
                <a:cxn ang="0">
                  <a:pos x="T0" y="T1"/>
                </a:cxn>
                <a:cxn ang="0">
                  <a:pos x="T2" y="T3"/>
                </a:cxn>
                <a:cxn ang="0">
                  <a:pos x="T4" y="T5"/>
                </a:cxn>
                <a:cxn ang="0">
                  <a:pos x="T6" y="T7"/>
                </a:cxn>
                <a:cxn ang="0">
                  <a:pos x="T8" y="T9"/>
                </a:cxn>
              </a:cxnLst>
              <a:rect l="0" t="0" r="r" b="b"/>
              <a:pathLst>
                <a:path w="419" h="428">
                  <a:moveTo>
                    <a:pt x="419" y="0"/>
                  </a:moveTo>
                  <a:lnTo>
                    <a:pt x="419" y="184"/>
                  </a:lnTo>
                  <a:lnTo>
                    <a:pt x="0" y="428"/>
                  </a:lnTo>
                  <a:lnTo>
                    <a:pt x="0" y="243"/>
                  </a:lnTo>
                  <a:lnTo>
                    <a:pt x="419" y="0"/>
                  </a:lnTo>
                  <a:close/>
                </a:path>
              </a:pathLst>
            </a:custGeom>
            <a:gradFill>
              <a:gsLst>
                <a:gs pos="74000">
                  <a:srgbClr val="3749CC"/>
                </a:gs>
                <a:gs pos="37000">
                  <a:srgbClr val="8E9CEF">
                    <a:alpha val="0"/>
                  </a:srgbClr>
                </a:gs>
              </a:gsLst>
              <a:lin ang="14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98" name="Freeform 18">
              <a:extLst>
                <a:ext uri="{FF2B5EF4-FFF2-40B4-BE49-F238E27FC236}">
                  <a16:creationId xmlns:a16="http://schemas.microsoft.com/office/drawing/2014/main" id="{6A8AD9F5-DC58-FFE5-6417-C997888A41BA}"/>
                </a:ext>
              </a:extLst>
            </p:cNvPr>
            <p:cNvSpPr>
              <a:spLocks/>
            </p:cNvSpPr>
            <p:nvPr/>
          </p:nvSpPr>
          <p:spPr bwMode="auto">
            <a:xfrm>
              <a:off x="2895177" y="5494338"/>
              <a:ext cx="671513" cy="679450"/>
            </a:xfrm>
            <a:custGeom>
              <a:avLst/>
              <a:gdLst>
                <a:gd name="T0" fmla="*/ 423 w 423"/>
                <a:gd name="T1" fmla="*/ 243 h 428"/>
                <a:gd name="T2" fmla="*/ 423 w 423"/>
                <a:gd name="T3" fmla="*/ 428 h 428"/>
                <a:gd name="T4" fmla="*/ 0 w 423"/>
                <a:gd name="T5" fmla="*/ 184 h 428"/>
                <a:gd name="T6" fmla="*/ 1 w 423"/>
                <a:gd name="T7" fmla="*/ 0 h 428"/>
                <a:gd name="T8" fmla="*/ 423 w 423"/>
                <a:gd name="T9" fmla="*/ 243 h 428"/>
              </a:gdLst>
              <a:ahLst/>
              <a:cxnLst>
                <a:cxn ang="0">
                  <a:pos x="T0" y="T1"/>
                </a:cxn>
                <a:cxn ang="0">
                  <a:pos x="T2" y="T3"/>
                </a:cxn>
                <a:cxn ang="0">
                  <a:pos x="T4" y="T5"/>
                </a:cxn>
                <a:cxn ang="0">
                  <a:pos x="T6" y="T7"/>
                </a:cxn>
                <a:cxn ang="0">
                  <a:pos x="T8" y="T9"/>
                </a:cxn>
              </a:cxnLst>
              <a:rect l="0" t="0" r="r" b="b"/>
              <a:pathLst>
                <a:path w="423" h="428">
                  <a:moveTo>
                    <a:pt x="423" y="243"/>
                  </a:moveTo>
                  <a:lnTo>
                    <a:pt x="423" y="428"/>
                  </a:lnTo>
                  <a:lnTo>
                    <a:pt x="0" y="184"/>
                  </a:lnTo>
                  <a:lnTo>
                    <a:pt x="1" y="0"/>
                  </a:lnTo>
                  <a:lnTo>
                    <a:pt x="423" y="243"/>
                  </a:lnTo>
                  <a:close/>
                </a:path>
              </a:pathLst>
            </a:custGeom>
            <a:gradFill>
              <a:gsLst>
                <a:gs pos="72000">
                  <a:srgbClr val="8E9CEF"/>
                </a:gs>
                <a:gs pos="30000">
                  <a:srgbClr val="E7EBFF">
                    <a:alpha val="0"/>
                  </a:srgbClr>
                </a:gs>
              </a:gsLst>
              <a:lin ang="180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99" name="Freeform 19">
              <a:extLst>
                <a:ext uri="{FF2B5EF4-FFF2-40B4-BE49-F238E27FC236}">
                  <a16:creationId xmlns:a16="http://schemas.microsoft.com/office/drawing/2014/main" id="{183F3310-262C-BD95-6A4E-F92298517B92}"/>
                </a:ext>
              </a:extLst>
            </p:cNvPr>
            <p:cNvSpPr>
              <a:spLocks/>
            </p:cNvSpPr>
            <p:nvPr/>
          </p:nvSpPr>
          <p:spPr bwMode="auto">
            <a:xfrm>
              <a:off x="2896765" y="5106988"/>
              <a:ext cx="1335088" cy="773113"/>
            </a:xfrm>
            <a:custGeom>
              <a:avLst/>
              <a:gdLst>
                <a:gd name="T0" fmla="*/ 841 w 841"/>
                <a:gd name="T1" fmla="*/ 244 h 487"/>
                <a:gd name="T2" fmla="*/ 422 w 841"/>
                <a:gd name="T3" fmla="*/ 487 h 487"/>
                <a:gd name="T4" fmla="*/ 0 w 841"/>
                <a:gd name="T5" fmla="*/ 244 h 487"/>
                <a:gd name="T6" fmla="*/ 419 w 841"/>
                <a:gd name="T7" fmla="*/ 0 h 487"/>
                <a:gd name="T8" fmla="*/ 841 w 841"/>
                <a:gd name="T9" fmla="*/ 244 h 487"/>
              </a:gdLst>
              <a:ahLst/>
              <a:cxnLst>
                <a:cxn ang="0">
                  <a:pos x="T0" y="T1"/>
                </a:cxn>
                <a:cxn ang="0">
                  <a:pos x="T2" y="T3"/>
                </a:cxn>
                <a:cxn ang="0">
                  <a:pos x="T4" y="T5"/>
                </a:cxn>
                <a:cxn ang="0">
                  <a:pos x="T6" y="T7"/>
                </a:cxn>
                <a:cxn ang="0">
                  <a:pos x="T8" y="T9"/>
                </a:cxn>
              </a:cxnLst>
              <a:rect l="0" t="0" r="r" b="b"/>
              <a:pathLst>
                <a:path w="841" h="487">
                  <a:moveTo>
                    <a:pt x="841" y="244"/>
                  </a:moveTo>
                  <a:lnTo>
                    <a:pt x="422" y="487"/>
                  </a:lnTo>
                  <a:lnTo>
                    <a:pt x="0" y="244"/>
                  </a:lnTo>
                  <a:lnTo>
                    <a:pt x="419" y="0"/>
                  </a:lnTo>
                  <a:lnTo>
                    <a:pt x="841" y="244"/>
                  </a:lnTo>
                  <a:close/>
                </a:path>
              </a:pathLst>
            </a:custGeom>
            <a:gradFill>
              <a:gsLst>
                <a:gs pos="100000">
                  <a:srgbClr val="3749CC"/>
                </a:gs>
                <a:gs pos="0">
                  <a:srgbClr val="8E9CEF"/>
                </a:gs>
              </a:gsLst>
              <a:lin ang="162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00" name="文本框 99">
            <a:extLst>
              <a:ext uri="{FF2B5EF4-FFF2-40B4-BE49-F238E27FC236}">
                <a16:creationId xmlns:a16="http://schemas.microsoft.com/office/drawing/2014/main" id="{0280DF6B-1ED9-1836-3BB7-12F0B5EA1E77}"/>
              </a:ext>
            </a:extLst>
          </p:cNvPr>
          <p:cNvSpPr txBox="1"/>
          <p:nvPr/>
        </p:nvSpPr>
        <p:spPr>
          <a:xfrm>
            <a:off x="3815801" y="1261117"/>
            <a:ext cx="697627" cy="400110"/>
          </a:xfrm>
          <a:prstGeom prst="rect">
            <a:avLst/>
          </a:prstGeom>
          <a:noFill/>
        </p:spPr>
        <p:txBody>
          <a:bodyPr wrap="none" rtlCol="0">
            <a:spAutoFit/>
          </a:bodyPr>
          <a:lstStyle/>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品牌营销</a:t>
            </a:r>
            <a:endParaRPr lang="en-US" altLang="zh-CN" sz="1000" dirty="0">
              <a:solidFill>
                <a:srgbClr val="3749CC"/>
              </a:solidFill>
              <a:latin typeface="HarmonyOS Sans SC Medium" panose="00000600000000000000" pitchFamily="2" charset="-122"/>
              <a:ea typeface="HarmonyOS Sans SC Medium" panose="00000600000000000000" pitchFamily="2" charset="-122"/>
            </a:endParaRPr>
          </a:p>
          <a:p>
            <a:pPr algn="ctr"/>
            <a:r>
              <a:rPr lang="zh-CN" altLang="en-US" sz="1000" dirty="0">
                <a:solidFill>
                  <a:srgbClr val="3749CC"/>
                </a:solidFill>
                <a:latin typeface="HarmonyOS Sans SC Medium" panose="00000600000000000000" pitchFamily="2" charset="-122"/>
                <a:ea typeface="HarmonyOS Sans SC Medium" panose="00000600000000000000" pitchFamily="2" charset="-122"/>
              </a:rPr>
              <a:t>战略</a:t>
            </a:r>
          </a:p>
        </p:txBody>
      </p:sp>
      <p:sp>
        <p:nvSpPr>
          <p:cNvPr id="101" name="文本框 100">
            <a:extLst>
              <a:ext uri="{FF2B5EF4-FFF2-40B4-BE49-F238E27FC236}">
                <a16:creationId xmlns:a16="http://schemas.microsoft.com/office/drawing/2014/main" id="{F008160E-686A-F8F3-146F-296F722C1C05}"/>
              </a:ext>
            </a:extLst>
          </p:cNvPr>
          <p:cNvSpPr txBox="1"/>
          <p:nvPr/>
        </p:nvSpPr>
        <p:spPr>
          <a:xfrm>
            <a:off x="3845582" y="5259622"/>
            <a:ext cx="697627" cy="400110"/>
          </a:xfrm>
          <a:prstGeom prst="rect">
            <a:avLst/>
          </a:prstGeom>
          <a:noFill/>
        </p:spPr>
        <p:txBody>
          <a:bodyPr wrap="none" rtlCol="0">
            <a:spAutoFit/>
          </a:bodyPr>
          <a:lstStyle/>
          <a:p>
            <a:pPr algn="ctr"/>
            <a:r>
              <a:rPr lang="zh-CN" altLang="en-US" sz="1000" dirty="0">
                <a:solidFill>
                  <a:schemeClr val="bg1"/>
                </a:solidFill>
                <a:latin typeface="HarmonyOS Sans SC Medium" panose="00000600000000000000" pitchFamily="2" charset="-122"/>
                <a:ea typeface="HarmonyOS Sans SC Medium" panose="00000600000000000000" pitchFamily="2" charset="-122"/>
              </a:rPr>
              <a:t>品牌营销</a:t>
            </a:r>
            <a:endParaRPr lang="en-US" altLang="zh-CN" sz="1000" dirty="0">
              <a:solidFill>
                <a:schemeClr val="bg1"/>
              </a:solidFill>
              <a:latin typeface="HarmonyOS Sans SC Medium" panose="00000600000000000000" pitchFamily="2" charset="-122"/>
              <a:ea typeface="HarmonyOS Sans SC Medium" panose="00000600000000000000" pitchFamily="2" charset="-122"/>
            </a:endParaRPr>
          </a:p>
          <a:p>
            <a:pPr algn="ctr"/>
            <a:r>
              <a:rPr lang="zh-CN" altLang="en-US" sz="1000" dirty="0">
                <a:solidFill>
                  <a:schemeClr val="bg1"/>
                </a:solidFill>
                <a:latin typeface="HarmonyOS Sans SC Medium" panose="00000600000000000000" pitchFamily="2" charset="-122"/>
                <a:ea typeface="HarmonyOS Sans SC Medium" panose="00000600000000000000" pitchFamily="2" charset="-122"/>
              </a:rPr>
              <a:t>战略</a:t>
            </a:r>
          </a:p>
        </p:txBody>
      </p:sp>
      <p:grpSp>
        <p:nvGrpSpPr>
          <p:cNvPr id="108" name="组合 107">
            <a:extLst>
              <a:ext uri="{FF2B5EF4-FFF2-40B4-BE49-F238E27FC236}">
                <a16:creationId xmlns:a16="http://schemas.microsoft.com/office/drawing/2014/main" id="{F65701BA-C21D-C335-3F7A-F8A1405E7C69}"/>
              </a:ext>
            </a:extLst>
          </p:cNvPr>
          <p:cNvGrpSpPr/>
          <p:nvPr/>
        </p:nvGrpSpPr>
        <p:grpSpPr>
          <a:xfrm>
            <a:off x="5868881" y="2995301"/>
            <a:ext cx="81097" cy="902279"/>
            <a:chOff x="5020983" y="2995301"/>
            <a:chExt cx="81097" cy="902279"/>
          </a:xfrm>
        </p:grpSpPr>
        <p:cxnSp>
          <p:nvCxnSpPr>
            <p:cNvPr id="103" name="直接连接符 102">
              <a:extLst>
                <a:ext uri="{FF2B5EF4-FFF2-40B4-BE49-F238E27FC236}">
                  <a16:creationId xmlns:a16="http://schemas.microsoft.com/office/drawing/2014/main" id="{D96285D2-4FF3-BEB1-AB67-3E133452AAD3}"/>
                </a:ext>
              </a:extLst>
            </p:cNvPr>
            <p:cNvCxnSpPr>
              <a:cxnSpLocks/>
            </p:cNvCxnSpPr>
            <p:nvPr/>
          </p:nvCxnSpPr>
          <p:spPr>
            <a:xfrm>
              <a:off x="5061531" y="3075255"/>
              <a:ext cx="0" cy="822325"/>
            </a:xfrm>
            <a:prstGeom prst="line">
              <a:avLst/>
            </a:prstGeom>
            <a:ln w="38100">
              <a:gradFill flip="none" rotWithShape="1">
                <a:gsLst>
                  <a:gs pos="0">
                    <a:schemeClr val="accent1">
                      <a:lumMod val="5000"/>
                      <a:lumOff val="95000"/>
                      <a:alpha val="0"/>
                    </a:schemeClr>
                  </a:gs>
                  <a:gs pos="85000">
                    <a:srgbClr val="3749CC">
                      <a:alpha val="61000"/>
                    </a:srgb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107" name="矩形 106">
              <a:extLst>
                <a:ext uri="{FF2B5EF4-FFF2-40B4-BE49-F238E27FC236}">
                  <a16:creationId xmlns:a16="http://schemas.microsoft.com/office/drawing/2014/main" id="{D2D6A834-6715-42DA-5A9E-D846C7A455F8}"/>
                </a:ext>
              </a:extLst>
            </p:cNvPr>
            <p:cNvSpPr/>
            <p:nvPr/>
          </p:nvSpPr>
          <p:spPr>
            <a:xfrm flipH="1" flipV="1">
              <a:off x="5020983" y="2995301"/>
              <a:ext cx="81097" cy="81097"/>
            </a:xfrm>
            <a:prstGeom prst="rect">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 name="组合 108">
            <a:extLst>
              <a:ext uri="{FF2B5EF4-FFF2-40B4-BE49-F238E27FC236}">
                <a16:creationId xmlns:a16="http://schemas.microsoft.com/office/drawing/2014/main" id="{2BDA0A06-0D30-6C93-9859-B3A57659423C}"/>
              </a:ext>
            </a:extLst>
          </p:cNvPr>
          <p:cNvGrpSpPr/>
          <p:nvPr/>
        </p:nvGrpSpPr>
        <p:grpSpPr>
          <a:xfrm>
            <a:off x="5094012" y="2487497"/>
            <a:ext cx="59153" cy="658132"/>
            <a:chOff x="5020983" y="2995301"/>
            <a:chExt cx="81097" cy="902279"/>
          </a:xfrm>
        </p:grpSpPr>
        <p:cxnSp>
          <p:nvCxnSpPr>
            <p:cNvPr id="110" name="直接连接符 109">
              <a:extLst>
                <a:ext uri="{FF2B5EF4-FFF2-40B4-BE49-F238E27FC236}">
                  <a16:creationId xmlns:a16="http://schemas.microsoft.com/office/drawing/2014/main" id="{4B8B08B6-1E6C-3A0F-D5A3-0A1F8B3D6A6B}"/>
                </a:ext>
              </a:extLst>
            </p:cNvPr>
            <p:cNvCxnSpPr>
              <a:cxnSpLocks/>
            </p:cNvCxnSpPr>
            <p:nvPr/>
          </p:nvCxnSpPr>
          <p:spPr>
            <a:xfrm>
              <a:off x="5061531" y="3075255"/>
              <a:ext cx="0" cy="822325"/>
            </a:xfrm>
            <a:prstGeom prst="line">
              <a:avLst/>
            </a:prstGeom>
            <a:ln w="25400">
              <a:gradFill flip="none" rotWithShape="1">
                <a:gsLst>
                  <a:gs pos="0">
                    <a:schemeClr val="accent1">
                      <a:lumMod val="5000"/>
                      <a:lumOff val="95000"/>
                      <a:alpha val="0"/>
                    </a:schemeClr>
                  </a:gs>
                  <a:gs pos="85000">
                    <a:srgbClr val="3749CC">
                      <a:alpha val="61000"/>
                    </a:srgb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111" name="矩形 110">
              <a:extLst>
                <a:ext uri="{FF2B5EF4-FFF2-40B4-BE49-F238E27FC236}">
                  <a16:creationId xmlns:a16="http://schemas.microsoft.com/office/drawing/2014/main" id="{7A6EFE15-DFFC-F8D2-6B47-C7EBB986C7C1}"/>
                </a:ext>
              </a:extLst>
            </p:cNvPr>
            <p:cNvSpPr/>
            <p:nvPr/>
          </p:nvSpPr>
          <p:spPr>
            <a:xfrm flipH="1" flipV="1">
              <a:off x="5020983" y="2995301"/>
              <a:ext cx="81097" cy="81097"/>
            </a:xfrm>
            <a:prstGeom prst="rect">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2" name="组合 111">
            <a:extLst>
              <a:ext uri="{FF2B5EF4-FFF2-40B4-BE49-F238E27FC236}">
                <a16:creationId xmlns:a16="http://schemas.microsoft.com/office/drawing/2014/main" id="{7ACE93E3-951E-B735-2D9F-EFDF99CE54D3}"/>
              </a:ext>
            </a:extLst>
          </p:cNvPr>
          <p:cNvGrpSpPr/>
          <p:nvPr/>
        </p:nvGrpSpPr>
        <p:grpSpPr>
          <a:xfrm>
            <a:off x="3200469" y="2319490"/>
            <a:ext cx="59153" cy="658132"/>
            <a:chOff x="5020983" y="2995301"/>
            <a:chExt cx="81097" cy="902279"/>
          </a:xfrm>
        </p:grpSpPr>
        <p:cxnSp>
          <p:nvCxnSpPr>
            <p:cNvPr id="113" name="直接连接符 112">
              <a:extLst>
                <a:ext uri="{FF2B5EF4-FFF2-40B4-BE49-F238E27FC236}">
                  <a16:creationId xmlns:a16="http://schemas.microsoft.com/office/drawing/2014/main" id="{97067300-7180-5E84-345F-BD179312C2D6}"/>
                </a:ext>
              </a:extLst>
            </p:cNvPr>
            <p:cNvCxnSpPr>
              <a:cxnSpLocks/>
            </p:cNvCxnSpPr>
            <p:nvPr/>
          </p:nvCxnSpPr>
          <p:spPr>
            <a:xfrm>
              <a:off x="5061531" y="3075255"/>
              <a:ext cx="0" cy="822325"/>
            </a:xfrm>
            <a:prstGeom prst="line">
              <a:avLst/>
            </a:prstGeom>
            <a:ln w="25400">
              <a:gradFill flip="none" rotWithShape="1">
                <a:gsLst>
                  <a:gs pos="0">
                    <a:schemeClr val="accent1">
                      <a:lumMod val="5000"/>
                      <a:lumOff val="95000"/>
                      <a:alpha val="0"/>
                    </a:schemeClr>
                  </a:gs>
                  <a:gs pos="85000">
                    <a:srgbClr val="3749CC">
                      <a:alpha val="61000"/>
                    </a:srgb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114" name="矩形 113">
              <a:extLst>
                <a:ext uri="{FF2B5EF4-FFF2-40B4-BE49-F238E27FC236}">
                  <a16:creationId xmlns:a16="http://schemas.microsoft.com/office/drawing/2014/main" id="{A9B29B9B-21EE-0A70-523A-4D2F6AF51E5C}"/>
                </a:ext>
              </a:extLst>
            </p:cNvPr>
            <p:cNvSpPr/>
            <p:nvPr/>
          </p:nvSpPr>
          <p:spPr>
            <a:xfrm flipH="1" flipV="1">
              <a:off x="5020983" y="2995301"/>
              <a:ext cx="81097" cy="81097"/>
            </a:xfrm>
            <a:prstGeom prst="rect">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5" name="组合 114">
            <a:extLst>
              <a:ext uri="{FF2B5EF4-FFF2-40B4-BE49-F238E27FC236}">
                <a16:creationId xmlns:a16="http://schemas.microsoft.com/office/drawing/2014/main" id="{0425B810-EE6B-1EF5-8A1C-0EB6F79D474E}"/>
              </a:ext>
            </a:extLst>
          </p:cNvPr>
          <p:cNvGrpSpPr/>
          <p:nvPr/>
        </p:nvGrpSpPr>
        <p:grpSpPr>
          <a:xfrm>
            <a:off x="2506989" y="2591838"/>
            <a:ext cx="81097" cy="902279"/>
            <a:chOff x="5020983" y="2995301"/>
            <a:chExt cx="81097" cy="902279"/>
          </a:xfrm>
        </p:grpSpPr>
        <p:cxnSp>
          <p:nvCxnSpPr>
            <p:cNvPr id="116" name="直接连接符 115">
              <a:extLst>
                <a:ext uri="{FF2B5EF4-FFF2-40B4-BE49-F238E27FC236}">
                  <a16:creationId xmlns:a16="http://schemas.microsoft.com/office/drawing/2014/main" id="{880B664D-26D2-9D48-ED39-85CDB713E33C}"/>
                </a:ext>
              </a:extLst>
            </p:cNvPr>
            <p:cNvCxnSpPr>
              <a:cxnSpLocks/>
            </p:cNvCxnSpPr>
            <p:nvPr/>
          </p:nvCxnSpPr>
          <p:spPr>
            <a:xfrm>
              <a:off x="5061531" y="3075255"/>
              <a:ext cx="0" cy="822325"/>
            </a:xfrm>
            <a:prstGeom prst="line">
              <a:avLst/>
            </a:prstGeom>
            <a:ln w="38100">
              <a:gradFill flip="none" rotWithShape="1">
                <a:gsLst>
                  <a:gs pos="0">
                    <a:schemeClr val="accent1">
                      <a:lumMod val="5000"/>
                      <a:lumOff val="95000"/>
                      <a:alpha val="0"/>
                    </a:schemeClr>
                  </a:gs>
                  <a:gs pos="85000">
                    <a:srgbClr val="3749CC">
                      <a:alpha val="61000"/>
                    </a:srgb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117" name="矩形 116">
              <a:extLst>
                <a:ext uri="{FF2B5EF4-FFF2-40B4-BE49-F238E27FC236}">
                  <a16:creationId xmlns:a16="http://schemas.microsoft.com/office/drawing/2014/main" id="{C2BE0E3B-B557-A215-9A65-1B8722598680}"/>
                </a:ext>
              </a:extLst>
            </p:cNvPr>
            <p:cNvSpPr/>
            <p:nvPr/>
          </p:nvSpPr>
          <p:spPr>
            <a:xfrm flipH="1" flipV="1">
              <a:off x="5020983" y="2995301"/>
              <a:ext cx="81097" cy="81097"/>
            </a:xfrm>
            <a:prstGeom prst="rect">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8" name="组合 117">
            <a:extLst>
              <a:ext uri="{FF2B5EF4-FFF2-40B4-BE49-F238E27FC236}">
                <a16:creationId xmlns:a16="http://schemas.microsoft.com/office/drawing/2014/main" id="{F34B89A4-F592-CE07-861A-C82BE9F19443}"/>
              </a:ext>
            </a:extLst>
          </p:cNvPr>
          <p:cNvGrpSpPr/>
          <p:nvPr/>
        </p:nvGrpSpPr>
        <p:grpSpPr>
          <a:xfrm>
            <a:off x="2904177" y="3609572"/>
            <a:ext cx="59153" cy="658132"/>
            <a:chOff x="5020983" y="2995301"/>
            <a:chExt cx="81097" cy="902279"/>
          </a:xfrm>
        </p:grpSpPr>
        <p:cxnSp>
          <p:nvCxnSpPr>
            <p:cNvPr id="119" name="直接连接符 118">
              <a:extLst>
                <a:ext uri="{FF2B5EF4-FFF2-40B4-BE49-F238E27FC236}">
                  <a16:creationId xmlns:a16="http://schemas.microsoft.com/office/drawing/2014/main" id="{8B87431A-71FF-27F0-1052-EBCF1C7A3D39}"/>
                </a:ext>
              </a:extLst>
            </p:cNvPr>
            <p:cNvCxnSpPr>
              <a:cxnSpLocks/>
            </p:cNvCxnSpPr>
            <p:nvPr/>
          </p:nvCxnSpPr>
          <p:spPr>
            <a:xfrm>
              <a:off x="5061531" y="3075255"/>
              <a:ext cx="0" cy="822325"/>
            </a:xfrm>
            <a:prstGeom prst="line">
              <a:avLst/>
            </a:prstGeom>
            <a:ln w="25400">
              <a:gradFill flip="none" rotWithShape="1">
                <a:gsLst>
                  <a:gs pos="0">
                    <a:schemeClr val="accent1">
                      <a:lumMod val="5000"/>
                      <a:lumOff val="95000"/>
                      <a:alpha val="0"/>
                    </a:schemeClr>
                  </a:gs>
                  <a:gs pos="85000">
                    <a:srgbClr val="3749CC">
                      <a:alpha val="61000"/>
                    </a:srgb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120" name="矩形 119">
              <a:extLst>
                <a:ext uri="{FF2B5EF4-FFF2-40B4-BE49-F238E27FC236}">
                  <a16:creationId xmlns:a16="http://schemas.microsoft.com/office/drawing/2014/main" id="{188D2F49-FD5E-EE96-48BA-81C6B2A40BE7}"/>
                </a:ext>
              </a:extLst>
            </p:cNvPr>
            <p:cNvSpPr/>
            <p:nvPr/>
          </p:nvSpPr>
          <p:spPr>
            <a:xfrm flipH="1" flipV="1">
              <a:off x="5020983" y="2995301"/>
              <a:ext cx="81097" cy="81097"/>
            </a:xfrm>
            <a:prstGeom prst="rect">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1" name="组合 120">
            <a:extLst>
              <a:ext uri="{FF2B5EF4-FFF2-40B4-BE49-F238E27FC236}">
                <a16:creationId xmlns:a16="http://schemas.microsoft.com/office/drawing/2014/main" id="{D1661E97-FA3A-4B29-AB0B-5AAA98F9BEE5}"/>
              </a:ext>
            </a:extLst>
          </p:cNvPr>
          <p:cNvGrpSpPr/>
          <p:nvPr/>
        </p:nvGrpSpPr>
        <p:grpSpPr>
          <a:xfrm>
            <a:off x="4675767" y="4914050"/>
            <a:ext cx="59153" cy="658132"/>
            <a:chOff x="5020983" y="2995301"/>
            <a:chExt cx="81097" cy="902279"/>
          </a:xfrm>
        </p:grpSpPr>
        <p:cxnSp>
          <p:nvCxnSpPr>
            <p:cNvPr id="122" name="直接连接符 121">
              <a:extLst>
                <a:ext uri="{FF2B5EF4-FFF2-40B4-BE49-F238E27FC236}">
                  <a16:creationId xmlns:a16="http://schemas.microsoft.com/office/drawing/2014/main" id="{6D246409-E855-D4DE-C064-31D736F58418}"/>
                </a:ext>
              </a:extLst>
            </p:cNvPr>
            <p:cNvCxnSpPr>
              <a:cxnSpLocks/>
            </p:cNvCxnSpPr>
            <p:nvPr/>
          </p:nvCxnSpPr>
          <p:spPr>
            <a:xfrm>
              <a:off x="5061531" y="3075255"/>
              <a:ext cx="0" cy="822325"/>
            </a:xfrm>
            <a:prstGeom prst="line">
              <a:avLst/>
            </a:prstGeom>
            <a:ln w="25400">
              <a:gradFill flip="none" rotWithShape="1">
                <a:gsLst>
                  <a:gs pos="0">
                    <a:schemeClr val="accent1">
                      <a:lumMod val="5000"/>
                      <a:lumOff val="95000"/>
                      <a:alpha val="0"/>
                    </a:schemeClr>
                  </a:gs>
                  <a:gs pos="85000">
                    <a:srgbClr val="3749CC">
                      <a:alpha val="61000"/>
                    </a:srgb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123" name="矩形 122">
              <a:extLst>
                <a:ext uri="{FF2B5EF4-FFF2-40B4-BE49-F238E27FC236}">
                  <a16:creationId xmlns:a16="http://schemas.microsoft.com/office/drawing/2014/main" id="{59F2ABB7-8805-3458-83E1-651FEBA00BAA}"/>
                </a:ext>
              </a:extLst>
            </p:cNvPr>
            <p:cNvSpPr/>
            <p:nvPr/>
          </p:nvSpPr>
          <p:spPr>
            <a:xfrm flipH="1" flipV="1">
              <a:off x="5020983" y="2995301"/>
              <a:ext cx="81097" cy="81097"/>
            </a:xfrm>
            <a:prstGeom prst="rect">
              <a:avLst/>
            </a:prstGeom>
            <a:solidFill>
              <a:srgbClr val="02F2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7" name="组合 126">
            <a:extLst>
              <a:ext uri="{FF2B5EF4-FFF2-40B4-BE49-F238E27FC236}">
                <a16:creationId xmlns:a16="http://schemas.microsoft.com/office/drawing/2014/main" id="{5B204814-129C-3BF2-6C82-75322E8ABBD3}"/>
              </a:ext>
            </a:extLst>
          </p:cNvPr>
          <p:cNvGrpSpPr/>
          <p:nvPr/>
        </p:nvGrpSpPr>
        <p:grpSpPr>
          <a:xfrm>
            <a:off x="5379714" y="5519457"/>
            <a:ext cx="45719" cy="508666"/>
            <a:chOff x="5020983" y="2995301"/>
            <a:chExt cx="81097" cy="902279"/>
          </a:xfrm>
        </p:grpSpPr>
        <p:cxnSp>
          <p:nvCxnSpPr>
            <p:cNvPr id="128" name="直接连接符 127">
              <a:extLst>
                <a:ext uri="{FF2B5EF4-FFF2-40B4-BE49-F238E27FC236}">
                  <a16:creationId xmlns:a16="http://schemas.microsoft.com/office/drawing/2014/main" id="{2D42FBB5-484B-9D0F-510D-14F0A71DE38A}"/>
                </a:ext>
              </a:extLst>
            </p:cNvPr>
            <p:cNvCxnSpPr>
              <a:cxnSpLocks/>
            </p:cNvCxnSpPr>
            <p:nvPr/>
          </p:nvCxnSpPr>
          <p:spPr>
            <a:xfrm>
              <a:off x="5061531" y="3075255"/>
              <a:ext cx="0" cy="822325"/>
            </a:xfrm>
            <a:prstGeom prst="line">
              <a:avLst/>
            </a:prstGeom>
            <a:ln w="25400">
              <a:gradFill flip="none" rotWithShape="1">
                <a:gsLst>
                  <a:gs pos="0">
                    <a:schemeClr val="accent1">
                      <a:lumMod val="5000"/>
                      <a:lumOff val="95000"/>
                      <a:alpha val="0"/>
                    </a:schemeClr>
                  </a:gs>
                  <a:gs pos="85000">
                    <a:srgbClr val="3749CC">
                      <a:alpha val="61000"/>
                    </a:srgb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129" name="矩形 128">
              <a:extLst>
                <a:ext uri="{FF2B5EF4-FFF2-40B4-BE49-F238E27FC236}">
                  <a16:creationId xmlns:a16="http://schemas.microsoft.com/office/drawing/2014/main" id="{BE6CEA5D-801C-7724-B6E2-6563EAF8FEF6}"/>
                </a:ext>
              </a:extLst>
            </p:cNvPr>
            <p:cNvSpPr/>
            <p:nvPr/>
          </p:nvSpPr>
          <p:spPr>
            <a:xfrm flipH="1" flipV="1">
              <a:off x="5020983" y="2995301"/>
              <a:ext cx="81097" cy="81097"/>
            </a:xfrm>
            <a:prstGeom prst="rect">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4" name="组合 133">
            <a:extLst>
              <a:ext uri="{FF2B5EF4-FFF2-40B4-BE49-F238E27FC236}">
                <a16:creationId xmlns:a16="http://schemas.microsoft.com/office/drawing/2014/main" id="{95EDA586-F57D-A437-554B-65DFC16DE69A}"/>
              </a:ext>
            </a:extLst>
          </p:cNvPr>
          <p:cNvGrpSpPr/>
          <p:nvPr/>
        </p:nvGrpSpPr>
        <p:grpSpPr>
          <a:xfrm>
            <a:off x="7320963" y="1958783"/>
            <a:ext cx="3489741" cy="1174065"/>
            <a:chOff x="474580" y="1511573"/>
            <a:chExt cx="3489741" cy="1174065"/>
          </a:xfrm>
        </p:grpSpPr>
        <p:sp>
          <p:nvSpPr>
            <p:cNvPr id="135" name="文本框 134">
              <a:extLst>
                <a:ext uri="{FF2B5EF4-FFF2-40B4-BE49-F238E27FC236}">
                  <a16:creationId xmlns:a16="http://schemas.microsoft.com/office/drawing/2014/main" id="{2E1CF7DA-B3D2-A3D2-67C2-2B5F1E4A810A}"/>
                </a:ext>
              </a:extLst>
            </p:cNvPr>
            <p:cNvSpPr txBox="1"/>
            <p:nvPr/>
          </p:nvSpPr>
          <p:spPr>
            <a:xfrm>
              <a:off x="474580" y="1696972"/>
              <a:ext cx="3023585" cy="584775"/>
            </a:xfrm>
            <a:prstGeom prst="rect">
              <a:avLst/>
            </a:prstGeom>
            <a:noFill/>
          </p:spPr>
          <p:txBody>
            <a:bodyPr wrap="none" rtlCol="0">
              <a:spAutoFit/>
            </a:bodyPr>
            <a:lstStyle/>
            <a:p>
              <a:r>
                <a:rPr lang="en-US" altLang="zh-CN"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rPr>
                <a:t>YOUR BRAND</a:t>
              </a:r>
              <a:endParaRPr lang="zh-CN" altLang="en-US"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endParaRPr>
            </a:p>
          </p:txBody>
        </p:sp>
        <p:sp>
          <p:nvSpPr>
            <p:cNvPr id="136" name="文本框 135">
              <a:extLst>
                <a:ext uri="{FF2B5EF4-FFF2-40B4-BE49-F238E27FC236}">
                  <a16:creationId xmlns:a16="http://schemas.microsoft.com/office/drawing/2014/main" id="{3ACA25AB-914D-A04B-3DC8-995BE98976BD}"/>
                </a:ext>
              </a:extLst>
            </p:cNvPr>
            <p:cNvSpPr txBox="1"/>
            <p:nvPr/>
          </p:nvSpPr>
          <p:spPr>
            <a:xfrm>
              <a:off x="474580" y="1511573"/>
              <a:ext cx="1197764" cy="307777"/>
            </a:xfrm>
            <a:prstGeom prst="rect">
              <a:avLst/>
            </a:prstGeom>
            <a:noFill/>
          </p:spPr>
          <p:txBody>
            <a:bodyPr wrap="none" rtlCol="0">
              <a:spAutoFit/>
            </a:bodyPr>
            <a:lstStyle/>
            <a:p>
              <a:r>
                <a:rPr lang="en-US" altLang="zh-CN" sz="1400" dirty="0">
                  <a:solidFill>
                    <a:srgbClr val="02F276"/>
                  </a:solidFill>
                  <a:latin typeface="HarmonyOS Sans SC Black" panose="00000A00000000000000" pitchFamily="2" charset="-122"/>
                  <a:ea typeface="HarmonyOS Sans SC Black" panose="00000A00000000000000" pitchFamily="2" charset="-122"/>
                </a:rPr>
                <a:t>TEXT TITLE</a:t>
              </a:r>
              <a:endParaRPr lang="zh-CN" altLang="en-US" sz="1400" dirty="0">
                <a:solidFill>
                  <a:srgbClr val="02F276"/>
                </a:solidFill>
                <a:latin typeface="HarmonyOS Sans SC Black" panose="00000A00000000000000" pitchFamily="2" charset="-122"/>
                <a:ea typeface="HarmonyOS Sans SC Black" panose="00000A00000000000000" pitchFamily="2" charset="-122"/>
              </a:endParaRPr>
            </a:p>
          </p:txBody>
        </p:sp>
        <p:sp>
          <p:nvSpPr>
            <p:cNvPr id="137" name="文本框 136">
              <a:extLst>
                <a:ext uri="{FF2B5EF4-FFF2-40B4-BE49-F238E27FC236}">
                  <a16:creationId xmlns:a16="http://schemas.microsoft.com/office/drawing/2014/main" id="{C316DCAE-D425-2175-E0C4-1067469752FA}"/>
                </a:ext>
              </a:extLst>
            </p:cNvPr>
            <p:cNvSpPr txBox="1"/>
            <p:nvPr/>
          </p:nvSpPr>
          <p:spPr>
            <a:xfrm>
              <a:off x="474580" y="2223973"/>
              <a:ext cx="3489741" cy="461665"/>
            </a:xfrm>
            <a:prstGeom prst="rect">
              <a:avLst/>
            </a:prstGeom>
            <a:noFill/>
          </p:spPr>
          <p:txBody>
            <a:bodyPr wrap="square" rtlCol="0">
              <a:spAutoFit/>
            </a:bodyPr>
            <a:lstStyle/>
            <a:p>
              <a:r>
                <a:rPr lang="zh-CN" altLang="en-US" sz="24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rPr>
                <a:t>图标文字均可</a:t>
              </a:r>
              <a:r>
                <a:rPr lang="zh-CN" altLang="en-US" sz="2400" dirty="0">
                  <a:solidFill>
                    <a:srgbClr val="02F276"/>
                  </a:solidFill>
                  <a:latin typeface="HarmonyOS Sans SC Black" panose="00000A00000000000000" pitchFamily="2" charset="-122"/>
                  <a:ea typeface="HarmonyOS Sans SC Black" panose="00000A00000000000000" pitchFamily="2" charset="-122"/>
                </a:rPr>
                <a:t>替换修改</a:t>
              </a:r>
            </a:p>
          </p:txBody>
        </p:sp>
      </p:grpSp>
      <p:sp>
        <p:nvSpPr>
          <p:cNvPr id="139" name="文本框 138">
            <a:extLst>
              <a:ext uri="{FF2B5EF4-FFF2-40B4-BE49-F238E27FC236}">
                <a16:creationId xmlns:a16="http://schemas.microsoft.com/office/drawing/2014/main" id="{8C90F561-D191-BAD1-1EFF-833D894D8269}"/>
              </a:ext>
            </a:extLst>
          </p:cNvPr>
          <p:cNvSpPr txBox="1"/>
          <p:nvPr/>
        </p:nvSpPr>
        <p:spPr>
          <a:xfrm>
            <a:off x="7350021" y="3331653"/>
            <a:ext cx="3258704" cy="550087"/>
          </a:xfrm>
          <a:prstGeom prst="rect">
            <a:avLst/>
          </a:prstGeom>
          <a:noFill/>
        </p:spPr>
        <p:txBody>
          <a:bodyPr wrap="square" rtlCol="0">
            <a:spAutoFit/>
          </a:bodyPr>
          <a:lstStyle/>
          <a:p>
            <a:pPr>
              <a:lnSpc>
                <a:spcPct val="150000"/>
              </a:lnSpc>
            </a:pPr>
            <a:r>
              <a:rPr lang="zh-CN" altLang="en-US" sz="1050" dirty="0">
                <a:solidFill>
                  <a:schemeClr val="bg1">
                    <a:lumMod val="50000"/>
                  </a:schemeClr>
                </a:solidFill>
                <a:latin typeface="HarmonyOS Sans SC Light" panose="00000400000000000000" pitchFamily="2" charset="-122"/>
                <a:ea typeface="HarmonyOS Sans SC Light" panose="00000400000000000000" pitchFamily="2" charset="-122"/>
              </a:rPr>
              <a:t>企业形象是企业自身在消费者心日中的地位和价值的体现，也是企业在市场竞争中取胜的有力武器。</a:t>
            </a:r>
          </a:p>
        </p:txBody>
      </p:sp>
    </p:spTree>
    <p:extLst>
      <p:ext uri="{BB962C8B-B14F-4D97-AF65-F5344CB8AC3E}">
        <p14:creationId xmlns:p14="http://schemas.microsoft.com/office/powerpoint/2010/main" val="1818029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F45B7563-E5AC-8F3A-D0E9-2BE9BA78D8C4}"/>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FEF1F796-9031-A56E-4865-8B7FCA1A8BF1}"/>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D54C6C61-5603-70CB-9817-C2BE57F0F3E4}"/>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5671C882-F013-834C-8839-ABC6A97BCAF4}"/>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2CF67C21-C089-B20B-E8C5-77D84FFDE39C}"/>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131546F0-8BF2-BC0E-E144-0953D7747A59}"/>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8" name="文本框 7">
              <a:extLst>
                <a:ext uri="{FF2B5EF4-FFF2-40B4-BE49-F238E27FC236}">
                  <a16:creationId xmlns:a16="http://schemas.microsoft.com/office/drawing/2014/main" id="{142FAC7E-4FE2-DEDB-F790-E74C8E0D98AE}"/>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9" name="文本框 8">
              <a:extLst>
                <a:ext uri="{FF2B5EF4-FFF2-40B4-BE49-F238E27FC236}">
                  <a16:creationId xmlns:a16="http://schemas.microsoft.com/office/drawing/2014/main" id="{74501941-BAD0-1170-46DE-24D2FBBBC9BE}"/>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10"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EEB1A204-A952-20F9-A2B2-9A9B281741C1}"/>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11" name="文本框 10">
              <a:extLst>
                <a:ext uri="{FF2B5EF4-FFF2-40B4-BE49-F238E27FC236}">
                  <a16:creationId xmlns:a16="http://schemas.microsoft.com/office/drawing/2014/main" id="{03531DCD-0ACA-1627-8437-90D63BD63EE4}"/>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12" name="文本框 11">
              <a:extLst>
                <a:ext uri="{FF2B5EF4-FFF2-40B4-BE49-F238E27FC236}">
                  <a16:creationId xmlns:a16="http://schemas.microsoft.com/office/drawing/2014/main" id="{67B9A74D-2500-520E-8A31-8A889C6C4065}"/>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grpSp>
        <p:nvGrpSpPr>
          <p:cNvPr id="165" name="组合 164">
            <a:extLst>
              <a:ext uri="{FF2B5EF4-FFF2-40B4-BE49-F238E27FC236}">
                <a16:creationId xmlns:a16="http://schemas.microsoft.com/office/drawing/2014/main" id="{F38AC8C4-1878-20F9-D10C-C828CB28817B}"/>
              </a:ext>
            </a:extLst>
          </p:cNvPr>
          <p:cNvGrpSpPr/>
          <p:nvPr/>
        </p:nvGrpSpPr>
        <p:grpSpPr>
          <a:xfrm>
            <a:off x="4346778" y="1103905"/>
            <a:ext cx="6586200" cy="4693920"/>
            <a:chOff x="2007823" y="465060"/>
            <a:chExt cx="8775324" cy="6254087"/>
          </a:xfrm>
        </p:grpSpPr>
        <p:sp>
          <p:nvSpPr>
            <p:cNvPr id="142" name="任意多边形: 形状 141">
              <a:extLst>
                <a:ext uri="{FF2B5EF4-FFF2-40B4-BE49-F238E27FC236}">
                  <a16:creationId xmlns:a16="http://schemas.microsoft.com/office/drawing/2014/main" id="{B0C39D94-8AB2-81C6-655D-5E68335DBEED}"/>
                </a:ext>
              </a:extLst>
            </p:cNvPr>
            <p:cNvSpPr/>
            <p:nvPr/>
          </p:nvSpPr>
          <p:spPr>
            <a:xfrm>
              <a:off x="6116320" y="1320800"/>
              <a:ext cx="927947" cy="1849120"/>
            </a:xfrm>
            <a:custGeom>
              <a:avLst/>
              <a:gdLst>
                <a:gd name="connsiteX0" fmla="*/ 209973 w 927947"/>
                <a:gd name="connsiteY0" fmla="*/ 0 h 1849120"/>
                <a:gd name="connsiteX1" fmla="*/ 927947 w 927947"/>
                <a:gd name="connsiteY1" fmla="*/ 426720 h 1849120"/>
                <a:gd name="connsiteX2" fmla="*/ 0 w 927947"/>
                <a:gd name="connsiteY2" fmla="*/ 961813 h 1849120"/>
                <a:gd name="connsiteX3" fmla="*/ 927947 w 927947"/>
                <a:gd name="connsiteY3" fmla="*/ 1496907 h 1849120"/>
                <a:gd name="connsiteX4" fmla="*/ 291253 w 927947"/>
                <a:gd name="connsiteY4" fmla="*/ 1849120 h 1849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7947" h="1849120">
                  <a:moveTo>
                    <a:pt x="209973" y="0"/>
                  </a:moveTo>
                  <a:lnTo>
                    <a:pt x="927947" y="426720"/>
                  </a:lnTo>
                  <a:lnTo>
                    <a:pt x="0" y="961813"/>
                  </a:lnTo>
                  <a:lnTo>
                    <a:pt x="927947" y="1496907"/>
                  </a:lnTo>
                  <a:lnTo>
                    <a:pt x="291253" y="1849120"/>
                  </a:lnTo>
                </a:path>
              </a:pathLst>
            </a:custGeom>
            <a:noFill/>
            <a:ln>
              <a:gradFill>
                <a:gsLst>
                  <a:gs pos="0">
                    <a:srgbClr val="02F276"/>
                  </a:gs>
                  <a:gs pos="99000">
                    <a:srgbClr val="3749CC"/>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任意多边形: 形状 142">
              <a:extLst>
                <a:ext uri="{FF2B5EF4-FFF2-40B4-BE49-F238E27FC236}">
                  <a16:creationId xmlns:a16="http://schemas.microsoft.com/office/drawing/2014/main" id="{09811FA1-A24B-1730-720C-BD577E890229}"/>
                </a:ext>
              </a:extLst>
            </p:cNvPr>
            <p:cNvSpPr/>
            <p:nvPr/>
          </p:nvSpPr>
          <p:spPr>
            <a:xfrm>
              <a:off x="4944533" y="2038773"/>
              <a:ext cx="2187787" cy="2262294"/>
            </a:xfrm>
            <a:custGeom>
              <a:avLst/>
              <a:gdLst>
                <a:gd name="connsiteX0" fmla="*/ 0 w 2187787"/>
                <a:gd name="connsiteY0" fmla="*/ 0 h 2262294"/>
                <a:gd name="connsiteX1" fmla="*/ 1171787 w 2187787"/>
                <a:gd name="connsiteY1" fmla="*/ 704427 h 2262294"/>
                <a:gd name="connsiteX2" fmla="*/ 304800 w 2187787"/>
                <a:gd name="connsiteY2" fmla="*/ 1185334 h 2262294"/>
                <a:gd name="connsiteX3" fmla="*/ 2187787 w 2187787"/>
                <a:gd name="connsiteY3" fmla="*/ 2262294 h 2262294"/>
              </a:gdLst>
              <a:ahLst/>
              <a:cxnLst>
                <a:cxn ang="0">
                  <a:pos x="connsiteX0" y="connsiteY0"/>
                </a:cxn>
                <a:cxn ang="0">
                  <a:pos x="connsiteX1" y="connsiteY1"/>
                </a:cxn>
                <a:cxn ang="0">
                  <a:pos x="connsiteX2" y="connsiteY2"/>
                </a:cxn>
                <a:cxn ang="0">
                  <a:pos x="connsiteX3" y="connsiteY3"/>
                </a:cxn>
              </a:cxnLst>
              <a:rect l="l" t="t" r="r" b="b"/>
              <a:pathLst>
                <a:path w="2187787" h="2262294">
                  <a:moveTo>
                    <a:pt x="0" y="0"/>
                  </a:moveTo>
                  <a:lnTo>
                    <a:pt x="1171787" y="704427"/>
                  </a:lnTo>
                  <a:lnTo>
                    <a:pt x="304800" y="1185334"/>
                  </a:lnTo>
                  <a:lnTo>
                    <a:pt x="2187787" y="2262294"/>
                  </a:lnTo>
                </a:path>
              </a:pathLst>
            </a:custGeom>
            <a:noFill/>
            <a:ln>
              <a:gradFill>
                <a:gsLst>
                  <a:gs pos="0">
                    <a:srgbClr val="02F276"/>
                  </a:gs>
                  <a:gs pos="99000">
                    <a:srgbClr val="3749CC"/>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任意多边形: 形状 143">
              <a:extLst>
                <a:ext uri="{FF2B5EF4-FFF2-40B4-BE49-F238E27FC236}">
                  <a16:creationId xmlns:a16="http://schemas.microsoft.com/office/drawing/2014/main" id="{EFE1A8F3-6B1B-FABA-82D9-7575F3E0D409}"/>
                </a:ext>
              </a:extLst>
            </p:cNvPr>
            <p:cNvSpPr/>
            <p:nvPr/>
          </p:nvSpPr>
          <p:spPr>
            <a:xfrm>
              <a:off x="7890933" y="3318933"/>
              <a:ext cx="1002454" cy="2262294"/>
            </a:xfrm>
            <a:custGeom>
              <a:avLst/>
              <a:gdLst>
                <a:gd name="connsiteX0" fmla="*/ 0 w 1002454"/>
                <a:gd name="connsiteY0" fmla="*/ 0 h 2262294"/>
                <a:gd name="connsiteX1" fmla="*/ 806027 w 1002454"/>
                <a:gd name="connsiteY1" fmla="*/ 487680 h 2262294"/>
                <a:gd name="connsiteX2" fmla="*/ 277707 w 1002454"/>
                <a:gd name="connsiteY2" fmla="*/ 819574 h 2262294"/>
                <a:gd name="connsiteX3" fmla="*/ 1002454 w 1002454"/>
                <a:gd name="connsiteY3" fmla="*/ 1232747 h 2262294"/>
                <a:gd name="connsiteX4" fmla="*/ 67734 w 1002454"/>
                <a:gd name="connsiteY4" fmla="*/ 1774614 h 2262294"/>
                <a:gd name="connsiteX5" fmla="*/ 934720 w 1002454"/>
                <a:gd name="connsiteY5" fmla="*/ 2262294 h 2262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2454" h="2262294">
                  <a:moveTo>
                    <a:pt x="0" y="0"/>
                  </a:moveTo>
                  <a:lnTo>
                    <a:pt x="806027" y="487680"/>
                  </a:lnTo>
                  <a:lnTo>
                    <a:pt x="277707" y="819574"/>
                  </a:lnTo>
                  <a:lnTo>
                    <a:pt x="1002454" y="1232747"/>
                  </a:lnTo>
                  <a:lnTo>
                    <a:pt x="67734" y="1774614"/>
                  </a:lnTo>
                  <a:lnTo>
                    <a:pt x="934720" y="2262294"/>
                  </a:lnTo>
                </a:path>
              </a:pathLst>
            </a:custGeom>
            <a:noFill/>
            <a:ln>
              <a:gradFill>
                <a:gsLst>
                  <a:gs pos="0">
                    <a:srgbClr val="02F276"/>
                  </a:gs>
                  <a:gs pos="99000">
                    <a:srgbClr val="3749CC"/>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任意多边形: 形状 144">
              <a:extLst>
                <a:ext uri="{FF2B5EF4-FFF2-40B4-BE49-F238E27FC236}">
                  <a16:creationId xmlns:a16="http://schemas.microsoft.com/office/drawing/2014/main" id="{1CA679AB-1796-9A72-A3FA-647723308CB5}"/>
                </a:ext>
              </a:extLst>
            </p:cNvPr>
            <p:cNvSpPr/>
            <p:nvPr/>
          </p:nvSpPr>
          <p:spPr>
            <a:xfrm>
              <a:off x="4538134" y="3765973"/>
              <a:ext cx="1652693" cy="1862666"/>
            </a:xfrm>
            <a:custGeom>
              <a:avLst/>
              <a:gdLst>
                <a:gd name="connsiteX0" fmla="*/ 1652693 w 1652693"/>
                <a:gd name="connsiteY0" fmla="*/ 0 h 1862666"/>
                <a:gd name="connsiteX1" fmla="*/ 0 w 1652693"/>
                <a:gd name="connsiteY1" fmla="*/ 1104053 h 1862666"/>
                <a:gd name="connsiteX2" fmla="*/ 745067 w 1652693"/>
                <a:gd name="connsiteY2" fmla="*/ 1564640 h 1862666"/>
                <a:gd name="connsiteX3" fmla="*/ 196427 w 1652693"/>
                <a:gd name="connsiteY3" fmla="*/ 1862666 h 1862666"/>
              </a:gdLst>
              <a:ahLst/>
              <a:cxnLst>
                <a:cxn ang="0">
                  <a:pos x="connsiteX0" y="connsiteY0"/>
                </a:cxn>
                <a:cxn ang="0">
                  <a:pos x="connsiteX1" y="connsiteY1"/>
                </a:cxn>
                <a:cxn ang="0">
                  <a:pos x="connsiteX2" y="connsiteY2"/>
                </a:cxn>
                <a:cxn ang="0">
                  <a:pos x="connsiteX3" y="connsiteY3"/>
                </a:cxn>
              </a:cxnLst>
              <a:rect l="l" t="t" r="r" b="b"/>
              <a:pathLst>
                <a:path w="1652693" h="1862666">
                  <a:moveTo>
                    <a:pt x="1652693" y="0"/>
                  </a:moveTo>
                  <a:lnTo>
                    <a:pt x="0" y="1104053"/>
                  </a:lnTo>
                  <a:lnTo>
                    <a:pt x="745067" y="1564640"/>
                  </a:lnTo>
                  <a:lnTo>
                    <a:pt x="196427" y="1862666"/>
                  </a:lnTo>
                </a:path>
              </a:pathLst>
            </a:custGeom>
            <a:noFill/>
            <a:ln>
              <a:gradFill>
                <a:gsLst>
                  <a:gs pos="0">
                    <a:srgbClr val="02F276"/>
                  </a:gs>
                  <a:gs pos="99000">
                    <a:srgbClr val="3749CC"/>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任意多边形: 形状 145">
              <a:extLst>
                <a:ext uri="{FF2B5EF4-FFF2-40B4-BE49-F238E27FC236}">
                  <a16:creationId xmlns:a16="http://schemas.microsoft.com/office/drawing/2014/main" id="{83574A7E-52C9-84D6-4BA5-F569CAB0EE52}"/>
                </a:ext>
              </a:extLst>
            </p:cNvPr>
            <p:cNvSpPr/>
            <p:nvPr/>
          </p:nvSpPr>
          <p:spPr>
            <a:xfrm>
              <a:off x="7823200" y="4436533"/>
              <a:ext cx="2959947" cy="2282614"/>
            </a:xfrm>
            <a:custGeom>
              <a:avLst/>
              <a:gdLst>
                <a:gd name="connsiteX0" fmla="*/ 0 w 2959947"/>
                <a:gd name="connsiteY0" fmla="*/ 1435947 h 2282614"/>
                <a:gd name="connsiteX1" fmla="*/ 1463040 w 2959947"/>
                <a:gd name="connsiteY1" fmla="*/ 2282614 h 2282614"/>
                <a:gd name="connsiteX2" fmla="*/ 2959947 w 2959947"/>
                <a:gd name="connsiteY2" fmla="*/ 1408854 h 2282614"/>
                <a:gd name="connsiteX3" fmla="*/ 1449493 w 2959947"/>
                <a:gd name="connsiteY3" fmla="*/ 514774 h 2282614"/>
                <a:gd name="connsiteX4" fmla="*/ 2316480 w 2959947"/>
                <a:gd name="connsiteY4" fmla="*/ 0 h 2282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9947" h="2282614">
                  <a:moveTo>
                    <a:pt x="0" y="1435947"/>
                  </a:moveTo>
                  <a:lnTo>
                    <a:pt x="1463040" y="2282614"/>
                  </a:lnTo>
                  <a:lnTo>
                    <a:pt x="2959947" y="1408854"/>
                  </a:lnTo>
                  <a:lnTo>
                    <a:pt x="1449493" y="514774"/>
                  </a:lnTo>
                  <a:lnTo>
                    <a:pt x="2316480" y="0"/>
                  </a:lnTo>
                </a:path>
              </a:pathLst>
            </a:custGeom>
            <a:noFill/>
            <a:ln>
              <a:gradFill>
                <a:gsLst>
                  <a:gs pos="0">
                    <a:srgbClr val="02F276"/>
                  </a:gs>
                  <a:gs pos="99000">
                    <a:srgbClr val="3749CC"/>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任意多边形: 形状 146">
              <a:extLst>
                <a:ext uri="{FF2B5EF4-FFF2-40B4-BE49-F238E27FC236}">
                  <a16:creationId xmlns:a16="http://schemas.microsoft.com/office/drawing/2014/main" id="{13BE6E2C-E3AF-F0E0-2B4F-9E0328AF18F9}"/>
                </a:ext>
              </a:extLst>
            </p:cNvPr>
            <p:cNvSpPr/>
            <p:nvPr/>
          </p:nvSpPr>
          <p:spPr>
            <a:xfrm>
              <a:off x="7800764" y="2114386"/>
              <a:ext cx="1354667" cy="934720"/>
            </a:xfrm>
            <a:custGeom>
              <a:avLst/>
              <a:gdLst>
                <a:gd name="connsiteX0" fmla="*/ 1354667 w 1354667"/>
                <a:gd name="connsiteY0" fmla="*/ 0 h 934720"/>
                <a:gd name="connsiteX1" fmla="*/ 0 w 1354667"/>
                <a:gd name="connsiteY1" fmla="*/ 934720 h 934720"/>
              </a:gdLst>
              <a:ahLst/>
              <a:cxnLst>
                <a:cxn ang="0">
                  <a:pos x="connsiteX0" y="connsiteY0"/>
                </a:cxn>
                <a:cxn ang="0">
                  <a:pos x="connsiteX1" y="connsiteY1"/>
                </a:cxn>
              </a:cxnLst>
              <a:rect l="l" t="t" r="r" b="b"/>
              <a:pathLst>
                <a:path w="1354667" h="934720">
                  <a:moveTo>
                    <a:pt x="1354667" y="0"/>
                  </a:moveTo>
                  <a:lnTo>
                    <a:pt x="0" y="934720"/>
                  </a:lnTo>
                </a:path>
              </a:pathLst>
            </a:custGeom>
            <a:noFill/>
            <a:ln>
              <a:gradFill>
                <a:gsLst>
                  <a:gs pos="0">
                    <a:srgbClr val="02F276"/>
                  </a:gs>
                  <a:gs pos="99000">
                    <a:srgbClr val="3749CC"/>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任意多边形: 形状 147">
              <a:extLst>
                <a:ext uri="{FF2B5EF4-FFF2-40B4-BE49-F238E27FC236}">
                  <a16:creationId xmlns:a16="http://schemas.microsoft.com/office/drawing/2014/main" id="{C17C0A6D-6C28-110B-F3E1-FC299D932544}"/>
                </a:ext>
              </a:extLst>
            </p:cNvPr>
            <p:cNvSpPr/>
            <p:nvPr/>
          </p:nvSpPr>
          <p:spPr>
            <a:xfrm>
              <a:off x="2377440" y="2343573"/>
              <a:ext cx="3061547" cy="2729654"/>
            </a:xfrm>
            <a:custGeom>
              <a:avLst/>
              <a:gdLst>
                <a:gd name="connsiteX0" fmla="*/ 3061547 w 3061547"/>
                <a:gd name="connsiteY0" fmla="*/ 0 h 2729654"/>
                <a:gd name="connsiteX1" fmla="*/ 386080 w 3061547"/>
                <a:gd name="connsiteY1" fmla="*/ 1490134 h 2729654"/>
                <a:gd name="connsiteX2" fmla="*/ 1334347 w 3061547"/>
                <a:gd name="connsiteY2" fmla="*/ 2038774 h 2729654"/>
                <a:gd name="connsiteX3" fmla="*/ 0 w 3061547"/>
                <a:gd name="connsiteY3" fmla="*/ 2729654 h 2729654"/>
              </a:gdLst>
              <a:ahLst/>
              <a:cxnLst>
                <a:cxn ang="0">
                  <a:pos x="connsiteX0" y="connsiteY0"/>
                </a:cxn>
                <a:cxn ang="0">
                  <a:pos x="connsiteX1" y="connsiteY1"/>
                </a:cxn>
                <a:cxn ang="0">
                  <a:pos x="connsiteX2" y="connsiteY2"/>
                </a:cxn>
                <a:cxn ang="0">
                  <a:pos x="connsiteX3" y="connsiteY3"/>
                </a:cxn>
              </a:cxnLst>
              <a:rect l="l" t="t" r="r" b="b"/>
              <a:pathLst>
                <a:path w="3061547" h="2729654">
                  <a:moveTo>
                    <a:pt x="3061547" y="0"/>
                  </a:moveTo>
                  <a:lnTo>
                    <a:pt x="386080" y="1490134"/>
                  </a:lnTo>
                  <a:lnTo>
                    <a:pt x="1334347" y="2038774"/>
                  </a:lnTo>
                  <a:lnTo>
                    <a:pt x="0" y="2729654"/>
                  </a:lnTo>
                </a:path>
              </a:pathLst>
            </a:custGeom>
            <a:noFill/>
            <a:ln>
              <a:gradFill>
                <a:gsLst>
                  <a:gs pos="0">
                    <a:srgbClr val="02F276"/>
                  </a:gs>
                  <a:gs pos="99000">
                    <a:srgbClr val="3749CC"/>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9" name="组合 148">
              <a:extLst>
                <a:ext uri="{FF2B5EF4-FFF2-40B4-BE49-F238E27FC236}">
                  <a16:creationId xmlns:a16="http://schemas.microsoft.com/office/drawing/2014/main" id="{AF0FABF0-9229-D027-8859-7E89002EAD7C}"/>
                </a:ext>
              </a:extLst>
            </p:cNvPr>
            <p:cNvGrpSpPr/>
            <p:nvPr/>
          </p:nvGrpSpPr>
          <p:grpSpPr>
            <a:xfrm>
              <a:off x="2007823" y="4422024"/>
              <a:ext cx="753795" cy="956003"/>
              <a:chOff x="4996765" y="2140373"/>
              <a:chExt cx="2411606" cy="3058527"/>
            </a:xfrm>
          </p:grpSpPr>
          <p:sp>
            <p:nvSpPr>
              <p:cNvPr id="150" name="Freeform 21">
                <a:extLst>
                  <a:ext uri="{FF2B5EF4-FFF2-40B4-BE49-F238E27FC236}">
                    <a16:creationId xmlns:a16="http://schemas.microsoft.com/office/drawing/2014/main" id="{AA1688CF-AA44-627C-552B-EA88F96E03AD}"/>
                  </a:ext>
                </a:extLst>
              </p:cNvPr>
              <p:cNvSpPr>
                <a:spLocks/>
              </p:cNvSpPr>
              <p:nvPr/>
            </p:nvSpPr>
            <p:spPr bwMode="auto">
              <a:xfrm>
                <a:off x="4996765" y="3786784"/>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7584E5"/>
              </a:solidFill>
              <a:ln w="635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1" name="Freeform 21">
                <a:extLst>
                  <a:ext uri="{FF2B5EF4-FFF2-40B4-BE49-F238E27FC236}">
                    <a16:creationId xmlns:a16="http://schemas.microsoft.com/office/drawing/2014/main" id="{D23F51A9-EBBD-9A08-2287-6CB266D4C9D2}"/>
                  </a:ext>
                </a:extLst>
              </p:cNvPr>
              <p:cNvSpPr>
                <a:spLocks/>
              </p:cNvSpPr>
              <p:nvPr/>
            </p:nvSpPr>
            <p:spPr bwMode="auto">
              <a:xfrm>
                <a:off x="4996766" y="3704970"/>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FCFBFF"/>
              </a:solidFill>
              <a:ln w="12700">
                <a:solidFill>
                  <a:srgbClr val="D4D9F7"/>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2" name="Freeform 9">
                <a:extLst>
                  <a:ext uri="{FF2B5EF4-FFF2-40B4-BE49-F238E27FC236}">
                    <a16:creationId xmlns:a16="http://schemas.microsoft.com/office/drawing/2014/main" id="{C82D0BF8-600E-16E2-02FF-68739D01029B}"/>
                  </a:ext>
                </a:extLst>
              </p:cNvPr>
              <p:cNvSpPr>
                <a:spLocks/>
              </p:cNvSpPr>
              <p:nvPr/>
            </p:nvSpPr>
            <p:spPr bwMode="auto">
              <a:xfrm>
                <a:off x="5585143" y="2999661"/>
                <a:ext cx="1234852" cy="702303"/>
              </a:xfrm>
              <a:custGeom>
                <a:avLst/>
                <a:gdLst>
                  <a:gd name="T0" fmla="*/ 0 w 1644"/>
                  <a:gd name="T1" fmla="*/ 467 h 935"/>
                  <a:gd name="T2" fmla="*/ 822 w 1644"/>
                  <a:gd name="T3" fmla="*/ 935 h 935"/>
                  <a:gd name="T4" fmla="*/ 1644 w 1644"/>
                  <a:gd name="T5" fmla="*/ 467 h 935"/>
                  <a:gd name="T6" fmla="*/ 822 w 1644"/>
                  <a:gd name="T7" fmla="*/ 0 h 935"/>
                  <a:gd name="T8" fmla="*/ 0 w 1644"/>
                  <a:gd name="T9" fmla="*/ 467 h 935"/>
                </a:gdLst>
                <a:ahLst/>
                <a:cxnLst>
                  <a:cxn ang="0">
                    <a:pos x="T0" y="T1"/>
                  </a:cxn>
                  <a:cxn ang="0">
                    <a:pos x="T2" y="T3"/>
                  </a:cxn>
                  <a:cxn ang="0">
                    <a:pos x="T4" y="T5"/>
                  </a:cxn>
                  <a:cxn ang="0">
                    <a:pos x="T6" y="T7"/>
                  </a:cxn>
                  <a:cxn ang="0">
                    <a:pos x="T8" y="T9"/>
                  </a:cxn>
                </a:cxnLst>
                <a:rect l="0" t="0" r="r" b="b"/>
                <a:pathLst>
                  <a:path w="1644" h="935">
                    <a:moveTo>
                      <a:pt x="0" y="467"/>
                    </a:moveTo>
                    <a:lnTo>
                      <a:pt x="822" y="935"/>
                    </a:lnTo>
                    <a:lnTo>
                      <a:pt x="1644" y="467"/>
                    </a:lnTo>
                    <a:lnTo>
                      <a:pt x="822" y="0"/>
                    </a:lnTo>
                    <a:lnTo>
                      <a:pt x="0" y="467"/>
                    </a:lnTo>
                    <a:close/>
                  </a:path>
                </a:pathLst>
              </a:custGeom>
              <a:gradFill flip="none" rotWithShape="1">
                <a:gsLst>
                  <a:gs pos="0">
                    <a:srgbClr val="FAFBFF"/>
                  </a:gs>
                  <a:gs pos="100000">
                    <a:srgbClr val="8E9CEF"/>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3" name="Freeform 10">
                <a:extLst>
                  <a:ext uri="{FF2B5EF4-FFF2-40B4-BE49-F238E27FC236}">
                    <a16:creationId xmlns:a16="http://schemas.microsoft.com/office/drawing/2014/main" id="{F09337A9-06A0-258C-FF63-B928087FE57A}"/>
                  </a:ext>
                </a:extLst>
              </p:cNvPr>
              <p:cNvSpPr>
                <a:spLocks/>
              </p:cNvSpPr>
              <p:nvPr/>
            </p:nvSpPr>
            <p:spPr bwMode="auto">
              <a:xfrm>
                <a:off x="6202569" y="3350438"/>
                <a:ext cx="617426" cy="1060590"/>
              </a:xfrm>
              <a:custGeom>
                <a:avLst/>
                <a:gdLst>
                  <a:gd name="T0" fmla="*/ 822 w 822"/>
                  <a:gd name="T1" fmla="*/ 0 h 1412"/>
                  <a:gd name="T2" fmla="*/ 0 w 822"/>
                  <a:gd name="T3" fmla="*/ 1412 h 1412"/>
                  <a:gd name="T4" fmla="*/ 0 w 822"/>
                  <a:gd name="T5" fmla="*/ 468 h 1412"/>
                  <a:gd name="T6" fmla="*/ 822 w 822"/>
                  <a:gd name="T7" fmla="*/ 0 h 1412"/>
                </a:gdLst>
                <a:ahLst/>
                <a:cxnLst>
                  <a:cxn ang="0">
                    <a:pos x="T0" y="T1"/>
                  </a:cxn>
                  <a:cxn ang="0">
                    <a:pos x="T2" y="T3"/>
                  </a:cxn>
                  <a:cxn ang="0">
                    <a:pos x="T4" y="T5"/>
                  </a:cxn>
                  <a:cxn ang="0">
                    <a:pos x="T6" y="T7"/>
                  </a:cxn>
                </a:cxnLst>
                <a:rect l="0" t="0" r="r" b="b"/>
                <a:pathLst>
                  <a:path w="822" h="1412">
                    <a:moveTo>
                      <a:pt x="822" y="0"/>
                    </a:moveTo>
                    <a:lnTo>
                      <a:pt x="0" y="1412"/>
                    </a:lnTo>
                    <a:lnTo>
                      <a:pt x="0" y="468"/>
                    </a:lnTo>
                    <a:lnTo>
                      <a:pt x="822"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4" name="Freeform 11">
                <a:extLst>
                  <a:ext uri="{FF2B5EF4-FFF2-40B4-BE49-F238E27FC236}">
                    <a16:creationId xmlns:a16="http://schemas.microsoft.com/office/drawing/2014/main" id="{45E73B7F-05E4-32DC-027D-3E008BA916C3}"/>
                  </a:ext>
                </a:extLst>
              </p:cNvPr>
              <p:cNvSpPr>
                <a:spLocks/>
              </p:cNvSpPr>
              <p:nvPr/>
            </p:nvSpPr>
            <p:spPr bwMode="auto">
              <a:xfrm>
                <a:off x="6202569" y="2140373"/>
                <a:ext cx="617426" cy="1412117"/>
              </a:xfrm>
              <a:custGeom>
                <a:avLst/>
                <a:gdLst>
                  <a:gd name="T0" fmla="*/ 0 w 822"/>
                  <a:gd name="T1" fmla="*/ 1880 h 1880"/>
                  <a:gd name="T2" fmla="*/ 822 w 822"/>
                  <a:gd name="T3" fmla="*/ 1412 h 1880"/>
                  <a:gd name="T4" fmla="*/ 0 w 822"/>
                  <a:gd name="T5" fmla="*/ 0 h 1880"/>
                  <a:gd name="T6" fmla="*/ 0 w 822"/>
                  <a:gd name="T7" fmla="*/ 1880 h 1880"/>
                </a:gdLst>
                <a:ahLst/>
                <a:cxnLst>
                  <a:cxn ang="0">
                    <a:pos x="T0" y="T1"/>
                  </a:cxn>
                  <a:cxn ang="0">
                    <a:pos x="T2" y="T3"/>
                  </a:cxn>
                  <a:cxn ang="0">
                    <a:pos x="T4" y="T5"/>
                  </a:cxn>
                  <a:cxn ang="0">
                    <a:pos x="T6" y="T7"/>
                  </a:cxn>
                </a:cxnLst>
                <a:rect l="0" t="0" r="r" b="b"/>
                <a:pathLst>
                  <a:path w="822" h="1880">
                    <a:moveTo>
                      <a:pt x="0" y="1880"/>
                    </a:moveTo>
                    <a:lnTo>
                      <a:pt x="822" y="1412"/>
                    </a:lnTo>
                    <a:lnTo>
                      <a:pt x="0" y="0"/>
                    </a:lnTo>
                    <a:lnTo>
                      <a:pt x="0" y="188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5" name="Freeform 12">
                <a:extLst>
                  <a:ext uri="{FF2B5EF4-FFF2-40B4-BE49-F238E27FC236}">
                    <a16:creationId xmlns:a16="http://schemas.microsoft.com/office/drawing/2014/main" id="{51E0AF32-A523-7BEB-395C-F12A6C029119}"/>
                  </a:ext>
                </a:extLst>
              </p:cNvPr>
              <p:cNvSpPr>
                <a:spLocks/>
              </p:cNvSpPr>
              <p:nvPr/>
            </p:nvSpPr>
            <p:spPr bwMode="auto">
              <a:xfrm>
                <a:off x="5585143" y="2140373"/>
                <a:ext cx="617426" cy="1412117"/>
              </a:xfrm>
              <a:custGeom>
                <a:avLst/>
                <a:gdLst>
                  <a:gd name="T0" fmla="*/ 0 w 822"/>
                  <a:gd name="T1" fmla="*/ 1412 h 1880"/>
                  <a:gd name="T2" fmla="*/ 822 w 822"/>
                  <a:gd name="T3" fmla="*/ 0 h 1880"/>
                  <a:gd name="T4" fmla="*/ 822 w 822"/>
                  <a:gd name="T5" fmla="*/ 1880 h 1880"/>
                  <a:gd name="T6" fmla="*/ 0 w 822"/>
                  <a:gd name="T7" fmla="*/ 1412 h 1880"/>
                </a:gdLst>
                <a:ahLst/>
                <a:cxnLst>
                  <a:cxn ang="0">
                    <a:pos x="T0" y="T1"/>
                  </a:cxn>
                  <a:cxn ang="0">
                    <a:pos x="T2" y="T3"/>
                  </a:cxn>
                  <a:cxn ang="0">
                    <a:pos x="T4" y="T5"/>
                  </a:cxn>
                  <a:cxn ang="0">
                    <a:pos x="T6" y="T7"/>
                  </a:cxn>
                </a:cxnLst>
                <a:rect l="0" t="0" r="r" b="b"/>
                <a:pathLst>
                  <a:path w="822" h="1880">
                    <a:moveTo>
                      <a:pt x="0" y="1412"/>
                    </a:moveTo>
                    <a:lnTo>
                      <a:pt x="822" y="0"/>
                    </a:lnTo>
                    <a:lnTo>
                      <a:pt x="822" y="1880"/>
                    </a:lnTo>
                    <a:lnTo>
                      <a:pt x="0" y="1412"/>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6" name="Freeform 13">
                <a:extLst>
                  <a:ext uri="{FF2B5EF4-FFF2-40B4-BE49-F238E27FC236}">
                    <a16:creationId xmlns:a16="http://schemas.microsoft.com/office/drawing/2014/main" id="{635A1C52-FD03-2302-694B-0447E07F9D99}"/>
                  </a:ext>
                </a:extLst>
              </p:cNvPr>
              <p:cNvSpPr>
                <a:spLocks/>
              </p:cNvSpPr>
              <p:nvPr/>
            </p:nvSpPr>
            <p:spPr bwMode="auto">
              <a:xfrm>
                <a:off x="5585143" y="3350438"/>
                <a:ext cx="617426" cy="1060590"/>
              </a:xfrm>
              <a:custGeom>
                <a:avLst/>
                <a:gdLst>
                  <a:gd name="T0" fmla="*/ 822 w 822"/>
                  <a:gd name="T1" fmla="*/ 468 h 1412"/>
                  <a:gd name="T2" fmla="*/ 0 w 822"/>
                  <a:gd name="T3" fmla="*/ 0 h 1412"/>
                  <a:gd name="T4" fmla="*/ 822 w 822"/>
                  <a:gd name="T5" fmla="*/ 1412 h 1412"/>
                  <a:gd name="T6" fmla="*/ 822 w 822"/>
                  <a:gd name="T7" fmla="*/ 468 h 1412"/>
                </a:gdLst>
                <a:ahLst/>
                <a:cxnLst>
                  <a:cxn ang="0">
                    <a:pos x="T0" y="T1"/>
                  </a:cxn>
                  <a:cxn ang="0">
                    <a:pos x="T2" y="T3"/>
                  </a:cxn>
                  <a:cxn ang="0">
                    <a:pos x="T4" y="T5"/>
                  </a:cxn>
                  <a:cxn ang="0">
                    <a:pos x="T6" y="T7"/>
                  </a:cxn>
                </a:cxnLst>
                <a:rect l="0" t="0" r="r" b="b"/>
                <a:pathLst>
                  <a:path w="822" h="1412">
                    <a:moveTo>
                      <a:pt x="822" y="468"/>
                    </a:moveTo>
                    <a:lnTo>
                      <a:pt x="0" y="0"/>
                    </a:lnTo>
                    <a:lnTo>
                      <a:pt x="822" y="1412"/>
                    </a:lnTo>
                    <a:lnTo>
                      <a:pt x="822" y="468"/>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67" name="组合 66">
              <a:extLst>
                <a:ext uri="{FF2B5EF4-FFF2-40B4-BE49-F238E27FC236}">
                  <a16:creationId xmlns:a16="http://schemas.microsoft.com/office/drawing/2014/main" id="{1463A80E-C15B-AC96-8603-5F5145D9EE01}"/>
                </a:ext>
              </a:extLst>
            </p:cNvPr>
            <p:cNvGrpSpPr/>
            <p:nvPr/>
          </p:nvGrpSpPr>
          <p:grpSpPr>
            <a:xfrm>
              <a:off x="7252286" y="2530694"/>
              <a:ext cx="753795" cy="956003"/>
              <a:chOff x="4996765" y="2140373"/>
              <a:chExt cx="2411606" cy="3058527"/>
            </a:xfrm>
          </p:grpSpPr>
          <p:sp>
            <p:nvSpPr>
              <p:cNvPr id="66" name="Freeform 21">
                <a:extLst>
                  <a:ext uri="{FF2B5EF4-FFF2-40B4-BE49-F238E27FC236}">
                    <a16:creationId xmlns:a16="http://schemas.microsoft.com/office/drawing/2014/main" id="{19F06799-C050-6614-02A8-C6BCB0772062}"/>
                  </a:ext>
                </a:extLst>
              </p:cNvPr>
              <p:cNvSpPr>
                <a:spLocks/>
              </p:cNvSpPr>
              <p:nvPr/>
            </p:nvSpPr>
            <p:spPr bwMode="auto">
              <a:xfrm>
                <a:off x="4996765" y="3786784"/>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7584E5"/>
              </a:solidFill>
              <a:ln w="635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8" name="Freeform 21">
                <a:extLst>
                  <a:ext uri="{FF2B5EF4-FFF2-40B4-BE49-F238E27FC236}">
                    <a16:creationId xmlns:a16="http://schemas.microsoft.com/office/drawing/2014/main" id="{B525D868-40EA-AFFF-F3AD-CDE6048AC5A9}"/>
                  </a:ext>
                </a:extLst>
              </p:cNvPr>
              <p:cNvSpPr>
                <a:spLocks/>
              </p:cNvSpPr>
              <p:nvPr/>
            </p:nvSpPr>
            <p:spPr bwMode="auto">
              <a:xfrm>
                <a:off x="4996766" y="3704970"/>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FCFBFF"/>
              </a:solidFill>
              <a:ln w="12700">
                <a:solidFill>
                  <a:srgbClr val="D4D9F7"/>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9">
                <a:extLst>
                  <a:ext uri="{FF2B5EF4-FFF2-40B4-BE49-F238E27FC236}">
                    <a16:creationId xmlns:a16="http://schemas.microsoft.com/office/drawing/2014/main" id="{D0B542F4-76ED-4104-0559-6573BF9175D7}"/>
                  </a:ext>
                </a:extLst>
              </p:cNvPr>
              <p:cNvSpPr>
                <a:spLocks/>
              </p:cNvSpPr>
              <p:nvPr/>
            </p:nvSpPr>
            <p:spPr bwMode="auto">
              <a:xfrm>
                <a:off x="5585143" y="2999661"/>
                <a:ext cx="1234852" cy="702303"/>
              </a:xfrm>
              <a:custGeom>
                <a:avLst/>
                <a:gdLst>
                  <a:gd name="T0" fmla="*/ 0 w 1644"/>
                  <a:gd name="T1" fmla="*/ 467 h 935"/>
                  <a:gd name="T2" fmla="*/ 822 w 1644"/>
                  <a:gd name="T3" fmla="*/ 935 h 935"/>
                  <a:gd name="T4" fmla="*/ 1644 w 1644"/>
                  <a:gd name="T5" fmla="*/ 467 h 935"/>
                  <a:gd name="T6" fmla="*/ 822 w 1644"/>
                  <a:gd name="T7" fmla="*/ 0 h 935"/>
                  <a:gd name="T8" fmla="*/ 0 w 1644"/>
                  <a:gd name="T9" fmla="*/ 467 h 935"/>
                </a:gdLst>
                <a:ahLst/>
                <a:cxnLst>
                  <a:cxn ang="0">
                    <a:pos x="T0" y="T1"/>
                  </a:cxn>
                  <a:cxn ang="0">
                    <a:pos x="T2" y="T3"/>
                  </a:cxn>
                  <a:cxn ang="0">
                    <a:pos x="T4" y="T5"/>
                  </a:cxn>
                  <a:cxn ang="0">
                    <a:pos x="T6" y="T7"/>
                  </a:cxn>
                  <a:cxn ang="0">
                    <a:pos x="T8" y="T9"/>
                  </a:cxn>
                </a:cxnLst>
                <a:rect l="0" t="0" r="r" b="b"/>
                <a:pathLst>
                  <a:path w="1644" h="935">
                    <a:moveTo>
                      <a:pt x="0" y="467"/>
                    </a:moveTo>
                    <a:lnTo>
                      <a:pt x="822" y="935"/>
                    </a:lnTo>
                    <a:lnTo>
                      <a:pt x="1644" y="467"/>
                    </a:lnTo>
                    <a:lnTo>
                      <a:pt x="822" y="0"/>
                    </a:lnTo>
                    <a:lnTo>
                      <a:pt x="0" y="467"/>
                    </a:lnTo>
                    <a:close/>
                  </a:path>
                </a:pathLst>
              </a:custGeom>
              <a:gradFill flip="none" rotWithShape="1">
                <a:gsLst>
                  <a:gs pos="0">
                    <a:srgbClr val="FAFBFF"/>
                  </a:gs>
                  <a:gs pos="100000">
                    <a:srgbClr val="8E9CEF"/>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10">
                <a:extLst>
                  <a:ext uri="{FF2B5EF4-FFF2-40B4-BE49-F238E27FC236}">
                    <a16:creationId xmlns:a16="http://schemas.microsoft.com/office/drawing/2014/main" id="{CAAFAE95-E9FB-BC8F-832A-C69B8AD3BFC6}"/>
                  </a:ext>
                </a:extLst>
              </p:cNvPr>
              <p:cNvSpPr>
                <a:spLocks/>
              </p:cNvSpPr>
              <p:nvPr/>
            </p:nvSpPr>
            <p:spPr bwMode="auto">
              <a:xfrm>
                <a:off x="6202569" y="3350438"/>
                <a:ext cx="617426" cy="1060590"/>
              </a:xfrm>
              <a:custGeom>
                <a:avLst/>
                <a:gdLst>
                  <a:gd name="T0" fmla="*/ 822 w 822"/>
                  <a:gd name="T1" fmla="*/ 0 h 1412"/>
                  <a:gd name="T2" fmla="*/ 0 w 822"/>
                  <a:gd name="T3" fmla="*/ 1412 h 1412"/>
                  <a:gd name="T4" fmla="*/ 0 w 822"/>
                  <a:gd name="T5" fmla="*/ 468 h 1412"/>
                  <a:gd name="T6" fmla="*/ 822 w 822"/>
                  <a:gd name="T7" fmla="*/ 0 h 1412"/>
                </a:gdLst>
                <a:ahLst/>
                <a:cxnLst>
                  <a:cxn ang="0">
                    <a:pos x="T0" y="T1"/>
                  </a:cxn>
                  <a:cxn ang="0">
                    <a:pos x="T2" y="T3"/>
                  </a:cxn>
                  <a:cxn ang="0">
                    <a:pos x="T4" y="T5"/>
                  </a:cxn>
                  <a:cxn ang="0">
                    <a:pos x="T6" y="T7"/>
                  </a:cxn>
                </a:cxnLst>
                <a:rect l="0" t="0" r="r" b="b"/>
                <a:pathLst>
                  <a:path w="822" h="1412">
                    <a:moveTo>
                      <a:pt x="822" y="0"/>
                    </a:moveTo>
                    <a:lnTo>
                      <a:pt x="0" y="1412"/>
                    </a:lnTo>
                    <a:lnTo>
                      <a:pt x="0" y="468"/>
                    </a:lnTo>
                    <a:lnTo>
                      <a:pt x="822"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11">
                <a:extLst>
                  <a:ext uri="{FF2B5EF4-FFF2-40B4-BE49-F238E27FC236}">
                    <a16:creationId xmlns:a16="http://schemas.microsoft.com/office/drawing/2014/main" id="{2538F6BD-0B9F-9768-29C2-05F59FEAC000}"/>
                  </a:ext>
                </a:extLst>
              </p:cNvPr>
              <p:cNvSpPr>
                <a:spLocks/>
              </p:cNvSpPr>
              <p:nvPr/>
            </p:nvSpPr>
            <p:spPr bwMode="auto">
              <a:xfrm>
                <a:off x="6202569" y="2140373"/>
                <a:ext cx="617426" cy="1412117"/>
              </a:xfrm>
              <a:custGeom>
                <a:avLst/>
                <a:gdLst>
                  <a:gd name="T0" fmla="*/ 0 w 822"/>
                  <a:gd name="T1" fmla="*/ 1880 h 1880"/>
                  <a:gd name="T2" fmla="*/ 822 w 822"/>
                  <a:gd name="T3" fmla="*/ 1412 h 1880"/>
                  <a:gd name="T4" fmla="*/ 0 w 822"/>
                  <a:gd name="T5" fmla="*/ 0 h 1880"/>
                  <a:gd name="T6" fmla="*/ 0 w 822"/>
                  <a:gd name="T7" fmla="*/ 1880 h 1880"/>
                </a:gdLst>
                <a:ahLst/>
                <a:cxnLst>
                  <a:cxn ang="0">
                    <a:pos x="T0" y="T1"/>
                  </a:cxn>
                  <a:cxn ang="0">
                    <a:pos x="T2" y="T3"/>
                  </a:cxn>
                  <a:cxn ang="0">
                    <a:pos x="T4" y="T5"/>
                  </a:cxn>
                  <a:cxn ang="0">
                    <a:pos x="T6" y="T7"/>
                  </a:cxn>
                </a:cxnLst>
                <a:rect l="0" t="0" r="r" b="b"/>
                <a:pathLst>
                  <a:path w="822" h="1880">
                    <a:moveTo>
                      <a:pt x="0" y="1880"/>
                    </a:moveTo>
                    <a:lnTo>
                      <a:pt x="822" y="1412"/>
                    </a:lnTo>
                    <a:lnTo>
                      <a:pt x="0" y="0"/>
                    </a:lnTo>
                    <a:lnTo>
                      <a:pt x="0" y="188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12">
                <a:extLst>
                  <a:ext uri="{FF2B5EF4-FFF2-40B4-BE49-F238E27FC236}">
                    <a16:creationId xmlns:a16="http://schemas.microsoft.com/office/drawing/2014/main" id="{11A1E8C2-E944-8D2E-85BB-28212313FB1D}"/>
                  </a:ext>
                </a:extLst>
              </p:cNvPr>
              <p:cNvSpPr>
                <a:spLocks/>
              </p:cNvSpPr>
              <p:nvPr/>
            </p:nvSpPr>
            <p:spPr bwMode="auto">
              <a:xfrm>
                <a:off x="5585143" y="2140373"/>
                <a:ext cx="617426" cy="1412117"/>
              </a:xfrm>
              <a:custGeom>
                <a:avLst/>
                <a:gdLst>
                  <a:gd name="T0" fmla="*/ 0 w 822"/>
                  <a:gd name="T1" fmla="*/ 1412 h 1880"/>
                  <a:gd name="T2" fmla="*/ 822 w 822"/>
                  <a:gd name="T3" fmla="*/ 0 h 1880"/>
                  <a:gd name="T4" fmla="*/ 822 w 822"/>
                  <a:gd name="T5" fmla="*/ 1880 h 1880"/>
                  <a:gd name="T6" fmla="*/ 0 w 822"/>
                  <a:gd name="T7" fmla="*/ 1412 h 1880"/>
                </a:gdLst>
                <a:ahLst/>
                <a:cxnLst>
                  <a:cxn ang="0">
                    <a:pos x="T0" y="T1"/>
                  </a:cxn>
                  <a:cxn ang="0">
                    <a:pos x="T2" y="T3"/>
                  </a:cxn>
                  <a:cxn ang="0">
                    <a:pos x="T4" y="T5"/>
                  </a:cxn>
                  <a:cxn ang="0">
                    <a:pos x="T6" y="T7"/>
                  </a:cxn>
                </a:cxnLst>
                <a:rect l="0" t="0" r="r" b="b"/>
                <a:pathLst>
                  <a:path w="822" h="1880">
                    <a:moveTo>
                      <a:pt x="0" y="1412"/>
                    </a:moveTo>
                    <a:lnTo>
                      <a:pt x="822" y="0"/>
                    </a:lnTo>
                    <a:lnTo>
                      <a:pt x="822" y="1880"/>
                    </a:lnTo>
                    <a:lnTo>
                      <a:pt x="0" y="1412"/>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13">
                <a:extLst>
                  <a:ext uri="{FF2B5EF4-FFF2-40B4-BE49-F238E27FC236}">
                    <a16:creationId xmlns:a16="http://schemas.microsoft.com/office/drawing/2014/main" id="{CAD96511-2ED0-D7AF-09E7-45DF26AAFBCC}"/>
                  </a:ext>
                </a:extLst>
              </p:cNvPr>
              <p:cNvSpPr>
                <a:spLocks/>
              </p:cNvSpPr>
              <p:nvPr/>
            </p:nvSpPr>
            <p:spPr bwMode="auto">
              <a:xfrm>
                <a:off x="5585143" y="3350438"/>
                <a:ext cx="617426" cy="1060590"/>
              </a:xfrm>
              <a:custGeom>
                <a:avLst/>
                <a:gdLst>
                  <a:gd name="T0" fmla="*/ 822 w 822"/>
                  <a:gd name="T1" fmla="*/ 468 h 1412"/>
                  <a:gd name="T2" fmla="*/ 0 w 822"/>
                  <a:gd name="T3" fmla="*/ 0 h 1412"/>
                  <a:gd name="T4" fmla="*/ 822 w 822"/>
                  <a:gd name="T5" fmla="*/ 1412 h 1412"/>
                  <a:gd name="T6" fmla="*/ 822 w 822"/>
                  <a:gd name="T7" fmla="*/ 468 h 1412"/>
                </a:gdLst>
                <a:ahLst/>
                <a:cxnLst>
                  <a:cxn ang="0">
                    <a:pos x="T0" y="T1"/>
                  </a:cxn>
                  <a:cxn ang="0">
                    <a:pos x="T2" y="T3"/>
                  </a:cxn>
                  <a:cxn ang="0">
                    <a:pos x="T4" y="T5"/>
                  </a:cxn>
                  <a:cxn ang="0">
                    <a:pos x="T6" y="T7"/>
                  </a:cxn>
                </a:cxnLst>
                <a:rect l="0" t="0" r="r" b="b"/>
                <a:pathLst>
                  <a:path w="822" h="1412">
                    <a:moveTo>
                      <a:pt x="822" y="468"/>
                    </a:moveTo>
                    <a:lnTo>
                      <a:pt x="0" y="0"/>
                    </a:lnTo>
                    <a:lnTo>
                      <a:pt x="822" y="1412"/>
                    </a:lnTo>
                    <a:lnTo>
                      <a:pt x="822" y="468"/>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70" name="组合 69">
              <a:extLst>
                <a:ext uri="{FF2B5EF4-FFF2-40B4-BE49-F238E27FC236}">
                  <a16:creationId xmlns:a16="http://schemas.microsoft.com/office/drawing/2014/main" id="{6D928FD0-B974-4592-7A0D-0C2C2ED08FF4}"/>
                </a:ext>
              </a:extLst>
            </p:cNvPr>
            <p:cNvGrpSpPr/>
            <p:nvPr/>
          </p:nvGrpSpPr>
          <p:grpSpPr>
            <a:xfrm>
              <a:off x="9987413" y="3605106"/>
              <a:ext cx="753795" cy="956003"/>
              <a:chOff x="4996765" y="2140373"/>
              <a:chExt cx="2411606" cy="3058527"/>
            </a:xfrm>
          </p:grpSpPr>
          <p:sp>
            <p:nvSpPr>
              <p:cNvPr id="71" name="Freeform 21">
                <a:extLst>
                  <a:ext uri="{FF2B5EF4-FFF2-40B4-BE49-F238E27FC236}">
                    <a16:creationId xmlns:a16="http://schemas.microsoft.com/office/drawing/2014/main" id="{DE3B8BE8-C675-68C1-D739-A2B89C846852}"/>
                  </a:ext>
                </a:extLst>
              </p:cNvPr>
              <p:cNvSpPr>
                <a:spLocks/>
              </p:cNvSpPr>
              <p:nvPr/>
            </p:nvSpPr>
            <p:spPr bwMode="auto">
              <a:xfrm>
                <a:off x="4996765" y="3786784"/>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7584E5"/>
              </a:solidFill>
              <a:ln w="635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2" name="Freeform 21">
                <a:extLst>
                  <a:ext uri="{FF2B5EF4-FFF2-40B4-BE49-F238E27FC236}">
                    <a16:creationId xmlns:a16="http://schemas.microsoft.com/office/drawing/2014/main" id="{C0CA8FBF-ADE0-1B0F-930A-0AE684170748}"/>
                  </a:ext>
                </a:extLst>
              </p:cNvPr>
              <p:cNvSpPr>
                <a:spLocks/>
              </p:cNvSpPr>
              <p:nvPr/>
            </p:nvSpPr>
            <p:spPr bwMode="auto">
              <a:xfrm>
                <a:off x="4996766" y="3704970"/>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FCFBFF"/>
              </a:solidFill>
              <a:ln w="12700">
                <a:solidFill>
                  <a:srgbClr val="D4D9F7"/>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3" name="Freeform 9">
                <a:extLst>
                  <a:ext uri="{FF2B5EF4-FFF2-40B4-BE49-F238E27FC236}">
                    <a16:creationId xmlns:a16="http://schemas.microsoft.com/office/drawing/2014/main" id="{1B0EF7FF-00AA-9AAF-2611-5927D79DE92D}"/>
                  </a:ext>
                </a:extLst>
              </p:cNvPr>
              <p:cNvSpPr>
                <a:spLocks/>
              </p:cNvSpPr>
              <p:nvPr/>
            </p:nvSpPr>
            <p:spPr bwMode="auto">
              <a:xfrm>
                <a:off x="5585143" y="2999661"/>
                <a:ext cx="1234852" cy="702303"/>
              </a:xfrm>
              <a:custGeom>
                <a:avLst/>
                <a:gdLst>
                  <a:gd name="T0" fmla="*/ 0 w 1644"/>
                  <a:gd name="T1" fmla="*/ 467 h 935"/>
                  <a:gd name="T2" fmla="*/ 822 w 1644"/>
                  <a:gd name="T3" fmla="*/ 935 h 935"/>
                  <a:gd name="T4" fmla="*/ 1644 w 1644"/>
                  <a:gd name="T5" fmla="*/ 467 h 935"/>
                  <a:gd name="T6" fmla="*/ 822 w 1644"/>
                  <a:gd name="T7" fmla="*/ 0 h 935"/>
                  <a:gd name="T8" fmla="*/ 0 w 1644"/>
                  <a:gd name="T9" fmla="*/ 467 h 935"/>
                </a:gdLst>
                <a:ahLst/>
                <a:cxnLst>
                  <a:cxn ang="0">
                    <a:pos x="T0" y="T1"/>
                  </a:cxn>
                  <a:cxn ang="0">
                    <a:pos x="T2" y="T3"/>
                  </a:cxn>
                  <a:cxn ang="0">
                    <a:pos x="T4" y="T5"/>
                  </a:cxn>
                  <a:cxn ang="0">
                    <a:pos x="T6" y="T7"/>
                  </a:cxn>
                  <a:cxn ang="0">
                    <a:pos x="T8" y="T9"/>
                  </a:cxn>
                </a:cxnLst>
                <a:rect l="0" t="0" r="r" b="b"/>
                <a:pathLst>
                  <a:path w="1644" h="935">
                    <a:moveTo>
                      <a:pt x="0" y="467"/>
                    </a:moveTo>
                    <a:lnTo>
                      <a:pt x="822" y="935"/>
                    </a:lnTo>
                    <a:lnTo>
                      <a:pt x="1644" y="467"/>
                    </a:lnTo>
                    <a:lnTo>
                      <a:pt x="822" y="0"/>
                    </a:lnTo>
                    <a:lnTo>
                      <a:pt x="0" y="467"/>
                    </a:lnTo>
                    <a:close/>
                  </a:path>
                </a:pathLst>
              </a:custGeom>
              <a:gradFill flip="none" rotWithShape="1">
                <a:gsLst>
                  <a:gs pos="0">
                    <a:srgbClr val="FAFBFF"/>
                  </a:gs>
                  <a:gs pos="100000">
                    <a:srgbClr val="8E9CEF"/>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4" name="Freeform 10">
                <a:extLst>
                  <a:ext uri="{FF2B5EF4-FFF2-40B4-BE49-F238E27FC236}">
                    <a16:creationId xmlns:a16="http://schemas.microsoft.com/office/drawing/2014/main" id="{B1080FCC-C803-E283-16C7-C5D7636F3885}"/>
                  </a:ext>
                </a:extLst>
              </p:cNvPr>
              <p:cNvSpPr>
                <a:spLocks/>
              </p:cNvSpPr>
              <p:nvPr/>
            </p:nvSpPr>
            <p:spPr bwMode="auto">
              <a:xfrm>
                <a:off x="6202569" y="3350438"/>
                <a:ext cx="617426" cy="1060590"/>
              </a:xfrm>
              <a:custGeom>
                <a:avLst/>
                <a:gdLst>
                  <a:gd name="T0" fmla="*/ 822 w 822"/>
                  <a:gd name="T1" fmla="*/ 0 h 1412"/>
                  <a:gd name="T2" fmla="*/ 0 w 822"/>
                  <a:gd name="T3" fmla="*/ 1412 h 1412"/>
                  <a:gd name="T4" fmla="*/ 0 w 822"/>
                  <a:gd name="T5" fmla="*/ 468 h 1412"/>
                  <a:gd name="T6" fmla="*/ 822 w 822"/>
                  <a:gd name="T7" fmla="*/ 0 h 1412"/>
                </a:gdLst>
                <a:ahLst/>
                <a:cxnLst>
                  <a:cxn ang="0">
                    <a:pos x="T0" y="T1"/>
                  </a:cxn>
                  <a:cxn ang="0">
                    <a:pos x="T2" y="T3"/>
                  </a:cxn>
                  <a:cxn ang="0">
                    <a:pos x="T4" y="T5"/>
                  </a:cxn>
                  <a:cxn ang="0">
                    <a:pos x="T6" y="T7"/>
                  </a:cxn>
                </a:cxnLst>
                <a:rect l="0" t="0" r="r" b="b"/>
                <a:pathLst>
                  <a:path w="822" h="1412">
                    <a:moveTo>
                      <a:pt x="822" y="0"/>
                    </a:moveTo>
                    <a:lnTo>
                      <a:pt x="0" y="1412"/>
                    </a:lnTo>
                    <a:lnTo>
                      <a:pt x="0" y="468"/>
                    </a:lnTo>
                    <a:lnTo>
                      <a:pt x="822"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5" name="Freeform 11">
                <a:extLst>
                  <a:ext uri="{FF2B5EF4-FFF2-40B4-BE49-F238E27FC236}">
                    <a16:creationId xmlns:a16="http://schemas.microsoft.com/office/drawing/2014/main" id="{83236E78-E780-4EB4-7825-27CCB94A6D15}"/>
                  </a:ext>
                </a:extLst>
              </p:cNvPr>
              <p:cNvSpPr>
                <a:spLocks/>
              </p:cNvSpPr>
              <p:nvPr/>
            </p:nvSpPr>
            <p:spPr bwMode="auto">
              <a:xfrm>
                <a:off x="6202569" y="2140373"/>
                <a:ext cx="617426" cy="1412117"/>
              </a:xfrm>
              <a:custGeom>
                <a:avLst/>
                <a:gdLst>
                  <a:gd name="T0" fmla="*/ 0 w 822"/>
                  <a:gd name="T1" fmla="*/ 1880 h 1880"/>
                  <a:gd name="T2" fmla="*/ 822 w 822"/>
                  <a:gd name="T3" fmla="*/ 1412 h 1880"/>
                  <a:gd name="T4" fmla="*/ 0 w 822"/>
                  <a:gd name="T5" fmla="*/ 0 h 1880"/>
                  <a:gd name="T6" fmla="*/ 0 w 822"/>
                  <a:gd name="T7" fmla="*/ 1880 h 1880"/>
                </a:gdLst>
                <a:ahLst/>
                <a:cxnLst>
                  <a:cxn ang="0">
                    <a:pos x="T0" y="T1"/>
                  </a:cxn>
                  <a:cxn ang="0">
                    <a:pos x="T2" y="T3"/>
                  </a:cxn>
                  <a:cxn ang="0">
                    <a:pos x="T4" y="T5"/>
                  </a:cxn>
                  <a:cxn ang="0">
                    <a:pos x="T6" y="T7"/>
                  </a:cxn>
                </a:cxnLst>
                <a:rect l="0" t="0" r="r" b="b"/>
                <a:pathLst>
                  <a:path w="822" h="1880">
                    <a:moveTo>
                      <a:pt x="0" y="1880"/>
                    </a:moveTo>
                    <a:lnTo>
                      <a:pt x="822" y="1412"/>
                    </a:lnTo>
                    <a:lnTo>
                      <a:pt x="0" y="0"/>
                    </a:lnTo>
                    <a:lnTo>
                      <a:pt x="0" y="188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6" name="Freeform 12">
                <a:extLst>
                  <a:ext uri="{FF2B5EF4-FFF2-40B4-BE49-F238E27FC236}">
                    <a16:creationId xmlns:a16="http://schemas.microsoft.com/office/drawing/2014/main" id="{2EDE0CF3-A2C3-11A4-1798-2A82892B0E15}"/>
                  </a:ext>
                </a:extLst>
              </p:cNvPr>
              <p:cNvSpPr>
                <a:spLocks/>
              </p:cNvSpPr>
              <p:nvPr/>
            </p:nvSpPr>
            <p:spPr bwMode="auto">
              <a:xfrm>
                <a:off x="5585143" y="2140373"/>
                <a:ext cx="617426" cy="1412117"/>
              </a:xfrm>
              <a:custGeom>
                <a:avLst/>
                <a:gdLst>
                  <a:gd name="T0" fmla="*/ 0 w 822"/>
                  <a:gd name="T1" fmla="*/ 1412 h 1880"/>
                  <a:gd name="T2" fmla="*/ 822 w 822"/>
                  <a:gd name="T3" fmla="*/ 0 h 1880"/>
                  <a:gd name="T4" fmla="*/ 822 w 822"/>
                  <a:gd name="T5" fmla="*/ 1880 h 1880"/>
                  <a:gd name="T6" fmla="*/ 0 w 822"/>
                  <a:gd name="T7" fmla="*/ 1412 h 1880"/>
                </a:gdLst>
                <a:ahLst/>
                <a:cxnLst>
                  <a:cxn ang="0">
                    <a:pos x="T0" y="T1"/>
                  </a:cxn>
                  <a:cxn ang="0">
                    <a:pos x="T2" y="T3"/>
                  </a:cxn>
                  <a:cxn ang="0">
                    <a:pos x="T4" y="T5"/>
                  </a:cxn>
                  <a:cxn ang="0">
                    <a:pos x="T6" y="T7"/>
                  </a:cxn>
                </a:cxnLst>
                <a:rect l="0" t="0" r="r" b="b"/>
                <a:pathLst>
                  <a:path w="822" h="1880">
                    <a:moveTo>
                      <a:pt x="0" y="1412"/>
                    </a:moveTo>
                    <a:lnTo>
                      <a:pt x="822" y="0"/>
                    </a:lnTo>
                    <a:lnTo>
                      <a:pt x="822" y="1880"/>
                    </a:lnTo>
                    <a:lnTo>
                      <a:pt x="0" y="1412"/>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7" name="Freeform 13">
                <a:extLst>
                  <a:ext uri="{FF2B5EF4-FFF2-40B4-BE49-F238E27FC236}">
                    <a16:creationId xmlns:a16="http://schemas.microsoft.com/office/drawing/2014/main" id="{549D1085-EFD7-D49F-957E-A3659A1F5EBF}"/>
                  </a:ext>
                </a:extLst>
              </p:cNvPr>
              <p:cNvSpPr>
                <a:spLocks/>
              </p:cNvSpPr>
              <p:nvPr/>
            </p:nvSpPr>
            <p:spPr bwMode="auto">
              <a:xfrm>
                <a:off x="5585143" y="3350438"/>
                <a:ext cx="617426" cy="1060590"/>
              </a:xfrm>
              <a:custGeom>
                <a:avLst/>
                <a:gdLst>
                  <a:gd name="T0" fmla="*/ 822 w 822"/>
                  <a:gd name="T1" fmla="*/ 468 h 1412"/>
                  <a:gd name="T2" fmla="*/ 0 w 822"/>
                  <a:gd name="T3" fmla="*/ 0 h 1412"/>
                  <a:gd name="T4" fmla="*/ 822 w 822"/>
                  <a:gd name="T5" fmla="*/ 1412 h 1412"/>
                  <a:gd name="T6" fmla="*/ 822 w 822"/>
                  <a:gd name="T7" fmla="*/ 468 h 1412"/>
                </a:gdLst>
                <a:ahLst/>
                <a:cxnLst>
                  <a:cxn ang="0">
                    <a:pos x="T0" y="T1"/>
                  </a:cxn>
                  <a:cxn ang="0">
                    <a:pos x="T2" y="T3"/>
                  </a:cxn>
                  <a:cxn ang="0">
                    <a:pos x="T4" y="T5"/>
                  </a:cxn>
                  <a:cxn ang="0">
                    <a:pos x="T6" y="T7"/>
                  </a:cxn>
                </a:cxnLst>
                <a:rect l="0" t="0" r="r" b="b"/>
                <a:pathLst>
                  <a:path w="822" h="1412">
                    <a:moveTo>
                      <a:pt x="822" y="468"/>
                    </a:moveTo>
                    <a:lnTo>
                      <a:pt x="0" y="0"/>
                    </a:lnTo>
                    <a:lnTo>
                      <a:pt x="822" y="1412"/>
                    </a:lnTo>
                    <a:lnTo>
                      <a:pt x="822" y="468"/>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78" name="组合 77">
              <a:extLst>
                <a:ext uri="{FF2B5EF4-FFF2-40B4-BE49-F238E27FC236}">
                  <a16:creationId xmlns:a16="http://schemas.microsoft.com/office/drawing/2014/main" id="{A4DEC786-2A44-AE73-7B86-32F7D20E5F69}"/>
                </a:ext>
              </a:extLst>
            </p:cNvPr>
            <p:cNvGrpSpPr/>
            <p:nvPr/>
          </p:nvGrpSpPr>
          <p:grpSpPr>
            <a:xfrm>
              <a:off x="8710505" y="5027709"/>
              <a:ext cx="753795" cy="956003"/>
              <a:chOff x="4996765" y="2140373"/>
              <a:chExt cx="2411606" cy="3058527"/>
            </a:xfrm>
          </p:grpSpPr>
          <p:sp>
            <p:nvSpPr>
              <p:cNvPr id="79" name="Freeform 21">
                <a:extLst>
                  <a:ext uri="{FF2B5EF4-FFF2-40B4-BE49-F238E27FC236}">
                    <a16:creationId xmlns:a16="http://schemas.microsoft.com/office/drawing/2014/main" id="{D6AFE04B-DEEA-5BEE-1D0A-E665E987FF1F}"/>
                  </a:ext>
                </a:extLst>
              </p:cNvPr>
              <p:cNvSpPr>
                <a:spLocks/>
              </p:cNvSpPr>
              <p:nvPr/>
            </p:nvSpPr>
            <p:spPr bwMode="auto">
              <a:xfrm>
                <a:off x="4996765" y="3786784"/>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7584E5"/>
              </a:solidFill>
              <a:ln w="635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0" name="Freeform 21">
                <a:extLst>
                  <a:ext uri="{FF2B5EF4-FFF2-40B4-BE49-F238E27FC236}">
                    <a16:creationId xmlns:a16="http://schemas.microsoft.com/office/drawing/2014/main" id="{425618B6-9204-2D14-CB49-1B4D853DE004}"/>
                  </a:ext>
                </a:extLst>
              </p:cNvPr>
              <p:cNvSpPr>
                <a:spLocks/>
              </p:cNvSpPr>
              <p:nvPr/>
            </p:nvSpPr>
            <p:spPr bwMode="auto">
              <a:xfrm>
                <a:off x="4996766" y="3704970"/>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FCFBFF"/>
              </a:solidFill>
              <a:ln w="12700">
                <a:solidFill>
                  <a:srgbClr val="D4D9F7"/>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9">
                <a:extLst>
                  <a:ext uri="{FF2B5EF4-FFF2-40B4-BE49-F238E27FC236}">
                    <a16:creationId xmlns:a16="http://schemas.microsoft.com/office/drawing/2014/main" id="{16FD5B71-C41A-BF17-CF27-2E2C43B62BD0}"/>
                  </a:ext>
                </a:extLst>
              </p:cNvPr>
              <p:cNvSpPr>
                <a:spLocks/>
              </p:cNvSpPr>
              <p:nvPr/>
            </p:nvSpPr>
            <p:spPr bwMode="auto">
              <a:xfrm>
                <a:off x="5585143" y="2999661"/>
                <a:ext cx="1234852" cy="702303"/>
              </a:xfrm>
              <a:custGeom>
                <a:avLst/>
                <a:gdLst>
                  <a:gd name="T0" fmla="*/ 0 w 1644"/>
                  <a:gd name="T1" fmla="*/ 467 h 935"/>
                  <a:gd name="T2" fmla="*/ 822 w 1644"/>
                  <a:gd name="T3" fmla="*/ 935 h 935"/>
                  <a:gd name="T4" fmla="*/ 1644 w 1644"/>
                  <a:gd name="T5" fmla="*/ 467 h 935"/>
                  <a:gd name="T6" fmla="*/ 822 w 1644"/>
                  <a:gd name="T7" fmla="*/ 0 h 935"/>
                  <a:gd name="T8" fmla="*/ 0 w 1644"/>
                  <a:gd name="T9" fmla="*/ 467 h 935"/>
                </a:gdLst>
                <a:ahLst/>
                <a:cxnLst>
                  <a:cxn ang="0">
                    <a:pos x="T0" y="T1"/>
                  </a:cxn>
                  <a:cxn ang="0">
                    <a:pos x="T2" y="T3"/>
                  </a:cxn>
                  <a:cxn ang="0">
                    <a:pos x="T4" y="T5"/>
                  </a:cxn>
                  <a:cxn ang="0">
                    <a:pos x="T6" y="T7"/>
                  </a:cxn>
                  <a:cxn ang="0">
                    <a:pos x="T8" y="T9"/>
                  </a:cxn>
                </a:cxnLst>
                <a:rect l="0" t="0" r="r" b="b"/>
                <a:pathLst>
                  <a:path w="1644" h="935">
                    <a:moveTo>
                      <a:pt x="0" y="467"/>
                    </a:moveTo>
                    <a:lnTo>
                      <a:pt x="822" y="935"/>
                    </a:lnTo>
                    <a:lnTo>
                      <a:pt x="1644" y="467"/>
                    </a:lnTo>
                    <a:lnTo>
                      <a:pt x="822" y="0"/>
                    </a:lnTo>
                    <a:lnTo>
                      <a:pt x="0" y="467"/>
                    </a:lnTo>
                    <a:close/>
                  </a:path>
                </a:pathLst>
              </a:custGeom>
              <a:gradFill flip="none" rotWithShape="1">
                <a:gsLst>
                  <a:gs pos="0">
                    <a:srgbClr val="FAFBFF"/>
                  </a:gs>
                  <a:gs pos="100000">
                    <a:srgbClr val="8E9CEF"/>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10">
                <a:extLst>
                  <a:ext uri="{FF2B5EF4-FFF2-40B4-BE49-F238E27FC236}">
                    <a16:creationId xmlns:a16="http://schemas.microsoft.com/office/drawing/2014/main" id="{AA8F6A70-41FC-F19A-66C4-3C9985BD3D20}"/>
                  </a:ext>
                </a:extLst>
              </p:cNvPr>
              <p:cNvSpPr>
                <a:spLocks/>
              </p:cNvSpPr>
              <p:nvPr/>
            </p:nvSpPr>
            <p:spPr bwMode="auto">
              <a:xfrm>
                <a:off x="6202569" y="3350438"/>
                <a:ext cx="617426" cy="1060590"/>
              </a:xfrm>
              <a:custGeom>
                <a:avLst/>
                <a:gdLst>
                  <a:gd name="T0" fmla="*/ 822 w 822"/>
                  <a:gd name="T1" fmla="*/ 0 h 1412"/>
                  <a:gd name="T2" fmla="*/ 0 w 822"/>
                  <a:gd name="T3" fmla="*/ 1412 h 1412"/>
                  <a:gd name="T4" fmla="*/ 0 w 822"/>
                  <a:gd name="T5" fmla="*/ 468 h 1412"/>
                  <a:gd name="T6" fmla="*/ 822 w 822"/>
                  <a:gd name="T7" fmla="*/ 0 h 1412"/>
                </a:gdLst>
                <a:ahLst/>
                <a:cxnLst>
                  <a:cxn ang="0">
                    <a:pos x="T0" y="T1"/>
                  </a:cxn>
                  <a:cxn ang="0">
                    <a:pos x="T2" y="T3"/>
                  </a:cxn>
                  <a:cxn ang="0">
                    <a:pos x="T4" y="T5"/>
                  </a:cxn>
                  <a:cxn ang="0">
                    <a:pos x="T6" y="T7"/>
                  </a:cxn>
                </a:cxnLst>
                <a:rect l="0" t="0" r="r" b="b"/>
                <a:pathLst>
                  <a:path w="822" h="1412">
                    <a:moveTo>
                      <a:pt x="822" y="0"/>
                    </a:moveTo>
                    <a:lnTo>
                      <a:pt x="0" y="1412"/>
                    </a:lnTo>
                    <a:lnTo>
                      <a:pt x="0" y="468"/>
                    </a:lnTo>
                    <a:lnTo>
                      <a:pt x="822"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11">
                <a:extLst>
                  <a:ext uri="{FF2B5EF4-FFF2-40B4-BE49-F238E27FC236}">
                    <a16:creationId xmlns:a16="http://schemas.microsoft.com/office/drawing/2014/main" id="{91870500-62D2-4D7A-D02F-015D556065B4}"/>
                  </a:ext>
                </a:extLst>
              </p:cNvPr>
              <p:cNvSpPr>
                <a:spLocks/>
              </p:cNvSpPr>
              <p:nvPr/>
            </p:nvSpPr>
            <p:spPr bwMode="auto">
              <a:xfrm>
                <a:off x="6202569" y="2140373"/>
                <a:ext cx="617426" cy="1412117"/>
              </a:xfrm>
              <a:custGeom>
                <a:avLst/>
                <a:gdLst>
                  <a:gd name="T0" fmla="*/ 0 w 822"/>
                  <a:gd name="T1" fmla="*/ 1880 h 1880"/>
                  <a:gd name="T2" fmla="*/ 822 w 822"/>
                  <a:gd name="T3" fmla="*/ 1412 h 1880"/>
                  <a:gd name="T4" fmla="*/ 0 w 822"/>
                  <a:gd name="T5" fmla="*/ 0 h 1880"/>
                  <a:gd name="T6" fmla="*/ 0 w 822"/>
                  <a:gd name="T7" fmla="*/ 1880 h 1880"/>
                </a:gdLst>
                <a:ahLst/>
                <a:cxnLst>
                  <a:cxn ang="0">
                    <a:pos x="T0" y="T1"/>
                  </a:cxn>
                  <a:cxn ang="0">
                    <a:pos x="T2" y="T3"/>
                  </a:cxn>
                  <a:cxn ang="0">
                    <a:pos x="T4" y="T5"/>
                  </a:cxn>
                  <a:cxn ang="0">
                    <a:pos x="T6" y="T7"/>
                  </a:cxn>
                </a:cxnLst>
                <a:rect l="0" t="0" r="r" b="b"/>
                <a:pathLst>
                  <a:path w="822" h="1880">
                    <a:moveTo>
                      <a:pt x="0" y="1880"/>
                    </a:moveTo>
                    <a:lnTo>
                      <a:pt x="822" y="1412"/>
                    </a:lnTo>
                    <a:lnTo>
                      <a:pt x="0" y="0"/>
                    </a:lnTo>
                    <a:lnTo>
                      <a:pt x="0" y="188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12">
                <a:extLst>
                  <a:ext uri="{FF2B5EF4-FFF2-40B4-BE49-F238E27FC236}">
                    <a16:creationId xmlns:a16="http://schemas.microsoft.com/office/drawing/2014/main" id="{6A089F6B-B38A-37D7-85B0-B916897BF303}"/>
                  </a:ext>
                </a:extLst>
              </p:cNvPr>
              <p:cNvSpPr>
                <a:spLocks/>
              </p:cNvSpPr>
              <p:nvPr/>
            </p:nvSpPr>
            <p:spPr bwMode="auto">
              <a:xfrm>
                <a:off x="5585143" y="2140373"/>
                <a:ext cx="617426" cy="1412117"/>
              </a:xfrm>
              <a:custGeom>
                <a:avLst/>
                <a:gdLst>
                  <a:gd name="T0" fmla="*/ 0 w 822"/>
                  <a:gd name="T1" fmla="*/ 1412 h 1880"/>
                  <a:gd name="T2" fmla="*/ 822 w 822"/>
                  <a:gd name="T3" fmla="*/ 0 h 1880"/>
                  <a:gd name="T4" fmla="*/ 822 w 822"/>
                  <a:gd name="T5" fmla="*/ 1880 h 1880"/>
                  <a:gd name="T6" fmla="*/ 0 w 822"/>
                  <a:gd name="T7" fmla="*/ 1412 h 1880"/>
                </a:gdLst>
                <a:ahLst/>
                <a:cxnLst>
                  <a:cxn ang="0">
                    <a:pos x="T0" y="T1"/>
                  </a:cxn>
                  <a:cxn ang="0">
                    <a:pos x="T2" y="T3"/>
                  </a:cxn>
                  <a:cxn ang="0">
                    <a:pos x="T4" y="T5"/>
                  </a:cxn>
                  <a:cxn ang="0">
                    <a:pos x="T6" y="T7"/>
                  </a:cxn>
                </a:cxnLst>
                <a:rect l="0" t="0" r="r" b="b"/>
                <a:pathLst>
                  <a:path w="822" h="1880">
                    <a:moveTo>
                      <a:pt x="0" y="1412"/>
                    </a:moveTo>
                    <a:lnTo>
                      <a:pt x="822" y="0"/>
                    </a:lnTo>
                    <a:lnTo>
                      <a:pt x="822" y="1880"/>
                    </a:lnTo>
                    <a:lnTo>
                      <a:pt x="0" y="1412"/>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13">
                <a:extLst>
                  <a:ext uri="{FF2B5EF4-FFF2-40B4-BE49-F238E27FC236}">
                    <a16:creationId xmlns:a16="http://schemas.microsoft.com/office/drawing/2014/main" id="{163DBC70-E07B-E24B-D6ED-16B7B4FDACA6}"/>
                  </a:ext>
                </a:extLst>
              </p:cNvPr>
              <p:cNvSpPr>
                <a:spLocks/>
              </p:cNvSpPr>
              <p:nvPr/>
            </p:nvSpPr>
            <p:spPr bwMode="auto">
              <a:xfrm>
                <a:off x="5585143" y="3350438"/>
                <a:ext cx="617426" cy="1060590"/>
              </a:xfrm>
              <a:custGeom>
                <a:avLst/>
                <a:gdLst>
                  <a:gd name="T0" fmla="*/ 822 w 822"/>
                  <a:gd name="T1" fmla="*/ 468 h 1412"/>
                  <a:gd name="T2" fmla="*/ 0 w 822"/>
                  <a:gd name="T3" fmla="*/ 0 h 1412"/>
                  <a:gd name="T4" fmla="*/ 822 w 822"/>
                  <a:gd name="T5" fmla="*/ 1412 h 1412"/>
                  <a:gd name="T6" fmla="*/ 822 w 822"/>
                  <a:gd name="T7" fmla="*/ 468 h 1412"/>
                </a:gdLst>
                <a:ahLst/>
                <a:cxnLst>
                  <a:cxn ang="0">
                    <a:pos x="T0" y="T1"/>
                  </a:cxn>
                  <a:cxn ang="0">
                    <a:pos x="T2" y="T3"/>
                  </a:cxn>
                  <a:cxn ang="0">
                    <a:pos x="T4" y="T5"/>
                  </a:cxn>
                  <a:cxn ang="0">
                    <a:pos x="T6" y="T7"/>
                  </a:cxn>
                </a:cxnLst>
                <a:rect l="0" t="0" r="r" b="b"/>
                <a:pathLst>
                  <a:path w="822" h="1412">
                    <a:moveTo>
                      <a:pt x="822" y="468"/>
                    </a:moveTo>
                    <a:lnTo>
                      <a:pt x="0" y="0"/>
                    </a:lnTo>
                    <a:lnTo>
                      <a:pt x="822" y="1412"/>
                    </a:lnTo>
                    <a:lnTo>
                      <a:pt x="822" y="468"/>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86" name="组合 85">
              <a:extLst>
                <a:ext uri="{FF2B5EF4-FFF2-40B4-BE49-F238E27FC236}">
                  <a16:creationId xmlns:a16="http://schemas.microsoft.com/office/drawing/2014/main" id="{28B554A4-F2B1-55D9-C56D-7607F9771839}"/>
                </a:ext>
              </a:extLst>
            </p:cNvPr>
            <p:cNvGrpSpPr/>
            <p:nvPr/>
          </p:nvGrpSpPr>
          <p:grpSpPr>
            <a:xfrm>
              <a:off x="7174846" y="4987742"/>
              <a:ext cx="753795" cy="956003"/>
              <a:chOff x="4996765" y="2140373"/>
              <a:chExt cx="2411606" cy="3058527"/>
            </a:xfrm>
          </p:grpSpPr>
          <p:sp>
            <p:nvSpPr>
              <p:cNvPr id="87" name="Freeform 21">
                <a:extLst>
                  <a:ext uri="{FF2B5EF4-FFF2-40B4-BE49-F238E27FC236}">
                    <a16:creationId xmlns:a16="http://schemas.microsoft.com/office/drawing/2014/main" id="{A6C16814-73DA-8CA5-4AFA-C70B31960CC3}"/>
                  </a:ext>
                </a:extLst>
              </p:cNvPr>
              <p:cNvSpPr>
                <a:spLocks/>
              </p:cNvSpPr>
              <p:nvPr/>
            </p:nvSpPr>
            <p:spPr bwMode="auto">
              <a:xfrm>
                <a:off x="4996765" y="3786784"/>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7584E5"/>
              </a:solidFill>
              <a:ln w="635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8" name="Freeform 21">
                <a:extLst>
                  <a:ext uri="{FF2B5EF4-FFF2-40B4-BE49-F238E27FC236}">
                    <a16:creationId xmlns:a16="http://schemas.microsoft.com/office/drawing/2014/main" id="{34D76522-C2FF-8A19-CCE4-91144ED80692}"/>
                  </a:ext>
                </a:extLst>
              </p:cNvPr>
              <p:cNvSpPr>
                <a:spLocks/>
              </p:cNvSpPr>
              <p:nvPr/>
            </p:nvSpPr>
            <p:spPr bwMode="auto">
              <a:xfrm>
                <a:off x="4996766" y="3704970"/>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FCFBFF"/>
              </a:solidFill>
              <a:ln w="12700">
                <a:solidFill>
                  <a:srgbClr val="D4D9F7"/>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9" name="Freeform 9">
                <a:extLst>
                  <a:ext uri="{FF2B5EF4-FFF2-40B4-BE49-F238E27FC236}">
                    <a16:creationId xmlns:a16="http://schemas.microsoft.com/office/drawing/2014/main" id="{4238F0C2-78A7-4E91-2DAF-229535AB33B0}"/>
                  </a:ext>
                </a:extLst>
              </p:cNvPr>
              <p:cNvSpPr>
                <a:spLocks/>
              </p:cNvSpPr>
              <p:nvPr/>
            </p:nvSpPr>
            <p:spPr bwMode="auto">
              <a:xfrm>
                <a:off x="5585143" y="2999661"/>
                <a:ext cx="1234852" cy="702303"/>
              </a:xfrm>
              <a:custGeom>
                <a:avLst/>
                <a:gdLst>
                  <a:gd name="T0" fmla="*/ 0 w 1644"/>
                  <a:gd name="T1" fmla="*/ 467 h 935"/>
                  <a:gd name="T2" fmla="*/ 822 w 1644"/>
                  <a:gd name="T3" fmla="*/ 935 h 935"/>
                  <a:gd name="T4" fmla="*/ 1644 w 1644"/>
                  <a:gd name="T5" fmla="*/ 467 h 935"/>
                  <a:gd name="T6" fmla="*/ 822 w 1644"/>
                  <a:gd name="T7" fmla="*/ 0 h 935"/>
                  <a:gd name="T8" fmla="*/ 0 w 1644"/>
                  <a:gd name="T9" fmla="*/ 467 h 935"/>
                </a:gdLst>
                <a:ahLst/>
                <a:cxnLst>
                  <a:cxn ang="0">
                    <a:pos x="T0" y="T1"/>
                  </a:cxn>
                  <a:cxn ang="0">
                    <a:pos x="T2" y="T3"/>
                  </a:cxn>
                  <a:cxn ang="0">
                    <a:pos x="T4" y="T5"/>
                  </a:cxn>
                  <a:cxn ang="0">
                    <a:pos x="T6" y="T7"/>
                  </a:cxn>
                  <a:cxn ang="0">
                    <a:pos x="T8" y="T9"/>
                  </a:cxn>
                </a:cxnLst>
                <a:rect l="0" t="0" r="r" b="b"/>
                <a:pathLst>
                  <a:path w="1644" h="935">
                    <a:moveTo>
                      <a:pt x="0" y="467"/>
                    </a:moveTo>
                    <a:lnTo>
                      <a:pt x="822" y="935"/>
                    </a:lnTo>
                    <a:lnTo>
                      <a:pt x="1644" y="467"/>
                    </a:lnTo>
                    <a:lnTo>
                      <a:pt x="822" y="0"/>
                    </a:lnTo>
                    <a:lnTo>
                      <a:pt x="0" y="467"/>
                    </a:lnTo>
                    <a:close/>
                  </a:path>
                </a:pathLst>
              </a:custGeom>
              <a:gradFill flip="none" rotWithShape="1">
                <a:gsLst>
                  <a:gs pos="0">
                    <a:srgbClr val="FAFBFF"/>
                  </a:gs>
                  <a:gs pos="100000">
                    <a:srgbClr val="8E9CEF"/>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10">
                <a:extLst>
                  <a:ext uri="{FF2B5EF4-FFF2-40B4-BE49-F238E27FC236}">
                    <a16:creationId xmlns:a16="http://schemas.microsoft.com/office/drawing/2014/main" id="{F9007A46-2327-6871-52E6-102F972ECC0A}"/>
                  </a:ext>
                </a:extLst>
              </p:cNvPr>
              <p:cNvSpPr>
                <a:spLocks/>
              </p:cNvSpPr>
              <p:nvPr/>
            </p:nvSpPr>
            <p:spPr bwMode="auto">
              <a:xfrm>
                <a:off x="6202569" y="3350438"/>
                <a:ext cx="617426" cy="1060590"/>
              </a:xfrm>
              <a:custGeom>
                <a:avLst/>
                <a:gdLst>
                  <a:gd name="T0" fmla="*/ 822 w 822"/>
                  <a:gd name="T1" fmla="*/ 0 h 1412"/>
                  <a:gd name="T2" fmla="*/ 0 w 822"/>
                  <a:gd name="T3" fmla="*/ 1412 h 1412"/>
                  <a:gd name="T4" fmla="*/ 0 w 822"/>
                  <a:gd name="T5" fmla="*/ 468 h 1412"/>
                  <a:gd name="T6" fmla="*/ 822 w 822"/>
                  <a:gd name="T7" fmla="*/ 0 h 1412"/>
                </a:gdLst>
                <a:ahLst/>
                <a:cxnLst>
                  <a:cxn ang="0">
                    <a:pos x="T0" y="T1"/>
                  </a:cxn>
                  <a:cxn ang="0">
                    <a:pos x="T2" y="T3"/>
                  </a:cxn>
                  <a:cxn ang="0">
                    <a:pos x="T4" y="T5"/>
                  </a:cxn>
                  <a:cxn ang="0">
                    <a:pos x="T6" y="T7"/>
                  </a:cxn>
                </a:cxnLst>
                <a:rect l="0" t="0" r="r" b="b"/>
                <a:pathLst>
                  <a:path w="822" h="1412">
                    <a:moveTo>
                      <a:pt x="822" y="0"/>
                    </a:moveTo>
                    <a:lnTo>
                      <a:pt x="0" y="1412"/>
                    </a:lnTo>
                    <a:lnTo>
                      <a:pt x="0" y="468"/>
                    </a:lnTo>
                    <a:lnTo>
                      <a:pt x="822"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1" name="Freeform 11">
                <a:extLst>
                  <a:ext uri="{FF2B5EF4-FFF2-40B4-BE49-F238E27FC236}">
                    <a16:creationId xmlns:a16="http://schemas.microsoft.com/office/drawing/2014/main" id="{EE4D751A-B5D3-AEA4-CC43-DD92D2745068}"/>
                  </a:ext>
                </a:extLst>
              </p:cNvPr>
              <p:cNvSpPr>
                <a:spLocks/>
              </p:cNvSpPr>
              <p:nvPr/>
            </p:nvSpPr>
            <p:spPr bwMode="auto">
              <a:xfrm>
                <a:off x="6202569" y="2140373"/>
                <a:ext cx="617426" cy="1412117"/>
              </a:xfrm>
              <a:custGeom>
                <a:avLst/>
                <a:gdLst>
                  <a:gd name="T0" fmla="*/ 0 w 822"/>
                  <a:gd name="T1" fmla="*/ 1880 h 1880"/>
                  <a:gd name="T2" fmla="*/ 822 w 822"/>
                  <a:gd name="T3" fmla="*/ 1412 h 1880"/>
                  <a:gd name="T4" fmla="*/ 0 w 822"/>
                  <a:gd name="T5" fmla="*/ 0 h 1880"/>
                  <a:gd name="T6" fmla="*/ 0 w 822"/>
                  <a:gd name="T7" fmla="*/ 1880 h 1880"/>
                </a:gdLst>
                <a:ahLst/>
                <a:cxnLst>
                  <a:cxn ang="0">
                    <a:pos x="T0" y="T1"/>
                  </a:cxn>
                  <a:cxn ang="0">
                    <a:pos x="T2" y="T3"/>
                  </a:cxn>
                  <a:cxn ang="0">
                    <a:pos x="T4" y="T5"/>
                  </a:cxn>
                  <a:cxn ang="0">
                    <a:pos x="T6" y="T7"/>
                  </a:cxn>
                </a:cxnLst>
                <a:rect l="0" t="0" r="r" b="b"/>
                <a:pathLst>
                  <a:path w="822" h="1880">
                    <a:moveTo>
                      <a:pt x="0" y="1880"/>
                    </a:moveTo>
                    <a:lnTo>
                      <a:pt x="822" y="1412"/>
                    </a:lnTo>
                    <a:lnTo>
                      <a:pt x="0" y="0"/>
                    </a:lnTo>
                    <a:lnTo>
                      <a:pt x="0" y="188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12">
                <a:extLst>
                  <a:ext uri="{FF2B5EF4-FFF2-40B4-BE49-F238E27FC236}">
                    <a16:creationId xmlns:a16="http://schemas.microsoft.com/office/drawing/2014/main" id="{C3563BE8-F92E-F521-A25E-A4E57D6A843B}"/>
                  </a:ext>
                </a:extLst>
              </p:cNvPr>
              <p:cNvSpPr>
                <a:spLocks/>
              </p:cNvSpPr>
              <p:nvPr/>
            </p:nvSpPr>
            <p:spPr bwMode="auto">
              <a:xfrm>
                <a:off x="5585143" y="2140373"/>
                <a:ext cx="617426" cy="1412117"/>
              </a:xfrm>
              <a:custGeom>
                <a:avLst/>
                <a:gdLst>
                  <a:gd name="T0" fmla="*/ 0 w 822"/>
                  <a:gd name="T1" fmla="*/ 1412 h 1880"/>
                  <a:gd name="T2" fmla="*/ 822 w 822"/>
                  <a:gd name="T3" fmla="*/ 0 h 1880"/>
                  <a:gd name="T4" fmla="*/ 822 w 822"/>
                  <a:gd name="T5" fmla="*/ 1880 h 1880"/>
                  <a:gd name="T6" fmla="*/ 0 w 822"/>
                  <a:gd name="T7" fmla="*/ 1412 h 1880"/>
                </a:gdLst>
                <a:ahLst/>
                <a:cxnLst>
                  <a:cxn ang="0">
                    <a:pos x="T0" y="T1"/>
                  </a:cxn>
                  <a:cxn ang="0">
                    <a:pos x="T2" y="T3"/>
                  </a:cxn>
                  <a:cxn ang="0">
                    <a:pos x="T4" y="T5"/>
                  </a:cxn>
                  <a:cxn ang="0">
                    <a:pos x="T6" y="T7"/>
                  </a:cxn>
                </a:cxnLst>
                <a:rect l="0" t="0" r="r" b="b"/>
                <a:pathLst>
                  <a:path w="822" h="1880">
                    <a:moveTo>
                      <a:pt x="0" y="1412"/>
                    </a:moveTo>
                    <a:lnTo>
                      <a:pt x="822" y="0"/>
                    </a:lnTo>
                    <a:lnTo>
                      <a:pt x="822" y="1880"/>
                    </a:lnTo>
                    <a:lnTo>
                      <a:pt x="0" y="1412"/>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 name="Freeform 13">
                <a:extLst>
                  <a:ext uri="{FF2B5EF4-FFF2-40B4-BE49-F238E27FC236}">
                    <a16:creationId xmlns:a16="http://schemas.microsoft.com/office/drawing/2014/main" id="{ACE1F6E0-7E39-FF32-B563-4843BA8F25C8}"/>
                  </a:ext>
                </a:extLst>
              </p:cNvPr>
              <p:cNvSpPr>
                <a:spLocks/>
              </p:cNvSpPr>
              <p:nvPr/>
            </p:nvSpPr>
            <p:spPr bwMode="auto">
              <a:xfrm>
                <a:off x="5585143" y="3350438"/>
                <a:ext cx="617426" cy="1060590"/>
              </a:xfrm>
              <a:custGeom>
                <a:avLst/>
                <a:gdLst>
                  <a:gd name="T0" fmla="*/ 822 w 822"/>
                  <a:gd name="T1" fmla="*/ 468 h 1412"/>
                  <a:gd name="T2" fmla="*/ 0 w 822"/>
                  <a:gd name="T3" fmla="*/ 0 h 1412"/>
                  <a:gd name="T4" fmla="*/ 822 w 822"/>
                  <a:gd name="T5" fmla="*/ 1412 h 1412"/>
                  <a:gd name="T6" fmla="*/ 822 w 822"/>
                  <a:gd name="T7" fmla="*/ 468 h 1412"/>
                </a:gdLst>
                <a:ahLst/>
                <a:cxnLst>
                  <a:cxn ang="0">
                    <a:pos x="T0" y="T1"/>
                  </a:cxn>
                  <a:cxn ang="0">
                    <a:pos x="T2" y="T3"/>
                  </a:cxn>
                  <a:cxn ang="0">
                    <a:pos x="T4" y="T5"/>
                  </a:cxn>
                  <a:cxn ang="0">
                    <a:pos x="T6" y="T7"/>
                  </a:cxn>
                </a:cxnLst>
                <a:rect l="0" t="0" r="r" b="b"/>
                <a:pathLst>
                  <a:path w="822" h="1412">
                    <a:moveTo>
                      <a:pt x="822" y="468"/>
                    </a:moveTo>
                    <a:lnTo>
                      <a:pt x="0" y="0"/>
                    </a:lnTo>
                    <a:lnTo>
                      <a:pt x="822" y="1412"/>
                    </a:lnTo>
                    <a:lnTo>
                      <a:pt x="822" y="468"/>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94" name="组合 93">
              <a:extLst>
                <a:ext uri="{FF2B5EF4-FFF2-40B4-BE49-F238E27FC236}">
                  <a16:creationId xmlns:a16="http://schemas.microsoft.com/office/drawing/2014/main" id="{00B42575-3042-51C9-AD7C-0528B44D590F}"/>
                </a:ext>
              </a:extLst>
            </p:cNvPr>
            <p:cNvGrpSpPr/>
            <p:nvPr/>
          </p:nvGrpSpPr>
          <p:grpSpPr>
            <a:xfrm>
              <a:off x="4326206" y="5027709"/>
              <a:ext cx="753795" cy="956003"/>
              <a:chOff x="4996765" y="2140373"/>
              <a:chExt cx="2411606" cy="3058527"/>
            </a:xfrm>
          </p:grpSpPr>
          <p:sp>
            <p:nvSpPr>
              <p:cNvPr id="95" name="Freeform 21">
                <a:extLst>
                  <a:ext uri="{FF2B5EF4-FFF2-40B4-BE49-F238E27FC236}">
                    <a16:creationId xmlns:a16="http://schemas.microsoft.com/office/drawing/2014/main" id="{4F3D6366-D1B1-4C4F-1C67-587B0CEF55A0}"/>
                  </a:ext>
                </a:extLst>
              </p:cNvPr>
              <p:cNvSpPr>
                <a:spLocks/>
              </p:cNvSpPr>
              <p:nvPr/>
            </p:nvSpPr>
            <p:spPr bwMode="auto">
              <a:xfrm>
                <a:off x="4996765" y="3786784"/>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7584E5"/>
              </a:solidFill>
              <a:ln w="635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21">
                <a:extLst>
                  <a:ext uri="{FF2B5EF4-FFF2-40B4-BE49-F238E27FC236}">
                    <a16:creationId xmlns:a16="http://schemas.microsoft.com/office/drawing/2014/main" id="{3169839E-4284-0ABC-0A49-98A9736CF7FF}"/>
                  </a:ext>
                </a:extLst>
              </p:cNvPr>
              <p:cNvSpPr>
                <a:spLocks/>
              </p:cNvSpPr>
              <p:nvPr/>
            </p:nvSpPr>
            <p:spPr bwMode="auto">
              <a:xfrm>
                <a:off x="4996766" y="3704970"/>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FCFBFF"/>
              </a:solidFill>
              <a:ln w="12700">
                <a:solidFill>
                  <a:srgbClr val="D4D9F7"/>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97" name="Freeform 9">
                <a:extLst>
                  <a:ext uri="{FF2B5EF4-FFF2-40B4-BE49-F238E27FC236}">
                    <a16:creationId xmlns:a16="http://schemas.microsoft.com/office/drawing/2014/main" id="{6FB4FECD-373E-8324-3A0A-BE1819529331}"/>
                  </a:ext>
                </a:extLst>
              </p:cNvPr>
              <p:cNvSpPr>
                <a:spLocks/>
              </p:cNvSpPr>
              <p:nvPr/>
            </p:nvSpPr>
            <p:spPr bwMode="auto">
              <a:xfrm>
                <a:off x="5585143" y="2999661"/>
                <a:ext cx="1234852" cy="702303"/>
              </a:xfrm>
              <a:custGeom>
                <a:avLst/>
                <a:gdLst>
                  <a:gd name="T0" fmla="*/ 0 w 1644"/>
                  <a:gd name="T1" fmla="*/ 467 h 935"/>
                  <a:gd name="T2" fmla="*/ 822 w 1644"/>
                  <a:gd name="T3" fmla="*/ 935 h 935"/>
                  <a:gd name="T4" fmla="*/ 1644 w 1644"/>
                  <a:gd name="T5" fmla="*/ 467 h 935"/>
                  <a:gd name="T6" fmla="*/ 822 w 1644"/>
                  <a:gd name="T7" fmla="*/ 0 h 935"/>
                  <a:gd name="T8" fmla="*/ 0 w 1644"/>
                  <a:gd name="T9" fmla="*/ 467 h 935"/>
                </a:gdLst>
                <a:ahLst/>
                <a:cxnLst>
                  <a:cxn ang="0">
                    <a:pos x="T0" y="T1"/>
                  </a:cxn>
                  <a:cxn ang="0">
                    <a:pos x="T2" y="T3"/>
                  </a:cxn>
                  <a:cxn ang="0">
                    <a:pos x="T4" y="T5"/>
                  </a:cxn>
                  <a:cxn ang="0">
                    <a:pos x="T6" y="T7"/>
                  </a:cxn>
                  <a:cxn ang="0">
                    <a:pos x="T8" y="T9"/>
                  </a:cxn>
                </a:cxnLst>
                <a:rect l="0" t="0" r="r" b="b"/>
                <a:pathLst>
                  <a:path w="1644" h="935">
                    <a:moveTo>
                      <a:pt x="0" y="467"/>
                    </a:moveTo>
                    <a:lnTo>
                      <a:pt x="822" y="935"/>
                    </a:lnTo>
                    <a:lnTo>
                      <a:pt x="1644" y="467"/>
                    </a:lnTo>
                    <a:lnTo>
                      <a:pt x="822" y="0"/>
                    </a:lnTo>
                    <a:lnTo>
                      <a:pt x="0" y="467"/>
                    </a:lnTo>
                    <a:close/>
                  </a:path>
                </a:pathLst>
              </a:custGeom>
              <a:gradFill flip="none" rotWithShape="1">
                <a:gsLst>
                  <a:gs pos="0">
                    <a:srgbClr val="FAFBFF"/>
                  </a:gs>
                  <a:gs pos="100000">
                    <a:srgbClr val="8E9CEF"/>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98" name="Freeform 10">
                <a:extLst>
                  <a:ext uri="{FF2B5EF4-FFF2-40B4-BE49-F238E27FC236}">
                    <a16:creationId xmlns:a16="http://schemas.microsoft.com/office/drawing/2014/main" id="{0D4DE6BB-B6B2-5528-4367-F5AA22A53972}"/>
                  </a:ext>
                </a:extLst>
              </p:cNvPr>
              <p:cNvSpPr>
                <a:spLocks/>
              </p:cNvSpPr>
              <p:nvPr/>
            </p:nvSpPr>
            <p:spPr bwMode="auto">
              <a:xfrm>
                <a:off x="6202569" y="3350438"/>
                <a:ext cx="617426" cy="1060590"/>
              </a:xfrm>
              <a:custGeom>
                <a:avLst/>
                <a:gdLst>
                  <a:gd name="T0" fmla="*/ 822 w 822"/>
                  <a:gd name="T1" fmla="*/ 0 h 1412"/>
                  <a:gd name="T2" fmla="*/ 0 w 822"/>
                  <a:gd name="T3" fmla="*/ 1412 h 1412"/>
                  <a:gd name="T4" fmla="*/ 0 w 822"/>
                  <a:gd name="T5" fmla="*/ 468 h 1412"/>
                  <a:gd name="T6" fmla="*/ 822 w 822"/>
                  <a:gd name="T7" fmla="*/ 0 h 1412"/>
                </a:gdLst>
                <a:ahLst/>
                <a:cxnLst>
                  <a:cxn ang="0">
                    <a:pos x="T0" y="T1"/>
                  </a:cxn>
                  <a:cxn ang="0">
                    <a:pos x="T2" y="T3"/>
                  </a:cxn>
                  <a:cxn ang="0">
                    <a:pos x="T4" y="T5"/>
                  </a:cxn>
                  <a:cxn ang="0">
                    <a:pos x="T6" y="T7"/>
                  </a:cxn>
                </a:cxnLst>
                <a:rect l="0" t="0" r="r" b="b"/>
                <a:pathLst>
                  <a:path w="822" h="1412">
                    <a:moveTo>
                      <a:pt x="822" y="0"/>
                    </a:moveTo>
                    <a:lnTo>
                      <a:pt x="0" y="1412"/>
                    </a:lnTo>
                    <a:lnTo>
                      <a:pt x="0" y="468"/>
                    </a:lnTo>
                    <a:lnTo>
                      <a:pt x="822"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 name="Freeform 11">
                <a:extLst>
                  <a:ext uri="{FF2B5EF4-FFF2-40B4-BE49-F238E27FC236}">
                    <a16:creationId xmlns:a16="http://schemas.microsoft.com/office/drawing/2014/main" id="{B3483E41-641E-352C-FFF0-F49F42974594}"/>
                  </a:ext>
                </a:extLst>
              </p:cNvPr>
              <p:cNvSpPr>
                <a:spLocks/>
              </p:cNvSpPr>
              <p:nvPr/>
            </p:nvSpPr>
            <p:spPr bwMode="auto">
              <a:xfrm>
                <a:off x="6202569" y="2140373"/>
                <a:ext cx="617426" cy="1412117"/>
              </a:xfrm>
              <a:custGeom>
                <a:avLst/>
                <a:gdLst>
                  <a:gd name="T0" fmla="*/ 0 w 822"/>
                  <a:gd name="T1" fmla="*/ 1880 h 1880"/>
                  <a:gd name="T2" fmla="*/ 822 w 822"/>
                  <a:gd name="T3" fmla="*/ 1412 h 1880"/>
                  <a:gd name="T4" fmla="*/ 0 w 822"/>
                  <a:gd name="T5" fmla="*/ 0 h 1880"/>
                  <a:gd name="T6" fmla="*/ 0 w 822"/>
                  <a:gd name="T7" fmla="*/ 1880 h 1880"/>
                </a:gdLst>
                <a:ahLst/>
                <a:cxnLst>
                  <a:cxn ang="0">
                    <a:pos x="T0" y="T1"/>
                  </a:cxn>
                  <a:cxn ang="0">
                    <a:pos x="T2" y="T3"/>
                  </a:cxn>
                  <a:cxn ang="0">
                    <a:pos x="T4" y="T5"/>
                  </a:cxn>
                  <a:cxn ang="0">
                    <a:pos x="T6" y="T7"/>
                  </a:cxn>
                </a:cxnLst>
                <a:rect l="0" t="0" r="r" b="b"/>
                <a:pathLst>
                  <a:path w="822" h="1880">
                    <a:moveTo>
                      <a:pt x="0" y="1880"/>
                    </a:moveTo>
                    <a:lnTo>
                      <a:pt x="822" y="1412"/>
                    </a:lnTo>
                    <a:lnTo>
                      <a:pt x="0" y="0"/>
                    </a:lnTo>
                    <a:lnTo>
                      <a:pt x="0" y="188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0" name="Freeform 12">
                <a:extLst>
                  <a:ext uri="{FF2B5EF4-FFF2-40B4-BE49-F238E27FC236}">
                    <a16:creationId xmlns:a16="http://schemas.microsoft.com/office/drawing/2014/main" id="{699D86EB-C7FC-8E80-116B-DCE12DE37357}"/>
                  </a:ext>
                </a:extLst>
              </p:cNvPr>
              <p:cNvSpPr>
                <a:spLocks/>
              </p:cNvSpPr>
              <p:nvPr/>
            </p:nvSpPr>
            <p:spPr bwMode="auto">
              <a:xfrm>
                <a:off x="5585143" y="2140373"/>
                <a:ext cx="617426" cy="1412117"/>
              </a:xfrm>
              <a:custGeom>
                <a:avLst/>
                <a:gdLst>
                  <a:gd name="T0" fmla="*/ 0 w 822"/>
                  <a:gd name="T1" fmla="*/ 1412 h 1880"/>
                  <a:gd name="T2" fmla="*/ 822 w 822"/>
                  <a:gd name="T3" fmla="*/ 0 h 1880"/>
                  <a:gd name="T4" fmla="*/ 822 w 822"/>
                  <a:gd name="T5" fmla="*/ 1880 h 1880"/>
                  <a:gd name="T6" fmla="*/ 0 w 822"/>
                  <a:gd name="T7" fmla="*/ 1412 h 1880"/>
                </a:gdLst>
                <a:ahLst/>
                <a:cxnLst>
                  <a:cxn ang="0">
                    <a:pos x="T0" y="T1"/>
                  </a:cxn>
                  <a:cxn ang="0">
                    <a:pos x="T2" y="T3"/>
                  </a:cxn>
                  <a:cxn ang="0">
                    <a:pos x="T4" y="T5"/>
                  </a:cxn>
                  <a:cxn ang="0">
                    <a:pos x="T6" y="T7"/>
                  </a:cxn>
                </a:cxnLst>
                <a:rect l="0" t="0" r="r" b="b"/>
                <a:pathLst>
                  <a:path w="822" h="1880">
                    <a:moveTo>
                      <a:pt x="0" y="1412"/>
                    </a:moveTo>
                    <a:lnTo>
                      <a:pt x="822" y="0"/>
                    </a:lnTo>
                    <a:lnTo>
                      <a:pt x="822" y="1880"/>
                    </a:lnTo>
                    <a:lnTo>
                      <a:pt x="0" y="1412"/>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1" name="Freeform 13">
                <a:extLst>
                  <a:ext uri="{FF2B5EF4-FFF2-40B4-BE49-F238E27FC236}">
                    <a16:creationId xmlns:a16="http://schemas.microsoft.com/office/drawing/2014/main" id="{5BA0F769-C01B-8522-C181-EB99649D1364}"/>
                  </a:ext>
                </a:extLst>
              </p:cNvPr>
              <p:cNvSpPr>
                <a:spLocks/>
              </p:cNvSpPr>
              <p:nvPr/>
            </p:nvSpPr>
            <p:spPr bwMode="auto">
              <a:xfrm>
                <a:off x="5585143" y="3350438"/>
                <a:ext cx="617426" cy="1060590"/>
              </a:xfrm>
              <a:custGeom>
                <a:avLst/>
                <a:gdLst>
                  <a:gd name="T0" fmla="*/ 822 w 822"/>
                  <a:gd name="T1" fmla="*/ 468 h 1412"/>
                  <a:gd name="T2" fmla="*/ 0 w 822"/>
                  <a:gd name="T3" fmla="*/ 0 h 1412"/>
                  <a:gd name="T4" fmla="*/ 822 w 822"/>
                  <a:gd name="T5" fmla="*/ 1412 h 1412"/>
                  <a:gd name="T6" fmla="*/ 822 w 822"/>
                  <a:gd name="T7" fmla="*/ 468 h 1412"/>
                </a:gdLst>
                <a:ahLst/>
                <a:cxnLst>
                  <a:cxn ang="0">
                    <a:pos x="T0" y="T1"/>
                  </a:cxn>
                  <a:cxn ang="0">
                    <a:pos x="T2" y="T3"/>
                  </a:cxn>
                  <a:cxn ang="0">
                    <a:pos x="T4" y="T5"/>
                  </a:cxn>
                  <a:cxn ang="0">
                    <a:pos x="T6" y="T7"/>
                  </a:cxn>
                </a:cxnLst>
                <a:rect l="0" t="0" r="r" b="b"/>
                <a:pathLst>
                  <a:path w="822" h="1412">
                    <a:moveTo>
                      <a:pt x="822" y="468"/>
                    </a:moveTo>
                    <a:lnTo>
                      <a:pt x="0" y="0"/>
                    </a:lnTo>
                    <a:lnTo>
                      <a:pt x="822" y="1412"/>
                    </a:lnTo>
                    <a:lnTo>
                      <a:pt x="822" y="468"/>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02" name="组合 101">
              <a:extLst>
                <a:ext uri="{FF2B5EF4-FFF2-40B4-BE49-F238E27FC236}">
                  <a16:creationId xmlns:a16="http://schemas.microsoft.com/office/drawing/2014/main" id="{FD05B703-11AD-66B0-F837-DDFE85CFD6FC}"/>
                </a:ext>
              </a:extLst>
            </p:cNvPr>
            <p:cNvGrpSpPr/>
            <p:nvPr/>
          </p:nvGrpSpPr>
          <p:grpSpPr>
            <a:xfrm>
              <a:off x="3622293" y="2505122"/>
              <a:ext cx="753795" cy="956003"/>
              <a:chOff x="4996765" y="2140373"/>
              <a:chExt cx="2411606" cy="3058527"/>
            </a:xfrm>
          </p:grpSpPr>
          <p:sp>
            <p:nvSpPr>
              <p:cNvPr id="103" name="Freeform 21">
                <a:extLst>
                  <a:ext uri="{FF2B5EF4-FFF2-40B4-BE49-F238E27FC236}">
                    <a16:creationId xmlns:a16="http://schemas.microsoft.com/office/drawing/2014/main" id="{6831E709-21E3-735D-5914-18F4314B3AE9}"/>
                  </a:ext>
                </a:extLst>
              </p:cNvPr>
              <p:cNvSpPr>
                <a:spLocks/>
              </p:cNvSpPr>
              <p:nvPr/>
            </p:nvSpPr>
            <p:spPr bwMode="auto">
              <a:xfrm>
                <a:off x="4996765" y="3786784"/>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7584E5"/>
              </a:solidFill>
              <a:ln w="635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04" name="Freeform 21">
                <a:extLst>
                  <a:ext uri="{FF2B5EF4-FFF2-40B4-BE49-F238E27FC236}">
                    <a16:creationId xmlns:a16="http://schemas.microsoft.com/office/drawing/2014/main" id="{591F198A-CFE3-1E2E-28ED-18127E073046}"/>
                  </a:ext>
                </a:extLst>
              </p:cNvPr>
              <p:cNvSpPr>
                <a:spLocks/>
              </p:cNvSpPr>
              <p:nvPr/>
            </p:nvSpPr>
            <p:spPr bwMode="auto">
              <a:xfrm>
                <a:off x="4996766" y="3704970"/>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FCFBFF"/>
              </a:solidFill>
              <a:ln w="12700">
                <a:solidFill>
                  <a:srgbClr val="D4D9F7"/>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05" name="Freeform 9">
                <a:extLst>
                  <a:ext uri="{FF2B5EF4-FFF2-40B4-BE49-F238E27FC236}">
                    <a16:creationId xmlns:a16="http://schemas.microsoft.com/office/drawing/2014/main" id="{6BAFF6B6-3332-C8AA-84C2-C3353900E308}"/>
                  </a:ext>
                </a:extLst>
              </p:cNvPr>
              <p:cNvSpPr>
                <a:spLocks/>
              </p:cNvSpPr>
              <p:nvPr/>
            </p:nvSpPr>
            <p:spPr bwMode="auto">
              <a:xfrm>
                <a:off x="5585143" y="2999661"/>
                <a:ext cx="1234852" cy="702303"/>
              </a:xfrm>
              <a:custGeom>
                <a:avLst/>
                <a:gdLst>
                  <a:gd name="T0" fmla="*/ 0 w 1644"/>
                  <a:gd name="T1" fmla="*/ 467 h 935"/>
                  <a:gd name="T2" fmla="*/ 822 w 1644"/>
                  <a:gd name="T3" fmla="*/ 935 h 935"/>
                  <a:gd name="T4" fmla="*/ 1644 w 1644"/>
                  <a:gd name="T5" fmla="*/ 467 h 935"/>
                  <a:gd name="T6" fmla="*/ 822 w 1644"/>
                  <a:gd name="T7" fmla="*/ 0 h 935"/>
                  <a:gd name="T8" fmla="*/ 0 w 1644"/>
                  <a:gd name="T9" fmla="*/ 467 h 935"/>
                </a:gdLst>
                <a:ahLst/>
                <a:cxnLst>
                  <a:cxn ang="0">
                    <a:pos x="T0" y="T1"/>
                  </a:cxn>
                  <a:cxn ang="0">
                    <a:pos x="T2" y="T3"/>
                  </a:cxn>
                  <a:cxn ang="0">
                    <a:pos x="T4" y="T5"/>
                  </a:cxn>
                  <a:cxn ang="0">
                    <a:pos x="T6" y="T7"/>
                  </a:cxn>
                  <a:cxn ang="0">
                    <a:pos x="T8" y="T9"/>
                  </a:cxn>
                </a:cxnLst>
                <a:rect l="0" t="0" r="r" b="b"/>
                <a:pathLst>
                  <a:path w="1644" h="935">
                    <a:moveTo>
                      <a:pt x="0" y="467"/>
                    </a:moveTo>
                    <a:lnTo>
                      <a:pt x="822" y="935"/>
                    </a:lnTo>
                    <a:lnTo>
                      <a:pt x="1644" y="467"/>
                    </a:lnTo>
                    <a:lnTo>
                      <a:pt x="822" y="0"/>
                    </a:lnTo>
                    <a:lnTo>
                      <a:pt x="0" y="467"/>
                    </a:lnTo>
                    <a:close/>
                  </a:path>
                </a:pathLst>
              </a:custGeom>
              <a:gradFill flip="none" rotWithShape="1">
                <a:gsLst>
                  <a:gs pos="0">
                    <a:srgbClr val="FAFBFF"/>
                  </a:gs>
                  <a:gs pos="100000">
                    <a:srgbClr val="8E9CEF"/>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06" name="Freeform 10">
                <a:extLst>
                  <a:ext uri="{FF2B5EF4-FFF2-40B4-BE49-F238E27FC236}">
                    <a16:creationId xmlns:a16="http://schemas.microsoft.com/office/drawing/2014/main" id="{25FA9D7E-A60E-7FE5-4313-E92AD387A17C}"/>
                  </a:ext>
                </a:extLst>
              </p:cNvPr>
              <p:cNvSpPr>
                <a:spLocks/>
              </p:cNvSpPr>
              <p:nvPr/>
            </p:nvSpPr>
            <p:spPr bwMode="auto">
              <a:xfrm>
                <a:off x="6202569" y="3350438"/>
                <a:ext cx="617426" cy="1060590"/>
              </a:xfrm>
              <a:custGeom>
                <a:avLst/>
                <a:gdLst>
                  <a:gd name="T0" fmla="*/ 822 w 822"/>
                  <a:gd name="T1" fmla="*/ 0 h 1412"/>
                  <a:gd name="T2" fmla="*/ 0 w 822"/>
                  <a:gd name="T3" fmla="*/ 1412 h 1412"/>
                  <a:gd name="T4" fmla="*/ 0 w 822"/>
                  <a:gd name="T5" fmla="*/ 468 h 1412"/>
                  <a:gd name="T6" fmla="*/ 822 w 822"/>
                  <a:gd name="T7" fmla="*/ 0 h 1412"/>
                </a:gdLst>
                <a:ahLst/>
                <a:cxnLst>
                  <a:cxn ang="0">
                    <a:pos x="T0" y="T1"/>
                  </a:cxn>
                  <a:cxn ang="0">
                    <a:pos x="T2" y="T3"/>
                  </a:cxn>
                  <a:cxn ang="0">
                    <a:pos x="T4" y="T5"/>
                  </a:cxn>
                  <a:cxn ang="0">
                    <a:pos x="T6" y="T7"/>
                  </a:cxn>
                </a:cxnLst>
                <a:rect l="0" t="0" r="r" b="b"/>
                <a:pathLst>
                  <a:path w="822" h="1412">
                    <a:moveTo>
                      <a:pt x="822" y="0"/>
                    </a:moveTo>
                    <a:lnTo>
                      <a:pt x="0" y="1412"/>
                    </a:lnTo>
                    <a:lnTo>
                      <a:pt x="0" y="468"/>
                    </a:lnTo>
                    <a:lnTo>
                      <a:pt x="822"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7" name="Freeform 11">
                <a:extLst>
                  <a:ext uri="{FF2B5EF4-FFF2-40B4-BE49-F238E27FC236}">
                    <a16:creationId xmlns:a16="http://schemas.microsoft.com/office/drawing/2014/main" id="{F1397B4A-B3CA-39C4-23F2-558DA7532199}"/>
                  </a:ext>
                </a:extLst>
              </p:cNvPr>
              <p:cNvSpPr>
                <a:spLocks/>
              </p:cNvSpPr>
              <p:nvPr/>
            </p:nvSpPr>
            <p:spPr bwMode="auto">
              <a:xfrm>
                <a:off x="6202569" y="2140373"/>
                <a:ext cx="617426" cy="1412117"/>
              </a:xfrm>
              <a:custGeom>
                <a:avLst/>
                <a:gdLst>
                  <a:gd name="T0" fmla="*/ 0 w 822"/>
                  <a:gd name="T1" fmla="*/ 1880 h 1880"/>
                  <a:gd name="T2" fmla="*/ 822 w 822"/>
                  <a:gd name="T3" fmla="*/ 1412 h 1880"/>
                  <a:gd name="T4" fmla="*/ 0 w 822"/>
                  <a:gd name="T5" fmla="*/ 0 h 1880"/>
                  <a:gd name="T6" fmla="*/ 0 w 822"/>
                  <a:gd name="T7" fmla="*/ 1880 h 1880"/>
                </a:gdLst>
                <a:ahLst/>
                <a:cxnLst>
                  <a:cxn ang="0">
                    <a:pos x="T0" y="T1"/>
                  </a:cxn>
                  <a:cxn ang="0">
                    <a:pos x="T2" y="T3"/>
                  </a:cxn>
                  <a:cxn ang="0">
                    <a:pos x="T4" y="T5"/>
                  </a:cxn>
                  <a:cxn ang="0">
                    <a:pos x="T6" y="T7"/>
                  </a:cxn>
                </a:cxnLst>
                <a:rect l="0" t="0" r="r" b="b"/>
                <a:pathLst>
                  <a:path w="822" h="1880">
                    <a:moveTo>
                      <a:pt x="0" y="1880"/>
                    </a:moveTo>
                    <a:lnTo>
                      <a:pt x="822" y="1412"/>
                    </a:lnTo>
                    <a:lnTo>
                      <a:pt x="0" y="0"/>
                    </a:lnTo>
                    <a:lnTo>
                      <a:pt x="0" y="188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8" name="Freeform 12">
                <a:extLst>
                  <a:ext uri="{FF2B5EF4-FFF2-40B4-BE49-F238E27FC236}">
                    <a16:creationId xmlns:a16="http://schemas.microsoft.com/office/drawing/2014/main" id="{CB9505D8-16A4-B769-F3AA-C56B2F3336EC}"/>
                  </a:ext>
                </a:extLst>
              </p:cNvPr>
              <p:cNvSpPr>
                <a:spLocks/>
              </p:cNvSpPr>
              <p:nvPr/>
            </p:nvSpPr>
            <p:spPr bwMode="auto">
              <a:xfrm>
                <a:off x="5585143" y="2140373"/>
                <a:ext cx="617426" cy="1412117"/>
              </a:xfrm>
              <a:custGeom>
                <a:avLst/>
                <a:gdLst>
                  <a:gd name="T0" fmla="*/ 0 w 822"/>
                  <a:gd name="T1" fmla="*/ 1412 h 1880"/>
                  <a:gd name="T2" fmla="*/ 822 w 822"/>
                  <a:gd name="T3" fmla="*/ 0 h 1880"/>
                  <a:gd name="T4" fmla="*/ 822 w 822"/>
                  <a:gd name="T5" fmla="*/ 1880 h 1880"/>
                  <a:gd name="T6" fmla="*/ 0 w 822"/>
                  <a:gd name="T7" fmla="*/ 1412 h 1880"/>
                </a:gdLst>
                <a:ahLst/>
                <a:cxnLst>
                  <a:cxn ang="0">
                    <a:pos x="T0" y="T1"/>
                  </a:cxn>
                  <a:cxn ang="0">
                    <a:pos x="T2" y="T3"/>
                  </a:cxn>
                  <a:cxn ang="0">
                    <a:pos x="T4" y="T5"/>
                  </a:cxn>
                  <a:cxn ang="0">
                    <a:pos x="T6" y="T7"/>
                  </a:cxn>
                </a:cxnLst>
                <a:rect l="0" t="0" r="r" b="b"/>
                <a:pathLst>
                  <a:path w="822" h="1880">
                    <a:moveTo>
                      <a:pt x="0" y="1412"/>
                    </a:moveTo>
                    <a:lnTo>
                      <a:pt x="822" y="0"/>
                    </a:lnTo>
                    <a:lnTo>
                      <a:pt x="822" y="1880"/>
                    </a:lnTo>
                    <a:lnTo>
                      <a:pt x="0" y="1412"/>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9" name="Freeform 13">
                <a:extLst>
                  <a:ext uri="{FF2B5EF4-FFF2-40B4-BE49-F238E27FC236}">
                    <a16:creationId xmlns:a16="http://schemas.microsoft.com/office/drawing/2014/main" id="{6F8E30F9-F053-9985-338E-6FD898D95352}"/>
                  </a:ext>
                </a:extLst>
              </p:cNvPr>
              <p:cNvSpPr>
                <a:spLocks/>
              </p:cNvSpPr>
              <p:nvPr/>
            </p:nvSpPr>
            <p:spPr bwMode="auto">
              <a:xfrm>
                <a:off x="5585143" y="3350438"/>
                <a:ext cx="617426" cy="1060590"/>
              </a:xfrm>
              <a:custGeom>
                <a:avLst/>
                <a:gdLst>
                  <a:gd name="T0" fmla="*/ 822 w 822"/>
                  <a:gd name="T1" fmla="*/ 468 h 1412"/>
                  <a:gd name="T2" fmla="*/ 0 w 822"/>
                  <a:gd name="T3" fmla="*/ 0 h 1412"/>
                  <a:gd name="T4" fmla="*/ 822 w 822"/>
                  <a:gd name="T5" fmla="*/ 1412 h 1412"/>
                  <a:gd name="T6" fmla="*/ 822 w 822"/>
                  <a:gd name="T7" fmla="*/ 468 h 1412"/>
                </a:gdLst>
                <a:ahLst/>
                <a:cxnLst>
                  <a:cxn ang="0">
                    <a:pos x="T0" y="T1"/>
                  </a:cxn>
                  <a:cxn ang="0">
                    <a:pos x="T2" y="T3"/>
                  </a:cxn>
                  <a:cxn ang="0">
                    <a:pos x="T4" y="T5"/>
                  </a:cxn>
                  <a:cxn ang="0">
                    <a:pos x="T6" y="T7"/>
                  </a:cxn>
                </a:cxnLst>
                <a:rect l="0" t="0" r="r" b="b"/>
                <a:pathLst>
                  <a:path w="822" h="1412">
                    <a:moveTo>
                      <a:pt x="822" y="468"/>
                    </a:moveTo>
                    <a:lnTo>
                      <a:pt x="0" y="0"/>
                    </a:lnTo>
                    <a:lnTo>
                      <a:pt x="822" y="1412"/>
                    </a:lnTo>
                    <a:lnTo>
                      <a:pt x="822" y="468"/>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18" name="组合 117">
              <a:extLst>
                <a:ext uri="{FF2B5EF4-FFF2-40B4-BE49-F238E27FC236}">
                  <a16:creationId xmlns:a16="http://schemas.microsoft.com/office/drawing/2014/main" id="{74266459-6887-915F-1496-6D236042D0FA}"/>
                </a:ext>
              </a:extLst>
            </p:cNvPr>
            <p:cNvGrpSpPr/>
            <p:nvPr/>
          </p:nvGrpSpPr>
          <p:grpSpPr>
            <a:xfrm>
              <a:off x="5798266" y="2494077"/>
              <a:ext cx="753795" cy="956003"/>
              <a:chOff x="4996765" y="2140373"/>
              <a:chExt cx="2411606" cy="3058527"/>
            </a:xfrm>
          </p:grpSpPr>
          <p:sp>
            <p:nvSpPr>
              <p:cNvPr id="119" name="Freeform 21">
                <a:extLst>
                  <a:ext uri="{FF2B5EF4-FFF2-40B4-BE49-F238E27FC236}">
                    <a16:creationId xmlns:a16="http://schemas.microsoft.com/office/drawing/2014/main" id="{9C0DC823-71CA-0045-25E6-9EC41E9591E7}"/>
                  </a:ext>
                </a:extLst>
              </p:cNvPr>
              <p:cNvSpPr>
                <a:spLocks/>
              </p:cNvSpPr>
              <p:nvPr/>
            </p:nvSpPr>
            <p:spPr bwMode="auto">
              <a:xfrm>
                <a:off x="4996765" y="3786784"/>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7584E5"/>
              </a:solidFill>
              <a:ln w="635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0" name="Freeform 21">
                <a:extLst>
                  <a:ext uri="{FF2B5EF4-FFF2-40B4-BE49-F238E27FC236}">
                    <a16:creationId xmlns:a16="http://schemas.microsoft.com/office/drawing/2014/main" id="{2A681BA7-0FA7-678C-475F-7238651CE5D3}"/>
                  </a:ext>
                </a:extLst>
              </p:cNvPr>
              <p:cNvSpPr>
                <a:spLocks/>
              </p:cNvSpPr>
              <p:nvPr/>
            </p:nvSpPr>
            <p:spPr bwMode="auto">
              <a:xfrm>
                <a:off x="4996766" y="3704970"/>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FCFBFF"/>
              </a:solidFill>
              <a:ln w="12700">
                <a:solidFill>
                  <a:srgbClr val="D4D9F7"/>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1" name="Freeform 9">
                <a:extLst>
                  <a:ext uri="{FF2B5EF4-FFF2-40B4-BE49-F238E27FC236}">
                    <a16:creationId xmlns:a16="http://schemas.microsoft.com/office/drawing/2014/main" id="{F51ABBAD-F2C8-8FA0-5D1C-AD83070ADE6D}"/>
                  </a:ext>
                </a:extLst>
              </p:cNvPr>
              <p:cNvSpPr>
                <a:spLocks/>
              </p:cNvSpPr>
              <p:nvPr/>
            </p:nvSpPr>
            <p:spPr bwMode="auto">
              <a:xfrm>
                <a:off x="5585143" y="2999661"/>
                <a:ext cx="1234852" cy="702303"/>
              </a:xfrm>
              <a:custGeom>
                <a:avLst/>
                <a:gdLst>
                  <a:gd name="T0" fmla="*/ 0 w 1644"/>
                  <a:gd name="T1" fmla="*/ 467 h 935"/>
                  <a:gd name="T2" fmla="*/ 822 w 1644"/>
                  <a:gd name="T3" fmla="*/ 935 h 935"/>
                  <a:gd name="T4" fmla="*/ 1644 w 1644"/>
                  <a:gd name="T5" fmla="*/ 467 h 935"/>
                  <a:gd name="T6" fmla="*/ 822 w 1644"/>
                  <a:gd name="T7" fmla="*/ 0 h 935"/>
                  <a:gd name="T8" fmla="*/ 0 w 1644"/>
                  <a:gd name="T9" fmla="*/ 467 h 935"/>
                </a:gdLst>
                <a:ahLst/>
                <a:cxnLst>
                  <a:cxn ang="0">
                    <a:pos x="T0" y="T1"/>
                  </a:cxn>
                  <a:cxn ang="0">
                    <a:pos x="T2" y="T3"/>
                  </a:cxn>
                  <a:cxn ang="0">
                    <a:pos x="T4" y="T5"/>
                  </a:cxn>
                  <a:cxn ang="0">
                    <a:pos x="T6" y="T7"/>
                  </a:cxn>
                  <a:cxn ang="0">
                    <a:pos x="T8" y="T9"/>
                  </a:cxn>
                </a:cxnLst>
                <a:rect l="0" t="0" r="r" b="b"/>
                <a:pathLst>
                  <a:path w="1644" h="935">
                    <a:moveTo>
                      <a:pt x="0" y="467"/>
                    </a:moveTo>
                    <a:lnTo>
                      <a:pt x="822" y="935"/>
                    </a:lnTo>
                    <a:lnTo>
                      <a:pt x="1644" y="467"/>
                    </a:lnTo>
                    <a:lnTo>
                      <a:pt x="822" y="0"/>
                    </a:lnTo>
                    <a:lnTo>
                      <a:pt x="0" y="467"/>
                    </a:lnTo>
                    <a:close/>
                  </a:path>
                </a:pathLst>
              </a:custGeom>
              <a:gradFill flip="none" rotWithShape="1">
                <a:gsLst>
                  <a:gs pos="0">
                    <a:srgbClr val="FAFBFF"/>
                  </a:gs>
                  <a:gs pos="100000">
                    <a:srgbClr val="8E9CEF"/>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2" name="Freeform 10">
                <a:extLst>
                  <a:ext uri="{FF2B5EF4-FFF2-40B4-BE49-F238E27FC236}">
                    <a16:creationId xmlns:a16="http://schemas.microsoft.com/office/drawing/2014/main" id="{59044E4B-24AA-07A4-0F60-B83988C531BE}"/>
                  </a:ext>
                </a:extLst>
              </p:cNvPr>
              <p:cNvSpPr>
                <a:spLocks/>
              </p:cNvSpPr>
              <p:nvPr/>
            </p:nvSpPr>
            <p:spPr bwMode="auto">
              <a:xfrm>
                <a:off x="6202569" y="3350438"/>
                <a:ext cx="617426" cy="1060590"/>
              </a:xfrm>
              <a:custGeom>
                <a:avLst/>
                <a:gdLst>
                  <a:gd name="T0" fmla="*/ 822 w 822"/>
                  <a:gd name="T1" fmla="*/ 0 h 1412"/>
                  <a:gd name="T2" fmla="*/ 0 w 822"/>
                  <a:gd name="T3" fmla="*/ 1412 h 1412"/>
                  <a:gd name="T4" fmla="*/ 0 w 822"/>
                  <a:gd name="T5" fmla="*/ 468 h 1412"/>
                  <a:gd name="T6" fmla="*/ 822 w 822"/>
                  <a:gd name="T7" fmla="*/ 0 h 1412"/>
                </a:gdLst>
                <a:ahLst/>
                <a:cxnLst>
                  <a:cxn ang="0">
                    <a:pos x="T0" y="T1"/>
                  </a:cxn>
                  <a:cxn ang="0">
                    <a:pos x="T2" y="T3"/>
                  </a:cxn>
                  <a:cxn ang="0">
                    <a:pos x="T4" y="T5"/>
                  </a:cxn>
                  <a:cxn ang="0">
                    <a:pos x="T6" y="T7"/>
                  </a:cxn>
                </a:cxnLst>
                <a:rect l="0" t="0" r="r" b="b"/>
                <a:pathLst>
                  <a:path w="822" h="1412">
                    <a:moveTo>
                      <a:pt x="822" y="0"/>
                    </a:moveTo>
                    <a:lnTo>
                      <a:pt x="0" y="1412"/>
                    </a:lnTo>
                    <a:lnTo>
                      <a:pt x="0" y="468"/>
                    </a:lnTo>
                    <a:lnTo>
                      <a:pt x="822"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3" name="Freeform 11">
                <a:extLst>
                  <a:ext uri="{FF2B5EF4-FFF2-40B4-BE49-F238E27FC236}">
                    <a16:creationId xmlns:a16="http://schemas.microsoft.com/office/drawing/2014/main" id="{B9364B49-B1AB-2908-A1AA-D6DA61CE778D}"/>
                  </a:ext>
                </a:extLst>
              </p:cNvPr>
              <p:cNvSpPr>
                <a:spLocks/>
              </p:cNvSpPr>
              <p:nvPr/>
            </p:nvSpPr>
            <p:spPr bwMode="auto">
              <a:xfrm>
                <a:off x="6202569" y="2140373"/>
                <a:ext cx="617426" cy="1412117"/>
              </a:xfrm>
              <a:custGeom>
                <a:avLst/>
                <a:gdLst>
                  <a:gd name="T0" fmla="*/ 0 w 822"/>
                  <a:gd name="T1" fmla="*/ 1880 h 1880"/>
                  <a:gd name="T2" fmla="*/ 822 w 822"/>
                  <a:gd name="T3" fmla="*/ 1412 h 1880"/>
                  <a:gd name="T4" fmla="*/ 0 w 822"/>
                  <a:gd name="T5" fmla="*/ 0 h 1880"/>
                  <a:gd name="T6" fmla="*/ 0 w 822"/>
                  <a:gd name="T7" fmla="*/ 1880 h 1880"/>
                </a:gdLst>
                <a:ahLst/>
                <a:cxnLst>
                  <a:cxn ang="0">
                    <a:pos x="T0" y="T1"/>
                  </a:cxn>
                  <a:cxn ang="0">
                    <a:pos x="T2" y="T3"/>
                  </a:cxn>
                  <a:cxn ang="0">
                    <a:pos x="T4" y="T5"/>
                  </a:cxn>
                  <a:cxn ang="0">
                    <a:pos x="T6" y="T7"/>
                  </a:cxn>
                </a:cxnLst>
                <a:rect l="0" t="0" r="r" b="b"/>
                <a:pathLst>
                  <a:path w="822" h="1880">
                    <a:moveTo>
                      <a:pt x="0" y="1880"/>
                    </a:moveTo>
                    <a:lnTo>
                      <a:pt x="822" y="1412"/>
                    </a:lnTo>
                    <a:lnTo>
                      <a:pt x="0" y="0"/>
                    </a:lnTo>
                    <a:lnTo>
                      <a:pt x="0" y="188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4" name="Freeform 12">
                <a:extLst>
                  <a:ext uri="{FF2B5EF4-FFF2-40B4-BE49-F238E27FC236}">
                    <a16:creationId xmlns:a16="http://schemas.microsoft.com/office/drawing/2014/main" id="{69ADD77C-D5E7-5E0A-3309-5FDFEC15DB3C}"/>
                  </a:ext>
                </a:extLst>
              </p:cNvPr>
              <p:cNvSpPr>
                <a:spLocks/>
              </p:cNvSpPr>
              <p:nvPr/>
            </p:nvSpPr>
            <p:spPr bwMode="auto">
              <a:xfrm>
                <a:off x="5585143" y="2140373"/>
                <a:ext cx="617426" cy="1412117"/>
              </a:xfrm>
              <a:custGeom>
                <a:avLst/>
                <a:gdLst>
                  <a:gd name="T0" fmla="*/ 0 w 822"/>
                  <a:gd name="T1" fmla="*/ 1412 h 1880"/>
                  <a:gd name="T2" fmla="*/ 822 w 822"/>
                  <a:gd name="T3" fmla="*/ 0 h 1880"/>
                  <a:gd name="T4" fmla="*/ 822 w 822"/>
                  <a:gd name="T5" fmla="*/ 1880 h 1880"/>
                  <a:gd name="T6" fmla="*/ 0 w 822"/>
                  <a:gd name="T7" fmla="*/ 1412 h 1880"/>
                </a:gdLst>
                <a:ahLst/>
                <a:cxnLst>
                  <a:cxn ang="0">
                    <a:pos x="T0" y="T1"/>
                  </a:cxn>
                  <a:cxn ang="0">
                    <a:pos x="T2" y="T3"/>
                  </a:cxn>
                  <a:cxn ang="0">
                    <a:pos x="T4" y="T5"/>
                  </a:cxn>
                  <a:cxn ang="0">
                    <a:pos x="T6" y="T7"/>
                  </a:cxn>
                </a:cxnLst>
                <a:rect l="0" t="0" r="r" b="b"/>
                <a:pathLst>
                  <a:path w="822" h="1880">
                    <a:moveTo>
                      <a:pt x="0" y="1412"/>
                    </a:moveTo>
                    <a:lnTo>
                      <a:pt x="822" y="0"/>
                    </a:lnTo>
                    <a:lnTo>
                      <a:pt x="822" y="1880"/>
                    </a:lnTo>
                    <a:lnTo>
                      <a:pt x="0" y="1412"/>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5" name="Freeform 13">
                <a:extLst>
                  <a:ext uri="{FF2B5EF4-FFF2-40B4-BE49-F238E27FC236}">
                    <a16:creationId xmlns:a16="http://schemas.microsoft.com/office/drawing/2014/main" id="{3577D258-45DA-0DC6-E71E-E50CE64BFF18}"/>
                  </a:ext>
                </a:extLst>
              </p:cNvPr>
              <p:cNvSpPr>
                <a:spLocks/>
              </p:cNvSpPr>
              <p:nvPr/>
            </p:nvSpPr>
            <p:spPr bwMode="auto">
              <a:xfrm>
                <a:off x="5585143" y="3350438"/>
                <a:ext cx="617426" cy="1060590"/>
              </a:xfrm>
              <a:custGeom>
                <a:avLst/>
                <a:gdLst>
                  <a:gd name="T0" fmla="*/ 822 w 822"/>
                  <a:gd name="T1" fmla="*/ 468 h 1412"/>
                  <a:gd name="T2" fmla="*/ 0 w 822"/>
                  <a:gd name="T3" fmla="*/ 0 h 1412"/>
                  <a:gd name="T4" fmla="*/ 822 w 822"/>
                  <a:gd name="T5" fmla="*/ 1412 h 1412"/>
                  <a:gd name="T6" fmla="*/ 822 w 822"/>
                  <a:gd name="T7" fmla="*/ 468 h 1412"/>
                </a:gdLst>
                <a:ahLst/>
                <a:cxnLst>
                  <a:cxn ang="0">
                    <a:pos x="T0" y="T1"/>
                  </a:cxn>
                  <a:cxn ang="0">
                    <a:pos x="T2" y="T3"/>
                  </a:cxn>
                  <a:cxn ang="0">
                    <a:pos x="T4" y="T5"/>
                  </a:cxn>
                  <a:cxn ang="0">
                    <a:pos x="T6" y="T7"/>
                  </a:cxn>
                </a:cxnLst>
                <a:rect l="0" t="0" r="r" b="b"/>
                <a:pathLst>
                  <a:path w="822" h="1412">
                    <a:moveTo>
                      <a:pt x="822" y="468"/>
                    </a:moveTo>
                    <a:lnTo>
                      <a:pt x="0" y="0"/>
                    </a:lnTo>
                    <a:lnTo>
                      <a:pt x="822" y="1412"/>
                    </a:lnTo>
                    <a:lnTo>
                      <a:pt x="822" y="468"/>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26" name="组合 125">
              <a:extLst>
                <a:ext uri="{FF2B5EF4-FFF2-40B4-BE49-F238E27FC236}">
                  <a16:creationId xmlns:a16="http://schemas.microsoft.com/office/drawing/2014/main" id="{D56919BB-4910-7FCD-D56D-9EB67739D63B}"/>
                </a:ext>
              </a:extLst>
            </p:cNvPr>
            <p:cNvGrpSpPr/>
            <p:nvPr/>
          </p:nvGrpSpPr>
          <p:grpSpPr>
            <a:xfrm>
              <a:off x="8778533" y="1273866"/>
              <a:ext cx="753795" cy="956003"/>
              <a:chOff x="4996765" y="2140373"/>
              <a:chExt cx="2411606" cy="3058527"/>
            </a:xfrm>
          </p:grpSpPr>
          <p:sp>
            <p:nvSpPr>
              <p:cNvPr id="127" name="Freeform 21">
                <a:extLst>
                  <a:ext uri="{FF2B5EF4-FFF2-40B4-BE49-F238E27FC236}">
                    <a16:creationId xmlns:a16="http://schemas.microsoft.com/office/drawing/2014/main" id="{32581741-3F5B-2CBE-B0F8-24F5FF9C71D0}"/>
                  </a:ext>
                </a:extLst>
              </p:cNvPr>
              <p:cNvSpPr>
                <a:spLocks/>
              </p:cNvSpPr>
              <p:nvPr/>
            </p:nvSpPr>
            <p:spPr bwMode="auto">
              <a:xfrm>
                <a:off x="4996765" y="3786784"/>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7584E5"/>
              </a:solidFill>
              <a:ln w="635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8" name="Freeform 21">
                <a:extLst>
                  <a:ext uri="{FF2B5EF4-FFF2-40B4-BE49-F238E27FC236}">
                    <a16:creationId xmlns:a16="http://schemas.microsoft.com/office/drawing/2014/main" id="{F5583C34-1E2D-1294-7176-10F1046BB732}"/>
                  </a:ext>
                </a:extLst>
              </p:cNvPr>
              <p:cNvSpPr>
                <a:spLocks/>
              </p:cNvSpPr>
              <p:nvPr/>
            </p:nvSpPr>
            <p:spPr bwMode="auto">
              <a:xfrm>
                <a:off x="4996766" y="3704970"/>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FCFBFF"/>
              </a:solidFill>
              <a:ln w="12700">
                <a:solidFill>
                  <a:srgbClr val="D4D9F7"/>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9" name="Freeform 9">
                <a:extLst>
                  <a:ext uri="{FF2B5EF4-FFF2-40B4-BE49-F238E27FC236}">
                    <a16:creationId xmlns:a16="http://schemas.microsoft.com/office/drawing/2014/main" id="{963E1902-55CC-8124-099D-A82EDCFFEAE5}"/>
                  </a:ext>
                </a:extLst>
              </p:cNvPr>
              <p:cNvSpPr>
                <a:spLocks/>
              </p:cNvSpPr>
              <p:nvPr/>
            </p:nvSpPr>
            <p:spPr bwMode="auto">
              <a:xfrm>
                <a:off x="5585143" y="2999661"/>
                <a:ext cx="1234852" cy="702303"/>
              </a:xfrm>
              <a:custGeom>
                <a:avLst/>
                <a:gdLst>
                  <a:gd name="T0" fmla="*/ 0 w 1644"/>
                  <a:gd name="T1" fmla="*/ 467 h 935"/>
                  <a:gd name="T2" fmla="*/ 822 w 1644"/>
                  <a:gd name="T3" fmla="*/ 935 h 935"/>
                  <a:gd name="T4" fmla="*/ 1644 w 1644"/>
                  <a:gd name="T5" fmla="*/ 467 h 935"/>
                  <a:gd name="T6" fmla="*/ 822 w 1644"/>
                  <a:gd name="T7" fmla="*/ 0 h 935"/>
                  <a:gd name="T8" fmla="*/ 0 w 1644"/>
                  <a:gd name="T9" fmla="*/ 467 h 935"/>
                </a:gdLst>
                <a:ahLst/>
                <a:cxnLst>
                  <a:cxn ang="0">
                    <a:pos x="T0" y="T1"/>
                  </a:cxn>
                  <a:cxn ang="0">
                    <a:pos x="T2" y="T3"/>
                  </a:cxn>
                  <a:cxn ang="0">
                    <a:pos x="T4" y="T5"/>
                  </a:cxn>
                  <a:cxn ang="0">
                    <a:pos x="T6" y="T7"/>
                  </a:cxn>
                  <a:cxn ang="0">
                    <a:pos x="T8" y="T9"/>
                  </a:cxn>
                </a:cxnLst>
                <a:rect l="0" t="0" r="r" b="b"/>
                <a:pathLst>
                  <a:path w="1644" h="935">
                    <a:moveTo>
                      <a:pt x="0" y="467"/>
                    </a:moveTo>
                    <a:lnTo>
                      <a:pt x="822" y="935"/>
                    </a:lnTo>
                    <a:lnTo>
                      <a:pt x="1644" y="467"/>
                    </a:lnTo>
                    <a:lnTo>
                      <a:pt x="822" y="0"/>
                    </a:lnTo>
                    <a:lnTo>
                      <a:pt x="0" y="467"/>
                    </a:lnTo>
                    <a:close/>
                  </a:path>
                </a:pathLst>
              </a:custGeom>
              <a:gradFill flip="none" rotWithShape="1">
                <a:gsLst>
                  <a:gs pos="0">
                    <a:srgbClr val="FAFBFF"/>
                  </a:gs>
                  <a:gs pos="100000">
                    <a:srgbClr val="8E9CEF"/>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30" name="Freeform 10">
                <a:extLst>
                  <a:ext uri="{FF2B5EF4-FFF2-40B4-BE49-F238E27FC236}">
                    <a16:creationId xmlns:a16="http://schemas.microsoft.com/office/drawing/2014/main" id="{0250A100-6518-0466-0E8E-EAB544E1FE92}"/>
                  </a:ext>
                </a:extLst>
              </p:cNvPr>
              <p:cNvSpPr>
                <a:spLocks/>
              </p:cNvSpPr>
              <p:nvPr/>
            </p:nvSpPr>
            <p:spPr bwMode="auto">
              <a:xfrm>
                <a:off x="6202569" y="3350438"/>
                <a:ext cx="617426" cy="1060590"/>
              </a:xfrm>
              <a:custGeom>
                <a:avLst/>
                <a:gdLst>
                  <a:gd name="T0" fmla="*/ 822 w 822"/>
                  <a:gd name="T1" fmla="*/ 0 h 1412"/>
                  <a:gd name="T2" fmla="*/ 0 w 822"/>
                  <a:gd name="T3" fmla="*/ 1412 h 1412"/>
                  <a:gd name="T4" fmla="*/ 0 w 822"/>
                  <a:gd name="T5" fmla="*/ 468 h 1412"/>
                  <a:gd name="T6" fmla="*/ 822 w 822"/>
                  <a:gd name="T7" fmla="*/ 0 h 1412"/>
                </a:gdLst>
                <a:ahLst/>
                <a:cxnLst>
                  <a:cxn ang="0">
                    <a:pos x="T0" y="T1"/>
                  </a:cxn>
                  <a:cxn ang="0">
                    <a:pos x="T2" y="T3"/>
                  </a:cxn>
                  <a:cxn ang="0">
                    <a:pos x="T4" y="T5"/>
                  </a:cxn>
                  <a:cxn ang="0">
                    <a:pos x="T6" y="T7"/>
                  </a:cxn>
                </a:cxnLst>
                <a:rect l="0" t="0" r="r" b="b"/>
                <a:pathLst>
                  <a:path w="822" h="1412">
                    <a:moveTo>
                      <a:pt x="822" y="0"/>
                    </a:moveTo>
                    <a:lnTo>
                      <a:pt x="0" y="1412"/>
                    </a:lnTo>
                    <a:lnTo>
                      <a:pt x="0" y="468"/>
                    </a:lnTo>
                    <a:lnTo>
                      <a:pt x="822"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1" name="Freeform 11">
                <a:extLst>
                  <a:ext uri="{FF2B5EF4-FFF2-40B4-BE49-F238E27FC236}">
                    <a16:creationId xmlns:a16="http://schemas.microsoft.com/office/drawing/2014/main" id="{55C98A37-00E8-251F-9D5B-38415A339589}"/>
                  </a:ext>
                </a:extLst>
              </p:cNvPr>
              <p:cNvSpPr>
                <a:spLocks/>
              </p:cNvSpPr>
              <p:nvPr/>
            </p:nvSpPr>
            <p:spPr bwMode="auto">
              <a:xfrm>
                <a:off x="6202569" y="2140373"/>
                <a:ext cx="617426" cy="1412117"/>
              </a:xfrm>
              <a:custGeom>
                <a:avLst/>
                <a:gdLst>
                  <a:gd name="T0" fmla="*/ 0 w 822"/>
                  <a:gd name="T1" fmla="*/ 1880 h 1880"/>
                  <a:gd name="T2" fmla="*/ 822 w 822"/>
                  <a:gd name="T3" fmla="*/ 1412 h 1880"/>
                  <a:gd name="T4" fmla="*/ 0 w 822"/>
                  <a:gd name="T5" fmla="*/ 0 h 1880"/>
                  <a:gd name="T6" fmla="*/ 0 w 822"/>
                  <a:gd name="T7" fmla="*/ 1880 h 1880"/>
                </a:gdLst>
                <a:ahLst/>
                <a:cxnLst>
                  <a:cxn ang="0">
                    <a:pos x="T0" y="T1"/>
                  </a:cxn>
                  <a:cxn ang="0">
                    <a:pos x="T2" y="T3"/>
                  </a:cxn>
                  <a:cxn ang="0">
                    <a:pos x="T4" y="T5"/>
                  </a:cxn>
                  <a:cxn ang="0">
                    <a:pos x="T6" y="T7"/>
                  </a:cxn>
                </a:cxnLst>
                <a:rect l="0" t="0" r="r" b="b"/>
                <a:pathLst>
                  <a:path w="822" h="1880">
                    <a:moveTo>
                      <a:pt x="0" y="1880"/>
                    </a:moveTo>
                    <a:lnTo>
                      <a:pt x="822" y="1412"/>
                    </a:lnTo>
                    <a:lnTo>
                      <a:pt x="0" y="0"/>
                    </a:lnTo>
                    <a:lnTo>
                      <a:pt x="0" y="188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2" name="Freeform 12">
                <a:extLst>
                  <a:ext uri="{FF2B5EF4-FFF2-40B4-BE49-F238E27FC236}">
                    <a16:creationId xmlns:a16="http://schemas.microsoft.com/office/drawing/2014/main" id="{CD2BD2F5-8CC6-42E5-3CCA-9D898A474E6A}"/>
                  </a:ext>
                </a:extLst>
              </p:cNvPr>
              <p:cNvSpPr>
                <a:spLocks/>
              </p:cNvSpPr>
              <p:nvPr/>
            </p:nvSpPr>
            <p:spPr bwMode="auto">
              <a:xfrm>
                <a:off x="5585143" y="2140373"/>
                <a:ext cx="617426" cy="1412117"/>
              </a:xfrm>
              <a:custGeom>
                <a:avLst/>
                <a:gdLst>
                  <a:gd name="T0" fmla="*/ 0 w 822"/>
                  <a:gd name="T1" fmla="*/ 1412 h 1880"/>
                  <a:gd name="T2" fmla="*/ 822 w 822"/>
                  <a:gd name="T3" fmla="*/ 0 h 1880"/>
                  <a:gd name="T4" fmla="*/ 822 w 822"/>
                  <a:gd name="T5" fmla="*/ 1880 h 1880"/>
                  <a:gd name="T6" fmla="*/ 0 w 822"/>
                  <a:gd name="T7" fmla="*/ 1412 h 1880"/>
                </a:gdLst>
                <a:ahLst/>
                <a:cxnLst>
                  <a:cxn ang="0">
                    <a:pos x="T0" y="T1"/>
                  </a:cxn>
                  <a:cxn ang="0">
                    <a:pos x="T2" y="T3"/>
                  </a:cxn>
                  <a:cxn ang="0">
                    <a:pos x="T4" y="T5"/>
                  </a:cxn>
                  <a:cxn ang="0">
                    <a:pos x="T6" y="T7"/>
                  </a:cxn>
                </a:cxnLst>
                <a:rect l="0" t="0" r="r" b="b"/>
                <a:pathLst>
                  <a:path w="822" h="1880">
                    <a:moveTo>
                      <a:pt x="0" y="1412"/>
                    </a:moveTo>
                    <a:lnTo>
                      <a:pt x="822" y="0"/>
                    </a:lnTo>
                    <a:lnTo>
                      <a:pt x="822" y="1880"/>
                    </a:lnTo>
                    <a:lnTo>
                      <a:pt x="0" y="1412"/>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3" name="Freeform 13">
                <a:extLst>
                  <a:ext uri="{FF2B5EF4-FFF2-40B4-BE49-F238E27FC236}">
                    <a16:creationId xmlns:a16="http://schemas.microsoft.com/office/drawing/2014/main" id="{303EA621-C491-BDA8-1171-31F0F4A0989C}"/>
                  </a:ext>
                </a:extLst>
              </p:cNvPr>
              <p:cNvSpPr>
                <a:spLocks/>
              </p:cNvSpPr>
              <p:nvPr/>
            </p:nvSpPr>
            <p:spPr bwMode="auto">
              <a:xfrm>
                <a:off x="5585143" y="3350438"/>
                <a:ext cx="617426" cy="1060590"/>
              </a:xfrm>
              <a:custGeom>
                <a:avLst/>
                <a:gdLst>
                  <a:gd name="T0" fmla="*/ 822 w 822"/>
                  <a:gd name="T1" fmla="*/ 468 h 1412"/>
                  <a:gd name="T2" fmla="*/ 0 w 822"/>
                  <a:gd name="T3" fmla="*/ 0 h 1412"/>
                  <a:gd name="T4" fmla="*/ 822 w 822"/>
                  <a:gd name="T5" fmla="*/ 1412 h 1412"/>
                  <a:gd name="T6" fmla="*/ 822 w 822"/>
                  <a:gd name="T7" fmla="*/ 468 h 1412"/>
                </a:gdLst>
                <a:ahLst/>
                <a:cxnLst>
                  <a:cxn ang="0">
                    <a:pos x="T0" y="T1"/>
                  </a:cxn>
                  <a:cxn ang="0">
                    <a:pos x="T2" y="T3"/>
                  </a:cxn>
                  <a:cxn ang="0">
                    <a:pos x="T4" y="T5"/>
                  </a:cxn>
                  <a:cxn ang="0">
                    <a:pos x="T6" y="T7"/>
                  </a:cxn>
                </a:cxnLst>
                <a:rect l="0" t="0" r="r" b="b"/>
                <a:pathLst>
                  <a:path w="822" h="1412">
                    <a:moveTo>
                      <a:pt x="822" y="468"/>
                    </a:moveTo>
                    <a:lnTo>
                      <a:pt x="0" y="0"/>
                    </a:lnTo>
                    <a:lnTo>
                      <a:pt x="822" y="1412"/>
                    </a:lnTo>
                    <a:lnTo>
                      <a:pt x="822" y="468"/>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34" name="组合 133">
              <a:extLst>
                <a:ext uri="{FF2B5EF4-FFF2-40B4-BE49-F238E27FC236}">
                  <a16:creationId xmlns:a16="http://schemas.microsoft.com/office/drawing/2014/main" id="{EB1CB656-82D8-29C5-FD7B-4AAC81CAE6D3}"/>
                </a:ext>
              </a:extLst>
            </p:cNvPr>
            <p:cNvGrpSpPr/>
            <p:nvPr/>
          </p:nvGrpSpPr>
          <p:grpSpPr>
            <a:xfrm>
              <a:off x="6901322" y="3752751"/>
              <a:ext cx="753795" cy="956003"/>
              <a:chOff x="4996765" y="2140373"/>
              <a:chExt cx="2411606" cy="3058527"/>
            </a:xfrm>
          </p:grpSpPr>
          <p:sp>
            <p:nvSpPr>
              <p:cNvPr id="135" name="Freeform 21">
                <a:extLst>
                  <a:ext uri="{FF2B5EF4-FFF2-40B4-BE49-F238E27FC236}">
                    <a16:creationId xmlns:a16="http://schemas.microsoft.com/office/drawing/2014/main" id="{B8D20A89-26DA-091D-8C45-8C5D19477246}"/>
                  </a:ext>
                </a:extLst>
              </p:cNvPr>
              <p:cNvSpPr>
                <a:spLocks/>
              </p:cNvSpPr>
              <p:nvPr/>
            </p:nvSpPr>
            <p:spPr bwMode="auto">
              <a:xfrm>
                <a:off x="4996765" y="3786784"/>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7584E5"/>
              </a:solidFill>
              <a:ln w="635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36" name="Freeform 21">
                <a:extLst>
                  <a:ext uri="{FF2B5EF4-FFF2-40B4-BE49-F238E27FC236}">
                    <a16:creationId xmlns:a16="http://schemas.microsoft.com/office/drawing/2014/main" id="{81BEDAEC-1E21-F01B-2393-0343F64163E8}"/>
                  </a:ext>
                </a:extLst>
              </p:cNvPr>
              <p:cNvSpPr>
                <a:spLocks/>
              </p:cNvSpPr>
              <p:nvPr/>
            </p:nvSpPr>
            <p:spPr bwMode="auto">
              <a:xfrm>
                <a:off x="4996766" y="3704970"/>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FCFBFF"/>
              </a:solidFill>
              <a:ln w="12700">
                <a:solidFill>
                  <a:srgbClr val="D4D9F7"/>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37" name="Freeform 9">
                <a:extLst>
                  <a:ext uri="{FF2B5EF4-FFF2-40B4-BE49-F238E27FC236}">
                    <a16:creationId xmlns:a16="http://schemas.microsoft.com/office/drawing/2014/main" id="{D5EC98B9-DC49-7004-B10F-3A925578C9DF}"/>
                  </a:ext>
                </a:extLst>
              </p:cNvPr>
              <p:cNvSpPr>
                <a:spLocks/>
              </p:cNvSpPr>
              <p:nvPr/>
            </p:nvSpPr>
            <p:spPr bwMode="auto">
              <a:xfrm>
                <a:off x="5585143" y="2999661"/>
                <a:ext cx="1234852" cy="702303"/>
              </a:xfrm>
              <a:custGeom>
                <a:avLst/>
                <a:gdLst>
                  <a:gd name="T0" fmla="*/ 0 w 1644"/>
                  <a:gd name="T1" fmla="*/ 467 h 935"/>
                  <a:gd name="T2" fmla="*/ 822 w 1644"/>
                  <a:gd name="T3" fmla="*/ 935 h 935"/>
                  <a:gd name="T4" fmla="*/ 1644 w 1644"/>
                  <a:gd name="T5" fmla="*/ 467 h 935"/>
                  <a:gd name="T6" fmla="*/ 822 w 1644"/>
                  <a:gd name="T7" fmla="*/ 0 h 935"/>
                  <a:gd name="T8" fmla="*/ 0 w 1644"/>
                  <a:gd name="T9" fmla="*/ 467 h 935"/>
                </a:gdLst>
                <a:ahLst/>
                <a:cxnLst>
                  <a:cxn ang="0">
                    <a:pos x="T0" y="T1"/>
                  </a:cxn>
                  <a:cxn ang="0">
                    <a:pos x="T2" y="T3"/>
                  </a:cxn>
                  <a:cxn ang="0">
                    <a:pos x="T4" y="T5"/>
                  </a:cxn>
                  <a:cxn ang="0">
                    <a:pos x="T6" y="T7"/>
                  </a:cxn>
                  <a:cxn ang="0">
                    <a:pos x="T8" y="T9"/>
                  </a:cxn>
                </a:cxnLst>
                <a:rect l="0" t="0" r="r" b="b"/>
                <a:pathLst>
                  <a:path w="1644" h="935">
                    <a:moveTo>
                      <a:pt x="0" y="467"/>
                    </a:moveTo>
                    <a:lnTo>
                      <a:pt x="822" y="935"/>
                    </a:lnTo>
                    <a:lnTo>
                      <a:pt x="1644" y="467"/>
                    </a:lnTo>
                    <a:lnTo>
                      <a:pt x="822" y="0"/>
                    </a:lnTo>
                    <a:lnTo>
                      <a:pt x="0" y="467"/>
                    </a:lnTo>
                    <a:close/>
                  </a:path>
                </a:pathLst>
              </a:custGeom>
              <a:gradFill flip="none" rotWithShape="1">
                <a:gsLst>
                  <a:gs pos="0">
                    <a:srgbClr val="FAFBFF"/>
                  </a:gs>
                  <a:gs pos="100000">
                    <a:srgbClr val="8E9CEF"/>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38" name="Freeform 10">
                <a:extLst>
                  <a:ext uri="{FF2B5EF4-FFF2-40B4-BE49-F238E27FC236}">
                    <a16:creationId xmlns:a16="http://schemas.microsoft.com/office/drawing/2014/main" id="{073DB508-4FD4-4924-88C0-A4D1E85AEC62}"/>
                  </a:ext>
                </a:extLst>
              </p:cNvPr>
              <p:cNvSpPr>
                <a:spLocks/>
              </p:cNvSpPr>
              <p:nvPr/>
            </p:nvSpPr>
            <p:spPr bwMode="auto">
              <a:xfrm>
                <a:off x="6202569" y="3350438"/>
                <a:ext cx="617426" cy="1060590"/>
              </a:xfrm>
              <a:custGeom>
                <a:avLst/>
                <a:gdLst>
                  <a:gd name="T0" fmla="*/ 822 w 822"/>
                  <a:gd name="T1" fmla="*/ 0 h 1412"/>
                  <a:gd name="T2" fmla="*/ 0 w 822"/>
                  <a:gd name="T3" fmla="*/ 1412 h 1412"/>
                  <a:gd name="T4" fmla="*/ 0 w 822"/>
                  <a:gd name="T5" fmla="*/ 468 h 1412"/>
                  <a:gd name="T6" fmla="*/ 822 w 822"/>
                  <a:gd name="T7" fmla="*/ 0 h 1412"/>
                </a:gdLst>
                <a:ahLst/>
                <a:cxnLst>
                  <a:cxn ang="0">
                    <a:pos x="T0" y="T1"/>
                  </a:cxn>
                  <a:cxn ang="0">
                    <a:pos x="T2" y="T3"/>
                  </a:cxn>
                  <a:cxn ang="0">
                    <a:pos x="T4" y="T5"/>
                  </a:cxn>
                  <a:cxn ang="0">
                    <a:pos x="T6" y="T7"/>
                  </a:cxn>
                </a:cxnLst>
                <a:rect l="0" t="0" r="r" b="b"/>
                <a:pathLst>
                  <a:path w="822" h="1412">
                    <a:moveTo>
                      <a:pt x="822" y="0"/>
                    </a:moveTo>
                    <a:lnTo>
                      <a:pt x="0" y="1412"/>
                    </a:lnTo>
                    <a:lnTo>
                      <a:pt x="0" y="468"/>
                    </a:lnTo>
                    <a:lnTo>
                      <a:pt x="822"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9" name="Freeform 11">
                <a:extLst>
                  <a:ext uri="{FF2B5EF4-FFF2-40B4-BE49-F238E27FC236}">
                    <a16:creationId xmlns:a16="http://schemas.microsoft.com/office/drawing/2014/main" id="{50CCFC64-3936-45B7-664C-1990FA646243}"/>
                  </a:ext>
                </a:extLst>
              </p:cNvPr>
              <p:cNvSpPr>
                <a:spLocks/>
              </p:cNvSpPr>
              <p:nvPr/>
            </p:nvSpPr>
            <p:spPr bwMode="auto">
              <a:xfrm>
                <a:off x="6202569" y="2140373"/>
                <a:ext cx="617426" cy="1412117"/>
              </a:xfrm>
              <a:custGeom>
                <a:avLst/>
                <a:gdLst>
                  <a:gd name="T0" fmla="*/ 0 w 822"/>
                  <a:gd name="T1" fmla="*/ 1880 h 1880"/>
                  <a:gd name="T2" fmla="*/ 822 w 822"/>
                  <a:gd name="T3" fmla="*/ 1412 h 1880"/>
                  <a:gd name="T4" fmla="*/ 0 w 822"/>
                  <a:gd name="T5" fmla="*/ 0 h 1880"/>
                  <a:gd name="T6" fmla="*/ 0 w 822"/>
                  <a:gd name="T7" fmla="*/ 1880 h 1880"/>
                </a:gdLst>
                <a:ahLst/>
                <a:cxnLst>
                  <a:cxn ang="0">
                    <a:pos x="T0" y="T1"/>
                  </a:cxn>
                  <a:cxn ang="0">
                    <a:pos x="T2" y="T3"/>
                  </a:cxn>
                  <a:cxn ang="0">
                    <a:pos x="T4" y="T5"/>
                  </a:cxn>
                  <a:cxn ang="0">
                    <a:pos x="T6" y="T7"/>
                  </a:cxn>
                </a:cxnLst>
                <a:rect l="0" t="0" r="r" b="b"/>
                <a:pathLst>
                  <a:path w="822" h="1880">
                    <a:moveTo>
                      <a:pt x="0" y="1880"/>
                    </a:moveTo>
                    <a:lnTo>
                      <a:pt x="822" y="1412"/>
                    </a:lnTo>
                    <a:lnTo>
                      <a:pt x="0" y="0"/>
                    </a:lnTo>
                    <a:lnTo>
                      <a:pt x="0" y="188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0" name="Freeform 12">
                <a:extLst>
                  <a:ext uri="{FF2B5EF4-FFF2-40B4-BE49-F238E27FC236}">
                    <a16:creationId xmlns:a16="http://schemas.microsoft.com/office/drawing/2014/main" id="{FC3BFB6E-5F08-108C-0EE4-FAD050D11B1F}"/>
                  </a:ext>
                </a:extLst>
              </p:cNvPr>
              <p:cNvSpPr>
                <a:spLocks/>
              </p:cNvSpPr>
              <p:nvPr/>
            </p:nvSpPr>
            <p:spPr bwMode="auto">
              <a:xfrm>
                <a:off x="5585143" y="2140373"/>
                <a:ext cx="617426" cy="1412117"/>
              </a:xfrm>
              <a:custGeom>
                <a:avLst/>
                <a:gdLst>
                  <a:gd name="T0" fmla="*/ 0 w 822"/>
                  <a:gd name="T1" fmla="*/ 1412 h 1880"/>
                  <a:gd name="T2" fmla="*/ 822 w 822"/>
                  <a:gd name="T3" fmla="*/ 0 h 1880"/>
                  <a:gd name="T4" fmla="*/ 822 w 822"/>
                  <a:gd name="T5" fmla="*/ 1880 h 1880"/>
                  <a:gd name="T6" fmla="*/ 0 w 822"/>
                  <a:gd name="T7" fmla="*/ 1412 h 1880"/>
                </a:gdLst>
                <a:ahLst/>
                <a:cxnLst>
                  <a:cxn ang="0">
                    <a:pos x="T0" y="T1"/>
                  </a:cxn>
                  <a:cxn ang="0">
                    <a:pos x="T2" y="T3"/>
                  </a:cxn>
                  <a:cxn ang="0">
                    <a:pos x="T4" y="T5"/>
                  </a:cxn>
                  <a:cxn ang="0">
                    <a:pos x="T6" y="T7"/>
                  </a:cxn>
                </a:cxnLst>
                <a:rect l="0" t="0" r="r" b="b"/>
                <a:pathLst>
                  <a:path w="822" h="1880">
                    <a:moveTo>
                      <a:pt x="0" y="1412"/>
                    </a:moveTo>
                    <a:lnTo>
                      <a:pt x="822" y="0"/>
                    </a:lnTo>
                    <a:lnTo>
                      <a:pt x="822" y="1880"/>
                    </a:lnTo>
                    <a:lnTo>
                      <a:pt x="0" y="1412"/>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1" name="Freeform 13">
                <a:extLst>
                  <a:ext uri="{FF2B5EF4-FFF2-40B4-BE49-F238E27FC236}">
                    <a16:creationId xmlns:a16="http://schemas.microsoft.com/office/drawing/2014/main" id="{005A9E17-FFD1-43CF-8592-6A9D92CD2544}"/>
                  </a:ext>
                </a:extLst>
              </p:cNvPr>
              <p:cNvSpPr>
                <a:spLocks/>
              </p:cNvSpPr>
              <p:nvPr/>
            </p:nvSpPr>
            <p:spPr bwMode="auto">
              <a:xfrm>
                <a:off x="5585143" y="3350438"/>
                <a:ext cx="617426" cy="1060590"/>
              </a:xfrm>
              <a:custGeom>
                <a:avLst/>
                <a:gdLst>
                  <a:gd name="T0" fmla="*/ 822 w 822"/>
                  <a:gd name="T1" fmla="*/ 468 h 1412"/>
                  <a:gd name="T2" fmla="*/ 0 w 822"/>
                  <a:gd name="T3" fmla="*/ 0 h 1412"/>
                  <a:gd name="T4" fmla="*/ 822 w 822"/>
                  <a:gd name="T5" fmla="*/ 1412 h 1412"/>
                  <a:gd name="T6" fmla="*/ 822 w 822"/>
                  <a:gd name="T7" fmla="*/ 468 h 1412"/>
                </a:gdLst>
                <a:ahLst/>
                <a:cxnLst>
                  <a:cxn ang="0">
                    <a:pos x="T0" y="T1"/>
                  </a:cxn>
                  <a:cxn ang="0">
                    <a:pos x="T2" y="T3"/>
                  </a:cxn>
                  <a:cxn ang="0">
                    <a:pos x="T4" y="T5"/>
                  </a:cxn>
                  <a:cxn ang="0">
                    <a:pos x="T6" y="T7"/>
                  </a:cxn>
                </a:cxnLst>
                <a:rect l="0" t="0" r="r" b="b"/>
                <a:pathLst>
                  <a:path w="822" h="1412">
                    <a:moveTo>
                      <a:pt x="822" y="468"/>
                    </a:moveTo>
                    <a:lnTo>
                      <a:pt x="0" y="0"/>
                    </a:lnTo>
                    <a:lnTo>
                      <a:pt x="822" y="1412"/>
                    </a:lnTo>
                    <a:lnTo>
                      <a:pt x="822" y="468"/>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10" name="组合 109">
              <a:extLst>
                <a:ext uri="{FF2B5EF4-FFF2-40B4-BE49-F238E27FC236}">
                  <a16:creationId xmlns:a16="http://schemas.microsoft.com/office/drawing/2014/main" id="{AE5A15E2-4B06-EF1D-227A-40778AE13B6F}"/>
                </a:ext>
              </a:extLst>
            </p:cNvPr>
            <p:cNvGrpSpPr/>
            <p:nvPr/>
          </p:nvGrpSpPr>
          <p:grpSpPr>
            <a:xfrm>
              <a:off x="4326205" y="1245114"/>
              <a:ext cx="753795" cy="956003"/>
              <a:chOff x="4996765" y="2140373"/>
              <a:chExt cx="2411606" cy="3058527"/>
            </a:xfrm>
          </p:grpSpPr>
          <p:sp>
            <p:nvSpPr>
              <p:cNvPr id="111" name="Freeform 21">
                <a:extLst>
                  <a:ext uri="{FF2B5EF4-FFF2-40B4-BE49-F238E27FC236}">
                    <a16:creationId xmlns:a16="http://schemas.microsoft.com/office/drawing/2014/main" id="{FFE8923A-835A-F381-0B8B-1D6F638316C5}"/>
                  </a:ext>
                </a:extLst>
              </p:cNvPr>
              <p:cNvSpPr>
                <a:spLocks/>
              </p:cNvSpPr>
              <p:nvPr/>
            </p:nvSpPr>
            <p:spPr bwMode="auto">
              <a:xfrm>
                <a:off x="4996765" y="3786784"/>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7584E5"/>
              </a:solidFill>
              <a:ln w="635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21">
                <a:extLst>
                  <a:ext uri="{FF2B5EF4-FFF2-40B4-BE49-F238E27FC236}">
                    <a16:creationId xmlns:a16="http://schemas.microsoft.com/office/drawing/2014/main" id="{CDDDD467-1609-10E0-6D86-A444C91D4618}"/>
                  </a:ext>
                </a:extLst>
              </p:cNvPr>
              <p:cNvSpPr>
                <a:spLocks/>
              </p:cNvSpPr>
              <p:nvPr/>
            </p:nvSpPr>
            <p:spPr bwMode="auto">
              <a:xfrm>
                <a:off x="4996766" y="3704970"/>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FCFBFF"/>
              </a:solidFill>
              <a:ln w="12700">
                <a:solidFill>
                  <a:srgbClr val="D4D9F7"/>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13" name="Freeform 9">
                <a:extLst>
                  <a:ext uri="{FF2B5EF4-FFF2-40B4-BE49-F238E27FC236}">
                    <a16:creationId xmlns:a16="http://schemas.microsoft.com/office/drawing/2014/main" id="{A97A4B82-651B-9005-8A57-0F163D50F908}"/>
                  </a:ext>
                </a:extLst>
              </p:cNvPr>
              <p:cNvSpPr>
                <a:spLocks/>
              </p:cNvSpPr>
              <p:nvPr/>
            </p:nvSpPr>
            <p:spPr bwMode="auto">
              <a:xfrm>
                <a:off x="5585143" y="2999661"/>
                <a:ext cx="1234852" cy="702303"/>
              </a:xfrm>
              <a:custGeom>
                <a:avLst/>
                <a:gdLst>
                  <a:gd name="T0" fmla="*/ 0 w 1644"/>
                  <a:gd name="T1" fmla="*/ 467 h 935"/>
                  <a:gd name="T2" fmla="*/ 822 w 1644"/>
                  <a:gd name="T3" fmla="*/ 935 h 935"/>
                  <a:gd name="T4" fmla="*/ 1644 w 1644"/>
                  <a:gd name="T5" fmla="*/ 467 h 935"/>
                  <a:gd name="T6" fmla="*/ 822 w 1644"/>
                  <a:gd name="T7" fmla="*/ 0 h 935"/>
                  <a:gd name="T8" fmla="*/ 0 w 1644"/>
                  <a:gd name="T9" fmla="*/ 467 h 935"/>
                </a:gdLst>
                <a:ahLst/>
                <a:cxnLst>
                  <a:cxn ang="0">
                    <a:pos x="T0" y="T1"/>
                  </a:cxn>
                  <a:cxn ang="0">
                    <a:pos x="T2" y="T3"/>
                  </a:cxn>
                  <a:cxn ang="0">
                    <a:pos x="T4" y="T5"/>
                  </a:cxn>
                  <a:cxn ang="0">
                    <a:pos x="T6" y="T7"/>
                  </a:cxn>
                  <a:cxn ang="0">
                    <a:pos x="T8" y="T9"/>
                  </a:cxn>
                </a:cxnLst>
                <a:rect l="0" t="0" r="r" b="b"/>
                <a:pathLst>
                  <a:path w="1644" h="935">
                    <a:moveTo>
                      <a:pt x="0" y="467"/>
                    </a:moveTo>
                    <a:lnTo>
                      <a:pt x="822" y="935"/>
                    </a:lnTo>
                    <a:lnTo>
                      <a:pt x="1644" y="467"/>
                    </a:lnTo>
                    <a:lnTo>
                      <a:pt x="822" y="0"/>
                    </a:lnTo>
                    <a:lnTo>
                      <a:pt x="0" y="467"/>
                    </a:lnTo>
                    <a:close/>
                  </a:path>
                </a:pathLst>
              </a:custGeom>
              <a:gradFill flip="none" rotWithShape="1">
                <a:gsLst>
                  <a:gs pos="0">
                    <a:srgbClr val="FAFBFF"/>
                  </a:gs>
                  <a:gs pos="100000">
                    <a:srgbClr val="8E9CEF"/>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10">
                <a:extLst>
                  <a:ext uri="{FF2B5EF4-FFF2-40B4-BE49-F238E27FC236}">
                    <a16:creationId xmlns:a16="http://schemas.microsoft.com/office/drawing/2014/main" id="{EA4E08E1-34E6-9307-B764-C03680C02411}"/>
                  </a:ext>
                </a:extLst>
              </p:cNvPr>
              <p:cNvSpPr>
                <a:spLocks/>
              </p:cNvSpPr>
              <p:nvPr/>
            </p:nvSpPr>
            <p:spPr bwMode="auto">
              <a:xfrm>
                <a:off x="6202569" y="3350438"/>
                <a:ext cx="617426" cy="1060590"/>
              </a:xfrm>
              <a:custGeom>
                <a:avLst/>
                <a:gdLst>
                  <a:gd name="T0" fmla="*/ 822 w 822"/>
                  <a:gd name="T1" fmla="*/ 0 h 1412"/>
                  <a:gd name="T2" fmla="*/ 0 w 822"/>
                  <a:gd name="T3" fmla="*/ 1412 h 1412"/>
                  <a:gd name="T4" fmla="*/ 0 w 822"/>
                  <a:gd name="T5" fmla="*/ 468 h 1412"/>
                  <a:gd name="T6" fmla="*/ 822 w 822"/>
                  <a:gd name="T7" fmla="*/ 0 h 1412"/>
                </a:gdLst>
                <a:ahLst/>
                <a:cxnLst>
                  <a:cxn ang="0">
                    <a:pos x="T0" y="T1"/>
                  </a:cxn>
                  <a:cxn ang="0">
                    <a:pos x="T2" y="T3"/>
                  </a:cxn>
                  <a:cxn ang="0">
                    <a:pos x="T4" y="T5"/>
                  </a:cxn>
                  <a:cxn ang="0">
                    <a:pos x="T6" y="T7"/>
                  </a:cxn>
                </a:cxnLst>
                <a:rect l="0" t="0" r="r" b="b"/>
                <a:pathLst>
                  <a:path w="822" h="1412">
                    <a:moveTo>
                      <a:pt x="822" y="0"/>
                    </a:moveTo>
                    <a:lnTo>
                      <a:pt x="0" y="1412"/>
                    </a:lnTo>
                    <a:lnTo>
                      <a:pt x="0" y="468"/>
                    </a:lnTo>
                    <a:lnTo>
                      <a:pt x="822"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5" name="Freeform 11">
                <a:extLst>
                  <a:ext uri="{FF2B5EF4-FFF2-40B4-BE49-F238E27FC236}">
                    <a16:creationId xmlns:a16="http://schemas.microsoft.com/office/drawing/2014/main" id="{E7B8151A-79DB-AB01-44F1-C6204CFD69BC}"/>
                  </a:ext>
                </a:extLst>
              </p:cNvPr>
              <p:cNvSpPr>
                <a:spLocks/>
              </p:cNvSpPr>
              <p:nvPr/>
            </p:nvSpPr>
            <p:spPr bwMode="auto">
              <a:xfrm>
                <a:off x="6202569" y="2140373"/>
                <a:ext cx="617426" cy="1412117"/>
              </a:xfrm>
              <a:custGeom>
                <a:avLst/>
                <a:gdLst>
                  <a:gd name="T0" fmla="*/ 0 w 822"/>
                  <a:gd name="T1" fmla="*/ 1880 h 1880"/>
                  <a:gd name="T2" fmla="*/ 822 w 822"/>
                  <a:gd name="T3" fmla="*/ 1412 h 1880"/>
                  <a:gd name="T4" fmla="*/ 0 w 822"/>
                  <a:gd name="T5" fmla="*/ 0 h 1880"/>
                  <a:gd name="T6" fmla="*/ 0 w 822"/>
                  <a:gd name="T7" fmla="*/ 1880 h 1880"/>
                </a:gdLst>
                <a:ahLst/>
                <a:cxnLst>
                  <a:cxn ang="0">
                    <a:pos x="T0" y="T1"/>
                  </a:cxn>
                  <a:cxn ang="0">
                    <a:pos x="T2" y="T3"/>
                  </a:cxn>
                  <a:cxn ang="0">
                    <a:pos x="T4" y="T5"/>
                  </a:cxn>
                  <a:cxn ang="0">
                    <a:pos x="T6" y="T7"/>
                  </a:cxn>
                </a:cxnLst>
                <a:rect l="0" t="0" r="r" b="b"/>
                <a:pathLst>
                  <a:path w="822" h="1880">
                    <a:moveTo>
                      <a:pt x="0" y="1880"/>
                    </a:moveTo>
                    <a:lnTo>
                      <a:pt x="822" y="1412"/>
                    </a:lnTo>
                    <a:lnTo>
                      <a:pt x="0" y="0"/>
                    </a:lnTo>
                    <a:lnTo>
                      <a:pt x="0" y="188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6" name="Freeform 12">
                <a:extLst>
                  <a:ext uri="{FF2B5EF4-FFF2-40B4-BE49-F238E27FC236}">
                    <a16:creationId xmlns:a16="http://schemas.microsoft.com/office/drawing/2014/main" id="{B534A5AA-4F30-089F-F4FF-8C2ADE92B93C}"/>
                  </a:ext>
                </a:extLst>
              </p:cNvPr>
              <p:cNvSpPr>
                <a:spLocks/>
              </p:cNvSpPr>
              <p:nvPr/>
            </p:nvSpPr>
            <p:spPr bwMode="auto">
              <a:xfrm>
                <a:off x="5585143" y="2140373"/>
                <a:ext cx="617426" cy="1412117"/>
              </a:xfrm>
              <a:custGeom>
                <a:avLst/>
                <a:gdLst>
                  <a:gd name="T0" fmla="*/ 0 w 822"/>
                  <a:gd name="T1" fmla="*/ 1412 h 1880"/>
                  <a:gd name="T2" fmla="*/ 822 w 822"/>
                  <a:gd name="T3" fmla="*/ 0 h 1880"/>
                  <a:gd name="T4" fmla="*/ 822 w 822"/>
                  <a:gd name="T5" fmla="*/ 1880 h 1880"/>
                  <a:gd name="T6" fmla="*/ 0 w 822"/>
                  <a:gd name="T7" fmla="*/ 1412 h 1880"/>
                </a:gdLst>
                <a:ahLst/>
                <a:cxnLst>
                  <a:cxn ang="0">
                    <a:pos x="T0" y="T1"/>
                  </a:cxn>
                  <a:cxn ang="0">
                    <a:pos x="T2" y="T3"/>
                  </a:cxn>
                  <a:cxn ang="0">
                    <a:pos x="T4" y="T5"/>
                  </a:cxn>
                  <a:cxn ang="0">
                    <a:pos x="T6" y="T7"/>
                  </a:cxn>
                </a:cxnLst>
                <a:rect l="0" t="0" r="r" b="b"/>
                <a:pathLst>
                  <a:path w="822" h="1880">
                    <a:moveTo>
                      <a:pt x="0" y="1412"/>
                    </a:moveTo>
                    <a:lnTo>
                      <a:pt x="822" y="0"/>
                    </a:lnTo>
                    <a:lnTo>
                      <a:pt x="822" y="1880"/>
                    </a:lnTo>
                    <a:lnTo>
                      <a:pt x="0" y="1412"/>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7" name="Freeform 13">
                <a:extLst>
                  <a:ext uri="{FF2B5EF4-FFF2-40B4-BE49-F238E27FC236}">
                    <a16:creationId xmlns:a16="http://schemas.microsoft.com/office/drawing/2014/main" id="{B64253F7-1154-E8C1-F624-D7C3DFE1C469}"/>
                  </a:ext>
                </a:extLst>
              </p:cNvPr>
              <p:cNvSpPr>
                <a:spLocks/>
              </p:cNvSpPr>
              <p:nvPr/>
            </p:nvSpPr>
            <p:spPr bwMode="auto">
              <a:xfrm>
                <a:off x="5585143" y="3350438"/>
                <a:ext cx="617426" cy="1060590"/>
              </a:xfrm>
              <a:custGeom>
                <a:avLst/>
                <a:gdLst>
                  <a:gd name="T0" fmla="*/ 822 w 822"/>
                  <a:gd name="T1" fmla="*/ 468 h 1412"/>
                  <a:gd name="T2" fmla="*/ 0 w 822"/>
                  <a:gd name="T3" fmla="*/ 0 h 1412"/>
                  <a:gd name="T4" fmla="*/ 822 w 822"/>
                  <a:gd name="T5" fmla="*/ 1412 h 1412"/>
                  <a:gd name="T6" fmla="*/ 822 w 822"/>
                  <a:gd name="T7" fmla="*/ 468 h 1412"/>
                </a:gdLst>
                <a:ahLst/>
                <a:cxnLst>
                  <a:cxn ang="0">
                    <a:pos x="T0" y="T1"/>
                  </a:cxn>
                  <a:cxn ang="0">
                    <a:pos x="T2" y="T3"/>
                  </a:cxn>
                  <a:cxn ang="0">
                    <a:pos x="T4" y="T5"/>
                  </a:cxn>
                  <a:cxn ang="0">
                    <a:pos x="T6" y="T7"/>
                  </a:cxn>
                </a:cxnLst>
                <a:rect l="0" t="0" r="r" b="b"/>
                <a:pathLst>
                  <a:path w="822" h="1412">
                    <a:moveTo>
                      <a:pt x="822" y="468"/>
                    </a:moveTo>
                    <a:lnTo>
                      <a:pt x="0" y="0"/>
                    </a:lnTo>
                    <a:lnTo>
                      <a:pt x="822" y="1412"/>
                    </a:lnTo>
                    <a:lnTo>
                      <a:pt x="822" y="468"/>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57" name="组合 156">
              <a:extLst>
                <a:ext uri="{FF2B5EF4-FFF2-40B4-BE49-F238E27FC236}">
                  <a16:creationId xmlns:a16="http://schemas.microsoft.com/office/drawing/2014/main" id="{47A88D3C-53D9-3663-A623-E7AFDEA827CA}"/>
                </a:ext>
              </a:extLst>
            </p:cNvPr>
            <p:cNvGrpSpPr/>
            <p:nvPr/>
          </p:nvGrpSpPr>
          <p:grpSpPr>
            <a:xfrm>
              <a:off x="5719102" y="465060"/>
              <a:ext cx="753795" cy="956003"/>
              <a:chOff x="4996765" y="2140373"/>
              <a:chExt cx="2411606" cy="3058527"/>
            </a:xfrm>
          </p:grpSpPr>
          <p:sp>
            <p:nvSpPr>
              <p:cNvPr id="158" name="Freeform 21">
                <a:extLst>
                  <a:ext uri="{FF2B5EF4-FFF2-40B4-BE49-F238E27FC236}">
                    <a16:creationId xmlns:a16="http://schemas.microsoft.com/office/drawing/2014/main" id="{AA58894D-FE75-2FBF-585F-582F1B439A96}"/>
                  </a:ext>
                </a:extLst>
              </p:cNvPr>
              <p:cNvSpPr>
                <a:spLocks/>
              </p:cNvSpPr>
              <p:nvPr/>
            </p:nvSpPr>
            <p:spPr bwMode="auto">
              <a:xfrm>
                <a:off x="4996765" y="3786784"/>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7584E5"/>
              </a:solidFill>
              <a:ln w="635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9" name="Freeform 21">
                <a:extLst>
                  <a:ext uri="{FF2B5EF4-FFF2-40B4-BE49-F238E27FC236}">
                    <a16:creationId xmlns:a16="http://schemas.microsoft.com/office/drawing/2014/main" id="{56965495-D6DF-49B8-CAA4-BD9C315039C9}"/>
                  </a:ext>
                </a:extLst>
              </p:cNvPr>
              <p:cNvSpPr>
                <a:spLocks/>
              </p:cNvSpPr>
              <p:nvPr/>
            </p:nvSpPr>
            <p:spPr bwMode="auto">
              <a:xfrm>
                <a:off x="4996766" y="3704970"/>
                <a:ext cx="2411605" cy="1412116"/>
              </a:xfrm>
              <a:custGeom>
                <a:avLst/>
                <a:gdLst>
                  <a:gd name="T0" fmla="*/ 31 w 330"/>
                  <a:gd name="T1" fmla="*/ 31 h 192"/>
                  <a:gd name="T2" fmla="*/ 3 w 330"/>
                  <a:gd name="T3" fmla="*/ 116 h 192"/>
                  <a:gd name="T4" fmla="*/ 10 w 330"/>
                  <a:gd name="T5" fmla="*/ 136 h 192"/>
                  <a:gd name="T6" fmla="*/ 95 w 330"/>
                  <a:gd name="T7" fmla="*/ 185 h 192"/>
                  <a:gd name="T8" fmla="*/ 122 w 330"/>
                  <a:gd name="T9" fmla="*/ 191 h 192"/>
                  <a:gd name="T10" fmla="*/ 283 w 330"/>
                  <a:gd name="T11" fmla="*/ 172 h 192"/>
                  <a:gd name="T12" fmla="*/ 298 w 330"/>
                  <a:gd name="T13" fmla="*/ 161 h 192"/>
                  <a:gd name="T14" fmla="*/ 327 w 330"/>
                  <a:gd name="T15" fmla="*/ 77 h 192"/>
                  <a:gd name="T16" fmla="*/ 320 w 330"/>
                  <a:gd name="T17" fmla="*/ 56 h 192"/>
                  <a:gd name="T18" fmla="*/ 233 w 330"/>
                  <a:gd name="T19" fmla="*/ 6 h 192"/>
                  <a:gd name="T20" fmla="*/ 208 w 330"/>
                  <a:gd name="T21" fmla="*/ 1 h 192"/>
                  <a:gd name="T22" fmla="*/ 45 w 330"/>
                  <a:gd name="T23" fmla="*/ 19 h 192"/>
                  <a:gd name="T24" fmla="*/ 31 w 330"/>
                  <a:gd name="T25" fmla="*/ 3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0" h="192">
                    <a:moveTo>
                      <a:pt x="31" y="31"/>
                    </a:moveTo>
                    <a:cubicBezTo>
                      <a:pt x="3" y="116"/>
                      <a:pt x="3" y="116"/>
                      <a:pt x="3" y="116"/>
                    </a:cubicBezTo>
                    <a:cubicBezTo>
                      <a:pt x="0" y="124"/>
                      <a:pt x="3" y="132"/>
                      <a:pt x="10" y="136"/>
                    </a:cubicBezTo>
                    <a:cubicBezTo>
                      <a:pt x="95" y="185"/>
                      <a:pt x="95" y="185"/>
                      <a:pt x="95" y="185"/>
                    </a:cubicBezTo>
                    <a:cubicBezTo>
                      <a:pt x="103" y="190"/>
                      <a:pt x="113" y="192"/>
                      <a:pt x="122" y="191"/>
                    </a:cubicBezTo>
                    <a:cubicBezTo>
                      <a:pt x="283" y="172"/>
                      <a:pt x="283" y="172"/>
                      <a:pt x="283" y="172"/>
                    </a:cubicBezTo>
                    <a:cubicBezTo>
                      <a:pt x="290" y="171"/>
                      <a:pt x="296" y="167"/>
                      <a:pt x="298" y="161"/>
                    </a:cubicBezTo>
                    <a:cubicBezTo>
                      <a:pt x="327" y="77"/>
                      <a:pt x="327" y="77"/>
                      <a:pt x="327" y="77"/>
                    </a:cubicBezTo>
                    <a:cubicBezTo>
                      <a:pt x="330" y="69"/>
                      <a:pt x="327" y="60"/>
                      <a:pt x="320" y="56"/>
                    </a:cubicBezTo>
                    <a:cubicBezTo>
                      <a:pt x="233" y="6"/>
                      <a:pt x="233" y="6"/>
                      <a:pt x="233" y="6"/>
                    </a:cubicBezTo>
                    <a:cubicBezTo>
                      <a:pt x="226" y="2"/>
                      <a:pt x="217" y="0"/>
                      <a:pt x="208" y="1"/>
                    </a:cubicBezTo>
                    <a:cubicBezTo>
                      <a:pt x="45" y="19"/>
                      <a:pt x="45" y="19"/>
                      <a:pt x="45" y="19"/>
                    </a:cubicBezTo>
                    <a:cubicBezTo>
                      <a:pt x="38" y="20"/>
                      <a:pt x="33" y="25"/>
                      <a:pt x="31" y="31"/>
                    </a:cubicBezTo>
                  </a:path>
                </a:pathLst>
              </a:custGeom>
              <a:solidFill>
                <a:srgbClr val="FCFBFF"/>
              </a:solidFill>
              <a:ln w="12700">
                <a:solidFill>
                  <a:srgbClr val="D4D9F7"/>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0" name="Freeform 9">
                <a:extLst>
                  <a:ext uri="{FF2B5EF4-FFF2-40B4-BE49-F238E27FC236}">
                    <a16:creationId xmlns:a16="http://schemas.microsoft.com/office/drawing/2014/main" id="{D507FCBD-1D99-EEFA-03BB-451C1390302A}"/>
                  </a:ext>
                </a:extLst>
              </p:cNvPr>
              <p:cNvSpPr>
                <a:spLocks/>
              </p:cNvSpPr>
              <p:nvPr/>
            </p:nvSpPr>
            <p:spPr bwMode="auto">
              <a:xfrm>
                <a:off x="5585143" y="2999661"/>
                <a:ext cx="1234852" cy="702303"/>
              </a:xfrm>
              <a:custGeom>
                <a:avLst/>
                <a:gdLst>
                  <a:gd name="T0" fmla="*/ 0 w 1644"/>
                  <a:gd name="T1" fmla="*/ 467 h 935"/>
                  <a:gd name="T2" fmla="*/ 822 w 1644"/>
                  <a:gd name="T3" fmla="*/ 935 h 935"/>
                  <a:gd name="T4" fmla="*/ 1644 w 1644"/>
                  <a:gd name="T5" fmla="*/ 467 h 935"/>
                  <a:gd name="T6" fmla="*/ 822 w 1644"/>
                  <a:gd name="T7" fmla="*/ 0 h 935"/>
                  <a:gd name="T8" fmla="*/ 0 w 1644"/>
                  <a:gd name="T9" fmla="*/ 467 h 935"/>
                </a:gdLst>
                <a:ahLst/>
                <a:cxnLst>
                  <a:cxn ang="0">
                    <a:pos x="T0" y="T1"/>
                  </a:cxn>
                  <a:cxn ang="0">
                    <a:pos x="T2" y="T3"/>
                  </a:cxn>
                  <a:cxn ang="0">
                    <a:pos x="T4" y="T5"/>
                  </a:cxn>
                  <a:cxn ang="0">
                    <a:pos x="T6" y="T7"/>
                  </a:cxn>
                  <a:cxn ang="0">
                    <a:pos x="T8" y="T9"/>
                  </a:cxn>
                </a:cxnLst>
                <a:rect l="0" t="0" r="r" b="b"/>
                <a:pathLst>
                  <a:path w="1644" h="935">
                    <a:moveTo>
                      <a:pt x="0" y="467"/>
                    </a:moveTo>
                    <a:lnTo>
                      <a:pt x="822" y="935"/>
                    </a:lnTo>
                    <a:lnTo>
                      <a:pt x="1644" y="467"/>
                    </a:lnTo>
                    <a:lnTo>
                      <a:pt x="822" y="0"/>
                    </a:lnTo>
                    <a:lnTo>
                      <a:pt x="0" y="467"/>
                    </a:lnTo>
                    <a:close/>
                  </a:path>
                </a:pathLst>
              </a:custGeom>
              <a:gradFill flip="none" rotWithShape="1">
                <a:gsLst>
                  <a:gs pos="0">
                    <a:srgbClr val="FAFBFF"/>
                  </a:gs>
                  <a:gs pos="100000">
                    <a:srgbClr val="8E9CEF"/>
                  </a:gs>
                </a:gsLst>
                <a:lin ang="16200000" scaled="1"/>
                <a:tileRect/>
              </a:gradFill>
              <a:ln w="12700">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1" name="Freeform 10">
                <a:extLst>
                  <a:ext uri="{FF2B5EF4-FFF2-40B4-BE49-F238E27FC236}">
                    <a16:creationId xmlns:a16="http://schemas.microsoft.com/office/drawing/2014/main" id="{D98E52C8-319A-A8D2-05ED-22F1E6DBB15F}"/>
                  </a:ext>
                </a:extLst>
              </p:cNvPr>
              <p:cNvSpPr>
                <a:spLocks/>
              </p:cNvSpPr>
              <p:nvPr/>
            </p:nvSpPr>
            <p:spPr bwMode="auto">
              <a:xfrm>
                <a:off x="6202569" y="3350438"/>
                <a:ext cx="617426" cy="1060590"/>
              </a:xfrm>
              <a:custGeom>
                <a:avLst/>
                <a:gdLst>
                  <a:gd name="T0" fmla="*/ 822 w 822"/>
                  <a:gd name="T1" fmla="*/ 0 h 1412"/>
                  <a:gd name="T2" fmla="*/ 0 w 822"/>
                  <a:gd name="T3" fmla="*/ 1412 h 1412"/>
                  <a:gd name="T4" fmla="*/ 0 w 822"/>
                  <a:gd name="T5" fmla="*/ 468 h 1412"/>
                  <a:gd name="T6" fmla="*/ 822 w 822"/>
                  <a:gd name="T7" fmla="*/ 0 h 1412"/>
                </a:gdLst>
                <a:ahLst/>
                <a:cxnLst>
                  <a:cxn ang="0">
                    <a:pos x="T0" y="T1"/>
                  </a:cxn>
                  <a:cxn ang="0">
                    <a:pos x="T2" y="T3"/>
                  </a:cxn>
                  <a:cxn ang="0">
                    <a:pos x="T4" y="T5"/>
                  </a:cxn>
                  <a:cxn ang="0">
                    <a:pos x="T6" y="T7"/>
                  </a:cxn>
                </a:cxnLst>
                <a:rect l="0" t="0" r="r" b="b"/>
                <a:pathLst>
                  <a:path w="822" h="1412">
                    <a:moveTo>
                      <a:pt x="822" y="0"/>
                    </a:moveTo>
                    <a:lnTo>
                      <a:pt x="0" y="1412"/>
                    </a:lnTo>
                    <a:lnTo>
                      <a:pt x="0" y="468"/>
                    </a:lnTo>
                    <a:lnTo>
                      <a:pt x="822"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2" name="Freeform 11">
                <a:extLst>
                  <a:ext uri="{FF2B5EF4-FFF2-40B4-BE49-F238E27FC236}">
                    <a16:creationId xmlns:a16="http://schemas.microsoft.com/office/drawing/2014/main" id="{940FCDE4-EBE5-33B9-E167-D347ECDDA371}"/>
                  </a:ext>
                </a:extLst>
              </p:cNvPr>
              <p:cNvSpPr>
                <a:spLocks/>
              </p:cNvSpPr>
              <p:nvPr/>
            </p:nvSpPr>
            <p:spPr bwMode="auto">
              <a:xfrm>
                <a:off x="6202569" y="2140373"/>
                <a:ext cx="617426" cy="1412117"/>
              </a:xfrm>
              <a:custGeom>
                <a:avLst/>
                <a:gdLst>
                  <a:gd name="T0" fmla="*/ 0 w 822"/>
                  <a:gd name="T1" fmla="*/ 1880 h 1880"/>
                  <a:gd name="T2" fmla="*/ 822 w 822"/>
                  <a:gd name="T3" fmla="*/ 1412 h 1880"/>
                  <a:gd name="T4" fmla="*/ 0 w 822"/>
                  <a:gd name="T5" fmla="*/ 0 h 1880"/>
                  <a:gd name="T6" fmla="*/ 0 w 822"/>
                  <a:gd name="T7" fmla="*/ 1880 h 1880"/>
                </a:gdLst>
                <a:ahLst/>
                <a:cxnLst>
                  <a:cxn ang="0">
                    <a:pos x="T0" y="T1"/>
                  </a:cxn>
                  <a:cxn ang="0">
                    <a:pos x="T2" y="T3"/>
                  </a:cxn>
                  <a:cxn ang="0">
                    <a:pos x="T4" y="T5"/>
                  </a:cxn>
                  <a:cxn ang="0">
                    <a:pos x="T6" y="T7"/>
                  </a:cxn>
                </a:cxnLst>
                <a:rect l="0" t="0" r="r" b="b"/>
                <a:pathLst>
                  <a:path w="822" h="1880">
                    <a:moveTo>
                      <a:pt x="0" y="1880"/>
                    </a:moveTo>
                    <a:lnTo>
                      <a:pt x="822" y="1412"/>
                    </a:lnTo>
                    <a:lnTo>
                      <a:pt x="0" y="0"/>
                    </a:lnTo>
                    <a:lnTo>
                      <a:pt x="0" y="188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3" name="Freeform 12">
                <a:extLst>
                  <a:ext uri="{FF2B5EF4-FFF2-40B4-BE49-F238E27FC236}">
                    <a16:creationId xmlns:a16="http://schemas.microsoft.com/office/drawing/2014/main" id="{B3AECF69-C0A7-1A15-D5CB-C94B137588E3}"/>
                  </a:ext>
                </a:extLst>
              </p:cNvPr>
              <p:cNvSpPr>
                <a:spLocks/>
              </p:cNvSpPr>
              <p:nvPr/>
            </p:nvSpPr>
            <p:spPr bwMode="auto">
              <a:xfrm>
                <a:off x="5585143" y="2140373"/>
                <a:ext cx="617426" cy="1412117"/>
              </a:xfrm>
              <a:custGeom>
                <a:avLst/>
                <a:gdLst>
                  <a:gd name="T0" fmla="*/ 0 w 822"/>
                  <a:gd name="T1" fmla="*/ 1412 h 1880"/>
                  <a:gd name="T2" fmla="*/ 822 w 822"/>
                  <a:gd name="T3" fmla="*/ 0 h 1880"/>
                  <a:gd name="T4" fmla="*/ 822 w 822"/>
                  <a:gd name="T5" fmla="*/ 1880 h 1880"/>
                  <a:gd name="T6" fmla="*/ 0 w 822"/>
                  <a:gd name="T7" fmla="*/ 1412 h 1880"/>
                </a:gdLst>
                <a:ahLst/>
                <a:cxnLst>
                  <a:cxn ang="0">
                    <a:pos x="T0" y="T1"/>
                  </a:cxn>
                  <a:cxn ang="0">
                    <a:pos x="T2" y="T3"/>
                  </a:cxn>
                  <a:cxn ang="0">
                    <a:pos x="T4" y="T5"/>
                  </a:cxn>
                  <a:cxn ang="0">
                    <a:pos x="T6" y="T7"/>
                  </a:cxn>
                </a:cxnLst>
                <a:rect l="0" t="0" r="r" b="b"/>
                <a:pathLst>
                  <a:path w="822" h="1880">
                    <a:moveTo>
                      <a:pt x="0" y="1412"/>
                    </a:moveTo>
                    <a:lnTo>
                      <a:pt x="822" y="0"/>
                    </a:lnTo>
                    <a:lnTo>
                      <a:pt x="822" y="1880"/>
                    </a:lnTo>
                    <a:lnTo>
                      <a:pt x="0" y="1412"/>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4" name="Freeform 13">
                <a:extLst>
                  <a:ext uri="{FF2B5EF4-FFF2-40B4-BE49-F238E27FC236}">
                    <a16:creationId xmlns:a16="http://schemas.microsoft.com/office/drawing/2014/main" id="{908292AB-B6D3-861A-5A9C-8840BF001020}"/>
                  </a:ext>
                </a:extLst>
              </p:cNvPr>
              <p:cNvSpPr>
                <a:spLocks/>
              </p:cNvSpPr>
              <p:nvPr/>
            </p:nvSpPr>
            <p:spPr bwMode="auto">
              <a:xfrm>
                <a:off x="5585143" y="3350438"/>
                <a:ext cx="617426" cy="1060590"/>
              </a:xfrm>
              <a:custGeom>
                <a:avLst/>
                <a:gdLst>
                  <a:gd name="T0" fmla="*/ 822 w 822"/>
                  <a:gd name="T1" fmla="*/ 468 h 1412"/>
                  <a:gd name="T2" fmla="*/ 0 w 822"/>
                  <a:gd name="T3" fmla="*/ 0 h 1412"/>
                  <a:gd name="T4" fmla="*/ 822 w 822"/>
                  <a:gd name="T5" fmla="*/ 1412 h 1412"/>
                  <a:gd name="T6" fmla="*/ 822 w 822"/>
                  <a:gd name="T7" fmla="*/ 468 h 1412"/>
                </a:gdLst>
                <a:ahLst/>
                <a:cxnLst>
                  <a:cxn ang="0">
                    <a:pos x="T0" y="T1"/>
                  </a:cxn>
                  <a:cxn ang="0">
                    <a:pos x="T2" y="T3"/>
                  </a:cxn>
                  <a:cxn ang="0">
                    <a:pos x="T4" y="T5"/>
                  </a:cxn>
                  <a:cxn ang="0">
                    <a:pos x="T6" y="T7"/>
                  </a:cxn>
                </a:cxnLst>
                <a:rect l="0" t="0" r="r" b="b"/>
                <a:pathLst>
                  <a:path w="822" h="1412">
                    <a:moveTo>
                      <a:pt x="822" y="468"/>
                    </a:moveTo>
                    <a:lnTo>
                      <a:pt x="0" y="0"/>
                    </a:lnTo>
                    <a:lnTo>
                      <a:pt x="822" y="1412"/>
                    </a:lnTo>
                    <a:lnTo>
                      <a:pt x="822" y="468"/>
                    </a:lnTo>
                    <a:close/>
                  </a:path>
                </a:pathLst>
              </a:custGeom>
              <a:gradFill>
                <a:gsLst>
                  <a:gs pos="0">
                    <a:srgbClr val="8E9CEF"/>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77" name="组合 176">
            <a:extLst>
              <a:ext uri="{FF2B5EF4-FFF2-40B4-BE49-F238E27FC236}">
                <a16:creationId xmlns:a16="http://schemas.microsoft.com/office/drawing/2014/main" id="{14E77F7A-4051-BA39-B6D8-0FC61CDC925B}"/>
              </a:ext>
            </a:extLst>
          </p:cNvPr>
          <p:cNvGrpSpPr/>
          <p:nvPr/>
        </p:nvGrpSpPr>
        <p:grpSpPr>
          <a:xfrm>
            <a:off x="965300" y="1484179"/>
            <a:ext cx="3489741" cy="1174065"/>
            <a:chOff x="474580" y="1511573"/>
            <a:chExt cx="3489741" cy="1174065"/>
          </a:xfrm>
        </p:grpSpPr>
        <p:sp>
          <p:nvSpPr>
            <p:cNvPr id="178" name="文本框 177">
              <a:extLst>
                <a:ext uri="{FF2B5EF4-FFF2-40B4-BE49-F238E27FC236}">
                  <a16:creationId xmlns:a16="http://schemas.microsoft.com/office/drawing/2014/main" id="{EFB74954-3095-9B9B-655F-A93E0A79E6F1}"/>
                </a:ext>
              </a:extLst>
            </p:cNvPr>
            <p:cNvSpPr txBox="1"/>
            <p:nvPr/>
          </p:nvSpPr>
          <p:spPr>
            <a:xfrm>
              <a:off x="474580" y="1696972"/>
              <a:ext cx="3023585" cy="584775"/>
            </a:xfrm>
            <a:prstGeom prst="rect">
              <a:avLst/>
            </a:prstGeom>
            <a:noFill/>
          </p:spPr>
          <p:txBody>
            <a:bodyPr wrap="none" rtlCol="0">
              <a:spAutoFit/>
            </a:bodyPr>
            <a:lstStyle/>
            <a:p>
              <a:r>
                <a:rPr lang="en-US" altLang="zh-CN"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rPr>
                <a:t>YOUR BRAND</a:t>
              </a:r>
              <a:endParaRPr lang="zh-CN" altLang="en-US"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endParaRPr>
            </a:p>
          </p:txBody>
        </p:sp>
        <p:sp>
          <p:nvSpPr>
            <p:cNvPr id="179" name="文本框 178">
              <a:extLst>
                <a:ext uri="{FF2B5EF4-FFF2-40B4-BE49-F238E27FC236}">
                  <a16:creationId xmlns:a16="http://schemas.microsoft.com/office/drawing/2014/main" id="{62B5BB96-5BB4-84DA-66D0-13754CE9F7D1}"/>
                </a:ext>
              </a:extLst>
            </p:cNvPr>
            <p:cNvSpPr txBox="1"/>
            <p:nvPr/>
          </p:nvSpPr>
          <p:spPr>
            <a:xfrm>
              <a:off x="474580" y="1511573"/>
              <a:ext cx="1197764" cy="307777"/>
            </a:xfrm>
            <a:prstGeom prst="rect">
              <a:avLst/>
            </a:prstGeom>
            <a:noFill/>
          </p:spPr>
          <p:txBody>
            <a:bodyPr wrap="none" rtlCol="0">
              <a:spAutoFit/>
            </a:bodyPr>
            <a:lstStyle/>
            <a:p>
              <a:r>
                <a:rPr lang="en-US" altLang="zh-CN" sz="1400" dirty="0">
                  <a:solidFill>
                    <a:srgbClr val="02F276"/>
                  </a:solidFill>
                  <a:latin typeface="HarmonyOS Sans SC Black" panose="00000A00000000000000" pitchFamily="2" charset="-122"/>
                  <a:ea typeface="HarmonyOS Sans SC Black" panose="00000A00000000000000" pitchFamily="2" charset="-122"/>
                </a:rPr>
                <a:t>TEXT TITLE</a:t>
              </a:r>
              <a:endParaRPr lang="zh-CN" altLang="en-US" sz="1400" dirty="0">
                <a:solidFill>
                  <a:srgbClr val="02F276"/>
                </a:solidFill>
                <a:latin typeface="HarmonyOS Sans SC Black" panose="00000A00000000000000" pitchFamily="2" charset="-122"/>
                <a:ea typeface="HarmonyOS Sans SC Black" panose="00000A00000000000000" pitchFamily="2" charset="-122"/>
              </a:endParaRPr>
            </a:p>
          </p:txBody>
        </p:sp>
        <p:sp>
          <p:nvSpPr>
            <p:cNvPr id="180" name="文本框 179">
              <a:extLst>
                <a:ext uri="{FF2B5EF4-FFF2-40B4-BE49-F238E27FC236}">
                  <a16:creationId xmlns:a16="http://schemas.microsoft.com/office/drawing/2014/main" id="{0D163A82-9A54-774E-6566-E1230F49F26E}"/>
                </a:ext>
              </a:extLst>
            </p:cNvPr>
            <p:cNvSpPr txBox="1"/>
            <p:nvPr/>
          </p:nvSpPr>
          <p:spPr>
            <a:xfrm>
              <a:off x="474580" y="2223973"/>
              <a:ext cx="3489741" cy="461665"/>
            </a:xfrm>
            <a:prstGeom prst="rect">
              <a:avLst/>
            </a:prstGeom>
            <a:noFill/>
          </p:spPr>
          <p:txBody>
            <a:bodyPr wrap="square" rtlCol="0">
              <a:spAutoFit/>
            </a:bodyPr>
            <a:lstStyle/>
            <a:p>
              <a:r>
                <a:rPr lang="zh-CN" altLang="en-US" sz="24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rPr>
                <a:t>图标文字均可</a:t>
              </a:r>
              <a:r>
                <a:rPr lang="zh-CN" altLang="en-US" sz="2400" dirty="0">
                  <a:solidFill>
                    <a:srgbClr val="02F276"/>
                  </a:solidFill>
                  <a:latin typeface="HarmonyOS Sans SC Black" panose="00000A00000000000000" pitchFamily="2" charset="-122"/>
                  <a:ea typeface="HarmonyOS Sans SC Black" panose="00000A00000000000000" pitchFamily="2" charset="-122"/>
                </a:rPr>
                <a:t>替换修改</a:t>
              </a:r>
            </a:p>
          </p:txBody>
        </p:sp>
      </p:grpSp>
      <p:sp>
        <p:nvSpPr>
          <p:cNvPr id="182" name="文本框 181">
            <a:extLst>
              <a:ext uri="{FF2B5EF4-FFF2-40B4-BE49-F238E27FC236}">
                <a16:creationId xmlns:a16="http://schemas.microsoft.com/office/drawing/2014/main" id="{936BBA33-4A73-24CB-8A17-A888DFF02B2B}"/>
              </a:ext>
            </a:extLst>
          </p:cNvPr>
          <p:cNvSpPr txBox="1"/>
          <p:nvPr/>
        </p:nvSpPr>
        <p:spPr>
          <a:xfrm>
            <a:off x="994358" y="2857049"/>
            <a:ext cx="3258704" cy="550087"/>
          </a:xfrm>
          <a:prstGeom prst="rect">
            <a:avLst/>
          </a:prstGeom>
          <a:noFill/>
        </p:spPr>
        <p:txBody>
          <a:bodyPr wrap="square" rtlCol="0">
            <a:spAutoFit/>
          </a:bodyPr>
          <a:lstStyle/>
          <a:p>
            <a:pPr>
              <a:lnSpc>
                <a:spcPct val="150000"/>
              </a:lnSpc>
            </a:pPr>
            <a:r>
              <a:rPr lang="zh-CN" altLang="en-US" sz="1050" dirty="0">
                <a:solidFill>
                  <a:schemeClr val="bg1">
                    <a:lumMod val="50000"/>
                  </a:schemeClr>
                </a:solidFill>
                <a:latin typeface="HarmonyOS Sans SC Light" panose="00000400000000000000" pitchFamily="2" charset="-122"/>
                <a:ea typeface="HarmonyOS Sans SC Light" panose="00000400000000000000" pitchFamily="2" charset="-122"/>
              </a:rPr>
              <a:t>企业形象是企业自身在消费者心日中的地位和价值的体现，也是企业在市场竞争中取胜的有力武器。</a:t>
            </a:r>
          </a:p>
        </p:txBody>
      </p:sp>
    </p:spTree>
    <p:extLst>
      <p:ext uri="{BB962C8B-B14F-4D97-AF65-F5344CB8AC3E}">
        <p14:creationId xmlns:p14="http://schemas.microsoft.com/office/powerpoint/2010/main" val="15824340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3EB6BA7B-0E07-B9F0-C9AC-7936CAF35DCF}"/>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FE8E7AA1-C8E7-547A-BBF3-EB8C4DDC177B}"/>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79198015-348B-468B-BD2C-00A7A991F786}"/>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1CB5246D-1992-BA14-7C0B-FD087431D838}"/>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08691507-15B7-C97C-8BE4-C476BF6811A9}"/>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72A084F3-B5A8-0E84-D0F2-69BE9D0D3554}"/>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8" name="文本框 7">
              <a:extLst>
                <a:ext uri="{FF2B5EF4-FFF2-40B4-BE49-F238E27FC236}">
                  <a16:creationId xmlns:a16="http://schemas.microsoft.com/office/drawing/2014/main" id="{5D6E6AA9-ABEF-0D37-5F09-F6A5002F90ED}"/>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9" name="文本框 8">
              <a:extLst>
                <a:ext uri="{FF2B5EF4-FFF2-40B4-BE49-F238E27FC236}">
                  <a16:creationId xmlns:a16="http://schemas.microsoft.com/office/drawing/2014/main" id="{9E863E02-8D31-38C6-6714-0A92A9954F98}"/>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10"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C9C870B8-BC2C-AD1F-BCD4-1E2C23312A03}"/>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11" name="文本框 10">
              <a:extLst>
                <a:ext uri="{FF2B5EF4-FFF2-40B4-BE49-F238E27FC236}">
                  <a16:creationId xmlns:a16="http://schemas.microsoft.com/office/drawing/2014/main" id="{0B68FF4E-A425-124E-C721-DCA75027DF2D}"/>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12" name="文本框 11">
              <a:extLst>
                <a:ext uri="{FF2B5EF4-FFF2-40B4-BE49-F238E27FC236}">
                  <a16:creationId xmlns:a16="http://schemas.microsoft.com/office/drawing/2014/main" id="{9BBC0FA3-CDFF-A4B6-A8BC-F952FD5D68F4}"/>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grpSp>
        <p:nvGrpSpPr>
          <p:cNvPr id="203" name="组合 202">
            <a:extLst>
              <a:ext uri="{FF2B5EF4-FFF2-40B4-BE49-F238E27FC236}">
                <a16:creationId xmlns:a16="http://schemas.microsoft.com/office/drawing/2014/main" id="{31AF7D3B-04A2-B6E6-59AD-1378895DBED4}"/>
              </a:ext>
            </a:extLst>
          </p:cNvPr>
          <p:cNvGrpSpPr/>
          <p:nvPr/>
        </p:nvGrpSpPr>
        <p:grpSpPr>
          <a:xfrm>
            <a:off x="2527360" y="2460707"/>
            <a:ext cx="6954400" cy="3326718"/>
            <a:chOff x="2618800" y="2337877"/>
            <a:chExt cx="6954400" cy="3326718"/>
          </a:xfrm>
        </p:grpSpPr>
        <p:grpSp>
          <p:nvGrpSpPr>
            <p:cNvPr id="33" name="组合 32">
              <a:extLst>
                <a:ext uri="{FF2B5EF4-FFF2-40B4-BE49-F238E27FC236}">
                  <a16:creationId xmlns:a16="http://schemas.microsoft.com/office/drawing/2014/main" id="{F40A6A78-2F10-A902-537E-3456648513F2}"/>
                </a:ext>
              </a:extLst>
            </p:cNvPr>
            <p:cNvGrpSpPr/>
            <p:nvPr/>
          </p:nvGrpSpPr>
          <p:grpSpPr>
            <a:xfrm>
              <a:off x="2618800" y="2337877"/>
              <a:ext cx="807598" cy="932345"/>
              <a:chOff x="5360065" y="3639655"/>
              <a:chExt cx="1160388" cy="1339629"/>
            </a:xfrm>
          </p:grpSpPr>
          <p:grpSp>
            <p:nvGrpSpPr>
              <p:cNvPr id="31" name="组合 30">
                <a:extLst>
                  <a:ext uri="{FF2B5EF4-FFF2-40B4-BE49-F238E27FC236}">
                    <a16:creationId xmlns:a16="http://schemas.microsoft.com/office/drawing/2014/main" id="{3F08CF0C-17D9-5CC8-BB31-C31DD4425F99}"/>
                  </a:ext>
                </a:extLst>
              </p:cNvPr>
              <p:cNvGrpSpPr/>
              <p:nvPr/>
            </p:nvGrpSpPr>
            <p:grpSpPr>
              <a:xfrm>
                <a:off x="5628783" y="3927223"/>
                <a:ext cx="623731" cy="720077"/>
                <a:chOff x="5810735" y="1476540"/>
                <a:chExt cx="730282" cy="843086"/>
              </a:xfrm>
            </p:grpSpPr>
            <p:sp>
              <p:nvSpPr>
                <p:cNvPr id="22" name="Freeform 5">
                  <a:extLst>
                    <a:ext uri="{FF2B5EF4-FFF2-40B4-BE49-F238E27FC236}">
                      <a16:creationId xmlns:a16="http://schemas.microsoft.com/office/drawing/2014/main" id="{771ACCB1-15D9-07A8-BA2C-78E6A7E9D3EC}"/>
                    </a:ext>
                  </a:extLst>
                </p:cNvPr>
                <p:cNvSpPr>
                  <a:spLocks/>
                </p:cNvSpPr>
                <p:nvPr/>
              </p:nvSpPr>
              <p:spPr bwMode="auto">
                <a:xfrm>
                  <a:off x="6176612" y="1687925"/>
                  <a:ext cx="364405" cy="631701"/>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Freeform 6">
                  <a:extLst>
                    <a:ext uri="{FF2B5EF4-FFF2-40B4-BE49-F238E27FC236}">
                      <a16:creationId xmlns:a16="http://schemas.microsoft.com/office/drawing/2014/main" id="{B6E77A0C-D017-6A03-9C95-C2F5227F191A}"/>
                    </a:ext>
                  </a:extLst>
                </p:cNvPr>
                <p:cNvSpPr>
                  <a:spLocks/>
                </p:cNvSpPr>
                <p:nvPr/>
              </p:nvSpPr>
              <p:spPr bwMode="auto">
                <a:xfrm>
                  <a:off x="5810735" y="1687925"/>
                  <a:ext cx="366858" cy="631701"/>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Freeform 7">
                  <a:extLst>
                    <a:ext uri="{FF2B5EF4-FFF2-40B4-BE49-F238E27FC236}">
                      <a16:creationId xmlns:a16="http://schemas.microsoft.com/office/drawing/2014/main" id="{C477C7A7-74FC-E981-F152-11A6F99D1F50}"/>
                    </a:ext>
                  </a:extLst>
                </p:cNvPr>
                <p:cNvSpPr>
                  <a:spLocks/>
                </p:cNvSpPr>
                <p:nvPr/>
              </p:nvSpPr>
              <p:spPr bwMode="auto">
                <a:xfrm>
                  <a:off x="5811716" y="1476540"/>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32" name="组合 31">
                <a:extLst>
                  <a:ext uri="{FF2B5EF4-FFF2-40B4-BE49-F238E27FC236}">
                    <a16:creationId xmlns:a16="http://schemas.microsoft.com/office/drawing/2014/main" id="{009A4C56-A3E7-409F-5BDA-29855283945B}"/>
                  </a:ext>
                </a:extLst>
              </p:cNvPr>
              <p:cNvGrpSpPr/>
              <p:nvPr/>
            </p:nvGrpSpPr>
            <p:grpSpPr>
              <a:xfrm>
                <a:off x="5360065" y="3639655"/>
                <a:ext cx="1160388" cy="1339629"/>
                <a:chOff x="7062439" y="3389435"/>
                <a:chExt cx="1160388" cy="1339629"/>
              </a:xfrm>
            </p:grpSpPr>
            <p:sp>
              <p:nvSpPr>
                <p:cNvPr id="28" name="Freeform 5">
                  <a:extLst>
                    <a:ext uri="{FF2B5EF4-FFF2-40B4-BE49-F238E27FC236}">
                      <a16:creationId xmlns:a16="http://schemas.microsoft.com/office/drawing/2014/main" id="{36502F92-77F5-6584-B789-A1893643DED2}"/>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gradFill flip="none" rotWithShape="1">
                  <a:gsLst>
                    <a:gs pos="0">
                      <a:srgbClr val="6578F0">
                        <a:alpha val="0"/>
                      </a:srgbClr>
                    </a:gs>
                    <a:gs pos="100000">
                      <a:srgbClr val="6578F0">
                        <a:alpha val="19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6">
                  <a:extLst>
                    <a:ext uri="{FF2B5EF4-FFF2-40B4-BE49-F238E27FC236}">
                      <a16:creationId xmlns:a16="http://schemas.microsoft.com/office/drawing/2014/main" id="{F9FA4D5C-5F72-85C8-FCC9-251B7AA92262}"/>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7">
                  <a:extLst>
                    <a:ext uri="{FF2B5EF4-FFF2-40B4-BE49-F238E27FC236}">
                      <a16:creationId xmlns:a16="http://schemas.microsoft.com/office/drawing/2014/main" id="{EB2D1E27-0BB4-8189-B71F-549315B2D2E4}"/>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4" name="组合 33">
              <a:extLst>
                <a:ext uri="{FF2B5EF4-FFF2-40B4-BE49-F238E27FC236}">
                  <a16:creationId xmlns:a16="http://schemas.microsoft.com/office/drawing/2014/main" id="{814F3872-ABA3-7344-0254-8F16F8E46E85}"/>
                </a:ext>
              </a:extLst>
            </p:cNvPr>
            <p:cNvGrpSpPr/>
            <p:nvPr/>
          </p:nvGrpSpPr>
          <p:grpSpPr>
            <a:xfrm>
              <a:off x="4667734" y="2337877"/>
              <a:ext cx="807598" cy="932345"/>
              <a:chOff x="5360065" y="3639655"/>
              <a:chExt cx="1160388" cy="1339629"/>
            </a:xfrm>
          </p:grpSpPr>
          <p:grpSp>
            <p:nvGrpSpPr>
              <p:cNvPr id="35" name="组合 34">
                <a:extLst>
                  <a:ext uri="{FF2B5EF4-FFF2-40B4-BE49-F238E27FC236}">
                    <a16:creationId xmlns:a16="http://schemas.microsoft.com/office/drawing/2014/main" id="{5008CF1E-59AC-AA38-5794-164ECD2034CF}"/>
                  </a:ext>
                </a:extLst>
              </p:cNvPr>
              <p:cNvGrpSpPr/>
              <p:nvPr/>
            </p:nvGrpSpPr>
            <p:grpSpPr>
              <a:xfrm>
                <a:off x="5628783" y="3927223"/>
                <a:ext cx="623731" cy="720077"/>
                <a:chOff x="5810735" y="1476540"/>
                <a:chExt cx="730282" cy="843086"/>
              </a:xfrm>
            </p:grpSpPr>
            <p:sp>
              <p:nvSpPr>
                <p:cNvPr id="40" name="Freeform 5">
                  <a:extLst>
                    <a:ext uri="{FF2B5EF4-FFF2-40B4-BE49-F238E27FC236}">
                      <a16:creationId xmlns:a16="http://schemas.microsoft.com/office/drawing/2014/main" id="{A3170699-017F-177D-921F-B070F2D4F292}"/>
                    </a:ext>
                  </a:extLst>
                </p:cNvPr>
                <p:cNvSpPr>
                  <a:spLocks/>
                </p:cNvSpPr>
                <p:nvPr/>
              </p:nvSpPr>
              <p:spPr bwMode="auto">
                <a:xfrm>
                  <a:off x="6176612" y="1687925"/>
                  <a:ext cx="364405" cy="631701"/>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Freeform 6">
                  <a:extLst>
                    <a:ext uri="{FF2B5EF4-FFF2-40B4-BE49-F238E27FC236}">
                      <a16:creationId xmlns:a16="http://schemas.microsoft.com/office/drawing/2014/main" id="{6DFF0488-5331-1290-94C9-9A49E526F79A}"/>
                    </a:ext>
                  </a:extLst>
                </p:cNvPr>
                <p:cNvSpPr>
                  <a:spLocks/>
                </p:cNvSpPr>
                <p:nvPr/>
              </p:nvSpPr>
              <p:spPr bwMode="auto">
                <a:xfrm>
                  <a:off x="5810735" y="1687925"/>
                  <a:ext cx="366858" cy="631701"/>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Freeform 7">
                  <a:extLst>
                    <a:ext uri="{FF2B5EF4-FFF2-40B4-BE49-F238E27FC236}">
                      <a16:creationId xmlns:a16="http://schemas.microsoft.com/office/drawing/2014/main" id="{928AB486-92CD-8516-A4FA-9E020876ECA5}"/>
                    </a:ext>
                  </a:extLst>
                </p:cNvPr>
                <p:cNvSpPr>
                  <a:spLocks/>
                </p:cNvSpPr>
                <p:nvPr/>
              </p:nvSpPr>
              <p:spPr bwMode="auto">
                <a:xfrm>
                  <a:off x="5811716" y="1476540"/>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36" name="组合 35">
                <a:extLst>
                  <a:ext uri="{FF2B5EF4-FFF2-40B4-BE49-F238E27FC236}">
                    <a16:creationId xmlns:a16="http://schemas.microsoft.com/office/drawing/2014/main" id="{B52C9872-8C48-1372-56EB-114247CA9DDD}"/>
                  </a:ext>
                </a:extLst>
              </p:cNvPr>
              <p:cNvGrpSpPr/>
              <p:nvPr/>
            </p:nvGrpSpPr>
            <p:grpSpPr>
              <a:xfrm>
                <a:off x="5360065" y="3639655"/>
                <a:ext cx="1160388" cy="1339629"/>
                <a:chOff x="7062439" y="3389435"/>
                <a:chExt cx="1160388" cy="1339629"/>
              </a:xfrm>
            </p:grpSpPr>
            <p:sp>
              <p:nvSpPr>
                <p:cNvPr id="37" name="Freeform 5">
                  <a:extLst>
                    <a:ext uri="{FF2B5EF4-FFF2-40B4-BE49-F238E27FC236}">
                      <a16:creationId xmlns:a16="http://schemas.microsoft.com/office/drawing/2014/main" id="{46A168BA-0776-AC5B-EA44-D07A8329472B}"/>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gradFill flip="none" rotWithShape="1">
                  <a:gsLst>
                    <a:gs pos="0">
                      <a:srgbClr val="6578F0">
                        <a:alpha val="0"/>
                      </a:srgbClr>
                    </a:gs>
                    <a:gs pos="100000">
                      <a:srgbClr val="6578F0">
                        <a:alpha val="19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8" name="Freeform 6">
                  <a:extLst>
                    <a:ext uri="{FF2B5EF4-FFF2-40B4-BE49-F238E27FC236}">
                      <a16:creationId xmlns:a16="http://schemas.microsoft.com/office/drawing/2014/main" id="{FC34A909-2EB2-0621-9829-CC5AD40B8B47}"/>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7">
                  <a:extLst>
                    <a:ext uri="{FF2B5EF4-FFF2-40B4-BE49-F238E27FC236}">
                      <a16:creationId xmlns:a16="http://schemas.microsoft.com/office/drawing/2014/main" id="{8F02E4F1-109D-487B-7F2A-D8F566861EC5}"/>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43" name="组合 42">
              <a:extLst>
                <a:ext uri="{FF2B5EF4-FFF2-40B4-BE49-F238E27FC236}">
                  <a16:creationId xmlns:a16="http://schemas.microsoft.com/office/drawing/2014/main" id="{8B2F1FDF-36D8-114E-EA47-9393A7C6DDFE}"/>
                </a:ext>
              </a:extLst>
            </p:cNvPr>
            <p:cNvGrpSpPr/>
            <p:nvPr/>
          </p:nvGrpSpPr>
          <p:grpSpPr>
            <a:xfrm>
              <a:off x="6716668" y="2337877"/>
              <a:ext cx="807598" cy="932345"/>
              <a:chOff x="5360065" y="3639655"/>
              <a:chExt cx="1160388" cy="1339629"/>
            </a:xfrm>
          </p:grpSpPr>
          <p:grpSp>
            <p:nvGrpSpPr>
              <p:cNvPr id="44" name="组合 43">
                <a:extLst>
                  <a:ext uri="{FF2B5EF4-FFF2-40B4-BE49-F238E27FC236}">
                    <a16:creationId xmlns:a16="http://schemas.microsoft.com/office/drawing/2014/main" id="{93265CA6-F922-E449-658A-186F4183FC04}"/>
                  </a:ext>
                </a:extLst>
              </p:cNvPr>
              <p:cNvGrpSpPr/>
              <p:nvPr/>
            </p:nvGrpSpPr>
            <p:grpSpPr>
              <a:xfrm>
                <a:off x="5628783" y="3927223"/>
                <a:ext cx="623731" cy="720077"/>
                <a:chOff x="5810735" y="1476540"/>
                <a:chExt cx="730282" cy="843086"/>
              </a:xfrm>
            </p:grpSpPr>
            <p:sp>
              <p:nvSpPr>
                <p:cNvPr id="49" name="Freeform 5">
                  <a:extLst>
                    <a:ext uri="{FF2B5EF4-FFF2-40B4-BE49-F238E27FC236}">
                      <a16:creationId xmlns:a16="http://schemas.microsoft.com/office/drawing/2014/main" id="{9080EF87-97E3-95EC-EC42-58652FCFFBE1}"/>
                    </a:ext>
                  </a:extLst>
                </p:cNvPr>
                <p:cNvSpPr>
                  <a:spLocks/>
                </p:cNvSpPr>
                <p:nvPr/>
              </p:nvSpPr>
              <p:spPr bwMode="auto">
                <a:xfrm>
                  <a:off x="6176612" y="1687925"/>
                  <a:ext cx="364405" cy="631701"/>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6">
                  <a:extLst>
                    <a:ext uri="{FF2B5EF4-FFF2-40B4-BE49-F238E27FC236}">
                      <a16:creationId xmlns:a16="http://schemas.microsoft.com/office/drawing/2014/main" id="{D32C9CF8-4547-B00A-302A-ADE4B6A9646F}"/>
                    </a:ext>
                  </a:extLst>
                </p:cNvPr>
                <p:cNvSpPr>
                  <a:spLocks/>
                </p:cNvSpPr>
                <p:nvPr/>
              </p:nvSpPr>
              <p:spPr bwMode="auto">
                <a:xfrm>
                  <a:off x="5810735" y="1687925"/>
                  <a:ext cx="366858" cy="631701"/>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7">
                  <a:extLst>
                    <a:ext uri="{FF2B5EF4-FFF2-40B4-BE49-F238E27FC236}">
                      <a16:creationId xmlns:a16="http://schemas.microsoft.com/office/drawing/2014/main" id="{FE532D92-BCA5-0E1C-2298-C227C5057BE7}"/>
                    </a:ext>
                  </a:extLst>
                </p:cNvPr>
                <p:cNvSpPr>
                  <a:spLocks/>
                </p:cNvSpPr>
                <p:nvPr/>
              </p:nvSpPr>
              <p:spPr bwMode="auto">
                <a:xfrm>
                  <a:off x="5811716" y="1476540"/>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45" name="组合 44">
                <a:extLst>
                  <a:ext uri="{FF2B5EF4-FFF2-40B4-BE49-F238E27FC236}">
                    <a16:creationId xmlns:a16="http://schemas.microsoft.com/office/drawing/2014/main" id="{95EF51FE-C677-0E62-381D-F260CD2EF137}"/>
                  </a:ext>
                </a:extLst>
              </p:cNvPr>
              <p:cNvGrpSpPr/>
              <p:nvPr/>
            </p:nvGrpSpPr>
            <p:grpSpPr>
              <a:xfrm>
                <a:off x="5360065" y="3639655"/>
                <a:ext cx="1160388" cy="1339629"/>
                <a:chOff x="7062439" y="3389435"/>
                <a:chExt cx="1160388" cy="1339629"/>
              </a:xfrm>
            </p:grpSpPr>
            <p:sp>
              <p:nvSpPr>
                <p:cNvPr id="46" name="Freeform 5">
                  <a:extLst>
                    <a:ext uri="{FF2B5EF4-FFF2-40B4-BE49-F238E27FC236}">
                      <a16:creationId xmlns:a16="http://schemas.microsoft.com/office/drawing/2014/main" id="{673A1EFD-F57A-6553-03ED-C4A6E0835AF6}"/>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gradFill flip="none" rotWithShape="1">
                  <a:gsLst>
                    <a:gs pos="0">
                      <a:srgbClr val="6578F0">
                        <a:alpha val="0"/>
                      </a:srgbClr>
                    </a:gs>
                    <a:gs pos="100000">
                      <a:srgbClr val="6578F0">
                        <a:alpha val="19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7" name="Freeform 6">
                  <a:extLst>
                    <a:ext uri="{FF2B5EF4-FFF2-40B4-BE49-F238E27FC236}">
                      <a16:creationId xmlns:a16="http://schemas.microsoft.com/office/drawing/2014/main" id="{D5107E04-8379-8279-D022-445A15F9E13A}"/>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8" name="Freeform 7">
                  <a:extLst>
                    <a:ext uri="{FF2B5EF4-FFF2-40B4-BE49-F238E27FC236}">
                      <a16:creationId xmlns:a16="http://schemas.microsoft.com/office/drawing/2014/main" id="{7A3DFD8B-6FE9-343D-5CD3-0CEFB87BC07D}"/>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52" name="组合 51">
              <a:extLst>
                <a:ext uri="{FF2B5EF4-FFF2-40B4-BE49-F238E27FC236}">
                  <a16:creationId xmlns:a16="http://schemas.microsoft.com/office/drawing/2014/main" id="{4F1FCB8D-148B-C9EA-18E6-5891CDEDE904}"/>
                </a:ext>
              </a:extLst>
            </p:cNvPr>
            <p:cNvGrpSpPr/>
            <p:nvPr/>
          </p:nvGrpSpPr>
          <p:grpSpPr>
            <a:xfrm>
              <a:off x="8765602" y="2337877"/>
              <a:ext cx="807598" cy="932345"/>
              <a:chOff x="5360065" y="3639655"/>
              <a:chExt cx="1160388" cy="1339629"/>
            </a:xfrm>
          </p:grpSpPr>
          <p:grpSp>
            <p:nvGrpSpPr>
              <p:cNvPr id="53" name="组合 52">
                <a:extLst>
                  <a:ext uri="{FF2B5EF4-FFF2-40B4-BE49-F238E27FC236}">
                    <a16:creationId xmlns:a16="http://schemas.microsoft.com/office/drawing/2014/main" id="{7F68A60D-D5D1-4249-403C-8334837F289A}"/>
                  </a:ext>
                </a:extLst>
              </p:cNvPr>
              <p:cNvGrpSpPr/>
              <p:nvPr/>
            </p:nvGrpSpPr>
            <p:grpSpPr>
              <a:xfrm>
                <a:off x="5628783" y="3927223"/>
                <a:ext cx="623731" cy="720077"/>
                <a:chOff x="5810735" y="1476540"/>
                <a:chExt cx="730282" cy="843086"/>
              </a:xfrm>
            </p:grpSpPr>
            <p:sp>
              <p:nvSpPr>
                <p:cNvPr id="58" name="Freeform 5">
                  <a:extLst>
                    <a:ext uri="{FF2B5EF4-FFF2-40B4-BE49-F238E27FC236}">
                      <a16:creationId xmlns:a16="http://schemas.microsoft.com/office/drawing/2014/main" id="{6BC79C77-DCC3-7332-98D7-B0DA59A637EF}"/>
                    </a:ext>
                  </a:extLst>
                </p:cNvPr>
                <p:cNvSpPr>
                  <a:spLocks/>
                </p:cNvSpPr>
                <p:nvPr/>
              </p:nvSpPr>
              <p:spPr bwMode="auto">
                <a:xfrm>
                  <a:off x="6176612" y="1687925"/>
                  <a:ext cx="364405" cy="631701"/>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Freeform 6">
                  <a:extLst>
                    <a:ext uri="{FF2B5EF4-FFF2-40B4-BE49-F238E27FC236}">
                      <a16:creationId xmlns:a16="http://schemas.microsoft.com/office/drawing/2014/main" id="{ED82043B-5A94-8059-C49F-92531F1B8F2C}"/>
                    </a:ext>
                  </a:extLst>
                </p:cNvPr>
                <p:cNvSpPr>
                  <a:spLocks/>
                </p:cNvSpPr>
                <p:nvPr/>
              </p:nvSpPr>
              <p:spPr bwMode="auto">
                <a:xfrm>
                  <a:off x="5810735" y="1687925"/>
                  <a:ext cx="366858" cy="631701"/>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Freeform 7">
                  <a:extLst>
                    <a:ext uri="{FF2B5EF4-FFF2-40B4-BE49-F238E27FC236}">
                      <a16:creationId xmlns:a16="http://schemas.microsoft.com/office/drawing/2014/main" id="{0C27C15E-79D9-5902-3387-E598D5948646}"/>
                    </a:ext>
                  </a:extLst>
                </p:cNvPr>
                <p:cNvSpPr>
                  <a:spLocks/>
                </p:cNvSpPr>
                <p:nvPr/>
              </p:nvSpPr>
              <p:spPr bwMode="auto">
                <a:xfrm>
                  <a:off x="5811716" y="1476540"/>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54" name="组合 53">
                <a:extLst>
                  <a:ext uri="{FF2B5EF4-FFF2-40B4-BE49-F238E27FC236}">
                    <a16:creationId xmlns:a16="http://schemas.microsoft.com/office/drawing/2014/main" id="{1EC2092D-9311-6AFE-5E84-C5F55F6ECFE3}"/>
                  </a:ext>
                </a:extLst>
              </p:cNvPr>
              <p:cNvGrpSpPr/>
              <p:nvPr/>
            </p:nvGrpSpPr>
            <p:grpSpPr>
              <a:xfrm>
                <a:off x="5360065" y="3639655"/>
                <a:ext cx="1160388" cy="1339629"/>
                <a:chOff x="7062439" y="3389435"/>
                <a:chExt cx="1160388" cy="1339629"/>
              </a:xfrm>
            </p:grpSpPr>
            <p:sp>
              <p:nvSpPr>
                <p:cNvPr id="55" name="Freeform 5">
                  <a:extLst>
                    <a:ext uri="{FF2B5EF4-FFF2-40B4-BE49-F238E27FC236}">
                      <a16:creationId xmlns:a16="http://schemas.microsoft.com/office/drawing/2014/main" id="{BD4950EA-1D9F-42F7-B20E-D660A930FC12}"/>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gradFill flip="none" rotWithShape="1">
                  <a:gsLst>
                    <a:gs pos="0">
                      <a:srgbClr val="6578F0">
                        <a:alpha val="0"/>
                      </a:srgbClr>
                    </a:gs>
                    <a:gs pos="100000">
                      <a:srgbClr val="6578F0">
                        <a:alpha val="19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6" name="Freeform 6">
                  <a:extLst>
                    <a:ext uri="{FF2B5EF4-FFF2-40B4-BE49-F238E27FC236}">
                      <a16:creationId xmlns:a16="http://schemas.microsoft.com/office/drawing/2014/main" id="{9CDB61A5-C6B3-4386-7A06-CBE9C0095836}"/>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7" name="Freeform 7">
                  <a:extLst>
                    <a:ext uri="{FF2B5EF4-FFF2-40B4-BE49-F238E27FC236}">
                      <a16:creationId xmlns:a16="http://schemas.microsoft.com/office/drawing/2014/main" id="{34455F1F-DE3F-6E1A-1C3F-B39D91DE861B}"/>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40" name="组合 139">
              <a:extLst>
                <a:ext uri="{FF2B5EF4-FFF2-40B4-BE49-F238E27FC236}">
                  <a16:creationId xmlns:a16="http://schemas.microsoft.com/office/drawing/2014/main" id="{9E310F32-B053-8EF5-4F63-9B878A6ADCBD}"/>
                </a:ext>
              </a:extLst>
            </p:cNvPr>
            <p:cNvGrpSpPr/>
            <p:nvPr/>
          </p:nvGrpSpPr>
          <p:grpSpPr>
            <a:xfrm>
              <a:off x="3426398" y="2820030"/>
              <a:ext cx="5339204" cy="0"/>
              <a:chOff x="3261904" y="2702728"/>
              <a:chExt cx="5339204" cy="0"/>
            </a:xfrm>
          </p:grpSpPr>
          <p:cxnSp>
            <p:nvCxnSpPr>
              <p:cNvPr id="136" name="直接连接符 135">
                <a:extLst>
                  <a:ext uri="{FF2B5EF4-FFF2-40B4-BE49-F238E27FC236}">
                    <a16:creationId xmlns:a16="http://schemas.microsoft.com/office/drawing/2014/main" id="{B9D4A20F-B7C3-FF1E-B9C1-B32C9950E839}"/>
                  </a:ext>
                </a:extLst>
              </p:cNvPr>
              <p:cNvCxnSpPr>
                <a:cxnSpLocks/>
              </p:cNvCxnSpPr>
              <p:nvPr/>
            </p:nvCxnSpPr>
            <p:spPr>
              <a:xfrm>
                <a:off x="3261904" y="2702728"/>
                <a:ext cx="1241336" cy="0"/>
              </a:xfrm>
              <a:prstGeom prst="line">
                <a:avLst/>
              </a:prstGeom>
              <a:noFill/>
              <a:ln>
                <a:gradFill flip="none" rotWithShape="1">
                  <a:gsLst>
                    <a:gs pos="0">
                      <a:srgbClr val="02F276"/>
                    </a:gs>
                    <a:gs pos="99000">
                      <a:srgbClr val="3749CC"/>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cxnSp>
          <p:cxnSp>
            <p:nvCxnSpPr>
              <p:cNvPr id="138" name="直接连接符 137">
                <a:extLst>
                  <a:ext uri="{FF2B5EF4-FFF2-40B4-BE49-F238E27FC236}">
                    <a16:creationId xmlns:a16="http://schemas.microsoft.com/office/drawing/2014/main" id="{01691F54-9B3A-7A80-D072-CDF1B2315229}"/>
                  </a:ext>
                </a:extLst>
              </p:cNvPr>
              <p:cNvCxnSpPr>
                <a:cxnSpLocks/>
              </p:cNvCxnSpPr>
              <p:nvPr/>
            </p:nvCxnSpPr>
            <p:spPr>
              <a:xfrm>
                <a:off x="5310838" y="2702728"/>
                <a:ext cx="1241336" cy="0"/>
              </a:xfrm>
              <a:prstGeom prst="line">
                <a:avLst/>
              </a:prstGeom>
              <a:noFill/>
              <a:ln>
                <a:gradFill flip="none" rotWithShape="1">
                  <a:gsLst>
                    <a:gs pos="0">
                      <a:srgbClr val="02F276"/>
                    </a:gs>
                    <a:gs pos="99000">
                      <a:srgbClr val="3749CC"/>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cxnSp>
          <p:cxnSp>
            <p:nvCxnSpPr>
              <p:cNvPr id="139" name="直接连接符 138">
                <a:extLst>
                  <a:ext uri="{FF2B5EF4-FFF2-40B4-BE49-F238E27FC236}">
                    <a16:creationId xmlns:a16="http://schemas.microsoft.com/office/drawing/2014/main" id="{B5A1BB9D-639F-5B56-99F3-D49B028FFC5A}"/>
                  </a:ext>
                </a:extLst>
              </p:cNvPr>
              <p:cNvCxnSpPr>
                <a:cxnSpLocks/>
              </p:cNvCxnSpPr>
              <p:nvPr/>
            </p:nvCxnSpPr>
            <p:spPr>
              <a:xfrm>
                <a:off x="7359772" y="2702728"/>
                <a:ext cx="1241336" cy="0"/>
              </a:xfrm>
              <a:prstGeom prst="line">
                <a:avLst/>
              </a:prstGeom>
              <a:noFill/>
              <a:ln>
                <a:gradFill flip="none" rotWithShape="1">
                  <a:gsLst>
                    <a:gs pos="0">
                      <a:srgbClr val="02F276"/>
                    </a:gs>
                    <a:gs pos="99000">
                      <a:srgbClr val="3749CC"/>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46" name="组合 145">
              <a:extLst>
                <a:ext uri="{FF2B5EF4-FFF2-40B4-BE49-F238E27FC236}">
                  <a16:creationId xmlns:a16="http://schemas.microsoft.com/office/drawing/2014/main" id="{AA596879-5F5C-E552-E427-314CC6D97B5B}"/>
                </a:ext>
              </a:extLst>
            </p:cNvPr>
            <p:cNvGrpSpPr/>
            <p:nvPr/>
          </p:nvGrpSpPr>
          <p:grpSpPr>
            <a:xfrm>
              <a:off x="2618800" y="4732250"/>
              <a:ext cx="6954400" cy="932345"/>
              <a:chOff x="2454306" y="2220575"/>
              <a:chExt cx="6954400" cy="932345"/>
            </a:xfrm>
          </p:grpSpPr>
          <p:grpSp>
            <p:nvGrpSpPr>
              <p:cNvPr id="147" name="组合 146">
                <a:extLst>
                  <a:ext uri="{FF2B5EF4-FFF2-40B4-BE49-F238E27FC236}">
                    <a16:creationId xmlns:a16="http://schemas.microsoft.com/office/drawing/2014/main" id="{83BE8CC6-0F54-E9D4-654F-B882D595B8B1}"/>
                  </a:ext>
                </a:extLst>
              </p:cNvPr>
              <p:cNvGrpSpPr/>
              <p:nvPr/>
            </p:nvGrpSpPr>
            <p:grpSpPr>
              <a:xfrm>
                <a:off x="2454306" y="2220575"/>
                <a:ext cx="6954400" cy="932345"/>
                <a:chOff x="2196919" y="2098656"/>
                <a:chExt cx="6954400" cy="932345"/>
              </a:xfrm>
            </p:grpSpPr>
            <p:grpSp>
              <p:nvGrpSpPr>
                <p:cNvPr id="152" name="组合 151">
                  <a:extLst>
                    <a:ext uri="{FF2B5EF4-FFF2-40B4-BE49-F238E27FC236}">
                      <a16:creationId xmlns:a16="http://schemas.microsoft.com/office/drawing/2014/main" id="{918A0D41-1B8D-FCBD-FCA7-D2CE5A503EA1}"/>
                    </a:ext>
                  </a:extLst>
                </p:cNvPr>
                <p:cNvGrpSpPr/>
                <p:nvPr/>
              </p:nvGrpSpPr>
              <p:grpSpPr>
                <a:xfrm>
                  <a:off x="2196919" y="2098656"/>
                  <a:ext cx="807598" cy="932345"/>
                  <a:chOff x="5360065" y="3639655"/>
                  <a:chExt cx="1160388" cy="1339629"/>
                </a:xfrm>
              </p:grpSpPr>
              <p:grpSp>
                <p:nvGrpSpPr>
                  <p:cNvPr id="180" name="组合 179">
                    <a:extLst>
                      <a:ext uri="{FF2B5EF4-FFF2-40B4-BE49-F238E27FC236}">
                        <a16:creationId xmlns:a16="http://schemas.microsoft.com/office/drawing/2014/main" id="{8477121C-E2F7-EDDD-34DD-C355AB08685B}"/>
                      </a:ext>
                    </a:extLst>
                  </p:cNvPr>
                  <p:cNvGrpSpPr/>
                  <p:nvPr/>
                </p:nvGrpSpPr>
                <p:grpSpPr>
                  <a:xfrm>
                    <a:off x="5628783" y="3927223"/>
                    <a:ext cx="623731" cy="720077"/>
                    <a:chOff x="5810735" y="1476540"/>
                    <a:chExt cx="730282" cy="843086"/>
                  </a:xfrm>
                </p:grpSpPr>
                <p:sp>
                  <p:nvSpPr>
                    <p:cNvPr id="185" name="Freeform 5">
                      <a:extLst>
                        <a:ext uri="{FF2B5EF4-FFF2-40B4-BE49-F238E27FC236}">
                          <a16:creationId xmlns:a16="http://schemas.microsoft.com/office/drawing/2014/main" id="{BD9D847B-7383-FF18-C707-BDF4F4473930}"/>
                        </a:ext>
                      </a:extLst>
                    </p:cNvPr>
                    <p:cNvSpPr>
                      <a:spLocks/>
                    </p:cNvSpPr>
                    <p:nvPr/>
                  </p:nvSpPr>
                  <p:spPr bwMode="auto">
                    <a:xfrm>
                      <a:off x="6176612" y="1687925"/>
                      <a:ext cx="364405" cy="631701"/>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6" name="Freeform 6">
                      <a:extLst>
                        <a:ext uri="{FF2B5EF4-FFF2-40B4-BE49-F238E27FC236}">
                          <a16:creationId xmlns:a16="http://schemas.microsoft.com/office/drawing/2014/main" id="{676482AE-E22A-0212-CFB9-E8326D03B40C}"/>
                        </a:ext>
                      </a:extLst>
                    </p:cNvPr>
                    <p:cNvSpPr>
                      <a:spLocks/>
                    </p:cNvSpPr>
                    <p:nvPr/>
                  </p:nvSpPr>
                  <p:spPr bwMode="auto">
                    <a:xfrm>
                      <a:off x="5810735" y="1687925"/>
                      <a:ext cx="366858" cy="631701"/>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7" name="Freeform 7">
                      <a:extLst>
                        <a:ext uri="{FF2B5EF4-FFF2-40B4-BE49-F238E27FC236}">
                          <a16:creationId xmlns:a16="http://schemas.microsoft.com/office/drawing/2014/main" id="{45D257BF-3927-0D31-2DC9-B0730C54D39D}"/>
                        </a:ext>
                      </a:extLst>
                    </p:cNvPr>
                    <p:cNvSpPr>
                      <a:spLocks/>
                    </p:cNvSpPr>
                    <p:nvPr/>
                  </p:nvSpPr>
                  <p:spPr bwMode="auto">
                    <a:xfrm>
                      <a:off x="5811716" y="1476540"/>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81" name="组合 180">
                    <a:extLst>
                      <a:ext uri="{FF2B5EF4-FFF2-40B4-BE49-F238E27FC236}">
                        <a16:creationId xmlns:a16="http://schemas.microsoft.com/office/drawing/2014/main" id="{EC69C2C3-16D1-1988-50A4-7B5311CFDE4F}"/>
                      </a:ext>
                    </a:extLst>
                  </p:cNvPr>
                  <p:cNvGrpSpPr/>
                  <p:nvPr/>
                </p:nvGrpSpPr>
                <p:grpSpPr>
                  <a:xfrm>
                    <a:off x="5360065" y="3639655"/>
                    <a:ext cx="1160388" cy="1339629"/>
                    <a:chOff x="7062439" y="3389435"/>
                    <a:chExt cx="1160388" cy="1339629"/>
                  </a:xfrm>
                </p:grpSpPr>
                <p:sp>
                  <p:nvSpPr>
                    <p:cNvPr id="182" name="Freeform 5">
                      <a:extLst>
                        <a:ext uri="{FF2B5EF4-FFF2-40B4-BE49-F238E27FC236}">
                          <a16:creationId xmlns:a16="http://schemas.microsoft.com/office/drawing/2014/main" id="{CB4D19AC-8ACF-0EAF-45F2-BBB177ED54AC}"/>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gradFill flip="none" rotWithShape="1">
                      <a:gsLst>
                        <a:gs pos="0">
                          <a:srgbClr val="6578F0">
                            <a:alpha val="0"/>
                          </a:srgbClr>
                        </a:gs>
                        <a:gs pos="100000">
                          <a:srgbClr val="6578F0">
                            <a:alpha val="19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3" name="Freeform 6">
                      <a:extLst>
                        <a:ext uri="{FF2B5EF4-FFF2-40B4-BE49-F238E27FC236}">
                          <a16:creationId xmlns:a16="http://schemas.microsoft.com/office/drawing/2014/main" id="{C5E9F95F-8DF6-F1E8-588C-1B8277402F7B}"/>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4" name="Freeform 7">
                      <a:extLst>
                        <a:ext uri="{FF2B5EF4-FFF2-40B4-BE49-F238E27FC236}">
                          <a16:creationId xmlns:a16="http://schemas.microsoft.com/office/drawing/2014/main" id="{FCAA8867-4BFB-AA55-1A95-561AD2EF75DE}"/>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53" name="组合 152">
                  <a:extLst>
                    <a:ext uri="{FF2B5EF4-FFF2-40B4-BE49-F238E27FC236}">
                      <a16:creationId xmlns:a16="http://schemas.microsoft.com/office/drawing/2014/main" id="{983FA1DD-A181-16B7-D2BE-BF8382EF2155}"/>
                    </a:ext>
                  </a:extLst>
                </p:cNvPr>
                <p:cNvGrpSpPr/>
                <p:nvPr/>
              </p:nvGrpSpPr>
              <p:grpSpPr>
                <a:xfrm>
                  <a:off x="4245853" y="2098656"/>
                  <a:ext cx="807598" cy="932345"/>
                  <a:chOff x="5360065" y="3639655"/>
                  <a:chExt cx="1160388" cy="1339629"/>
                </a:xfrm>
              </p:grpSpPr>
              <p:grpSp>
                <p:nvGrpSpPr>
                  <p:cNvPr id="172" name="组合 171">
                    <a:extLst>
                      <a:ext uri="{FF2B5EF4-FFF2-40B4-BE49-F238E27FC236}">
                        <a16:creationId xmlns:a16="http://schemas.microsoft.com/office/drawing/2014/main" id="{35A22224-32D1-2718-CACA-14F1B992B899}"/>
                      </a:ext>
                    </a:extLst>
                  </p:cNvPr>
                  <p:cNvGrpSpPr/>
                  <p:nvPr/>
                </p:nvGrpSpPr>
                <p:grpSpPr>
                  <a:xfrm>
                    <a:off x="5628783" y="3927223"/>
                    <a:ext cx="623731" cy="720077"/>
                    <a:chOff x="5810735" y="1476540"/>
                    <a:chExt cx="730282" cy="843086"/>
                  </a:xfrm>
                </p:grpSpPr>
                <p:sp>
                  <p:nvSpPr>
                    <p:cNvPr id="177" name="Freeform 5">
                      <a:extLst>
                        <a:ext uri="{FF2B5EF4-FFF2-40B4-BE49-F238E27FC236}">
                          <a16:creationId xmlns:a16="http://schemas.microsoft.com/office/drawing/2014/main" id="{542D3A65-A0A0-5A83-7563-FA78F3507BA6}"/>
                        </a:ext>
                      </a:extLst>
                    </p:cNvPr>
                    <p:cNvSpPr>
                      <a:spLocks/>
                    </p:cNvSpPr>
                    <p:nvPr/>
                  </p:nvSpPr>
                  <p:spPr bwMode="auto">
                    <a:xfrm>
                      <a:off x="6176612" y="1687925"/>
                      <a:ext cx="364405" cy="631701"/>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8" name="Freeform 6">
                      <a:extLst>
                        <a:ext uri="{FF2B5EF4-FFF2-40B4-BE49-F238E27FC236}">
                          <a16:creationId xmlns:a16="http://schemas.microsoft.com/office/drawing/2014/main" id="{6D73B35C-5185-4125-8988-5B6599E8BBBC}"/>
                        </a:ext>
                      </a:extLst>
                    </p:cNvPr>
                    <p:cNvSpPr>
                      <a:spLocks/>
                    </p:cNvSpPr>
                    <p:nvPr/>
                  </p:nvSpPr>
                  <p:spPr bwMode="auto">
                    <a:xfrm>
                      <a:off x="5810735" y="1687925"/>
                      <a:ext cx="366858" cy="631701"/>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9" name="Freeform 7">
                      <a:extLst>
                        <a:ext uri="{FF2B5EF4-FFF2-40B4-BE49-F238E27FC236}">
                          <a16:creationId xmlns:a16="http://schemas.microsoft.com/office/drawing/2014/main" id="{766D6861-FE9E-BD82-54A3-FB8FB2EA4DFB}"/>
                        </a:ext>
                      </a:extLst>
                    </p:cNvPr>
                    <p:cNvSpPr>
                      <a:spLocks/>
                    </p:cNvSpPr>
                    <p:nvPr/>
                  </p:nvSpPr>
                  <p:spPr bwMode="auto">
                    <a:xfrm>
                      <a:off x="5811716" y="1476540"/>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73" name="组合 172">
                    <a:extLst>
                      <a:ext uri="{FF2B5EF4-FFF2-40B4-BE49-F238E27FC236}">
                        <a16:creationId xmlns:a16="http://schemas.microsoft.com/office/drawing/2014/main" id="{019D1279-C1CF-E71E-38B0-65D973F88957}"/>
                      </a:ext>
                    </a:extLst>
                  </p:cNvPr>
                  <p:cNvGrpSpPr/>
                  <p:nvPr/>
                </p:nvGrpSpPr>
                <p:grpSpPr>
                  <a:xfrm>
                    <a:off x="5360065" y="3639655"/>
                    <a:ext cx="1160388" cy="1339629"/>
                    <a:chOff x="7062439" y="3389435"/>
                    <a:chExt cx="1160388" cy="1339629"/>
                  </a:xfrm>
                </p:grpSpPr>
                <p:sp>
                  <p:nvSpPr>
                    <p:cNvPr id="174" name="Freeform 5">
                      <a:extLst>
                        <a:ext uri="{FF2B5EF4-FFF2-40B4-BE49-F238E27FC236}">
                          <a16:creationId xmlns:a16="http://schemas.microsoft.com/office/drawing/2014/main" id="{CF70E851-88C0-FE5C-70A7-3E7BC4CE3034}"/>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gradFill flip="none" rotWithShape="1">
                      <a:gsLst>
                        <a:gs pos="0">
                          <a:srgbClr val="6578F0">
                            <a:alpha val="0"/>
                          </a:srgbClr>
                        </a:gs>
                        <a:gs pos="100000">
                          <a:srgbClr val="6578F0">
                            <a:alpha val="19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5" name="Freeform 6">
                      <a:extLst>
                        <a:ext uri="{FF2B5EF4-FFF2-40B4-BE49-F238E27FC236}">
                          <a16:creationId xmlns:a16="http://schemas.microsoft.com/office/drawing/2014/main" id="{35373CF6-7FF1-6C98-90FC-427844F143F1}"/>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6" name="Freeform 7">
                      <a:extLst>
                        <a:ext uri="{FF2B5EF4-FFF2-40B4-BE49-F238E27FC236}">
                          <a16:creationId xmlns:a16="http://schemas.microsoft.com/office/drawing/2014/main" id="{3801B55B-DD3B-94A5-4A6B-19A306C625F0}"/>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54" name="组合 153">
                  <a:extLst>
                    <a:ext uri="{FF2B5EF4-FFF2-40B4-BE49-F238E27FC236}">
                      <a16:creationId xmlns:a16="http://schemas.microsoft.com/office/drawing/2014/main" id="{72EFE347-18C0-F158-0C77-147B3328D6DF}"/>
                    </a:ext>
                  </a:extLst>
                </p:cNvPr>
                <p:cNvGrpSpPr/>
                <p:nvPr/>
              </p:nvGrpSpPr>
              <p:grpSpPr>
                <a:xfrm>
                  <a:off x="6294787" y="2098656"/>
                  <a:ext cx="807598" cy="932345"/>
                  <a:chOff x="5360065" y="3639655"/>
                  <a:chExt cx="1160388" cy="1339629"/>
                </a:xfrm>
              </p:grpSpPr>
              <p:grpSp>
                <p:nvGrpSpPr>
                  <p:cNvPr id="164" name="组合 163">
                    <a:extLst>
                      <a:ext uri="{FF2B5EF4-FFF2-40B4-BE49-F238E27FC236}">
                        <a16:creationId xmlns:a16="http://schemas.microsoft.com/office/drawing/2014/main" id="{C95BF014-524F-9B0D-BF64-824E0E38EFDA}"/>
                      </a:ext>
                    </a:extLst>
                  </p:cNvPr>
                  <p:cNvGrpSpPr/>
                  <p:nvPr/>
                </p:nvGrpSpPr>
                <p:grpSpPr>
                  <a:xfrm>
                    <a:off x="5628783" y="3927223"/>
                    <a:ext cx="623731" cy="720077"/>
                    <a:chOff x="5810735" y="1476540"/>
                    <a:chExt cx="730282" cy="843086"/>
                  </a:xfrm>
                </p:grpSpPr>
                <p:sp>
                  <p:nvSpPr>
                    <p:cNvPr id="169" name="Freeform 5">
                      <a:extLst>
                        <a:ext uri="{FF2B5EF4-FFF2-40B4-BE49-F238E27FC236}">
                          <a16:creationId xmlns:a16="http://schemas.microsoft.com/office/drawing/2014/main" id="{97D64AB5-4756-E1A2-F25A-E7C8D0A9D7C4}"/>
                        </a:ext>
                      </a:extLst>
                    </p:cNvPr>
                    <p:cNvSpPr>
                      <a:spLocks/>
                    </p:cNvSpPr>
                    <p:nvPr/>
                  </p:nvSpPr>
                  <p:spPr bwMode="auto">
                    <a:xfrm>
                      <a:off x="6176612" y="1687925"/>
                      <a:ext cx="364405" cy="631701"/>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0" name="Freeform 6">
                      <a:extLst>
                        <a:ext uri="{FF2B5EF4-FFF2-40B4-BE49-F238E27FC236}">
                          <a16:creationId xmlns:a16="http://schemas.microsoft.com/office/drawing/2014/main" id="{799A5121-4B19-6563-5339-88DE42240773}"/>
                        </a:ext>
                      </a:extLst>
                    </p:cNvPr>
                    <p:cNvSpPr>
                      <a:spLocks/>
                    </p:cNvSpPr>
                    <p:nvPr/>
                  </p:nvSpPr>
                  <p:spPr bwMode="auto">
                    <a:xfrm>
                      <a:off x="5810735" y="1687925"/>
                      <a:ext cx="366858" cy="631701"/>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1" name="Freeform 7">
                      <a:extLst>
                        <a:ext uri="{FF2B5EF4-FFF2-40B4-BE49-F238E27FC236}">
                          <a16:creationId xmlns:a16="http://schemas.microsoft.com/office/drawing/2014/main" id="{81838ED3-FB1F-F562-EF98-1EBCD973C0BD}"/>
                        </a:ext>
                      </a:extLst>
                    </p:cNvPr>
                    <p:cNvSpPr>
                      <a:spLocks/>
                    </p:cNvSpPr>
                    <p:nvPr/>
                  </p:nvSpPr>
                  <p:spPr bwMode="auto">
                    <a:xfrm>
                      <a:off x="5811716" y="1476540"/>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65" name="组合 164">
                    <a:extLst>
                      <a:ext uri="{FF2B5EF4-FFF2-40B4-BE49-F238E27FC236}">
                        <a16:creationId xmlns:a16="http://schemas.microsoft.com/office/drawing/2014/main" id="{0EDE5433-6380-64E3-208E-76BE625F1E8D}"/>
                      </a:ext>
                    </a:extLst>
                  </p:cNvPr>
                  <p:cNvGrpSpPr/>
                  <p:nvPr/>
                </p:nvGrpSpPr>
                <p:grpSpPr>
                  <a:xfrm>
                    <a:off x="5360065" y="3639655"/>
                    <a:ext cx="1160388" cy="1339629"/>
                    <a:chOff x="7062439" y="3389435"/>
                    <a:chExt cx="1160388" cy="1339629"/>
                  </a:xfrm>
                </p:grpSpPr>
                <p:sp>
                  <p:nvSpPr>
                    <p:cNvPr id="166" name="Freeform 5">
                      <a:extLst>
                        <a:ext uri="{FF2B5EF4-FFF2-40B4-BE49-F238E27FC236}">
                          <a16:creationId xmlns:a16="http://schemas.microsoft.com/office/drawing/2014/main" id="{E36934D8-A171-88E8-54AA-87220020586D}"/>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gradFill flip="none" rotWithShape="1">
                      <a:gsLst>
                        <a:gs pos="0">
                          <a:srgbClr val="6578F0">
                            <a:alpha val="0"/>
                          </a:srgbClr>
                        </a:gs>
                        <a:gs pos="100000">
                          <a:srgbClr val="6578F0">
                            <a:alpha val="19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7" name="Freeform 6">
                      <a:extLst>
                        <a:ext uri="{FF2B5EF4-FFF2-40B4-BE49-F238E27FC236}">
                          <a16:creationId xmlns:a16="http://schemas.microsoft.com/office/drawing/2014/main" id="{D4CE73BF-4093-3244-E75A-B16161FF8584}"/>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8" name="Freeform 7">
                      <a:extLst>
                        <a:ext uri="{FF2B5EF4-FFF2-40B4-BE49-F238E27FC236}">
                          <a16:creationId xmlns:a16="http://schemas.microsoft.com/office/drawing/2014/main" id="{C5BA548D-D729-F40F-0583-A601C6620DF6}"/>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55" name="组合 154">
                  <a:extLst>
                    <a:ext uri="{FF2B5EF4-FFF2-40B4-BE49-F238E27FC236}">
                      <a16:creationId xmlns:a16="http://schemas.microsoft.com/office/drawing/2014/main" id="{F2613DB6-C05D-B11F-E77A-F763D5E5A7DD}"/>
                    </a:ext>
                  </a:extLst>
                </p:cNvPr>
                <p:cNvGrpSpPr/>
                <p:nvPr/>
              </p:nvGrpSpPr>
              <p:grpSpPr>
                <a:xfrm>
                  <a:off x="8343721" y="2098656"/>
                  <a:ext cx="807598" cy="932345"/>
                  <a:chOff x="5360065" y="3639655"/>
                  <a:chExt cx="1160388" cy="1339629"/>
                </a:xfrm>
              </p:grpSpPr>
              <p:grpSp>
                <p:nvGrpSpPr>
                  <p:cNvPr id="156" name="组合 155">
                    <a:extLst>
                      <a:ext uri="{FF2B5EF4-FFF2-40B4-BE49-F238E27FC236}">
                        <a16:creationId xmlns:a16="http://schemas.microsoft.com/office/drawing/2014/main" id="{2E85C33C-B3DB-9489-80CC-CDE55C5C56BB}"/>
                      </a:ext>
                    </a:extLst>
                  </p:cNvPr>
                  <p:cNvGrpSpPr/>
                  <p:nvPr/>
                </p:nvGrpSpPr>
                <p:grpSpPr>
                  <a:xfrm>
                    <a:off x="5628783" y="3927223"/>
                    <a:ext cx="623731" cy="720077"/>
                    <a:chOff x="5810735" y="1476540"/>
                    <a:chExt cx="730282" cy="843086"/>
                  </a:xfrm>
                </p:grpSpPr>
                <p:sp>
                  <p:nvSpPr>
                    <p:cNvPr id="161" name="Freeform 5">
                      <a:extLst>
                        <a:ext uri="{FF2B5EF4-FFF2-40B4-BE49-F238E27FC236}">
                          <a16:creationId xmlns:a16="http://schemas.microsoft.com/office/drawing/2014/main" id="{378152DE-C90C-2C9E-1AA8-E83FC71B2B0A}"/>
                        </a:ext>
                      </a:extLst>
                    </p:cNvPr>
                    <p:cNvSpPr>
                      <a:spLocks/>
                    </p:cNvSpPr>
                    <p:nvPr/>
                  </p:nvSpPr>
                  <p:spPr bwMode="auto">
                    <a:xfrm>
                      <a:off x="6176612" y="1687925"/>
                      <a:ext cx="364405" cy="631701"/>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2" name="Freeform 6">
                      <a:extLst>
                        <a:ext uri="{FF2B5EF4-FFF2-40B4-BE49-F238E27FC236}">
                          <a16:creationId xmlns:a16="http://schemas.microsoft.com/office/drawing/2014/main" id="{38DDD83C-5547-91C3-E147-FE649E262303}"/>
                        </a:ext>
                      </a:extLst>
                    </p:cNvPr>
                    <p:cNvSpPr>
                      <a:spLocks/>
                    </p:cNvSpPr>
                    <p:nvPr/>
                  </p:nvSpPr>
                  <p:spPr bwMode="auto">
                    <a:xfrm>
                      <a:off x="5810735" y="1687925"/>
                      <a:ext cx="366858" cy="631701"/>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3" name="Freeform 7">
                      <a:extLst>
                        <a:ext uri="{FF2B5EF4-FFF2-40B4-BE49-F238E27FC236}">
                          <a16:creationId xmlns:a16="http://schemas.microsoft.com/office/drawing/2014/main" id="{02B7E28C-FEA4-9DF8-DDE1-B3B3CE435945}"/>
                        </a:ext>
                      </a:extLst>
                    </p:cNvPr>
                    <p:cNvSpPr>
                      <a:spLocks/>
                    </p:cNvSpPr>
                    <p:nvPr/>
                  </p:nvSpPr>
                  <p:spPr bwMode="auto">
                    <a:xfrm>
                      <a:off x="5811716" y="1476540"/>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57" name="组合 156">
                    <a:extLst>
                      <a:ext uri="{FF2B5EF4-FFF2-40B4-BE49-F238E27FC236}">
                        <a16:creationId xmlns:a16="http://schemas.microsoft.com/office/drawing/2014/main" id="{EEF42915-6831-FA2E-8964-FCB916836209}"/>
                      </a:ext>
                    </a:extLst>
                  </p:cNvPr>
                  <p:cNvGrpSpPr/>
                  <p:nvPr/>
                </p:nvGrpSpPr>
                <p:grpSpPr>
                  <a:xfrm>
                    <a:off x="5360065" y="3639655"/>
                    <a:ext cx="1160388" cy="1339629"/>
                    <a:chOff x="7062439" y="3389435"/>
                    <a:chExt cx="1160388" cy="1339629"/>
                  </a:xfrm>
                </p:grpSpPr>
                <p:sp>
                  <p:nvSpPr>
                    <p:cNvPr id="158" name="Freeform 5">
                      <a:extLst>
                        <a:ext uri="{FF2B5EF4-FFF2-40B4-BE49-F238E27FC236}">
                          <a16:creationId xmlns:a16="http://schemas.microsoft.com/office/drawing/2014/main" id="{B384837A-8D58-3A12-F6C0-E5D0A3B601F6}"/>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gradFill flip="none" rotWithShape="1">
                      <a:gsLst>
                        <a:gs pos="0">
                          <a:srgbClr val="6578F0">
                            <a:alpha val="0"/>
                          </a:srgbClr>
                        </a:gs>
                        <a:gs pos="100000">
                          <a:srgbClr val="6578F0">
                            <a:alpha val="19000"/>
                          </a:srgbClr>
                        </a:gs>
                      </a:gsLst>
                      <a:lin ang="54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9" name="Freeform 6">
                      <a:extLst>
                        <a:ext uri="{FF2B5EF4-FFF2-40B4-BE49-F238E27FC236}">
                          <a16:creationId xmlns:a16="http://schemas.microsoft.com/office/drawing/2014/main" id="{D96107EB-DD2D-182F-B378-BA36B5B1EDC4}"/>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0" name="Freeform 7">
                      <a:extLst>
                        <a:ext uri="{FF2B5EF4-FFF2-40B4-BE49-F238E27FC236}">
                          <a16:creationId xmlns:a16="http://schemas.microsoft.com/office/drawing/2014/main" id="{641C7A90-E352-9CF1-301C-3CCF88AD315D}"/>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6578F0">
                            <a:alpha val="0"/>
                          </a:srgbClr>
                        </a:gs>
                        <a:gs pos="100000">
                          <a:srgbClr val="6578F0">
                            <a:alpha val="19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148" name="组合 147">
                <a:extLst>
                  <a:ext uri="{FF2B5EF4-FFF2-40B4-BE49-F238E27FC236}">
                    <a16:creationId xmlns:a16="http://schemas.microsoft.com/office/drawing/2014/main" id="{974C234F-92E5-39ED-5142-227594D4CEE2}"/>
                  </a:ext>
                </a:extLst>
              </p:cNvPr>
              <p:cNvGrpSpPr/>
              <p:nvPr/>
            </p:nvGrpSpPr>
            <p:grpSpPr>
              <a:xfrm>
                <a:off x="3261904" y="2702728"/>
                <a:ext cx="5339204" cy="0"/>
                <a:chOff x="3261904" y="2702728"/>
                <a:chExt cx="5339204" cy="0"/>
              </a:xfrm>
            </p:grpSpPr>
            <p:cxnSp>
              <p:nvCxnSpPr>
                <p:cNvPr id="149" name="直接连接符 148">
                  <a:extLst>
                    <a:ext uri="{FF2B5EF4-FFF2-40B4-BE49-F238E27FC236}">
                      <a16:creationId xmlns:a16="http://schemas.microsoft.com/office/drawing/2014/main" id="{BB9AE582-82BD-6065-5F20-2DB01E6B5D59}"/>
                    </a:ext>
                  </a:extLst>
                </p:cNvPr>
                <p:cNvCxnSpPr>
                  <a:cxnSpLocks/>
                </p:cNvCxnSpPr>
                <p:nvPr/>
              </p:nvCxnSpPr>
              <p:spPr>
                <a:xfrm>
                  <a:off x="3261904" y="2702728"/>
                  <a:ext cx="1241336" cy="0"/>
                </a:xfrm>
                <a:prstGeom prst="line">
                  <a:avLst/>
                </a:prstGeom>
                <a:noFill/>
                <a:ln>
                  <a:gradFill flip="none" rotWithShape="1">
                    <a:gsLst>
                      <a:gs pos="0">
                        <a:srgbClr val="02F276"/>
                      </a:gs>
                      <a:gs pos="99000">
                        <a:srgbClr val="3749CC"/>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cxnSp>
            <p:cxnSp>
              <p:nvCxnSpPr>
                <p:cNvPr id="150" name="直接连接符 149">
                  <a:extLst>
                    <a:ext uri="{FF2B5EF4-FFF2-40B4-BE49-F238E27FC236}">
                      <a16:creationId xmlns:a16="http://schemas.microsoft.com/office/drawing/2014/main" id="{7B02A58A-615C-B28A-F47B-6EA126B3D4A8}"/>
                    </a:ext>
                  </a:extLst>
                </p:cNvPr>
                <p:cNvCxnSpPr>
                  <a:cxnSpLocks/>
                </p:cNvCxnSpPr>
                <p:nvPr/>
              </p:nvCxnSpPr>
              <p:spPr>
                <a:xfrm>
                  <a:off x="5310838" y="2702728"/>
                  <a:ext cx="1241336" cy="0"/>
                </a:xfrm>
                <a:prstGeom prst="line">
                  <a:avLst/>
                </a:prstGeom>
                <a:noFill/>
                <a:ln>
                  <a:gradFill flip="none" rotWithShape="1">
                    <a:gsLst>
                      <a:gs pos="0">
                        <a:srgbClr val="02F276"/>
                      </a:gs>
                      <a:gs pos="99000">
                        <a:srgbClr val="3749CC"/>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cxnSp>
            <p:cxnSp>
              <p:nvCxnSpPr>
                <p:cNvPr id="151" name="直接连接符 150">
                  <a:extLst>
                    <a:ext uri="{FF2B5EF4-FFF2-40B4-BE49-F238E27FC236}">
                      <a16:creationId xmlns:a16="http://schemas.microsoft.com/office/drawing/2014/main" id="{E7315870-134C-B4C7-1144-F9D09425FE65}"/>
                    </a:ext>
                  </a:extLst>
                </p:cNvPr>
                <p:cNvCxnSpPr>
                  <a:cxnSpLocks/>
                </p:cNvCxnSpPr>
                <p:nvPr/>
              </p:nvCxnSpPr>
              <p:spPr>
                <a:xfrm>
                  <a:off x="7359772" y="2702728"/>
                  <a:ext cx="1241336" cy="0"/>
                </a:xfrm>
                <a:prstGeom prst="line">
                  <a:avLst/>
                </a:prstGeom>
                <a:noFill/>
                <a:ln>
                  <a:gradFill flip="none" rotWithShape="1">
                    <a:gsLst>
                      <a:gs pos="0">
                        <a:srgbClr val="02F276"/>
                      </a:gs>
                      <a:gs pos="99000">
                        <a:srgbClr val="3749CC"/>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cxnSp>
          </p:grpSp>
        </p:grpSp>
        <p:grpSp>
          <p:nvGrpSpPr>
            <p:cNvPr id="191" name="组合 190">
              <a:extLst>
                <a:ext uri="{FF2B5EF4-FFF2-40B4-BE49-F238E27FC236}">
                  <a16:creationId xmlns:a16="http://schemas.microsoft.com/office/drawing/2014/main" id="{B78F547C-7F54-243B-28C5-737C334AA5E3}"/>
                </a:ext>
              </a:extLst>
            </p:cNvPr>
            <p:cNvGrpSpPr/>
            <p:nvPr/>
          </p:nvGrpSpPr>
          <p:grpSpPr>
            <a:xfrm>
              <a:off x="2914855" y="3578475"/>
              <a:ext cx="129306" cy="873760"/>
              <a:chOff x="2804548" y="3203787"/>
              <a:chExt cx="129306" cy="873760"/>
            </a:xfrm>
          </p:grpSpPr>
          <p:cxnSp>
            <p:nvCxnSpPr>
              <p:cNvPr id="189" name="直接箭头连接符 188">
                <a:extLst>
                  <a:ext uri="{FF2B5EF4-FFF2-40B4-BE49-F238E27FC236}">
                    <a16:creationId xmlns:a16="http://schemas.microsoft.com/office/drawing/2014/main" id="{AF9AC67F-6E86-2614-E4F7-1A4F947B8F62}"/>
                  </a:ext>
                </a:extLst>
              </p:cNvPr>
              <p:cNvCxnSpPr/>
              <p:nvPr/>
            </p:nvCxnSpPr>
            <p:spPr>
              <a:xfrm>
                <a:off x="2933854" y="3203787"/>
                <a:ext cx="0" cy="873760"/>
              </a:xfrm>
              <a:prstGeom prst="straightConnector1">
                <a:avLst/>
              </a:prstGeom>
              <a:ln w="6350">
                <a:gradFill>
                  <a:gsLst>
                    <a:gs pos="0">
                      <a:srgbClr val="CDD2F8">
                        <a:alpha val="0"/>
                      </a:srgbClr>
                    </a:gs>
                    <a:gs pos="76000">
                      <a:srgbClr val="3749CC"/>
                    </a:gs>
                  </a:gsLst>
                  <a:lin ang="5400000" scaled="1"/>
                </a:gra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90" name="直接箭头连接符 189">
                <a:extLst>
                  <a:ext uri="{FF2B5EF4-FFF2-40B4-BE49-F238E27FC236}">
                    <a16:creationId xmlns:a16="http://schemas.microsoft.com/office/drawing/2014/main" id="{B18C46A0-4C0E-206D-E99D-D59B7770424E}"/>
                  </a:ext>
                </a:extLst>
              </p:cNvPr>
              <p:cNvCxnSpPr>
                <a:cxnSpLocks/>
              </p:cNvCxnSpPr>
              <p:nvPr/>
            </p:nvCxnSpPr>
            <p:spPr>
              <a:xfrm flipV="1">
                <a:off x="2804548" y="3203787"/>
                <a:ext cx="0" cy="873760"/>
              </a:xfrm>
              <a:prstGeom prst="straightConnector1">
                <a:avLst/>
              </a:prstGeom>
              <a:ln w="6350">
                <a:gradFill>
                  <a:gsLst>
                    <a:gs pos="0">
                      <a:srgbClr val="CDD2F8">
                        <a:alpha val="0"/>
                      </a:srgbClr>
                    </a:gs>
                    <a:gs pos="76000">
                      <a:srgbClr val="3749CC"/>
                    </a:gs>
                  </a:gsLst>
                  <a:lin ang="5400000" scaled="1"/>
                </a:gra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192" name="组合 191">
              <a:extLst>
                <a:ext uri="{FF2B5EF4-FFF2-40B4-BE49-F238E27FC236}">
                  <a16:creationId xmlns:a16="http://schemas.microsoft.com/office/drawing/2014/main" id="{A180257F-4223-473B-87F2-4DB46336FC07}"/>
                </a:ext>
              </a:extLst>
            </p:cNvPr>
            <p:cNvGrpSpPr/>
            <p:nvPr/>
          </p:nvGrpSpPr>
          <p:grpSpPr>
            <a:xfrm>
              <a:off x="5007422" y="3578475"/>
              <a:ext cx="129306" cy="873760"/>
              <a:chOff x="2804548" y="3203787"/>
              <a:chExt cx="129306" cy="873760"/>
            </a:xfrm>
          </p:grpSpPr>
          <p:cxnSp>
            <p:nvCxnSpPr>
              <p:cNvPr id="193" name="直接箭头连接符 192">
                <a:extLst>
                  <a:ext uri="{FF2B5EF4-FFF2-40B4-BE49-F238E27FC236}">
                    <a16:creationId xmlns:a16="http://schemas.microsoft.com/office/drawing/2014/main" id="{8CE013C4-41C8-DE1C-C430-3CCA43EBF577}"/>
                  </a:ext>
                </a:extLst>
              </p:cNvPr>
              <p:cNvCxnSpPr/>
              <p:nvPr/>
            </p:nvCxnSpPr>
            <p:spPr>
              <a:xfrm>
                <a:off x="2933854" y="3203787"/>
                <a:ext cx="0" cy="873760"/>
              </a:xfrm>
              <a:prstGeom prst="straightConnector1">
                <a:avLst/>
              </a:prstGeom>
              <a:ln w="6350">
                <a:gradFill>
                  <a:gsLst>
                    <a:gs pos="0">
                      <a:srgbClr val="CDD2F8">
                        <a:alpha val="0"/>
                      </a:srgbClr>
                    </a:gs>
                    <a:gs pos="76000">
                      <a:srgbClr val="3749CC"/>
                    </a:gs>
                  </a:gsLst>
                  <a:lin ang="5400000" scaled="1"/>
                </a:gra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94" name="直接箭头连接符 193">
                <a:extLst>
                  <a:ext uri="{FF2B5EF4-FFF2-40B4-BE49-F238E27FC236}">
                    <a16:creationId xmlns:a16="http://schemas.microsoft.com/office/drawing/2014/main" id="{F70AFB68-2C9D-136B-0985-837C5C0F8562}"/>
                  </a:ext>
                </a:extLst>
              </p:cNvPr>
              <p:cNvCxnSpPr>
                <a:cxnSpLocks/>
              </p:cNvCxnSpPr>
              <p:nvPr/>
            </p:nvCxnSpPr>
            <p:spPr>
              <a:xfrm flipV="1">
                <a:off x="2804548" y="3203787"/>
                <a:ext cx="0" cy="873760"/>
              </a:xfrm>
              <a:prstGeom prst="straightConnector1">
                <a:avLst/>
              </a:prstGeom>
              <a:ln w="6350">
                <a:gradFill>
                  <a:gsLst>
                    <a:gs pos="0">
                      <a:srgbClr val="CDD2F8">
                        <a:alpha val="0"/>
                      </a:srgbClr>
                    </a:gs>
                    <a:gs pos="76000">
                      <a:srgbClr val="3749CC"/>
                    </a:gs>
                  </a:gsLst>
                  <a:lin ang="5400000" scaled="1"/>
                </a:gra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195" name="组合 194">
              <a:extLst>
                <a:ext uri="{FF2B5EF4-FFF2-40B4-BE49-F238E27FC236}">
                  <a16:creationId xmlns:a16="http://schemas.microsoft.com/office/drawing/2014/main" id="{4B35386D-6D55-8BB1-F4C4-A73AA1178A56}"/>
                </a:ext>
              </a:extLst>
            </p:cNvPr>
            <p:cNvGrpSpPr/>
            <p:nvPr/>
          </p:nvGrpSpPr>
          <p:grpSpPr>
            <a:xfrm>
              <a:off x="7035336" y="3578475"/>
              <a:ext cx="129306" cy="873760"/>
              <a:chOff x="2804548" y="3203787"/>
              <a:chExt cx="129306" cy="873760"/>
            </a:xfrm>
          </p:grpSpPr>
          <p:cxnSp>
            <p:nvCxnSpPr>
              <p:cNvPr id="196" name="直接箭头连接符 195">
                <a:extLst>
                  <a:ext uri="{FF2B5EF4-FFF2-40B4-BE49-F238E27FC236}">
                    <a16:creationId xmlns:a16="http://schemas.microsoft.com/office/drawing/2014/main" id="{13C3419D-F637-F134-0D54-759B86ED3E1A}"/>
                  </a:ext>
                </a:extLst>
              </p:cNvPr>
              <p:cNvCxnSpPr/>
              <p:nvPr/>
            </p:nvCxnSpPr>
            <p:spPr>
              <a:xfrm>
                <a:off x="2933854" y="3203787"/>
                <a:ext cx="0" cy="873760"/>
              </a:xfrm>
              <a:prstGeom prst="straightConnector1">
                <a:avLst/>
              </a:prstGeom>
              <a:ln w="6350">
                <a:gradFill>
                  <a:gsLst>
                    <a:gs pos="0">
                      <a:srgbClr val="CDD2F8">
                        <a:alpha val="0"/>
                      </a:srgbClr>
                    </a:gs>
                    <a:gs pos="76000">
                      <a:srgbClr val="3749CC"/>
                    </a:gs>
                  </a:gsLst>
                  <a:lin ang="5400000" scaled="1"/>
                </a:gra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97" name="直接箭头连接符 196">
                <a:extLst>
                  <a:ext uri="{FF2B5EF4-FFF2-40B4-BE49-F238E27FC236}">
                    <a16:creationId xmlns:a16="http://schemas.microsoft.com/office/drawing/2014/main" id="{47941534-C802-DB49-1ACE-F94BC3C16235}"/>
                  </a:ext>
                </a:extLst>
              </p:cNvPr>
              <p:cNvCxnSpPr>
                <a:cxnSpLocks/>
              </p:cNvCxnSpPr>
              <p:nvPr/>
            </p:nvCxnSpPr>
            <p:spPr>
              <a:xfrm flipV="1">
                <a:off x="2804548" y="3203787"/>
                <a:ext cx="0" cy="873760"/>
              </a:xfrm>
              <a:prstGeom prst="straightConnector1">
                <a:avLst/>
              </a:prstGeom>
              <a:ln w="6350">
                <a:gradFill>
                  <a:gsLst>
                    <a:gs pos="0">
                      <a:srgbClr val="CDD2F8">
                        <a:alpha val="0"/>
                      </a:srgbClr>
                    </a:gs>
                    <a:gs pos="76000">
                      <a:srgbClr val="3749CC"/>
                    </a:gs>
                  </a:gsLst>
                  <a:lin ang="5400000" scaled="1"/>
                </a:gra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198" name="组合 197">
              <a:extLst>
                <a:ext uri="{FF2B5EF4-FFF2-40B4-BE49-F238E27FC236}">
                  <a16:creationId xmlns:a16="http://schemas.microsoft.com/office/drawing/2014/main" id="{FE03F649-63F0-AAD2-9CD9-F3115D1AE144}"/>
                </a:ext>
              </a:extLst>
            </p:cNvPr>
            <p:cNvGrpSpPr/>
            <p:nvPr/>
          </p:nvGrpSpPr>
          <p:grpSpPr>
            <a:xfrm>
              <a:off x="9105290" y="3578475"/>
              <a:ext cx="129306" cy="873760"/>
              <a:chOff x="2804548" y="3203787"/>
              <a:chExt cx="129306" cy="873760"/>
            </a:xfrm>
          </p:grpSpPr>
          <p:cxnSp>
            <p:nvCxnSpPr>
              <p:cNvPr id="199" name="直接箭头连接符 198">
                <a:extLst>
                  <a:ext uri="{FF2B5EF4-FFF2-40B4-BE49-F238E27FC236}">
                    <a16:creationId xmlns:a16="http://schemas.microsoft.com/office/drawing/2014/main" id="{58A49C31-BB87-6AA7-D6A1-8CEBB68D74C2}"/>
                  </a:ext>
                </a:extLst>
              </p:cNvPr>
              <p:cNvCxnSpPr/>
              <p:nvPr/>
            </p:nvCxnSpPr>
            <p:spPr>
              <a:xfrm>
                <a:off x="2933854" y="3203787"/>
                <a:ext cx="0" cy="873760"/>
              </a:xfrm>
              <a:prstGeom prst="straightConnector1">
                <a:avLst/>
              </a:prstGeom>
              <a:ln w="6350">
                <a:gradFill>
                  <a:gsLst>
                    <a:gs pos="0">
                      <a:srgbClr val="CDD2F8">
                        <a:alpha val="0"/>
                      </a:srgbClr>
                    </a:gs>
                    <a:gs pos="76000">
                      <a:srgbClr val="3749CC"/>
                    </a:gs>
                  </a:gsLst>
                  <a:lin ang="5400000" scaled="1"/>
                </a:gra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0" name="直接箭头连接符 199">
                <a:extLst>
                  <a:ext uri="{FF2B5EF4-FFF2-40B4-BE49-F238E27FC236}">
                    <a16:creationId xmlns:a16="http://schemas.microsoft.com/office/drawing/2014/main" id="{5B80082A-F1DF-AD22-EFE4-35D7D343C369}"/>
                  </a:ext>
                </a:extLst>
              </p:cNvPr>
              <p:cNvCxnSpPr>
                <a:cxnSpLocks/>
              </p:cNvCxnSpPr>
              <p:nvPr/>
            </p:nvCxnSpPr>
            <p:spPr>
              <a:xfrm flipV="1">
                <a:off x="2804548" y="3203787"/>
                <a:ext cx="0" cy="873760"/>
              </a:xfrm>
              <a:prstGeom prst="straightConnector1">
                <a:avLst/>
              </a:prstGeom>
              <a:ln w="6350">
                <a:gradFill>
                  <a:gsLst>
                    <a:gs pos="0">
                      <a:srgbClr val="CDD2F8">
                        <a:alpha val="0"/>
                      </a:srgbClr>
                    </a:gs>
                    <a:gs pos="76000">
                      <a:srgbClr val="3749CC"/>
                    </a:gs>
                  </a:gsLst>
                  <a:lin ang="5400000" scaled="1"/>
                </a:gradFill>
                <a:prstDash val="dash"/>
                <a:tailEnd type="triangle"/>
              </a:ln>
            </p:spPr>
            <p:style>
              <a:lnRef idx="1">
                <a:schemeClr val="accent1"/>
              </a:lnRef>
              <a:fillRef idx="0">
                <a:schemeClr val="accent1"/>
              </a:fillRef>
              <a:effectRef idx="0">
                <a:schemeClr val="accent1"/>
              </a:effectRef>
              <a:fontRef idx="minor">
                <a:schemeClr val="tx1"/>
              </a:fontRef>
            </p:style>
          </p:cxnSp>
        </p:grpSp>
      </p:grpSp>
      <p:sp>
        <p:nvSpPr>
          <p:cNvPr id="201" name="文本框 200">
            <a:extLst>
              <a:ext uri="{FF2B5EF4-FFF2-40B4-BE49-F238E27FC236}">
                <a16:creationId xmlns:a16="http://schemas.microsoft.com/office/drawing/2014/main" id="{B43E7055-F4EB-CB37-B484-ABB2C3AF9726}"/>
              </a:ext>
            </a:extLst>
          </p:cNvPr>
          <p:cNvSpPr txBox="1"/>
          <p:nvPr/>
        </p:nvSpPr>
        <p:spPr>
          <a:xfrm>
            <a:off x="4351130" y="1300970"/>
            <a:ext cx="3489741" cy="461665"/>
          </a:xfrm>
          <a:prstGeom prst="rect">
            <a:avLst/>
          </a:prstGeom>
          <a:noFill/>
        </p:spPr>
        <p:txBody>
          <a:bodyPr wrap="square" rtlCol="0">
            <a:spAutoFit/>
          </a:bodyPr>
          <a:lstStyle/>
          <a:p>
            <a:r>
              <a:rPr lang="zh-CN" altLang="en-US" sz="24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rPr>
              <a:t>图标文字均可</a:t>
            </a:r>
            <a:r>
              <a:rPr lang="zh-CN" altLang="en-US" sz="2400" dirty="0">
                <a:solidFill>
                  <a:srgbClr val="02F276"/>
                </a:solidFill>
                <a:latin typeface="HarmonyOS Sans SC Black" panose="00000A00000000000000" pitchFamily="2" charset="-122"/>
                <a:ea typeface="HarmonyOS Sans SC Black" panose="00000A00000000000000" pitchFamily="2" charset="-122"/>
              </a:rPr>
              <a:t>替换修改</a:t>
            </a:r>
          </a:p>
        </p:txBody>
      </p:sp>
      <p:sp>
        <p:nvSpPr>
          <p:cNvPr id="202" name="文本框 201">
            <a:extLst>
              <a:ext uri="{FF2B5EF4-FFF2-40B4-BE49-F238E27FC236}">
                <a16:creationId xmlns:a16="http://schemas.microsoft.com/office/drawing/2014/main" id="{ACB26C7E-24CB-1174-2DA1-10A251758E42}"/>
              </a:ext>
            </a:extLst>
          </p:cNvPr>
          <p:cNvSpPr txBox="1"/>
          <p:nvPr/>
        </p:nvSpPr>
        <p:spPr>
          <a:xfrm>
            <a:off x="2834612" y="1683619"/>
            <a:ext cx="6522777" cy="307713"/>
          </a:xfrm>
          <a:prstGeom prst="rect">
            <a:avLst/>
          </a:prstGeom>
          <a:noFill/>
        </p:spPr>
        <p:txBody>
          <a:bodyPr wrap="square" rtlCol="0">
            <a:spAutoFit/>
          </a:bodyPr>
          <a:lstStyle/>
          <a:p>
            <a:pPr algn="ctr">
              <a:lnSpc>
                <a:spcPct val="150000"/>
              </a:lnSpc>
            </a:pPr>
            <a:r>
              <a:rPr lang="zh-CN" altLang="en-US" sz="1050" dirty="0">
                <a:solidFill>
                  <a:schemeClr val="bg1">
                    <a:lumMod val="50000"/>
                  </a:schemeClr>
                </a:solidFill>
                <a:latin typeface="HarmonyOS Sans SC Light" panose="00000400000000000000" pitchFamily="2" charset="-122"/>
                <a:ea typeface="HarmonyOS Sans SC Light" panose="00000400000000000000" pitchFamily="2" charset="-122"/>
              </a:rPr>
              <a:t>企业形象是企业自身在消费者心日中的地位和价值的体现，也是企业在市场竞争中取胜的有力武器。</a:t>
            </a:r>
          </a:p>
        </p:txBody>
      </p:sp>
      <p:sp>
        <p:nvSpPr>
          <p:cNvPr id="204" name="文本框 203">
            <a:extLst>
              <a:ext uri="{FF2B5EF4-FFF2-40B4-BE49-F238E27FC236}">
                <a16:creationId xmlns:a16="http://schemas.microsoft.com/office/drawing/2014/main" id="{40207F7C-07DF-D791-389C-82FEEFF5CB3B}"/>
              </a:ext>
            </a:extLst>
          </p:cNvPr>
          <p:cNvSpPr txBox="1"/>
          <p:nvPr/>
        </p:nvSpPr>
        <p:spPr>
          <a:xfrm>
            <a:off x="3537930" y="2635164"/>
            <a:ext cx="806514" cy="307713"/>
          </a:xfrm>
          <a:prstGeom prst="rect">
            <a:avLst/>
          </a:prstGeom>
          <a:noFill/>
        </p:spPr>
        <p:txBody>
          <a:bodyPr wrap="square" rtlCol="0">
            <a:spAutoFit/>
          </a:bodyPr>
          <a:lstStyle/>
          <a:p>
            <a:pPr algn="ctr">
              <a:lnSpc>
                <a:spcPct val="150000"/>
              </a:lnSpc>
            </a:pPr>
            <a:r>
              <a:rPr lang="zh-CN" altLang="en-US" sz="1000" dirty="0">
                <a:solidFill>
                  <a:srgbClr val="3749CC"/>
                </a:solidFill>
                <a:latin typeface="HarmonyOS Sans SC Light" panose="00000400000000000000" pitchFamily="2" charset="-122"/>
                <a:ea typeface="HarmonyOS Sans SC Light" panose="00000400000000000000" pitchFamily="2" charset="-122"/>
              </a:rPr>
              <a:t>条件达成</a:t>
            </a:r>
          </a:p>
        </p:txBody>
      </p:sp>
      <p:sp>
        <p:nvSpPr>
          <p:cNvPr id="205" name="文本框 204">
            <a:extLst>
              <a:ext uri="{FF2B5EF4-FFF2-40B4-BE49-F238E27FC236}">
                <a16:creationId xmlns:a16="http://schemas.microsoft.com/office/drawing/2014/main" id="{00417A5A-B68B-D021-8353-125B5A713F19}"/>
              </a:ext>
            </a:extLst>
          </p:cNvPr>
          <p:cNvSpPr txBox="1"/>
          <p:nvPr/>
        </p:nvSpPr>
        <p:spPr>
          <a:xfrm>
            <a:off x="5569827" y="2635164"/>
            <a:ext cx="806514" cy="307713"/>
          </a:xfrm>
          <a:prstGeom prst="rect">
            <a:avLst/>
          </a:prstGeom>
          <a:noFill/>
        </p:spPr>
        <p:txBody>
          <a:bodyPr wrap="square" rtlCol="0">
            <a:spAutoFit/>
          </a:bodyPr>
          <a:lstStyle/>
          <a:p>
            <a:pPr algn="ctr">
              <a:lnSpc>
                <a:spcPct val="150000"/>
              </a:lnSpc>
            </a:pPr>
            <a:r>
              <a:rPr lang="zh-CN" altLang="en-US" sz="1000" dirty="0">
                <a:solidFill>
                  <a:srgbClr val="3749CC"/>
                </a:solidFill>
                <a:latin typeface="HarmonyOS Sans SC Light" panose="00000400000000000000" pitchFamily="2" charset="-122"/>
                <a:ea typeface="HarmonyOS Sans SC Light" panose="00000400000000000000" pitchFamily="2" charset="-122"/>
              </a:rPr>
              <a:t>条件达成</a:t>
            </a:r>
          </a:p>
        </p:txBody>
      </p:sp>
      <p:sp>
        <p:nvSpPr>
          <p:cNvPr id="206" name="文本框 205">
            <a:extLst>
              <a:ext uri="{FF2B5EF4-FFF2-40B4-BE49-F238E27FC236}">
                <a16:creationId xmlns:a16="http://schemas.microsoft.com/office/drawing/2014/main" id="{3446D134-461D-68BC-773F-1BE976477F9B}"/>
              </a:ext>
            </a:extLst>
          </p:cNvPr>
          <p:cNvSpPr txBox="1"/>
          <p:nvPr/>
        </p:nvSpPr>
        <p:spPr>
          <a:xfrm>
            <a:off x="7617677" y="2635164"/>
            <a:ext cx="806514" cy="307713"/>
          </a:xfrm>
          <a:prstGeom prst="rect">
            <a:avLst/>
          </a:prstGeom>
          <a:noFill/>
        </p:spPr>
        <p:txBody>
          <a:bodyPr wrap="square" rtlCol="0">
            <a:spAutoFit/>
          </a:bodyPr>
          <a:lstStyle/>
          <a:p>
            <a:pPr algn="ctr">
              <a:lnSpc>
                <a:spcPct val="150000"/>
              </a:lnSpc>
            </a:pPr>
            <a:r>
              <a:rPr lang="zh-CN" altLang="en-US" sz="1000" dirty="0">
                <a:solidFill>
                  <a:srgbClr val="3749CC"/>
                </a:solidFill>
                <a:latin typeface="HarmonyOS Sans SC Light" panose="00000400000000000000" pitchFamily="2" charset="-122"/>
                <a:ea typeface="HarmonyOS Sans SC Light" panose="00000400000000000000" pitchFamily="2" charset="-122"/>
              </a:rPr>
              <a:t>条件达成</a:t>
            </a:r>
          </a:p>
        </p:txBody>
      </p:sp>
      <p:sp>
        <p:nvSpPr>
          <p:cNvPr id="207" name="文本框 206">
            <a:extLst>
              <a:ext uri="{FF2B5EF4-FFF2-40B4-BE49-F238E27FC236}">
                <a16:creationId xmlns:a16="http://schemas.microsoft.com/office/drawing/2014/main" id="{5CE58C86-280F-2459-B128-47438C9A7DB5}"/>
              </a:ext>
            </a:extLst>
          </p:cNvPr>
          <p:cNvSpPr txBox="1"/>
          <p:nvPr/>
        </p:nvSpPr>
        <p:spPr>
          <a:xfrm>
            <a:off x="3566266" y="5007673"/>
            <a:ext cx="806514" cy="307713"/>
          </a:xfrm>
          <a:prstGeom prst="rect">
            <a:avLst/>
          </a:prstGeom>
          <a:noFill/>
        </p:spPr>
        <p:txBody>
          <a:bodyPr wrap="square" rtlCol="0">
            <a:spAutoFit/>
          </a:bodyPr>
          <a:lstStyle/>
          <a:p>
            <a:pPr algn="ctr">
              <a:lnSpc>
                <a:spcPct val="150000"/>
              </a:lnSpc>
            </a:pPr>
            <a:r>
              <a:rPr lang="zh-CN" altLang="en-US" sz="1000" dirty="0">
                <a:solidFill>
                  <a:srgbClr val="3749CC"/>
                </a:solidFill>
                <a:latin typeface="HarmonyOS Sans SC Light" panose="00000400000000000000" pitchFamily="2" charset="-122"/>
                <a:ea typeface="HarmonyOS Sans SC Light" panose="00000400000000000000" pitchFamily="2" charset="-122"/>
              </a:rPr>
              <a:t>条件达成</a:t>
            </a:r>
          </a:p>
        </p:txBody>
      </p:sp>
      <p:sp>
        <p:nvSpPr>
          <p:cNvPr id="208" name="文本框 207">
            <a:extLst>
              <a:ext uri="{FF2B5EF4-FFF2-40B4-BE49-F238E27FC236}">
                <a16:creationId xmlns:a16="http://schemas.microsoft.com/office/drawing/2014/main" id="{33E61898-D334-4200-0E65-BF9902EF0814}"/>
              </a:ext>
            </a:extLst>
          </p:cNvPr>
          <p:cNvSpPr txBox="1"/>
          <p:nvPr/>
        </p:nvSpPr>
        <p:spPr>
          <a:xfrm>
            <a:off x="5598163" y="5007673"/>
            <a:ext cx="806514" cy="307713"/>
          </a:xfrm>
          <a:prstGeom prst="rect">
            <a:avLst/>
          </a:prstGeom>
          <a:noFill/>
        </p:spPr>
        <p:txBody>
          <a:bodyPr wrap="square" rtlCol="0">
            <a:spAutoFit/>
          </a:bodyPr>
          <a:lstStyle/>
          <a:p>
            <a:pPr algn="ctr">
              <a:lnSpc>
                <a:spcPct val="150000"/>
              </a:lnSpc>
            </a:pPr>
            <a:r>
              <a:rPr lang="zh-CN" altLang="en-US" sz="1000" dirty="0">
                <a:solidFill>
                  <a:srgbClr val="3749CC"/>
                </a:solidFill>
                <a:latin typeface="HarmonyOS Sans SC Light" panose="00000400000000000000" pitchFamily="2" charset="-122"/>
                <a:ea typeface="HarmonyOS Sans SC Light" panose="00000400000000000000" pitchFamily="2" charset="-122"/>
              </a:rPr>
              <a:t>条件达成</a:t>
            </a:r>
          </a:p>
        </p:txBody>
      </p:sp>
      <p:sp>
        <p:nvSpPr>
          <p:cNvPr id="209" name="文本框 208">
            <a:extLst>
              <a:ext uri="{FF2B5EF4-FFF2-40B4-BE49-F238E27FC236}">
                <a16:creationId xmlns:a16="http://schemas.microsoft.com/office/drawing/2014/main" id="{CA6BC3EB-A8F3-582B-668C-BA0A40DF5610}"/>
              </a:ext>
            </a:extLst>
          </p:cNvPr>
          <p:cNvSpPr txBox="1"/>
          <p:nvPr/>
        </p:nvSpPr>
        <p:spPr>
          <a:xfrm>
            <a:off x="7646013" y="5007673"/>
            <a:ext cx="806514" cy="307713"/>
          </a:xfrm>
          <a:prstGeom prst="rect">
            <a:avLst/>
          </a:prstGeom>
          <a:noFill/>
        </p:spPr>
        <p:txBody>
          <a:bodyPr wrap="square" rtlCol="0">
            <a:spAutoFit/>
          </a:bodyPr>
          <a:lstStyle/>
          <a:p>
            <a:pPr algn="ctr">
              <a:lnSpc>
                <a:spcPct val="150000"/>
              </a:lnSpc>
            </a:pPr>
            <a:r>
              <a:rPr lang="zh-CN" altLang="en-US" sz="1000" dirty="0">
                <a:solidFill>
                  <a:srgbClr val="3749CC"/>
                </a:solidFill>
                <a:latin typeface="HarmonyOS Sans SC Light" panose="00000400000000000000" pitchFamily="2" charset="-122"/>
                <a:ea typeface="HarmonyOS Sans SC Light" panose="00000400000000000000" pitchFamily="2" charset="-122"/>
              </a:rPr>
              <a:t>条件达成</a:t>
            </a:r>
          </a:p>
        </p:txBody>
      </p:sp>
      <p:sp>
        <p:nvSpPr>
          <p:cNvPr id="210" name="文本框 209">
            <a:extLst>
              <a:ext uri="{FF2B5EF4-FFF2-40B4-BE49-F238E27FC236}">
                <a16:creationId xmlns:a16="http://schemas.microsoft.com/office/drawing/2014/main" id="{DE8BD4BC-A0DE-5969-1C6A-928E99CC158C}"/>
              </a:ext>
            </a:extLst>
          </p:cNvPr>
          <p:cNvSpPr txBox="1"/>
          <p:nvPr/>
        </p:nvSpPr>
        <p:spPr>
          <a:xfrm>
            <a:off x="3566266" y="3814833"/>
            <a:ext cx="806514" cy="338554"/>
          </a:xfrm>
          <a:prstGeom prst="rect">
            <a:avLst/>
          </a:prstGeom>
          <a:noFill/>
        </p:spPr>
        <p:txBody>
          <a:bodyPr wrap="square" rtlCol="0">
            <a:spAutoFit/>
          </a:bodyPr>
          <a:lstStyle/>
          <a:p>
            <a:pPr algn="ctr">
              <a:lnSpc>
                <a:spcPct val="150000"/>
              </a:lnSpc>
            </a:pPr>
            <a:r>
              <a:rPr lang="zh-CN" altLang="en-US" sz="1200" dirty="0">
                <a:solidFill>
                  <a:srgbClr val="3749CC"/>
                </a:solidFill>
                <a:latin typeface="HarmonyOS Sans SC Medium" panose="00000600000000000000" pitchFamily="2" charset="-122"/>
                <a:ea typeface="HarmonyOS Sans SC Medium" panose="00000600000000000000" pitchFamily="2" charset="-122"/>
              </a:rPr>
              <a:t>研发流程</a:t>
            </a:r>
          </a:p>
        </p:txBody>
      </p:sp>
      <p:sp>
        <p:nvSpPr>
          <p:cNvPr id="211" name="文本框 210">
            <a:extLst>
              <a:ext uri="{FF2B5EF4-FFF2-40B4-BE49-F238E27FC236}">
                <a16:creationId xmlns:a16="http://schemas.microsoft.com/office/drawing/2014/main" id="{B231B4EB-C894-950B-CDBA-9E6ED0412512}"/>
              </a:ext>
            </a:extLst>
          </p:cNvPr>
          <p:cNvSpPr txBox="1"/>
          <p:nvPr/>
        </p:nvSpPr>
        <p:spPr>
          <a:xfrm>
            <a:off x="5612355" y="3819758"/>
            <a:ext cx="806514" cy="338554"/>
          </a:xfrm>
          <a:prstGeom prst="rect">
            <a:avLst/>
          </a:prstGeom>
          <a:noFill/>
        </p:spPr>
        <p:txBody>
          <a:bodyPr wrap="square" rtlCol="0">
            <a:spAutoFit/>
          </a:bodyPr>
          <a:lstStyle/>
          <a:p>
            <a:pPr algn="ctr">
              <a:lnSpc>
                <a:spcPct val="150000"/>
              </a:lnSpc>
            </a:pPr>
            <a:r>
              <a:rPr lang="zh-CN" altLang="en-US" sz="1200" dirty="0">
                <a:solidFill>
                  <a:srgbClr val="3749CC"/>
                </a:solidFill>
                <a:latin typeface="HarmonyOS Sans SC Medium" panose="00000600000000000000" pitchFamily="2" charset="-122"/>
                <a:ea typeface="HarmonyOS Sans SC Medium" panose="00000600000000000000" pitchFamily="2" charset="-122"/>
              </a:rPr>
              <a:t>研发流程</a:t>
            </a:r>
          </a:p>
        </p:txBody>
      </p:sp>
      <p:sp>
        <p:nvSpPr>
          <p:cNvPr id="212" name="文本框 211">
            <a:extLst>
              <a:ext uri="{FF2B5EF4-FFF2-40B4-BE49-F238E27FC236}">
                <a16:creationId xmlns:a16="http://schemas.microsoft.com/office/drawing/2014/main" id="{E67ACD75-38E9-9368-F6BE-D72D1C77E643}"/>
              </a:ext>
            </a:extLst>
          </p:cNvPr>
          <p:cNvSpPr txBox="1"/>
          <p:nvPr/>
        </p:nvSpPr>
        <p:spPr>
          <a:xfrm>
            <a:off x="7658444" y="3824683"/>
            <a:ext cx="806514" cy="338554"/>
          </a:xfrm>
          <a:prstGeom prst="rect">
            <a:avLst/>
          </a:prstGeom>
          <a:noFill/>
        </p:spPr>
        <p:txBody>
          <a:bodyPr wrap="square" rtlCol="0">
            <a:spAutoFit/>
          </a:bodyPr>
          <a:lstStyle/>
          <a:p>
            <a:pPr algn="ctr">
              <a:lnSpc>
                <a:spcPct val="150000"/>
              </a:lnSpc>
            </a:pPr>
            <a:r>
              <a:rPr lang="zh-CN" altLang="en-US" sz="1200" dirty="0">
                <a:solidFill>
                  <a:srgbClr val="3749CC"/>
                </a:solidFill>
                <a:latin typeface="HarmonyOS Sans SC Medium" panose="00000600000000000000" pitchFamily="2" charset="-122"/>
                <a:ea typeface="HarmonyOS Sans SC Medium" panose="00000600000000000000" pitchFamily="2" charset="-122"/>
              </a:rPr>
              <a:t>研发流程</a:t>
            </a:r>
          </a:p>
        </p:txBody>
      </p:sp>
    </p:spTree>
    <p:extLst>
      <p:ext uri="{BB962C8B-B14F-4D97-AF65-F5344CB8AC3E}">
        <p14:creationId xmlns:p14="http://schemas.microsoft.com/office/powerpoint/2010/main" val="18110445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558D145-569A-6D10-970C-A22C0642FB62}"/>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EB32A07B-EDA9-1F6E-961C-D5D970A2D61C}"/>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F956C920-CA74-85A0-D7DD-8BE238F2430C}"/>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AF4DFE1C-5ADA-AD88-8529-A3ACB13B74EB}"/>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78719120-AE32-9788-A840-EF20C670B265}"/>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5865B62A-CB7C-797B-90E0-91D902455116}"/>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16" name="文本框 15">
              <a:extLst>
                <a:ext uri="{FF2B5EF4-FFF2-40B4-BE49-F238E27FC236}">
                  <a16:creationId xmlns:a16="http://schemas.microsoft.com/office/drawing/2014/main" id="{6F976BEA-C8B5-5415-F10D-18AF1E4A55D8}"/>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17" name="文本框 16">
              <a:extLst>
                <a:ext uri="{FF2B5EF4-FFF2-40B4-BE49-F238E27FC236}">
                  <a16:creationId xmlns:a16="http://schemas.microsoft.com/office/drawing/2014/main" id="{7ED78084-BE06-8A10-4028-250295F40EE8}"/>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18"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6983E7B4-6E53-2744-C2D0-8C232C30DFA3}"/>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19" name="文本框 18">
              <a:extLst>
                <a:ext uri="{FF2B5EF4-FFF2-40B4-BE49-F238E27FC236}">
                  <a16:creationId xmlns:a16="http://schemas.microsoft.com/office/drawing/2014/main" id="{C6781FE4-9207-45B4-1473-B506E810B063}"/>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20" name="文本框 19">
              <a:extLst>
                <a:ext uri="{FF2B5EF4-FFF2-40B4-BE49-F238E27FC236}">
                  <a16:creationId xmlns:a16="http://schemas.microsoft.com/office/drawing/2014/main" id="{DE01F3D8-433C-D991-A107-CD82A9EE3262}"/>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grpSp>
        <p:nvGrpSpPr>
          <p:cNvPr id="10" name="组合 9">
            <a:extLst>
              <a:ext uri="{FF2B5EF4-FFF2-40B4-BE49-F238E27FC236}">
                <a16:creationId xmlns:a16="http://schemas.microsoft.com/office/drawing/2014/main" id="{F8166113-3624-7780-B3A8-F6DA648E284C}"/>
              </a:ext>
            </a:extLst>
          </p:cNvPr>
          <p:cNvGrpSpPr/>
          <p:nvPr/>
        </p:nvGrpSpPr>
        <p:grpSpPr>
          <a:xfrm>
            <a:off x="2710325" y="3599701"/>
            <a:ext cx="4293301" cy="2544683"/>
            <a:chOff x="1345497" y="2364846"/>
            <a:chExt cx="4006851" cy="2374901"/>
          </a:xfrm>
        </p:grpSpPr>
        <p:sp>
          <p:nvSpPr>
            <p:cNvPr id="11" name="Freeform 5">
              <a:extLst>
                <a:ext uri="{FF2B5EF4-FFF2-40B4-BE49-F238E27FC236}">
                  <a16:creationId xmlns:a16="http://schemas.microsoft.com/office/drawing/2014/main" id="{284858B1-F01A-24D8-36A9-75E8B9D2A9DC}"/>
                </a:ext>
              </a:extLst>
            </p:cNvPr>
            <p:cNvSpPr>
              <a:spLocks/>
            </p:cNvSpPr>
            <p:nvPr/>
          </p:nvSpPr>
          <p:spPr bwMode="auto">
            <a:xfrm>
              <a:off x="3355273" y="3525309"/>
              <a:ext cx="1997075" cy="1214438"/>
            </a:xfrm>
            <a:custGeom>
              <a:avLst/>
              <a:gdLst>
                <a:gd name="T0" fmla="*/ 1258 w 1258"/>
                <a:gd name="T1" fmla="*/ 0 h 765"/>
                <a:gd name="T2" fmla="*/ 1258 w 1258"/>
                <a:gd name="T3" fmla="*/ 34 h 765"/>
                <a:gd name="T4" fmla="*/ 0 w 1258"/>
                <a:gd name="T5" fmla="*/ 765 h 765"/>
                <a:gd name="T6" fmla="*/ 1 w 1258"/>
                <a:gd name="T7" fmla="*/ 731 h 765"/>
                <a:gd name="T8" fmla="*/ 1258 w 1258"/>
                <a:gd name="T9" fmla="*/ 0 h 765"/>
              </a:gdLst>
              <a:ahLst/>
              <a:cxnLst>
                <a:cxn ang="0">
                  <a:pos x="T0" y="T1"/>
                </a:cxn>
                <a:cxn ang="0">
                  <a:pos x="T2" y="T3"/>
                </a:cxn>
                <a:cxn ang="0">
                  <a:pos x="T4" y="T5"/>
                </a:cxn>
                <a:cxn ang="0">
                  <a:pos x="T6" y="T7"/>
                </a:cxn>
                <a:cxn ang="0">
                  <a:pos x="T8" y="T9"/>
                </a:cxn>
              </a:cxnLst>
              <a:rect l="0" t="0" r="r" b="b"/>
              <a:pathLst>
                <a:path w="1258" h="765">
                  <a:moveTo>
                    <a:pt x="1258" y="0"/>
                  </a:moveTo>
                  <a:lnTo>
                    <a:pt x="1258" y="34"/>
                  </a:lnTo>
                  <a:lnTo>
                    <a:pt x="0" y="765"/>
                  </a:lnTo>
                  <a:lnTo>
                    <a:pt x="1" y="731"/>
                  </a:lnTo>
                  <a:lnTo>
                    <a:pt x="1258"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 name="Freeform 6">
              <a:extLst>
                <a:ext uri="{FF2B5EF4-FFF2-40B4-BE49-F238E27FC236}">
                  <a16:creationId xmlns:a16="http://schemas.microsoft.com/office/drawing/2014/main" id="{4946E4FC-60C7-F956-A7CB-34D7770E25F6}"/>
                </a:ext>
              </a:extLst>
            </p:cNvPr>
            <p:cNvSpPr>
              <a:spLocks/>
            </p:cNvSpPr>
            <p:nvPr/>
          </p:nvSpPr>
          <p:spPr bwMode="auto">
            <a:xfrm>
              <a:off x="1345497" y="3525309"/>
              <a:ext cx="2011363" cy="1214438"/>
            </a:xfrm>
            <a:custGeom>
              <a:avLst/>
              <a:gdLst>
                <a:gd name="T0" fmla="*/ 1267 w 1267"/>
                <a:gd name="T1" fmla="*/ 731 h 765"/>
                <a:gd name="T2" fmla="*/ 1266 w 1267"/>
                <a:gd name="T3" fmla="*/ 765 h 765"/>
                <a:gd name="T4" fmla="*/ 0 w 1267"/>
                <a:gd name="T5" fmla="*/ 34 h 765"/>
                <a:gd name="T6" fmla="*/ 1 w 1267"/>
                <a:gd name="T7" fmla="*/ 0 h 765"/>
                <a:gd name="T8" fmla="*/ 1267 w 1267"/>
                <a:gd name="T9" fmla="*/ 731 h 765"/>
              </a:gdLst>
              <a:ahLst/>
              <a:cxnLst>
                <a:cxn ang="0">
                  <a:pos x="T0" y="T1"/>
                </a:cxn>
                <a:cxn ang="0">
                  <a:pos x="T2" y="T3"/>
                </a:cxn>
                <a:cxn ang="0">
                  <a:pos x="T4" y="T5"/>
                </a:cxn>
                <a:cxn ang="0">
                  <a:pos x="T6" y="T7"/>
                </a:cxn>
                <a:cxn ang="0">
                  <a:pos x="T8" y="T9"/>
                </a:cxn>
              </a:cxnLst>
              <a:rect l="0" t="0" r="r" b="b"/>
              <a:pathLst>
                <a:path w="1267" h="765">
                  <a:moveTo>
                    <a:pt x="1267" y="731"/>
                  </a:moveTo>
                  <a:lnTo>
                    <a:pt x="1266" y="765"/>
                  </a:lnTo>
                  <a:lnTo>
                    <a:pt x="0" y="34"/>
                  </a:lnTo>
                  <a:lnTo>
                    <a:pt x="1" y="0"/>
                  </a:lnTo>
                  <a:lnTo>
                    <a:pt x="1267" y="731"/>
                  </a:lnTo>
                  <a:close/>
                </a:path>
              </a:pathLst>
            </a:custGeom>
            <a:solidFill>
              <a:srgbClr val="8E9CE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Freeform 7">
              <a:extLst>
                <a:ext uri="{FF2B5EF4-FFF2-40B4-BE49-F238E27FC236}">
                  <a16:creationId xmlns:a16="http://schemas.microsoft.com/office/drawing/2014/main" id="{E92E53E6-C313-3451-9408-383D7C5DD744}"/>
                </a:ext>
              </a:extLst>
            </p:cNvPr>
            <p:cNvSpPr>
              <a:spLocks/>
            </p:cNvSpPr>
            <p:nvPr/>
          </p:nvSpPr>
          <p:spPr bwMode="auto">
            <a:xfrm>
              <a:off x="1347085" y="2364846"/>
              <a:ext cx="4005263" cy="2320925"/>
            </a:xfrm>
            <a:custGeom>
              <a:avLst/>
              <a:gdLst>
                <a:gd name="T0" fmla="*/ 2523 w 2523"/>
                <a:gd name="T1" fmla="*/ 731 h 1462"/>
                <a:gd name="T2" fmla="*/ 1266 w 2523"/>
                <a:gd name="T3" fmla="*/ 1462 h 1462"/>
                <a:gd name="T4" fmla="*/ 0 w 2523"/>
                <a:gd name="T5" fmla="*/ 731 h 1462"/>
                <a:gd name="T6" fmla="*/ 1257 w 2523"/>
                <a:gd name="T7" fmla="*/ 0 h 1462"/>
                <a:gd name="T8" fmla="*/ 2523 w 2523"/>
                <a:gd name="T9" fmla="*/ 731 h 1462"/>
              </a:gdLst>
              <a:ahLst/>
              <a:cxnLst>
                <a:cxn ang="0">
                  <a:pos x="T0" y="T1"/>
                </a:cxn>
                <a:cxn ang="0">
                  <a:pos x="T2" y="T3"/>
                </a:cxn>
                <a:cxn ang="0">
                  <a:pos x="T4" y="T5"/>
                </a:cxn>
                <a:cxn ang="0">
                  <a:pos x="T6" y="T7"/>
                </a:cxn>
                <a:cxn ang="0">
                  <a:pos x="T8" y="T9"/>
                </a:cxn>
              </a:cxnLst>
              <a:rect l="0" t="0" r="r" b="b"/>
              <a:pathLst>
                <a:path w="2523" h="1462">
                  <a:moveTo>
                    <a:pt x="2523" y="731"/>
                  </a:moveTo>
                  <a:lnTo>
                    <a:pt x="1266" y="1462"/>
                  </a:lnTo>
                  <a:lnTo>
                    <a:pt x="0" y="731"/>
                  </a:lnTo>
                  <a:lnTo>
                    <a:pt x="1257" y="0"/>
                  </a:lnTo>
                  <a:lnTo>
                    <a:pt x="2523" y="731"/>
                  </a:lnTo>
                  <a:close/>
                </a:path>
              </a:pathLst>
            </a:custGeom>
            <a:gradFill flip="none" rotWithShape="1">
              <a:gsLst>
                <a:gs pos="100000">
                  <a:srgbClr val="CDD2F8"/>
                </a:gs>
                <a:gs pos="0">
                  <a:schemeClr val="bg1"/>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77" name="组合 176">
            <a:extLst>
              <a:ext uri="{FF2B5EF4-FFF2-40B4-BE49-F238E27FC236}">
                <a16:creationId xmlns:a16="http://schemas.microsoft.com/office/drawing/2014/main" id="{3DD02893-50CD-0CF9-2B6E-CCC081E6D34D}"/>
              </a:ext>
            </a:extLst>
          </p:cNvPr>
          <p:cNvGrpSpPr/>
          <p:nvPr/>
        </p:nvGrpSpPr>
        <p:grpSpPr>
          <a:xfrm>
            <a:off x="4045239" y="3885231"/>
            <a:ext cx="717698" cy="544789"/>
            <a:chOff x="6850409" y="4106357"/>
            <a:chExt cx="717698" cy="544789"/>
          </a:xfrm>
        </p:grpSpPr>
        <p:grpSp>
          <p:nvGrpSpPr>
            <p:cNvPr id="178" name="组合 177">
              <a:extLst>
                <a:ext uri="{FF2B5EF4-FFF2-40B4-BE49-F238E27FC236}">
                  <a16:creationId xmlns:a16="http://schemas.microsoft.com/office/drawing/2014/main" id="{2BA22F3B-6977-A7C2-557F-43727828615C}"/>
                </a:ext>
              </a:extLst>
            </p:cNvPr>
            <p:cNvGrpSpPr/>
            <p:nvPr/>
          </p:nvGrpSpPr>
          <p:grpSpPr>
            <a:xfrm>
              <a:off x="7162592" y="4106357"/>
              <a:ext cx="405515" cy="468154"/>
              <a:chOff x="5360065" y="3639655"/>
              <a:chExt cx="1160388" cy="1339629"/>
            </a:xfrm>
          </p:grpSpPr>
          <p:grpSp>
            <p:nvGrpSpPr>
              <p:cNvPr id="180" name="组合 179">
                <a:extLst>
                  <a:ext uri="{FF2B5EF4-FFF2-40B4-BE49-F238E27FC236}">
                    <a16:creationId xmlns:a16="http://schemas.microsoft.com/office/drawing/2014/main" id="{DFBC0670-06DD-A8AB-D1E0-589DAFC66101}"/>
                  </a:ext>
                </a:extLst>
              </p:cNvPr>
              <p:cNvGrpSpPr/>
              <p:nvPr/>
            </p:nvGrpSpPr>
            <p:grpSpPr>
              <a:xfrm>
                <a:off x="5628784" y="3946685"/>
                <a:ext cx="623732" cy="720079"/>
                <a:chOff x="5810734" y="1499328"/>
                <a:chExt cx="730283" cy="843088"/>
              </a:xfrm>
            </p:grpSpPr>
            <p:sp>
              <p:nvSpPr>
                <p:cNvPr id="185" name="Freeform 5">
                  <a:extLst>
                    <a:ext uri="{FF2B5EF4-FFF2-40B4-BE49-F238E27FC236}">
                      <a16:creationId xmlns:a16="http://schemas.microsoft.com/office/drawing/2014/main" id="{9791C6B0-C1E2-3443-D0DA-59247BD799B6}"/>
                    </a:ext>
                  </a:extLst>
                </p:cNvPr>
                <p:cNvSpPr>
                  <a:spLocks/>
                </p:cNvSpPr>
                <p:nvPr/>
              </p:nvSpPr>
              <p:spPr bwMode="auto">
                <a:xfrm>
                  <a:off x="6176612" y="1710713"/>
                  <a:ext cx="364405" cy="631702"/>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6" name="Freeform 6">
                  <a:extLst>
                    <a:ext uri="{FF2B5EF4-FFF2-40B4-BE49-F238E27FC236}">
                      <a16:creationId xmlns:a16="http://schemas.microsoft.com/office/drawing/2014/main" id="{3C9E71DC-3273-1360-B1E0-2A9082847E2B}"/>
                    </a:ext>
                  </a:extLst>
                </p:cNvPr>
                <p:cNvSpPr>
                  <a:spLocks/>
                </p:cNvSpPr>
                <p:nvPr/>
              </p:nvSpPr>
              <p:spPr bwMode="auto">
                <a:xfrm>
                  <a:off x="5810734" y="1710714"/>
                  <a:ext cx="366859" cy="631702"/>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7" name="Freeform 7">
                  <a:extLst>
                    <a:ext uri="{FF2B5EF4-FFF2-40B4-BE49-F238E27FC236}">
                      <a16:creationId xmlns:a16="http://schemas.microsoft.com/office/drawing/2014/main" id="{07C427C9-AC87-BDB1-CF1E-6C2B9AB36F95}"/>
                    </a:ext>
                  </a:extLst>
                </p:cNvPr>
                <p:cNvSpPr>
                  <a:spLocks/>
                </p:cNvSpPr>
                <p:nvPr/>
              </p:nvSpPr>
              <p:spPr bwMode="auto">
                <a:xfrm>
                  <a:off x="5811716" y="1499328"/>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81" name="组合 180">
                <a:extLst>
                  <a:ext uri="{FF2B5EF4-FFF2-40B4-BE49-F238E27FC236}">
                    <a16:creationId xmlns:a16="http://schemas.microsoft.com/office/drawing/2014/main" id="{508A1B2C-FAD5-3197-D293-8C0389105E13}"/>
                  </a:ext>
                </a:extLst>
              </p:cNvPr>
              <p:cNvGrpSpPr/>
              <p:nvPr/>
            </p:nvGrpSpPr>
            <p:grpSpPr>
              <a:xfrm>
                <a:off x="5360065" y="3639655"/>
                <a:ext cx="1160388" cy="1339629"/>
                <a:chOff x="7062439" y="3389435"/>
                <a:chExt cx="1160388" cy="1339629"/>
              </a:xfrm>
            </p:grpSpPr>
            <p:sp>
              <p:nvSpPr>
                <p:cNvPr id="182" name="Freeform 5">
                  <a:extLst>
                    <a:ext uri="{FF2B5EF4-FFF2-40B4-BE49-F238E27FC236}">
                      <a16:creationId xmlns:a16="http://schemas.microsoft.com/office/drawing/2014/main" id="{DB0657B8-292E-4D26-8F41-65A241466D56}"/>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noFill/>
                <a:ln w="9525">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sp>
              <p:nvSpPr>
                <p:cNvPr id="183" name="Freeform 6">
                  <a:extLst>
                    <a:ext uri="{FF2B5EF4-FFF2-40B4-BE49-F238E27FC236}">
                      <a16:creationId xmlns:a16="http://schemas.microsoft.com/office/drawing/2014/main" id="{1EB0DE7D-DC9A-0615-C109-AD980040947E}"/>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noFill/>
                <a:ln>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sp>
              <p:nvSpPr>
                <p:cNvPr id="184" name="Freeform 7">
                  <a:extLst>
                    <a:ext uri="{FF2B5EF4-FFF2-40B4-BE49-F238E27FC236}">
                      <a16:creationId xmlns:a16="http://schemas.microsoft.com/office/drawing/2014/main" id="{A7CE5125-7C67-25EC-8FB4-7847AE38B58F}"/>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noFill/>
                <a:ln w="9525">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grpSp>
        </p:grpSp>
        <p:sp>
          <p:nvSpPr>
            <p:cNvPr id="179" name="矩形: 圆角 178">
              <a:extLst>
                <a:ext uri="{FF2B5EF4-FFF2-40B4-BE49-F238E27FC236}">
                  <a16:creationId xmlns:a16="http://schemas.microsoft.com/office/drawing/2014/main" id="{DA242CCB-0EA1-8C0F-3FB9-3FFD9EFFA3CF}"/>
                </a:ext>
              </a:extLst>
            </p:cNvPr>
            <p:cNvSpPr/>
            <p:nvPr/>
          </p:nvSpPr>
          <p:spPr>
            <a:xfrm>
              <a:off x="6850409" y="4416388"/>
              <a:ext cx="717698" cy="234758"/>
            </a:xfrm>
            <a:prstGeom prst="roundRect">
              <a:avLst/>
            </a:prstGeom>
            <a:solidFill>
              <a:srgbClr val="FAFBFF"/>
            </a:solidFill>
            <a:ln w="9525">
              <a:solidFill>
                <a:srgbClr val="3749CC"/>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rgbClr val="3749CC"/>
                  </a:solidFill>
                  <a:latin typeface="HarmonyOS Sans SC Light" panose="00000400000000000000" pitchFamily="2" charset="-122"/>
                  <a:ea typeface="HarmonyOS Sans SC Light" panose="00000400000000000000" pitchFamily="2" charset="-122"/>
                </a:rPr>
                <a:t>要素条件</a:t>
              </a:r>
            </a:p>
          </p:txBody>
        </p:sp>
      </p:grpSp>
      <p:grpSp>
        <p:nvGrpSpPr>
          <p:cNvPr id="188" name="组合 187">
            <a:extLst>
              <a:ext uri="{FF2B5EF4-FFF2-40B4-BE49-F238E27FC236}">
                <a16:creationId xmlns:a16="http://schemas.microsoft.com/office/drawing/2014/main" id="{84C39B4B-6F88-639A-6A5F-BB11BA88A7BA}"/>
              </a:ext>
            </a:extLst>
          </p:cNvPr>
          <p:cNvGrpSpPr/>
          <p:nvPr/>
        </p:nvGrpSpPr>
        <p:grpSpPr>
          <a:xfrm>
            <a:off x="4732526" y="4260044"/>
            <a:ext cx="717698" cy="544789"/>
            <a:chOff x="6850409" y="4106357"/>
            <a:chExt cx="717698" cy="544789"/>
          </a:xfrm>
        </p:grpSpPr>
        <p:grpSp>
          <p:nvGrpSpPr>
            <p:cNvPr id="189" name="组合 188">
              <a:extLst>
                <a:ext uri="{FF2B5EF4-FFF2-40B4-BE49-F238E27FC236}">
                  <a16:creationId xmlns:a16="http://schemas.microsoft.com/office/drawing/2014/main" id="{7691C3B0-1C72-DDDB-1BE9-C0BB12583BD3}"/>
                </a:ext>
              </a:extLst>
            </p:cNvPr>
            <p:cNvGrpSpPr/>
            <p:nvPr/>
          </p:nvGrpSpPr>
          <p:grpSpPr>
            <a:xfrm>
              <a:off x="7162592" y="4106357"/>
              <a:ext cx="405515" cy="468154"/>
              <a:chOff x="5360065" y="3639655"/>
              <a:chExt cx="1160388" cy="1339629"/>
            </a:xfrm>
          </p:grpSpPr>
          <p:grpSp>
            <p:nvGrpSpPr>
              <p:cNvPr id="191" name="组合 190">
                <a:extLst>
                  <a:ext uri="{FF2B5EF4-FFF2-40B4-BE49-F238E27FC236}">
                    <a16:creationId xmlns:a16="http://schemas.microsoft.com/office/drawing/2014/main" id="{B91EF149-DA2B-C770-F194-AC6C85546969}"/>
                  </a:ext>
                </a:extLst>
              </p:cNvPr>
              <p:cNvGrpSpPr/>
              <p:nvPr/>
            </p:nvGrpSpPr>
            <p:grpSpPr>
              <a:xfrm>
                <a:off x="5628784" y="3946685"/>
                <a:ext cx="623732" cy="720079"/>
                <a:chOff x="5810734" y="1499328"/>
                <a:chExt cx="730283" cy="843088"/>
              </a:xfrm>
            </p:grpSpPr>
            <p:sp>
              <p:nvSpPr>
                <p:cNvPr id="196" name="Freeform 5">
                  <a:extLst>
                    <a:ext uri="{FF2B5EF4-FFF2-40B4-BE49-F238E27FC236}">
                      <a16:creationId xmlns:a16="http://schemas.microsoft.com/office/drawing/2014/main" id="{B009AF3D-11A7-3893-3891-75AD4F3B46BD}"/>
                    </a:ext>
                  </a:extLst>
                </p:cNvPr>
                <p:cNvSpPr>
                  <a:spLocks/>
                </p:cNvSpPr>
                <p:nvPr/>
              </p:nvSpPr>
              <p:spPr bwMode="auto">
                <a:xfrm>
                  <a:off x="6176612" y="1710713"/>
                  <a:ext cx="364405" cy="631702"/>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7" name="Freeform 6">
                  <a:extLst>
                    <a:ext uri="{FF2B5EF4-FFF2-40B4-BE49-F238E27FC236}">
                      <a16:creationId xmlns:a16="http://schemas.microsoft.com/office/drawing/2014/main" id="{275930AE-6792-6C91-089E-829CC94D7DA4}"/>
                    </a:ext>
                  </a:extLst>
                </p:cNvPr>
                <p:cNvSpPr>
                  <a:spLocks/>
                </p:cNvSpPr>
                <p:nvPr/>
              </p:nvSpPr>
              <p:spPr bwMode="auto">
                <a:xfrm>
                  <a:off x="5810734" y="1710714"/>
                  <a:ext cx="366859" cy="631702"/>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8" name="Freeform 7">
                  <a:extLst>
                    <a:ext uri="{FF2B5EF4-FFF2-40B4-BE49-F238E27FC236}">
                      <a16:creationId xmlns:a16="http://schemas.microsoft.com/office/drawing/2014/main" id="{E699ABA2-EE64-B70E-783F-62FC7F779092}"/>
                    </a:ext>
                  </a:extLst>
                </p:cNvPr>
                <p:cNvSpPr>
                  <a:spLocks/>
                </p:cNvSpPr>
                <p:nvPr/>
              </p:nvSpPr>
              <p:spPr bwMode="auto">
                <a:xfrm>
                  <a:off x="5811716" y="1499328"/>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92" name="组合 191">
                <a:extLst>
                  <a:ext uri="{FF2B5EF4-FFF2-40B4-BE49-F238E27FC236}">
                    <a16:creationId xmlns:a16="http://schemas.microsoft.com/office/drawing/2014/main" id="{6627DFC6-2567-0264-B917-89F3E4BB2EF8}"/>
                  </a:ext>
                </a:extLst>
              </p:cNvPr>
              <p:cNvGrpSpPr/>
              <p:nvPr/>
            </p:nvGrpSpPr>
            <p:grpSpPr>
              <a:xfrm>
                <a:off x="5360065" y="3639655"/>
                <a:ext cx="1160388" cy="1339629"/>
                <a:chOff x="7062439" y="3389435"/>
                <a:chExt cx="1160388" cy="1339629"/>
              </a:xfrm>
            </p:grpSpPr>
            <p:sp>
              <p:nvSpPr>
                <p:cNvPr id="193" name="Freeform 5">
                  <a:extLst>
                    <a:ext uri="{FF2B5EF4-FFF2-40B4-BE49-F238E27FC236}">
                      <a16:creationId xmlns:a16="http://schemas.microsoft.com/office/drawing/2014/main" id="{066D7BFF-E712-2EA1-FC12-1114012E6B4C}"/>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noFill/>
                <a:ln w="9525">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sp>
              <p:nvSpPr>
                <p:cNvPr id="194" name="Freeform 6">
                  <a:extLst>
                    <a:ext uri="{FF2B5EF4-FFF2-40B4-BE49-F238E27FC236}">
                      <a16:creationId xmlns:a16="http://schemas.microsoft.com/office/drawing/2014/main" id="{0DB322B2-A21A-A192-4AD3-FC9BF3416465}"/>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noFill/>
                <a:ln>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sp>
              <p:nvSpPr>
                <p:cNvPr id="195" name="Freeform 7">
                  <a:extLst>
                    <a:ext uri="{FF2B5EF4-FFF2-40B4-BE49-F238E27FC236}">
                      <a16:creationId xmlns:a16="http://schemas.microsoft.com/office/drawing/2014/main" id="{24056346-880C-6F3D-C0BB-6A4736184AC8}"/>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noFill/>
                <a:ln w="9525">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grpSp>
        </p:grpSp>
        <p:sp>
          <p:nvSpPr>
            <p:cNvPr id="190" name="矩形: 圆角 189">
              <a:extLst>
                <a:ext uri="{FF2B5EF4-FFF2-40B4-BE49-F238E27FC236}">
                  <a16:creationId xmlns:a16="http://schemas.microsoft.com/office/drawing/2014/main" id="{ED71288F-F96A-323F-DC4D-B743B2BF4732}"/>
                </a:ext>
              </a:extLst>
            </p:cNvPr>
            <p:cNvSpPr/>
            <p:nvPr/>
          </p:nvSpPr>
          <p:spPr>
            <a:xfrm>
              <a:off x="6850409" y="4416388"/>
              <a:ext cx="717698" cy="234758"/>
            </a:xfrm>
            <a:prstGeom prst="roundRect">
              <a:avLst/>
            </a:prstGeom>
            <a:solidFill>
              <a:srgbClr val="FAFBFF"/>
            </a:solidFill>
            <a:ln w="9525">
              <a:solidFill>
                <a:srgbClr val="3749CC"/>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rgbClr val="3749CC"/>
                  </a:solidFill>
                  <a:latin typeface="HarmonyOS Sans SC Light" panose="00000400000000000000" pitchFamily="2" charset="-122"/>
                  <a:ea typeface="HarmonyOS Sans SC Light" panose="00000400000000000000" pitchFamily="2" charset="-122"/>
                </a:rPr>
                <a:t>要素条件</a:t>
              </a:r>
            </a:p>
          </p:txBody>
        </p:sp>
      </p:grpSp>
      <p:grpSp>
        <p:nvGrpSpPr>
          <p:cNvPr id="199" name="组合 198">
            <a:extLst>
              <a:ext uri="{FF2B5EF4-FFF2-40B4-BE49-F238E27FC236}">
                <a16:creationId xmlns:a16="http://schemas.microsoft.com/office/drawing/2014/main" id="{A3F9670C-B621-1248-9063-CDEC2CB3F2A7}"/>
              </a:ext>
            </a:extLst>
          </p:cNvPr>
          <p:cNvGrpSpPr/>
          <p:nvPr/>
        </p:nvGrpSpPr>
        <p:grpSpPr>
          <a:xfrm>
            <a:off x="5425266" y="4651406"/>
            <a:ext cx="717698" cy="544789"/>
            <a:chOff x="6850409" y="4106357"/>
            <a:chExt cx="717698" cy="544789"/>
          </a:xfrm>
        </p:grpSpPr>
        <p:grpSp>
          <p:nvGrpSpPr>
            <p:cNvPr id="200" name="组合 199">
              <a:extLst>
                <a:ext uri="{FF2B5EF4-FFF2-40B4-BE49-F238E27FC236}">
                  <a16:creationId xmlns:a16="http://schemas.microsoft.com/office/drawing/2014/main" id="{126E75E1-EA4C-5DFE-DE29-BFCF34AB837D}"/>
                </a:ext>
              </a:extLst>
            </p:cNvPr>
            <p:cNvGrpSpPr/>
            <p:nvPr/>
          </p:nvGrpSpPr>
          <p:grpSpPr>
            <a:xfrm>
              <a:off x="7162592" y="4106357"/>
              <a:ext cx="405515" cy="468154"/>
              <a:chOff x="5360065" y="3639655"/>
              <a:chExt cx="1160388" cy="1339629"/>
            </a:xfrm>
          </p:grpSpPr>
          <p:grpSp>
            <p:nvGrpSpPr>
              <p:cNvPr id="202" name="组合 201">
                <a:extLst>
                  <a:ext uri="{FF2B5EF4-FFF2-40B4-BE49-F238E27FC236}">
                    <a16:creationId xmlns:a16="http://schemas.microsoft.com/office/drawing/2014/main" id="{C17E0A94-ABFF-3030-6E37-45A0B0F5895A}"/>
                  </a:ext>
                </a:extLst>
              </p:cNvPr>
              <p:cNvGrpSpPr/>
              <p:nvPr/>
            </p:nvGrpSpPr>
            <p:grpSpPr>
              <a:xfrm>
                <a:off x="5628784" y="3946685"/>
                <a:ext cx="623732" cy="720079"/>
                <a:chOff x="5810734" y="1499328"/>
                <a:chExt cx="730283" cy="843088"/>
              </a:xfrm>
            </p:grpSpPr>
            <p:sp>
              <p:nvSpPr>
                <p:cNvPr id="207" name="Freeform 5">
                  <a:extLst>
                    <a:ext uri="{FF2B5EF4-FFF2-40B4-BE49-F238E27FC236}">
                      <a16:creationId xmlns:a16="http://schemas.microsoft.com/office/drawing/2014/main" id="{9CC09074-01A5-52BE-7C35-10C451B875ED}"/>
                    </a:ext>
                  </a:extLst>
                </p:cNvPr>
                <p:cNvSpPr>
                  <a:spLocks/>
                </p:cNvSpPr>
                <p:nvPr/>
              </p:nvSpPr>
              <p:spPr bwMode="auto">
                <a:xfrm>
                  <a:off x="6176612" y="1710713"/>
                  <a:ext cx="364405" cy="631702"/>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8" name="Freeform 6">
                  <a:extLst>
                    <a:ext uri="{FF2B5EF4-FFF2-40B4-BE49-F238E27FC236}">
                      <a16:creationId xmlns:a16="http://schemas.microsoft.com/office/drawing/2014/main" id="{29EA69F9-A018-34F2-E071-D5C4F1B1F8C6}"/>
                    </a:ext>
                  </a:extLst>
                </p:cNvPr>
                <p:cNvSpPr>
                  <a:spLocks/>
                </p:cNvSpPr>
                <p:nvPr/>
              </p:nvSpPr>
              <p:spPr bwMode="auto">
                <a:xfrm>
                  <a:off x="5810734" y="1710714"/>
                  <a:ext cx="366859" cy="631702"/>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9" name="Freeform 7">
                  <a:extLst>
                    <a:ext uri="{FF2B5EF4-FFF2-40B4-BE49-F238E27FC236}">
                      <a16:creationId xmlns:a16="http://schemas.microsoft.com/office/drawing/2014/main" id="{AD3C6BCF-97CE-2603-F9F9-417B8C0F7F6C}"/>
                    </a:ext>
                  </a:extLst>
                </p:cNvPr>
                <p:cNvSpPr>
                  <a:spLocks/>
                </p:cNvSpPr>
                <p:nvPr/>
              </p:nvSpPr>
              <p:spPr bwMode="auto">
                <a:xfrm>
                  <a:off x="5811716" y="1499328"/>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03" name="组合 202">
                <a:extLst>
                  <a:ext uri="{FF2B5EF4-FFF2-40B4-BE49-F238E27FC236}">
                    <a16:creationId xmlns:a16="http://schemas.microsoft.com/office/drawing/2014/main" id="{0D3EED88-3599-E643-056D-7E754BED5DAA}"/>
                  </a:ext>
                </a:extLst>
              </p:cNvPr>
              <p:cNvGrpSpPr/>
              <p:nvPr/>
            </p:nvGrpSpPr>
            <p:grpSpPr>
              <a:xfrm>
                <a:off x="5360065" y="3639655"/>
                <a:ext cx="1160388" cy="1339629"/>
                <a:chOff x="7062439" y="3389435"/>
                <a:chExt cx="1160388" cy="1339629"/>
              </a:xfrm>
            </p:grpSpPr>
            <p:sp>
              <p:nvSpPr>
                <p:cNvPr id="204" name="Freeform 5">
                  <a:extLst>
                    <a:ext uri="{FF2B5EF4-FFF2-40B4-BE49-F238E27FC236}">
                      <a16:creationId xmlns:a16="http://schemas.microsoft.com/office/drawing/2014/main" id="{7036C5F0-1929-BE3D-F5E1-AE615F7169EF}"/>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noFill/>
                <a:ln w="9525">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sp>
              <p:nvSpPr>
                <p:cNvPr id="205" name="Freeform 6">
                  <a:extLst>
                    <a:ext uri="{FF2B5EF4-FFF2-40B4-BE49-F238E27FC236}">
                      <a16:creationId xmlns:a16="http://schemas.microsoft.com/office/drawing/2014/main" id="{150A39E1-12C5-6514-942E-DBBE6EFDB1D5}"/>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noFill/>
                <a:ln>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sp>
              <p:nvSpPr>
                <p:cNvPr id="206" name="Freeform 7">
                  <a:extLst>
                    <a:ext uri="{FF2B5EF4-FFF2-40B4-BE49-F238E27FC236}">
                      <a16:creationId xmlns:a16="http://schemas.microsoft.com/office/drawing/2014/main" id="{82DF065F-0DBB-8521-A368-329F8B2E2AE8}"/>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noFill/>
                <a:ln w="9525">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grpSp>
        </p:grpSp>
        <p:sp>
          <p:nvSpPr>
            <p:cNvPr id="201" name="矩形: 圆角 200">
              <a:extLst>
                <a:ext uri="{FF2B5EF4-FFF2-40B4-BE49-F238E27FC236}">
                  <a16:creationId xmlns:a16="http://schemas.microsoft.com/office/drawing/2014/main" id="{87A7EFC0-EBCF-4708-900B-C51B12B10787}"/>
                </a:ext>
              </a:extLst>
            </p:cNvPr>
            <p:cNvSpPr/>
            <p:nvPr/>
          </p:nvSpPr>
          <p:spPr>
            <a:xfrm>
              <a:off x="6850409" y="4416388"/>
              <a:ext cx="717698" cy="234758"/>
            </a:xfrm>
            <a:prstGeom prst="roundRect">
              <a:avLst/>
            </a:prstGeom>
            <a:solidFill>
              <a:srgbClr val="FAFBFF"/>
            </a:solidFill>
            <a:ln w="9525">
              <a:solidFill>
                <a:srgbClr val="3749CC"/>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rgbClr val="3749CC"/>
                  </a:solidFill>
                  <a:latin typeface="HarmonyOS Sans SC Light" panose="00000400000000000000" pitchFamily="2" charset="-122"/>
                  <a:ea typeface="HarmonyOS Sans SC Light" panose="00000400000000000000" pitchFamily="2" charset="-122"/>
                </a:rPr>
                <a:t>要素条件</a:t>
              </a:r>
            </a:p>
          </p:txBody>
        </p:sp>
      </p:grpSp>
      <p:grpSp>
        <p:nvGrpSpPr>
          <p:cNvPr id="109" name="组合 108">
            <a:extLst>
              <a:ext uri="{FF2B5EF4-FFF2-40B4-BE49-F238E27FC236}">
                <a16:creationId xmlns:a16="http://schemas.microsoft.com/office/drawing/2014/main" id="{A832A2F7-0DB9-20E4-2624-26F165EB4A01}"/>
              </a:ext>
            </a:extLst>
          </p:cNvPr>
          <p:cNvGrpSpPr/>
          <p:nvPr/>
        </p:nvGrpSpPr>
        <p:grpSpPr>
          <a:xfrm rot="10800000">
            <a:off x="4245019" y="772159"/>
            <a:ext cx="1223912" cy="1412966"/>
            <a:chOff x="7062439" y="3389435"/>
            <a:chExt cx="1160388" cy="1339629"/>
          </a:xfrm>
          <a:solidFill>
            <a:schemeClr val="bg1"/>
          </a:solidFill>
        </p:grpSpPr>
        <p:sp>
          <p:nvSpPr>
            <p:cNvPr id="110" name="Freeform 5">
              <a:extLst>
                <a:ext uri="{FF2B5EF4-FFF2-40B4-BE49-F238E27FC236}">
                  <a16:creationId xmlns:a16="http://schemas.microsoft.com/office/drawing/2014/main" id="{E7142516-B7FB-2E68-DFD6-749C8412A397}"/>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grpFill/>
            <a:ln w="12700">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sp>
          <p:nvSpPr>
            <p:cNvPr id="111" name="Freeform 6">
              <a:extLst>
                <a:ext uri="{FF2B5EF4-FFF2-40B4-BE49-F238E27FC236}">
                  <a16:creationId xmlns:a16="http://schemas.microsoft.com/office/drawing/2014/main" id="{197C0369-62EC-D425-5068-81C1494C2C71}"/>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grpFill/>
            <a:ln w="12700">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7">
              <a:extLst>
                <a:ext uri="{FF2B5EF4-FFF2-40B4-BE49-F238E27FC236}">
                  <a16:creationId xmlns:a16="http://schemas.microsoft.com/office/drawing/2014/main" id="{C876DAE3-BDDC-18DA-2B84-A2A0E91E20D1}"/>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pFill/>
            <a:ln w="12700">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6" name="组合 5">
            <a:extLst>
              <a:ext uri="{FF2B5EF4-FFF2-40B4-BE49-F238E27FC236}">
                <a16:creationId xmlns:a16="http://schemas.microsoft.com/office/drawing/2014/main" id="{60D450E7-206F-718B-0423-D233F3441EBE}"/>
              </a:ext>
            </a:extLst>
          </p:cNvPr>
          <p:cNvGrpSpPr/>
          <p:nvPr/>
        </p:nvGrpSpPr>
        <p:grpSpPr>
          <a:xfrm>
            <a:off x="3277590" y="2336474"/>
            <a:ext cx="3158770" cy="1872235"/>
            <a:chOff x="1345497" y="2364846"/>
            <a:chExt cx="4006851" cy="2374901"/>
          </a:xfrm>
        </p:grpSpPr>
        <p:sp>
          <p:nvSpPr>
            <p:cNvPr id="7" name="Freeform 5">
              <a:extLst>
                <a:ext uri="{FF2B5EF4-FFF2-40B4-BE49-F238E27FC236}">
                  <a16:creationId xmlns:a16="http://schemas.microsoft.com/office/drawing/2014/main" id="{6B91DE7B-1777-C55B-CB96-69322DD8925F}"/>
                </a:ext>
              </a:extLst>
            </p:cNvPr>
            <p:cNvSpPr>
              <a:spLocks/>
            </p:cNvSpPr>
            <p:nvPr/>
          </p:nvSpPr>
          <p:spPr bwMode="auto">
            <a:xfrm>
              <a:off x="3355273" y="3525309"/>
              <a:ext cx="1997075" cy="1214438"/>
            </a:xfrm>
            <a:custGeom>
              <a:avLst/>
              <a:gdLst>
                <a:gd name="T0" fmla="*/ 1258 w 1258"/>
                <a:gd name="T1" fmla="*/ 0 h 765"/>
                <a:gd name="T2" fmla="*/ 1258 w 1258"/>
                <a:gd name="T3" fmla="*/ 34 h 765"/>
                <a:gd name="T4" fmla="*/ 0 w 1258"/>
                <a:gd name="T5" fmla="*/ 765 h 765"/>
                <a:gd name="T6" fmla="*/ 1 w 1258"/>
                <a:gd name="T7" fmla="*/ 731 h 765"/>
                <a:gd name="T8" fmla="*/ 1258 w 1258"/>
                <a:gd name="T9" fmla="*/ 0 h 765"/>
              </a:gdLst>
              <a:ahLst/>
              <a:cxnLst>
                <a:cxn ang="0">
                  <a:pos x="T0" y="T1"/>
                </a:cxn>
                <a:cxn ang="0">
                  <a:pos x="T2" y="T3"/>
                </a:cxn>
                <a:cxn ang="0">
                  <a:pos x="T4" y="T5"/>
                </a:cxn>
                <a:cxn ang="0">
                  <a:pos x="T6" y="T7"/>
                </a:cxn>
                <a:cxn ang="0">
                  <a:pos x="T8" y="T9"/>
                </a:cxn>
              </a:cxnLst>
              <a:rect l="0" t="0" r="r" b="b"/>
              <a:pathLst>
                <a:path w="1258" h="765">
                  <a:moveTo>
                    <a:pt x="1258" y="0"/>
                  </a:moveTo>
                  <a:lnTo>
                    <a:pt x="1258" y="34"/>
                  </a:lnTo>
                  <a:lnTo>
                    <a:pt x="0" y="765"/>
                  </a:lnTo>
                  <a:lnTo>
                    <a:pt x="1" y="731"/>
                  </a:lnTo>
                  <a:lnTo>
                    <a:pt x="1258"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Freeform 6">
              <a:extLst>
                <a:ext uri="{FF2B5EF4-FFF2-40B4-BE49-F238E27FC236}">
                  <a16:creationId xmlns:a16="http://schemas.microsoft.com/office/drawing/2014/main" id="{D7DEDB26-D9F4-1596-C6E5-02407AA1D5EF}"/>
                </a:ext>
              </a:extLst>
            </p:cNvPr>
            <p:cNvSpPr>
              <a:spLocks/>
            </p:cNvSpPr>
            <p:nvPr/>
          </p:nvSpPr>
          <p:spPr bwMode="auto">
            <a:xfrm>
              <a:off x="1345497" y="3525309"/>
              <a:ext cx="2011363" cy="1214438"/>
            </a:xfrm>
            <a:custGeom>
              <a:avLst/>
              <a:gdLst>
                <a:gd name="T0" fmla="*/ 1267 w 1267"/>
                <a:gd name="T1" fmla="*/ 731 h 765"/>
                <a:gd name="T2" fmla="*/ 1266 w 1267"/>
                <a:gd name="T3" fmla="*/ 765 h 765"/>
                <a:gd name="T4" fmla="*/ 0 w 1267"/>
                <a:gd name="T5" fmla="*/ 34 h 765"/>
                <a:gd name="T6" fmla="*/ 1 w 1267"/>
                <a:gd name="T7" fmla="*/ 0 h 765"/>
                <a:gd name="T8" fmla="*/ 1267 w 1267"/>
                <a:gd name="T9" fmla="*/ 731 h 765"/>
              </a:gdLst>
              <a:ahLst/>
              <a:cxnLst>
                <a:cxn ang="0">
                  <a:pos x="T0" y="T1"/>
                </a:cxn>
                <a:cxn ang="0">
                  <a:pos x="T2" y="T3"/>
                </a:cxn>
                <a:cxn ang="0">
                  <a:pos x="T4" y="T5"/>
                </a:cxn>
                <a:cxn ang="0">
                  <a:pos x="T6" y="T7"/>
                </a:cxn>
                <a:cxn ang="0">
                  <a:pos x="T8" y="T9"/>
                </a:cxn>
              </a:cxnLst>
              <a:rect l="0" t="0" r="r" b="b"/>
              <a:pathLst>
                <a:path w="1267" h="765">
                  <a:moveTo>
                    <a:pt x="1267" y="731"/>
                  </a:moveTo>
                  <a:lnTo>
                    <a:pt x="1266" y="765"/>
                  </a:lnTo>
                  <a:lnTo>
                    <a:pt x="0" y="34"/>
                  </a:lnTo>
                  <a:lnTo>
                    <a:pt x="1" y="0"/>
                  </a:lnTo>
                  <a:lnTo>
                    <a:pt x="1267" y="731"/>
                  </a:lnTo>
                  <a:close/>
                </a:path>
              </a:pathLst>
            </a:custGeom>
            <a:solidFill>
              <a:srgbClr val="8E9CE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 name="Freeform 7">
              <a:extLst>
                <a:ext uri="{FF2B5EF4-FFF2-40B4-BE49-F238E27FC236}">
                  <a16:creationId xmlns:a16="http://schemas.microsoft.com/office/drawing/2014/main" id="{ED4B4784-11FA-BADC-C8CA-7A75E2BB2D2D}"/>
                </a:ext>
              </a:extLst>
            </p:cNvPr>
            <p:cNvSpPr>
              <a:spLocks/>
            </p:cNvSpPr>
            <p:nvPr/>
          </p:nvSpPr>
          <p:spPr bwMode="auto">
            <a:xfrm>
              <a:off x="1347085" y="2364846"/>
              <a:ext cx="4005263" cy="2320925"/>
            </a:xfrm>
            <a:custGeom>
              <a:avLst/>
              <a:gdLst>
                <a:gd name="T0" fmla="*/ 2523 w 2523"/>
                <a:gd name="T1" fmla="*/ 731 h 1462"/>
                <a:gd name="T2" fmla="*/ 1266 w 2523"/>
                <a:gd name="T3" fmla="*/ 1462 h 1462"/>
                <a:gd name="T4" fmla="*/ 0 w 2523"/>
                <a:gd name="T5" fmla="*/ 731 h 1462"/>
                <a:gd name="T6" fmla="*/ 1257 w 2523"/>
                <a:gd name="T7" fmla="*/ 0 h 1462"/>
                <a:gd name="T8" fmla="*/ 2523 w 2523"/>
                <a:gd name="T9" fmla="*/ 731 h 1462"/>
              </a:gdLst>
              <a:ahLst/>
              <a:cxnLst>
                <a:cxn ang="0">
                  <a:pos x="T0" y="T1"/>
                </a:cxn>
                <a:cxn ang="0">
                  <a:pos x="T2" y="T3"/>
                </a:cxn>
                <a:cxn ang="0">
                  <a:pos x="T4" y="T5"/>
                </a:cxn>
                <a:cxn ang="0">
                  <a:pos x="T6" y="T7"/>
                </a:cxn>
                <a:cxn ang="0">
                  <a:pos x="T8" y="T9"/>
                </a:cxn>
              </a:cxnLst>
              <a:rect l="0" t="0" r="r" b="b"/>
              <a:pathLst>
                <a:path w="2523" h="1462">
                  <a:moveTo>
                    <a:pt x="2523" y="731"/>
                  </a:moveTo>
                  <a:lnTo>
                    <a:pt x="1266" y="1462"/>
                  </a:lnTo>
                  <a:lnTo>
                    <a:pt x="0" y="731"/>
                  </a:lnTo>
                  <a:lnTo>
                    <a:pt x="1257" y="0"/>
                  </a:lnTo>
                  <a:lnTo>
                    <a:pt x="2523" y="731"/>
                  </a:lnTo>
                  <a:close/>
                </a:path>
              </a:pathLst>
            </a:custGeom>
            <a:gradFill flip="none" rotWithShape="1">
              <a:gsLst>
                <a:gs pos="100000">
                  <a:srgbClr val="CDD2F8"/>
                </a:gs>
                <a:gs pos="0">
                  <a:schemeClr val="bg1"/>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16" name="组合 115">
            <a:extLst>
              <a:ext uri="{FF2B5EF4-FFF2-40B4-BE49-F238E27FC236}">
                <a16:creationId xmlns:a16="http://schemas.microsoft.com/office/drawing/2014/main" id="{5CF0B8F9-C30E-6D45-861A-BD67489E14F9}"/>
              </a:ext>
            </a:extLst>
          </p:cNvPr>
          <p:cNvGrpSpPr/>
          <p:nvPr/>
        </p:nvGrpSpPr>
        <p:grpSpPr>
          <a:xfrm>
            <a:off x="3817046" y="2874422"/>
            <a:ext cx="2079859" cy="970544"/>
            <a:chOff x="7886753" y="2874068"/>
            <a:chExt cx="2079859" cy="970544"/>
          </a:xfrm>
        </p:grpSpPr>
        <p:grpSp>
          <p:nvGrpSpPr>
            <p:cNvPr id="55" name="组合 54">
              <a:extLst>
                <a:ext uri="{FF2B5EF4-FFF2-40B4-BE49-F238E27FC236}">
                  <a16:creationId xmlns:a16="http://schemas.microsoft.com/office/drawing/2014/main" id="{D3F01D28-4798-2F29-4D5C-41565E26B480}"/>
                </a:ext>
              </a:extLst>
            </p:cNvPr>
            <p:cNvGrpSpPr/>
            <p:nvPr/>
          </p:nvGrpSpPr>
          <p:grpSpPr>
            <a:xfrm>
              <a:off x="8660291" y="3238412"/>
              <a:ext cx="532783" cy="606200"/>
              <a:chOff x="9050730" y="731556"/>
              <a:chExt cx="460693" cy="524176"/>
            </a:xfrm>
          </p:grpSpPr>
          <p:grpSp>
            <p:nvGrpSpPr>
              <p:cNvPr id="56" name="组合 55">
                <a:extLst>
                  <a:ext uri="{FF2B5EF4-FFF2-40B4-BE49-F238E27FC236}">
                    <a16:creationId xmlns:a16="http://schemas.microsoft.com/office/drawing/2014/main" id="{6DE65DE1-EF5A-7927-6893-4A2C7E778B7D}"/>
                  </a:ext>
                </a:extLst>
              </p:cNvPr>
              <p:cNvGrpSpPr/>
              <p:nvPr/>
            </p:nvGrpSpPr>
            <p:grpSpPr>
              <a:xfrm>
                <a:off x="9050730" y="927002"/>
                <a:ext cx="460693" cy="328730"/>
                <a:chOff x="9934979" y="5169636"/>
                <a:chExt cx="460693" cy="328730"/>
              </a:xfrm>
            </p:grpSpPr>
            <p:sp>
              <p:nvSpPr>
                <p:cNvPr id="65" name="Freeform 20">
                  <a:extLst>
                    <a:ext uri="{FF2B5EF4-FFF2-40B4-BE49-F238E27FC236}">
                      <a16:creationId xmlns:a16="http://schemas.microsoft.com/office/drawing/2014/main" id="{F79EE033-5861-AF27-2366-F7B7C267F77A}"/>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21">
                  <a:extLst>
                    <a:ext uri="{FF2B5EF4-FFF2-40B4-BE49-F238E27FC236}">
                      <a16:creationId xmlns:a16="http://schemas.microsoft.com/office/drawing/2014/main" id="{4E84B5B8-9E0F-111A-67FD-508CD3F26602}"/>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22">
                  <a:extLst>
                    <a:ext uri="{FF2B5EF4-FFF2-40B4-BE49-F238E27FC236}">
                      <a16:creationId xmlns:a16="http://schemas.microsoft.com/office/drawing/2014/main" id="{8449CD51-1062-FFA6-E375-70FD363F8800}"/>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57" name="组合 56">
                <a:extLst>
                  <a:ext uri="{FF2B5EF4-FFF2-40B4-BE49-F238E27FC236}">
                    <a16:creationId xmlns:a16="http://schemas.microsoft.com/office/drawing/2014/main" id="{D15BBC39-DEB9-2A53-22C7-7D26D3D20E38}"/>
                  </a:ext>
                </a:extLst>
              </p:cNvPr>
              <p:cNvGrpSpPr/>
              <p:nvPr/>
            </p:nvGrpSpPr>
            <p:grpSpPr>
              <a:xfrm>
                <a:off x="9050730" y="829279"/>
                <a:ext cx="460693" cy="328730"/>
                <a:chOff x="9934979" y="5169636"/>
                <a:chExt cx="460693" cy="328730"/>
              </a:xfrm>
            </p:grpSpPr>
            <p:sp>
              <p:nvSpPr>
                <p:cNvPr id="62" name="Freeform 20">
                  <a:extLst>
                    <a:ext uri="{FF2B5EF4-FFF2-40B4-BE49-F238E27FC236}">
                      <a16:creationId xmlns:a16="http://schemas.microsoft.com/office/drawing/2014/main" id="{0BB7C19B-C657-5D6A-7F91-3EBA9722BC7E}"/>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21">
                  <a:extLst>
                    <a:ext uri="{FF2B5EF4-FFF2-40B4-BE49-F238E27FC236}">
                      <a16:creationId xmlns:a16="http://schemas.microsoft.com/office/drawing/2014/main" id="{E2B52B02-484E-098A-6CE0-840240AE2D9E}"/>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22">
                  <a:extLst>
                    <a:ext uri="{FF2B5EF4-FFF2-40B4-BE49-F238E27FC236}">
                      <a16:creationId xmlns:a16="http://schemas.microsoft.com/office/drawing/2014/main" id="{9FE2E8D4-BB9D-D4E8-C33D-BB54CCE91BF7}"/>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58" name="组合 57">
                <a:extLst>
                  <a:ext uri="{FF2B5EF4-FFF2-40B4-BE49-F238E27FC236}">
                    <a16:creationId xmlns:a16="http://schemas.microsoft.com/office/drawing/2014/main" id="{15F26B17-B5A0-D9BC-5276-21C5DB02C63C}"/>
                  </a:ext>
                </a:extLst>
              </p:cNvPr>
              <p:cNvGrpSpPr/>
              <p:nvPr/>
            </p:nvGrpSpPr>
            <p:grpSpPr>
              <a:xfrm>
                <a:off x="9050730" y="731556"/>
                <a:ext cx="460693" cy="328730"/>
                <a:chOff x="9934979" y="5169636"/>
                <a:chExt cx="460693" cy="328730"/>
              </a:xfrm>
            </p:grpSpPr>
            <p:sp>
              <p:nvSpPr>
                <p:cNvPr id="59" name="Freeform 20">
                  <a:extLst>
                    <a:ext uri="{FF2B5EF4-FFF2-40B4-BE49-F238E27FC236}">
                      <a16:creationId xmlns:a16="http://schemas.microsoft.com/office/drawing/2014/main" id="{F55C5E1B-932B-57E3-B23F-3FF74E079AC8}"/>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Freeform 21">
                  <a:extLst>
                    <a:ext uri="{FF2B5EF4-FFF2-40B4-BE49-F238E27FC236}">
                      <a16:creationId xmlns:a16="http://schemas.microsoft.com/office/drawing/2014/main" id="{4BC5A725-74A9-F574-53B5-4B9629A99FFA}"/>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Freeform 22">
                  <a:extLst>
                    <a:ext uri="{FF2B5EF4-FFF2-40B4-BE49-F238E27FC236}">
                      <a16:creationId xmlns:a16="http://schemas.microsoft.com/office/drawing/2014/main" id="{E9BF7DD6-C667-AB7F-DC0D-98CC46D538BE}"/>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81" name="组合 80">
              <a:extLst>
                <a:ext uri="{FF2B5EF4-FFF2-40B4-BE49-F238E27FC236}">
                  <a16:creationId xmlns:a16="http://schemas.microsoft.com/office/drawing/2014/main" id="{1DAACDE1-04F3-DD2C-47F6-5F63EBED393C}"/>
                </a:ext>
              </a:extLst>
            </p:cNvPr>
            <p:cNvGrpSpPr/>
            <p:nvPr/>
          </p:nvGrpSpPr>
          <p:grpSpPr>
            <a:xfrm>
              <a:off x="7886753" y="2874068"/>
              <a:ext cx="2079859" cy="606200"/>
              <a:chOff x="7916770" y="2874068"/>
              <a:chExt cx="2079859" cy="606200"/>
            </a:xfrm>
          </p:grpSpPr>
          <p:grpSp>
            <p:nvGrpSpPr>
              <p:cNvPr id="35" name="组合 34">
                <a:extLst>
                  <a:ext uri="{FF2B5EF4-FFF2-40B4-BE49-F238E27FC236}">
                    <a16:creationId xmlns:a16="http://schemas.microsoft.com/office/drawing/2014/main" id="{D5A5C149-FA0D-5FD0-0FBA-27E4DDB6327E}"/>
                  </a:ext>
                </a:extLst>
              </p:cNvPr>
              <p:cNvGrpSpPr/>
              <p:nvPr/>
            </p:nvGrpSpPr>
            <p:grpSpPr>
              <a:xfrm>
                <a:off x="7916770" y="2874068"/>
                <a:ext cx="532783" cy="606200"/>
                <a:chOff x="9050730" y="731556"/>
                <a:chExt cx="460693" cy="524176"/>
              </a:xfrm>
            </p:grpSpPr>
            <p:grpSp>
              <p:nvGrpSpPr>
                <p:cNvPr id="40" name="组合 39">
                  <a:extLst>
                    <a:ext uri="{FF2B5EF4-FFF2-40B4-BE49-F238E27FC236}">
                      <a16:creationId xmlns:a16="http://schemas.microsoft.com/office/drawing/2014/main" id="{B06E13F6-E9C7-8168-8EB5-D8574A0BAD11}"/>
                    </a:ext>
                  </a:extLst>
                </p:cNvPr>
                <p:cNvGrpSpPr/>
                <p:nvPr/>
              </p:nvGrpSpPr>
              <p:grpSpPr>
                <a:xfrm>
                  <a:off x="9050730" y="927002"/>
                  <a:ext cx="460693" cy="328730"/>
                  <a:chOff x="9934979" y="5169636"/>
                  <a:chExt cx="460693" cy="328730"/>
                </a:xfrm>
              </p:grpSpPr>
              <p:sp>
                <p:nvSpPr>
                  <p:cNvPr id="49" name="Freeform 20">
                    <a:extLst>
                      <a:ext uri="{FF2B5EF4-FFF2-40B4-BE49-F238E27FC236}">
                        <a16:creationId xmlns:a16="http://schemas.microsoft.com/office/drawing/2014/main" id="{D19868EC-BF29-D38C-9786-F882E28666CD}"/>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21">
                    <a:extLst>
                      <a:ext uri="{FF2B5EF4-FFF2-40B4-BE49-F238E27FC236}">
                        <a16:creationId xmlns:a16="http://schemas.microsoft.com/office/drawing/2014/main" id="{874E5B50-F35F-2AE5-126A-F8BE2BD7F6DC}"/>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22">
                    <a:extLst>
                      <a:ext uri="{FF2B5EF4-FFF2-40B4-BE49-F238E27FC236}">
                        <a16:creationId xmlns:a16="http://schemas.microsoft.com/office/drawing/2014/main" id="{7F28EFBB-F7B2-2FD1-DBD8-5768D7C3D429}"/>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41" name="组合 40">
                  <a:extLst>
                    <a:ext uri="{FF2B5EF4-FFF2-40B4-BE49-F238E27FC236}">
                      <a16:creationId xmlns:a16="http://schemas.microsoft.com/office/drawing/2014/main" id="{2CE19F3B-0064-D919-75B0-8B4EE0E2C792}"/>
                    </a:ext>
                  </a:extLst>
                </p:cNvPr>
                <p:cNvGrpSpPr/>
                <p:nvPr/>
              </p:nvGrpSpPr>
              <p:grpSpPr>
                <a:xfrm>
                  <a:off x="9050730" y="829279"/>
                  <a:ext cx="460693" cy="328730"/>
                  <a:chOff x="9934979" y="5169636"/>
                  <a:chExt cx="460693" cy="328730"/>
                </a:xfrm>
              </p:grpSpPr>
              <p:sp>
                <p:nvSpPr>
                  <p:cNvPr id="46" name="Freeform 20">
                    <a:extLst>
                      <a:ext uri="{FF2B5EF4-FFF2-40B4-BE49-F238E27FC236}">
                        <a16:creationId xmlns:a16="http://schemas.microsoft.com/office/drawing/2014/main" id="{8A2487FF-B563-5254-73CC-EB0B1E02A72B}"/>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21">
                    <a:extLst>
                      <a:ext uri="{FF2B5EF4-FFF2-40B4-BE49-F238E27FC236}">
                        <a16:creationId xmlns:a16="http://schemas.microsoft.com/office/drawing/2014/main" id="{844D62B8-82F6-A574-9487-648D16961AEA}"/>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22">
                    <a:extLst>
                      <a:ext uri="{FF2B5EF4-FFF2-40B4-BE49-F238E27FC236}">
                        <a16:creationId xmlns:a16="http://schemas.microsoft.com/office/drawing/2014/main" id="{A3531FE8-F286-08C7-F724-7ED07E0AF20E}"/>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42" name="组合 41">
                  <a:extLst>
                    <a:ext uri="{FF2B5EF4-FFF2-40B4-BE49-F238E27FC236}">
                      <a16:creationId xmlns:a16="http://schemas.microsoft.com/office/drawing/2014/main" id="{3D814C08-4B20-B3FF-B458-8A1E4FBFDC12}"/>
                    </a:ext>
                  </a:extLst>
                </p:cNvPr>
                <p:cNvGrpSpPr/>
                <p:nvPr/>
              </p:nvGrpSpPr>
              <p:grpSpPr>
                <a:xfrm>
                  <a:off x="9050730" y="731556"/>
                  <a:ext cx="460693" cy="328730"/>
                  <a:chOff x="9934979" y="5169636"/>
                  <a:chExt cx="460693" cy="328730"/>
                </a:xfrm>
              </p:grpSpPr>
              <p:sp>
                <p:nvSpPr>
                  <p:cNvPr id="43" name="Freeform 20">
                    <a:extLst>
                      <a:ext uri="{FF2B5EF4-FFF2-40B4-BE49-F238E27FC236}">
                        <a16:creationId xmlns:a16="http://schemas.microsoft.com/office/drawing/2014/main" id="{C9F8E0D9-1BD0-2268-38E4-EEEC178FAEF4}"/>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21">
                    <a:extLst>
                      <a:ext uri="{FF2B5EF4-FFF2-40B4-BE49-F238E27FC236}">
                        <a16:creationId xmlns:a16="http://schemas.microsoft.com/office/drawing/2014/main" id="{F5EC9F47-CFED-8538-4E81-CC99A6E90C92}"/>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Freeform 22">
                    <a:extLst>
                      <a:ext uri="{FF2B5EF4-FFF2-40B4-BE49-F238E27FC236}">
                        <a16:creationId xmlns:a16="http://schemas.microsoft.com/office/drawing/2014/main" id="{B6EEC693-6C06-65CA-62D8-E9C271E36327}"/>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68" name="组合 67">
                <a:extLst>
                  <a:ext uri="{FF2B5EF4-FFF2-40B4-BE49-F238E27FC236}">
                    <a16:creationId xmlns:a16="http://schemas.microsoft.com/office/drawing/2014/main" id="{E5CBB438-D3E8-0AB9-025E-F647E19230E6}"/>
                  </a:ext>
                </a:extLst>
              </p:cNvPr>
              <p:cNvGrpSpPr/>
              <p:nvPr/>
            </p:nvGrpSpPr>
            <p:grpSpPr>
              <a:xfrm>
                <a:off x="9463846" y="2874068"/>
                <a:ext cx="532783" cy="606200"/>
                <a:chOff x="9050730" y="731556"/>
                <a:chExt cx="460693" cy="524176"/>
              </a:xfrm>
            </p:grpSpPr>
            <p:grpSp>
              <p:nvGrpSpPr>
                <p:cNvPr id="69" name="组合 68">
                  <a:extLst>
                    <a:ext uri="{FF2B5EF4-FFF2-40B4-BE49-F238E27FC236}">
                      <a16:creationId xmlns:a16="http://schemas.microsoft.com/office/drawing/2014/main" id="{F28536DF-DBAC-F5A6-F2E6-5544FD4C3792}"/>
                    </a:ext>
                  </a:extLst>
                </p:cNvPr>
                <p:cNvGrpSpPr/>
                <p:nvPr/>
              </p:nvGrpSpPr>
              <p:grpSpPr>
                <a:xfrm>
                  <a:off x="9050730" y="927002"/>
                  <a:ext cx="460693" cy="328730"/>
                  <a:chOff x="9934979" y="5169636"/>
                  <a:chExt cx="460693" cy="328730"/>
                </a:xfrm>
              </p:grpSpPr>
              <p:sp>
                <p:nvSpPr>
                  <p:cNvPr id="78" name="Freeform 20">
                    <a:extLst>
                      <a:ext uri="{FF2B5EF4-FFF2-40B4-BE49-F238E27FC236}">
                        <a16:creationId xmlns:a16="http://schemas.microsoft.com/office/drawing/2014/main" id="{474D747E-C099-12C4-55E4-42D3EA6170B7}"/>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9" name="Freeform 21">
                    <a:extLst>
                      <a:ext uri="{FF2B5EF4-FFF2-40B4-BE49-F238E27FC236}">
                        <a16:creationId xmlns:a16="http://schemas.microsoft.com/office/drawing/2014/main" id="{C486F617-FE62-CC58-81EA-5D3975827E20}"/>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Freeform 22">
                    <a:extLst>
                      <a:ext uri="{FF2B5EF4-FFF2-40B4-BE49-F238E27FC236}">
                        <a16:creationId xmlns:a16="http://schemas.microsoft.com/office/drawing/2014/main" id="{24CE8AC0-A51B-3A53-1F0D-15E342D2F2A1}"/>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70" name="组合 69">
                  <a:extLst>
                    <a:ext uri="{FF2B5EF4-FFF2-40B4-BE49-F238E27FC236}">
                      <a16:creationId xmlns:a16="http://schemas.microsoft.com/office/drawing/2014/main" id="{94A89CF3-4B5E-EAC9-47A6-E81707E095F2}"/>
                    </a:ext>
                  </a:extLst>
                </p:cNvPr>
                <p:cNvGrpSpPr/>
                <p:nvPr/>
              </p:nvGrpSpPr>
              <p:grpSpPr>
                <a:xfrm>
                  <a:off x="9050730" y="829279"/>
                  <a:ext cx="460693" cy="328730"/>
                  <a:chOff x="9934979" y="5169636"/>
                  <a:chExt cx="460693" cy="328730"/>
                </a:xfrm>
              </p:grpSpPr>
              <p:sp>
                <p:nvSpPr>
                  <p:cNvPr id="75" name="Freeform 20">
                    <a:extLst>
                      <a:ext uri="{FF2B5EF4-FFF2-40B4-BE49-F238E27FC236}">
                        <a16:creationId xmlns:a16="http://schemas.microsoft.com/office/drawing/2014/main" id="{771FC034-E10B-F85D-2C2B-9D7B847C0BE0}"/>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21">
                    <a:extLst>
                      <a:ext uri="{FF2B5EF4-FFF2-40B4-BE49-F238E27FC236}">
                        <a16:creationId xmlns:a16="http://schemas.microsoft.com/office/drawing/2014/main" id="{D03DED4B-2871-A1C3-9642-8EB318E79F6F}"/>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7" name="Freeform 22">
                    <a:extLst>
                      <a:ext uri="{FF2B5EF4-FFF2-40B4-BE49-F238E27FC236}">
                        <a16:creationId xmlns:a16="http://schemas.microsoft.com/office/drawing/2014/main" id="{4A7D70A8-0E88-4DF7-4552-AFDC5677A87B}"/>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71" name="组合 70">
                  <a:extLst>
                    <a:ext uri="{FF2B5EF4-FFF2-40B4-BE49-F238E27FC236}">
                      <a16:creationId xmlns:a16="http://schemas.microsoft.com/office/drawing/2014/main" id="{0E2DBF06-F4ED-400D-AE5D-95DE9F89C5E9}"/>
                    </a:ext>
                  </a:extLst>
                </p:cNvPr>
                <p:cNvGrpSpPr/>
                <p:nvPr/>
              </p:nvGrpSpPr>
              <p:grpSpPr>
                <a:xfrm>
                  <a:off x="9050730" y="731556"/>
                  <a:ext cx="460693" cy="328730"/>
                  <a:chOff x="9934979" y="5169636"/>
                  <a:chExt cx="460693" cy="328730"/>
                </a:xfrm>
              </p:grpSpPr>
              <p:sp>
                <p:nvSpPr>
                  <p:cNvPr id="72" name="Freeform 20">
                    <a:extLst>
                      <a:ext uri="{FF2B5EF4-FFF2-40B4-BE49-F238E27FC236}">
                        <a16:creationId xmlns:a16="http://schemas.microsoft.com/office/drawing/2014/main" id="{4C46CCC3-9CC1-CC0D-5CBD-47EE2DBCCF95}"/>
                      </a:ext>
                    </a:extLst>
                  </p:cNvPr>
                  <p:cNvSpPr>
                    <a:spLocks/>
                  </p:cNvSpPr>
                  <p:nvPr/>
                </p:nvSpPr>
                <p:spPr bwMode="auto">
                  <a:xfrm>
                    <a:off x="10166307" y="5303170"/>
                    <a:ext cx="229365" cy="195196"/>
                  </a:xfrm>
                  <a:custGeom>
                    <a:avLst/>
                    <a:gdLst>
                      <a:gd name="T0" fmla="*/ 584 w 584"/>
                      <a:gd name="T1" fmla="*/ 0 h 497"/>
                      <a:gd name="T2" fmla="*/ 584 w 584"/>
                      <a:gd name="T3" fmla="*/ 155 h 497"/>
                      <a:gd name="T4" fmla="*/ 0 w 584"/>
                      <a:gd name="T5" fmla="*/ 497 h 497"/>
                      <a:gd name="T6" fmla="*/ 0 w 584"/>
                      <a:gd name="T7" fmla="*/ 342 h 497"/>
                      <a:gd name="T8" fmla="*/ 584 w 584"/>
                      <a:gd name="T9" fmla="*/ 0 h 497"/>
                    </a:gdLst>
                    <a:ahLst/>
                    <a:cxnLst>
                      <a:cxn ang="0">
                        <a:pos x="T0" y="T1"/>
                      </a:cxn>
                      <a:cxn ang="0">
                        <a:pos x="T2" y="T3"/>
                      </a:cxn>
                      <a:cxn ang="0">
                        <a:pos x="T4" y="T5"/>
                      </a:cxn>
                      <a:cxn ang="0">
                        <a:pos x="T6" y="T7"/>
                      </a:cxn>
                      <a:cxn ang="0">
                        <a:pos x="T8" y="T9"/>
                      </a:cxn>
                    </a:cxnLst>
                    <a:rect l="0" t="0" r="r" b="b"/>
                    <a:pathLst>
                      <a:path w="584" h="497">
                        <a:moveTo>
                          <a:pt x="584" y="0"/>
                        </a:moveTo>
                        <a:lnTo>
                          <a:pt x="584" y="155"/>
                        </a:lnTo>
                        <a:lnTo>
                          <a:pt x="0" y="497"/>
                        </a:lnTo>
                        <a:lnTo>
                          <a:pt x="0" y="342"/>
                        </a:lnTo>
                        <a:lnTo>
                          <a:pt x="584"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21">
                    <a:extLst>
                      <a:ext uri="{FF2B5EF4-FFF2-40B4-BE49-F238E27FC236}">
                        <a16:creationId xmlns:a16="http://schemas.microsoft.com/office/drawing/2014/main" id="{ED76B3AF-5653-55D5-8488-A72FDBE41865}"/>
                      </a:ext>
                    </a:extLst>
                  </p:cNvPr>
                  <p:cNvSpPr>
                    <a:spLocks/>
                  </p:cNvSpPr>
                  <p:nvPr/>
                </p:nvSpPr>
                <p:spPr bwMode="auto">
                  <a:xfrm>
                    <a:off x="9934979" y="5303170"/>
                    <a:ext cx="231328" cy="195196"/>
                  </a:xfrm>
                  <a:custGeom>
                    <a:avLst/>
                    <a:gdLst>
                      <a:gd name="T0" fmla="*/ 589 w 589"/>
                      <a:gd name="T1" fmla="*/ 342 h 497"/>
                      <a:gd name="T2" fmla="*/ 589 w 589"/>
                      <a:gd name="T3" fmla="*/ 497 h 497"/>
                      <a:gd name="T4" fmla="*/ 0 w 589"/>
                      <a:gd name="T5" fmla="*/ 155 h 497"/>
                      <a:gd name="T6" fmla="*/ 0 w 589"/>
                      <a:gd name="T7" fmla="*/ 0 h 497"/>
                      <a:gd name="T8" fmla="*/ 589 w 589"/>
                      <a:gd name="T9" fmla="*/ 342 h 497"/>
                    </a:gdLst>
                    <a:ahLst/>
                    <a:cxnLst>
                      <a:cxn ang="0">
                        <a:pos x="T0" y="T1"/>
                      </a:cxn>
                      <a:cxn ang="0">
                        <a:pos x="T2" y="T3"/>
                      </a:cxn>
                      <a:cxn ang="0">
                        <a:pos x="T4" y="T5"/>
                      </a:cxn>
                      <a:cxn ang="0">
                        <a:pos x="T6" y="T7"/>
                      </a:cxn>
                      <a:cxn ang="0">
                        <a:pos x="T8" y="T9"/>
                      </a:cxn>
                    </a:cxnLst>
                    <a:rect l="0" t="0" r="r" b="b"/>
                    <a:pathLst>
                      <a:path w="589" h="497">
                        <a:moveTo>
                          <a:pt x="589" y="342"/>
                        </a:moveTo>
                        <a:lnTo>
                          <a:pt x="589" y="497"/>
                        </a:lnTo>
                        <a:lnTo>
                          <a:pt x="0" y="155"/>
                        </a:lnTo>
                        <a:lnTo>
                          <a:pt x="0" y="0"/>
                        </a:lnTo>
                        <a:lnTo>
                          <a:pt x="589" y="34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22">
                    <a:extLst>
                      <a:ext uri="{FF2B5EF4-FFF2-40B4-BE49-F238E27FC236}">
                        <a16:creationId xmlns:a16="http://schemas.microsoft.com/office/drawing/2014/main" id="{8C1632AD-52C5-A6C5-9822-250195F35449}"/>
                      </a:ext>
                    </a:extLst>
                  </p:cNvPr>
                  <p:cNvSpPr>
                    <a:spLocks/>
                  </p:cNvSpPr>
                  <p:nvPr/>
                </p:nvSpPr>
                <p:spPr bwMode="auto">
                  <a:xfrm>
                    <a:off x="9934979" y="5169636"/>
                    <a:ext cx="460693" cy="267854"/>
                  </a:xfrm>
                  <a:custGeom>
                    <a:avLst/>
                    <a:gdLst>
                      <a:gd name="T0" fmla="*/ 1173 w 1173"/>
                      <a:gd name="T1" fmla="*/ 340 h 682"/>
                      <a:gd name="T2" fmla="*/ 589 w 1173"/>
                      <a:gd name="T3" fmla="*/ 682 h 682"/>
                      <a:gd name="T4" fmla="*/ 0 w 1173"/>
                      <a:gd name="T5" fmla="*/ 340 h 682"/>
                      <a:gd name="T6" fmla="*/ 584 w 1173"/>
                      <a:gd name="T7" fmla="*/ 0 h 682"/>
                      <a:gd name="T8" fmla="*/ 1173 w 1173"/>
                      <a:gd name="T9" fmla="*/ 340 h 682"/>
                    </a:gdLst>
                    <a:ahLst/>
                    <a:cxnLst>
                      <a:cxn ang="0">
                        <a:pos x="T0" y="T1"/>
                      </a:cxn>
                      <a:cxn ang="0">
                        <a:pos x="T2" y="T3"/>
                      </a:cxn>
                      <a:cxn ang="0">
                        <a:pos x="T4" y="T5"/>
                      </a:cxn>
                      <a:cxn ang="0">
                        <a:pos x="T6" y="T7"/>
                      </a:cxn>
                      <a:cxn ang="0">
                        <a:pos x="T8" y="T9"/>
                      </a:cxn>
                    </a:cxnLst>
                    <a:rect l="0" t="0" r="r" b="b"/>
                    <a:pathLst>
                      <a:path w="1173" h="682">
                        <a:moveTo>
                          <a:pt x="1173" y="340"/>
                        </a:moveTo>
                        <a:lnTo>
                          <a:pt x="589" y="682"/>
                        </a:lnTo>
                        <a:lnTo>
                          <a:pt x="0" y="340"/>
                        </a:lnTo>
                        <a:lnTo>
                          <a:pt x="584" y="0"/>
                        </a:lnTo>
                        <a:lnTo>
                          <a:pt x="1173" y="340"/>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grpSp>
      <p:sp>
        <p:nvSpPr>
          <p:cNvPr id="117" name="Freeform 7">
            <a:extLst>
              <a:ext uri="{FF2B5EF4-FFF2-40B4-BE49-F238E27FC236}">
                <a16:creationId xmlns:a16="http://schemas.microsoft.com/office/drawing/2014/main" id="{89195F71-64FA-9F59-B630-E69672919525}"/>
              </a:ext>
            </a:extLst>
          </p:cNvPr>
          <p:cNvSpPr>
            <a:spLocks/>
          </p:cNvSpPr>
          <p:nvPr/>
        </p:nvSpPr>
        <p:spPr bwMode="auto">
          <a:xfrm>
            <a:off x="4441376" y="1584446"/>
            <a:ext cx="825444" cy="47850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solidFill>
            <a:srgbClr val="CDD2F8"/>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0" name="图形 15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32DCC15-D245-7999-BABF-4796F75ED130}"/>
              </a:ext>
            </a:extLst>
          </p:cNvPr>
          <p:cNvSpPr/>
          <p:nvPr/>
        </p:nvSpPr>
        <p:spPr>
          <a:xfrm>
            <a:off x="4646896" y="1259477"/>
            <a:ext cx="522413" cy="638504"/>
          </a:xfrm>
          <a:custGeom>
            <a:avLst/>
            <a:gdLst>
              <a:gd name="connsiteX0" fmla="*/ 85725 w 171450"/>
              <a:gd name="connsiteY0" fmla="*/ 0 h 209550"/>
              <a:gd name="connsiteX1" fmla="*/ 0 w 171450"/>
              <a:gd name="connsiteY1" fmla="*/ 38100 h 209550"/>
              <a:gd name="connsiteX2" fmla="*/ 0 w 171450"/>
              <a:gd name="connsiteY2" fmla="*/ 95250 h 209550"/>
              <a:gd name="connsiteX3" fmla="*/ 85725 w 171450"/>
              <a:gd name="connsiteY3" fmla="*/ 209550 h 209550"/>
              <a:gd name="connsiteX4" fmla="*/ 171450 w 171450"/>
              <a:gd name="connsiteY4" fmla="*/ 95250 h 209550"/>
              <a:gd name="connsiteX5" fmla="*/ 171450 w 171450"/>
              <a:gd name="connsiteY5" fmla="*/ 38100 h 209550"/>
              <a:gd name="connsiteX6" fmla="*/ 85725 w 171450"/>
              <a:gd name="connsiteY6" fmla="*/ 0 h 209550"/>
              <a:gd name="connsiteX7" fmla="*/ 66675 w 171450"/>
              <a:gd name="connsiteY7" fmla="*/ 152400 h 209550"/>
              <a:gd name="connsiteX8" fmla="*/ 28575 w 171450"/>
              <a:gd name="connsiteY8" fmla="*/ 114300 h 209550"/>
              <a:gd name="connsiteX9" fmla="*/ 42005 w 171450"/>
              <a:gd name="connsiteY9" fmla="*/ 100870 h 209550"/>
              <a:gd name="connsiteX10" fmla="*/ 66675 w 171450"/>
              <a:gd name="connsiteY10" fmla="*/ 125444 h 209550"/>
              <a:gd name="connsiteX11" fmla="*/ 129445 w 171450"/>
              <a:gd name="connsiteY11" fmla="*/ 62675 h 209550"/>
              <a:gd name="connsiteX12" fmla="*/ 142875 w 171450"/>
              <a:gd name="connsiteY12" fmla="*/ 76200 h 209550"/>
              <a:gd name="connsiteX13" fmla="*/ 66675 w 171450"/>
              <a:gd name="connsiteY13" fmla="*/ 1524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450" h="209550">
                <a:moveTo>
                  <a:pt x="85725" y="0"/>
                </a:moveTo>
                <a:lnTo>
                  <a:pt x="0" y="38100"/>
                </a:lnTo>
                <a:lnTo>
                  <a:pt x="0" y="95250"/>
                </a:lnTo>
                <a:cubicBezTo>
                  <a:pt x="0" y="148114"/>
                  <a:pt x="36576" y="197549"/>
                  <a:pt x="85725" y="209550"/>
                </a:cubicBezTo>
                <a:cubicBezTo>
                  <a:pt x="134874" y="197549"/>
                  <a:pt x="171450" y="148114"/>
                  <a:pt x="171450" y="95250"/>
                </a:cubicBezTo>
                <a:lnTo>
                  <a:pt x="171450" y="38100"/>
                </a:lnTo>
                <a:lnTo>
                  <a:pt x="85725" y="0"/>
                </a:lnTo>
                <a:close/>
                <a:moveTo>
                  <a:pt x="66675" y="152400"/>
                </a:moveTo>
                <a:lnTo>
                  <a:pt x="28575" y="114300"/>
                </a:lnTo>
                <a:lnTo>
                  <a:pt x="42005" y="100870"/>
                </a:lnTo>
                <a:lnTo>
                  <a:pt x="66675" y="125444"/>
                </a:lnTo>
                <a:lnTo>
                  <a:pt x="129445" y="62675"/>
                </a:lnTo>
                <a:lnTo>
                  <a:pt x="142875" y="76200"/>
                </a:lnTo>
                <a:lnTo>
                  <a:pt x="66675" y="152400"/>
                </a:lnTo>
                <a:close/>
              </a:path>
            </a:pathLst>
          </a:custGeom>
          <a:solidFill>
            <a:srgbClr val="3749CC"/>
          </a:solidFill>
          <a:ln w="9525" cap="flat">
            <a:noFill/>
            <a:prstDash val="solid"/>
            <a:miter/>
          </a:ln>
          <a:scene3d>
            <a:camera prst="isometricRightUp"/>
            <a:lightRig rig="threePt" dir="t"/>
          </a:scene3d>
          <a:sp3d extrusionH="38100" prstMaterial="flat">
            <a:extrusionClr>
              <a:srgbClr val="E7EBFF"/>
            </a:extrusionClr>
          </a:sp3d>
        </p:spPr>
        <p:txBody>
          <a:bodyPr rtlCol="0" anchor="ctr"/>
          <a:lstStyle/>
          <a:p>
            <a:endParaRPr lang="zh-CN" altLang="en-US"/>
          </a:p>
        </p:txBody>
      </p:sp>
      <p:sp>
        <p:nvSpPr>
          <p:cNvPr id="121" name="椭圆 120">
            <a:extLst>
              <a:ext uri="{FF2B5EF4-FFF2-40B4-BE49-F238E27FC236}">
                <a16:creationId xmlns:a16="http://schemas.microsoft.com/office/drawing/2014/main" id="{CA78B4AA-159B-15D1-3860-C181F08163FD}"/>
              </a:ext>
            </a:extLst>
          </p:cNvPr>
          <p:cNvSpPr/>
          <p:nvPr/>
        </p:nvSpPr>
        <p:spPr>
          <a:xfrm rot="2724678">
            <a:off x="4671652" y="1157886"/>
            <a:ext cx="374821" cy="811234"/>
          </a:xfrm>
          <a:prstGeom prst="ellipse">
            <a:avLst/>
          </a:prstGeom>
          <a:noFill/>
          <a:ln>
            <a:gradFill flip="none" rotWithShape="1">
              <a:gsLst>
                <a:gs pos="0">
                  <a:schemeClr val="accent1">
                    <a:lumMod val="5000"/>
                    <a:lumOff val="95000"/>
                    <a:alpha val="0"/>
                  </a:schemeClr>
                </a:gs>
                <a:gs pos="100000">
                  <a:srgbClr val="3749CC"/>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椭圆 121">
            <a:extLst>
              <a:ext uri="{FF2B5EF4-FFF2-40B4-BE49-F238E27FC236}">
                <a16:creationId xmlns:a16="http://schemas.microsoft.com/office/drawing/2014/main" id="{94C4AC5B-2DD0-7272-E9DC-D959B0854800}"/>
              </a:ext>
            </a:extLst>
          </p:cNvPr>
          <p:cNvSpPr/>
          <p:nvPr/>
        </p:nvSpPr>
        <p:spPr>
          <a:xfrm rot="6566571">
            <a:off x="4769120" y="1277750"/>
            <a:ext cx="255058" cy="668331"/>
          </a:xfrm>
          <a:prstGeom prst="ellipse">
            <a:avLst/>
          </a:prstGeom>
          <a:noFill/>
          <a:ln>
            <a:gradFill flip="none" rotWithShape="1">
              <a:gsLst>
                <a:gs pos="0">
                  <a:schemeClr val="accent1">
                    <a:lumMod val="5000"/>
                    <a:lumOff val="95000"/>
                    <a:alpha val="0"/>
                  </a:schemeClr>
                </a:gs>
                <a:gs pos="100000">
                  <a:srgbClr val="3749CC"/>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箭头: 下 122">
            <a:extLst>
              <a:ext uri="{FF2B5EF4-FFF2-40B4-BE49-F238E27FC236}">
                <a16:creationId xmlns:a16="http://schemas.microsoft.com/office/drawing/2014/main" id="{1FA71918-E4FD-589F-5030-57C78ABE4400}"/>
              </a:ext>
            </a:extLst>
          </p:cNvPr>
          <p:cNvSpPr/>
          <p:nvPr/>
        </p:nvSpPr>
        <p:spPr>
          <a:xfrm>
            <a:off x="6166522" y="1937092"/>
            <a:ext cx="575197" cy="639940"/>
          </a:xfrm>
          <a:prstGeom prst="downArrow">
            <a:avLst/>
          </a:prstGeom>
          <a:gradFill flip="none" rotWithShape="1">
            <a:gsLst>
              <a:gs pos="0">
                <a:srgbClr val="7584E5">
                  <a:alpha val="0"/>
                </a:srgbClr>
              </a:gs>
              <a:gs pos="100000">
                <a:srgbClr val="7584E5"/>
              </a:gs>
            </a:gsLst>
            <a:lin ang="5400000" scaled="1"/>
            <a:tileRect/>
          </a:gradFill>
          <a:ln>
            <a:noFill/>
          </a:ln>
          <a:scene3d>
            <a:camera prst="isometricOffAxis1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箭头: 下 123">
            <a:extLst>
              <a:ext uri="{FF2B5EF4-FFF2-40B4-BE49-F238E27FC236}">
                <a16:creationId xmlns:a16="http://schemas.microsoft.com/office/drawing/2014/main" id="{073684B6-A322-F193-01A6-ABAAE578B67C}"/>
              </a:ext>
            </a:extLst>
          </p:cNvPr>
          <p:cNvSpPr/>
          <p:nvPr/>
        </p:nvSpPr>
        <p:spPr>
          <a:xfrm>
            <a:off x="6155449" y="3615160"/>
            <a:ext cx="575197" cy="639940"/>
          </a:xfrm>
          <a:prstGeom prst="downArrow">
            <a:avLst/>
          </a:prstGeom>
          <a:gradFill flip="none" rotWithShape="1">
            <a:gsLst>
              <a:gs pos="0">
                <a:srgbClr val="7584E5">
                  <a:alpha val="0"/>
                </a:srgbClr>
              </a:gs>
              <a:gs pos="100000">
                <a:srgbClr val="7584E5"/>
              </a:gs>
            </a:gsLst>
            <a:lin ang="5400000" scaled="1"/>
            <a:tileRect/>
          </a:gradFill>
          <a:ln>
            <a:noFill/>
          </a:ln>
          <a:scene3d>
            <a:camera prst="isometricOffAxis1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箭头: 下 124">
            <a:extLst>
              <a:ext uri="{FF2B5EF4-FFF2-40B4-BE49-F238E27FC236}">
                <a16:creationId xmlns:a16="http://schemas.microsoft.com/office/drawing/2014/main" id="{BDC85E34-A433-C340-F016-A93AEA68B2D5}"/>
              </a:ext>
            </a:extLst>
          </p:cNvPr>
          <p:cNvSpPr/>
          <p:nvPr/>
        </p:nvSpPr>
        <p:spPr>
          <a:xfrm>
            <a:off x="6166522" y="5467207"/>
            <a:ext cx="575197" cy="639940"/>
          </a:xfrm>
          <a:prstGeom prst="downArrow">
            <a:avLst/>
          </a:prstGeom>
          <a:gradFill flip="none" rotWithShape="1">
            <a:gsLst>
              <a:gs pos="0">
                <a:srgbClr val="7584E5">
                  <a:alpha val="0"/>
                </a:srgbClr>
              </a:gs>
              <a:gs pos="100000">
                <a:srgbClr val="7584E5"/>
              </a:gs>
            </a:gsLst>
            <a:lin ang="5400000" scaled="1"/>
            <a:tileRect/>
          </a:gradFill>
          <a:ln>
            <a:noFill/>
          </a:ln>
          <a:scene3d>
            <a:camera prst="isometricOffAxis1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4" name="组合 153">
            <a:extLst>
              <a:ext uri="{FF2B5EF4-FFF2-40B4-BE49-F238E27FC236}">
                <a16:creationId xmlns:a16="http://schemas.microsoft.com/office/drawing/2014/main" id="{D0A5835C-B4A2-6C90-E723-CE101205C15E}"/>
              </a:ext>
            </a:extLst>
          </p:cNvPr>
          <p:cNvGrpSpPr/>
          <p:nvPr/>
        </p:nvGrpSpPr>
        <p:grpSpPr>
          <a:xfrm>
            <a:off x="3223585" y="4328650"/>
            <a:ext cx="717698" cy="544789"/>
            <a:chOff x="6850409" y="4106357"/>
            <a:chExt cx="717698" cy="544789"/>
          </a:xfrm>
        </p:grpSpPr>
        <p:grpSp>
          <p:nvGrpSpPr>
            <p:cNvPr id="135" name="组合 134">
              <a:extLst>
                <a:ext uri="{FF2B5EF4-FFF2-40B4-BE49-F238E27FC236}">
                  <a16:creationId xmlns:a16="http://schemas.microsoft.com/office/drawing/2014/main" id="{22D1B02F-584D-28C2-582C-CE18056D1D9E}"/>
                </a:ext>
              </a:extLst>
            </p:cNvPr>
            <p:cNvGrpSpPr/>
            <p:nvPr/>
          </p:nvGrpSpPr>
          <p:grpSpPr>
            <a:xfrm>
              <a:off x="7162592" y="4106357"/>
              <a:ext cx="405515" cy="468154"/>
              <a:chOff x="5360065" y="3639655"/>
              <a:chExt cx="1160388" cy="1339629"/>
            </a:xfrm>
          </p:grpSpPr>
          <p:grpSp>
            <p:nvGrpSpPr>
              <p:cNvPr id="136" name="组合 135">
                <a:extLst>
                  <a:ext uri="{FF2B5EF4-FFF2-40B4-BE49-F238E27FC236}">
                    <a16:creationId xmlns:a16="http://schemas.microsoft.com/office/drawing/2014/main" id="{77C9A4BD-24C8-BE02-8B06-0440B6FFDDF7}"/>
                  </a:ext>
                </a:extLst>
              </p:cNvPr>
              <p:cNvGrpSpPr/>
              <p:nvPr/>
            </p:nvGrpSpPr>
            <p:grpSpPr>
              <a:xfrm>
                <a:off x="5628784" y="3946685"/>
                <a:ext cx="623732" cy="720079"/>
                <a:chOff x="5810734" y="1499328"/>
                <a:chExt cx="730283" cy="843088"/>
              </a:xfrm>
            </p:grpSpPr>
            <p:sp>
              <p:nvSpPr>
                <p:cNvPr id="141" name="Freeform 5">
                  <a:extLst>
                    <a:ext uri="{FF2B5EF4-FFF2-40B4-BE49-F238E27FC236}">
                      <a16:creationId xmlns:a16="http://schemas.microsoft.com/office/drawing/2014/main" id="{0C97A1CF-9960-D998-77C2-7615E0D9B2E6}"/>
                    </a:ext>
                  </a:extLst>
                </p:cNvPr>
                <p:cNvSpPr>
                  <a:spLocks/>
                </p:cNvSpPr>
                <p:nvPr/>
              </p:nvSpPr>
              <p:spPr bwMode="auto">
                <a:xfrm>
                  <a:off x="6176612" y="1710713"/>
                  <a:ext cx="364405" cy="631702"/>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2" name="Freeform 6">
                  <a:extLst>
                    <a:ext uri="{FF2B5EF4-FFF2-40B4-BE49-F238E27FC236}">
                      <a16:creationId xmlns:a16="http://schemas.microsoft.com/office/drawing/2014/main" id="{8E2FB808-867E-9030-2112-2E088E27AEEF}"/>
                    </a:ext>
                  </a:extLst>
                </p:cNvPr>
                <p:cNvSpPr>
                  <a:spLocks/>
                </p:cNvSpPr>
                <p:nvPr/>
              </p:nvSpPr>
              <p:spPr bwMode="auto">
                <a:xfrm>
                  <a:off x="5810734" y="1710714"/>
                  <a:ext cx="366859" cy="631702"/>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3" name="Freeform 7">
                  <a:extLst>
                    <a:ext uri="{FF2B5EF4-FFF2-40B4-BE49-F238E27FC236}">
                      <a16:creationId xmlns:a16="http://schemas.microsoft.com/office/drawing/2014/main" id="{A19672D3-2473-5025-3A81-A3877EE5C09C}"/>
                    </a:ext>
                  </a:extLst>
                </p:cNvPr>
                <p:cNvSpPr>
                  <a:spLocks/>
                </p:cNvSpPr>
                <p:nvPr/>
              </p:nvSpPr>
              <p:spPr bwMode="auto">
                <a:xfrm>
                  <a:off x="5811716" y="1499328"/>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37" name="组合 136">
                <a:extLst>
                  <a:ext uri="{FF2B5EF4-FFF2-40B4-BE49-F238E27FC236}">
                    <a16:creationId xmlns:a16="http://schemas.microsoft.com/office/drawing/2014/main" id="{34B7E130-D3D7-6B67-C78A-0E7E38A01A72}"/>
                  </a:ext>
                </a:extLst>
              </p:cNvPr>
              <p:cNvGrpSpPr/>
              <p:nvPr/>
            </p:nvGrpSpPr>
            <p:grpSpPr>
              <a:xfrm>
                <a:off x="5360065" y="3639655"/>
                <a:ext cx="1160388" cy="1339629"/>
                <a:chOff x="7062439" y="3389435"/>
                <a:chExt cx="1160388" cy="1339629"/>
              </a:xfrm>
            </p:grpSpPr>
            <p:sp>
              <p:nvSpPr>
                <p:cNvPr id="138" name="Freeform 5">
                  <a:extLst>
                    <a:ext uri="{FF2B5EF4-FFF2-40B4-BE49-F238E27FC236}">
                      <a16:creationId xmlns:a16="http://schemas.microsoft.com/office/drawing/2014/main" id="{4E393294-6215-E202-5DAD-93208339801B}"/>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noFill/>
                <a:ln w="9525">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sp>
              <p:nvSpPr>
                <p:cNvPr id="139" name="Freeform 6">
                  <a:extLst>
                    <a:ext uri="{FF2B5EF4-FFF2-40B4-BE49-F238E27FC236}">
                      <a16:creationId xmlns:a16="http://schemas.microsoft.com/office/drawing/2014/main" id="{E47CA38F-F5DD-5757-D6F8-FAFB0E1AC916}"/>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noFill/>
                <a:ln>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sp>
              <p:nvSpPr>
                <p:cNvPr id="140" name="Freeform 7">
                  <a:extLst>
                    <a:ext uri="{FF2B5EF4-FFF2-40B4-BE49-F238E27FC236}">
                      <a16:creationId xmlns:a16="http://schemas.microsoft.com/office/drawing/2014/main" id="{D25AF8EA-55FD-742E-CFC9-BAA796EAE544}"/>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noFill/>
                <a:ln w="9525">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grpSp>
        </p:grpSp>
        <p:sp>
          <p:nvSpPr>
            <p:cNvPr id="153" name="矩形: 圆角 152">
              <a:extLst>
                <a:ext uri="{FF2B5EF4-FFF2-40B4-BE49-F238E27FC236}">
                  <a16:creationId xmlns:a16="http://schemas.microsoft.com/office/drawing/2014/main" id="{76EE3A35-474B-D343-EF96-38D5D6DC1659}"/>
                </a:ext>
              </a:extLst>
            </p:cNvPr>
            <p:cNvSpPr/>
            <p:nvPr/>
          </p:nvSpPr>
          <p:spPr>
            <a:xfrm>
              <a:off x="6850409" y="4416388"/>
              <a:ext cx="717698" cy="234758"/>
            </a:xfrm>
            <a:prstGeom prst="roundRect">
              <a:avLst/>
            </a:prstGeom>
            <a:solidFill>
              <a:srgbClr val="FAFBFF"/>
            </a:solidFill>
            <a:ln w="9525">
              <a:solidFill>
                <a:srgbClr val="3749CC"/>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rgbClr val="3749CC"/>
                  </a:solidFill>
                  <a:latin typeface="HarmonyOS Sans SC Light" panose="00000400000000000000" pitchFamily="2" charset="-122"/>
                  <a:ea typeface="HarmonyOS Sans SC Light" panose="00000400000000000000" pitchFamily="2" charset="-122"/>
                </a:rPr>
                <a:t>要素条件</a:t>
              </a:r>
            </a:p>
          </p:txBody>
        </p:sp>
      </p:grpSp>
      <p:grpSp>
        <p:nvGrpSpPr>
          <p:cNvPr id="155" name="组合 154">
            <a:extLst>
              <a:ext uri="{FF2B5EF4-FFF2-40B4-BE49-F238E27FC236}">
                <a16:creationId xmlns:a16="http://schemas.microsoft.com/office/drawing/2014/main" id="{F3777DE1-A410-B357-6503-12BE6B741E44}"/>
              </a:ext>
            </a:extLst>
          </p:cNvPr>
          <p:cNvGrpSpPr/>
          <p:nvPr/>
        </p:nvGrpSpPr>
        <p:grpSpPr>
          <a:xfrm>
            <a:off x="3910872" y="4703463"/>
            <a:ext cx="717698" cy="544789"/>
            <a:chOff x="6850409" y="4106357"/>
            <a:chExt cx="717698" cy="544789"/>
          </a:xfrm>
        </p:grpSpPr>
        <p:grpSp>
          <p:nvGrpSpPr>
            <p:cNvPr id="156" name="组合 155">
              <a:extLst>
                <a:ext uri="{FF2B5EF4-FFF2-40B4-BE49-F238E27FC236}">
                  <a16:creationId xmlns:a16="http://schemas.microsoft.com/office/drawing/2014/main" id="{129607C2-A855-67C7-21A8-A64098876047}"/>
                </a:ext>
              </a:extLst>
            </p:cNvPr>
            <p:cNvGrpSpPr/>
            <p:nvPr/>
          </p:nvGrpSpPr>
          <p:grpSpPr>
            <a:xfrm>
              <a:off x="7162592" y="4106357"/>
              <a:ext cx="405515" cy="468154"/>
              <a:chOff x="5360065" y="3639655"/>
              <a:chExt cx="1160388" cy="1339629"/>
            </a:xfrm>
          </p:grpSpPr>
          <p:grpSp>
            <p:nvGrpSpPr>
              <p:cNvPr id="158" name="组合 157">
                <a:extLst>
                  <a:ext uri="{FF2B5EF4-FFF2-40B4-BE49-F238E27FC236}">
                    <a16:creationId xmlns:a16="http://schemas.microsoft.com/office/drawing/2014/main" id="{14E3E4BD-15CF-2BC1-EBCB-B609B35F6084}"/>
                  </a:ext>
                </a:extLst>
              </p:cNvPr>
              <p:cNvGrpSpPr/>
              <p:nvPr/>
            </p:nvGrpSpPr>
            <p:grpSpPr>
              <a:xfrm>
                <a:off x="5628784" y="3946685"/>
                <a:ext cx="623732" cy="720079"/>
                <a:chOff x="5810734" y="1499328"/>
                <a:chExt cx="730283" cy="843088"/>
              </a:xfrm>
            </p:grpSpPr>
            <p:sp>
              <p:nvSpPr>
                <p:cNvPr id="163" name="Freeform 5">
                  <a:extLst>
                    <a:ext uri="{FF2B5EF4-FFF2-40B4-BE49-F238E27FC236}">
                      <a16:creationId xmlns:a16="http://schemas.microsoft.com/office/drawing/2014/main" id="{1BFC14CE-5443-EE33-BECF-2B9102A5E67B}"/>
                    </a:ext>
                  </a:extLst>
                </p:cNvPr>
                <p:cNvSpPr>
                  <a:spLocks/>
                </p:cNvSpPr>
                <p:nvPr/>
              </p:nvSpPr>
              <p:spPr bwMode="auto">
                <a:xfrm>
                  <a:off x="6176612" y="1710713"/>
                  <a:ext cx="364405" cy="631702"/>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4" name="Freeform 6">
                  <a:extLst>
                    <a:ext uri="{FF2B5EF4-FFF2-40B4-BE49-F238E27FC236}">
                      <a16:creationId xmlns:a16="http://schemas.microsoft.com/office/drawing/2014/main" id="{94D3AAC8-1ADC-8D1C-7EEA-C4C778F04566}"/>
                    </a:ext>
                  </a:extLst>
                </p:cNvPr>
                <p:cNvSpPr>
                  <a:spLocks/>
                </p:cNvSpPr>
                <p:nvPr/>
              </p:nvSpPr>
              <p:spPr bwMode="auto">
                <a:xfrm>
                  <a:off x="5810734" y="1710714"/>
                  <a:ext cx="366859" cy="631702"/>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5" name="Freeform 7">
                  <a:extLst>
                    <a:ext uri="{FF2B5EF4-FFF2-40B4-BE49-F238E27FC236}">
                      <a16:creationId xmlns:a16="http://schemas.microsoft.com/office/drawing/2014/main" id="{04A5C297-1845-DA63-6BDE-95C6FE1F529A}"/>
                    </a:ext>
                  </a:extLst>
                </p:cNvPr>
                <p:cNvSpPr>
                  <a:spLocks/>
                </p:cNvSpPr>
                <p:nvPr/>
              </p:nvSpPr>
              <p:spPr bwMode="auto">
                <a:xfrm>
                  <a:off x="5811716" y="1499328"/>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59" name="组合 158">
                <a:extLst>
                  <a:ext uri="{FF2B5EF4-FFF2-40B4-BE49-F238E27FC236}">
                    <a16:creationId xmlns:a16="http://schemas.microsoft.com/office/drawing/2014/main" id="{AEBB7D0A-7631-BA83-7152-2221E898DAD8}"/>
                  </a:ext>
                </a:extLst>
              </p:cNvPr>
              <p:cNvGrpSpPr/>
              <p:nvPr/>
            </p:nvGrpSpPr>
            <p:grpSpPr>
              <a:xfrm>
                <a:off x="5360065" y="3639655"/>
                <a:ext cx="1160388" cy="1339629"/>
                <a:chOff x="7062439" y="3389435"/>
                <a:chExt cx="1160388" cy="1339629"/>
              </a:xfrm>
            </p:grpSpPr>
            <p:sp>
              <p:nvSpPr>
                <p:cNvPr id="160" name="Freeform 5">
                  <a:extLst>
                    <a:ext uri="{FF2B5EF4-FFF2-40B4-BE49-F238E27FC236}">
                      <a16:creationId xmlns:a16="http://schemas.microsoft.com/office/drawing/2014/main" id="{FF0577AD-B4F4-27E9-4059-EEF1D49DAB88}"/>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noFill/>
                <a:ln w="9525">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sp>
              <p:nvSpPr>
                <p:cNvPr id="161" name="Freeform 6">
                  <a:extLst>
                    <a:ext uri="{FF2B5EF4-FFF2-40B4-BE49-F238E27FC236}">
                      <a16:creationId xmlns:a16="http://schemas.microsoft.com/office/drawing/2014/main" id="{16D0EE05-ED51-3D36-E6DF-0008FE8CC5D2}"/>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noFill/>
                <a:ln>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sp>
              <p:nvSpPr>
                <p:cNvPr id="162" name="Freeform 7">
                  <a:extLst>
                    <a:ext uri="{FF2B5EF4-FFF2-40B4-BE49-F238E27FC236}">
                      <a16:creationId xmlns:a16="http://schemas.microsoft.com/office/drawing/2014/main" id="{8112585F-CBE0-8153-6EDF-377200FF33FA}"/>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noFill/>
                <a:ln w="9525">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grpSp>
        </p:grpSp>
        <p:sp>
          <p:nvSpPr>
            <p:cNvPr id="157" name="矩形: 圆角 156">
              <a:extLst>
                <a:ext uri="{FF2B5EF4-FFF2-40B4-BE49-F238E27FC236}">
                  <a16:creationId xmlns:a16="http://schemas.microsoft.com/office/drawing/2014/main" id="{87ABD9EC-3763-25FE-9F31-6B5AB76EF8CB}"/>
                </a:ext>
              </a:extLst>
            </p:cNvPr>
            <p:cNvSpPr/>
            <p:nvPr/>
          </p:nvSpPr>
          <p:spPr>
            <a:xfrm>
              <a:off x="6850409" y="4416388"/>
              <a:ext cx="717698" cy="234758"/>
            </a:xfrm>
            <a:prstGeom prst="roundRect">
              <a:avLst/>
            </a:prstGeom>
            <a:solidFill>
              <a:srgbClr val="FAFBFF"/>
            </a:solidFill>
            <a:ln w="9525">
              <a:solidFill>
                <a:srgbClr val="3749CC"/>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rgbClr val="3749CC"/>
                  </a:solidFill>
                  <a:latin typeface="HarmonyOS Sans SC Light" panose="00000400000000000000" pitchFamily="2" charset="-122"/>
                  <a:ea typeface="HarmonyOS Sans SC Light" panose="00000400000000000000" pitchFamily="2" charset="-122"/>
                </a:rPr>
                <a:t>要素条件</a:t>
              </a:r>
            </a:p>
          </p:txBody>
        </p:sp>
      </p:grpSp>
      <p:grpSp>
        <p:nvGrpSpPr>
          <p:cNvPr id="166" name="组合 165">
            <a:extLst>
              <a:ext uri="{FF2B5EF4-FFF2-40B4-BE49-F238E27FC236}">
                <a16:creationId xmlns:a16="http://schemas.microsoft.com/office/drawing/2014/main" id="{5D10CC8A-0A9C-5342-8126-1BB70CBD390B}"/>
              </a:ext>
            </a:extLst>
          </p:cNvPr>
          <p:cNvGrpSpPr/>
          <p:nvPr/>
        </p:nvGrpSpPr>
        <p:grpSpPr>
          <a:xfrm>
            <a:off x="4603612" y="5094825"/>
            <a:ext cx="717698" cy="544789"/>
            <a:chOff x="6850409" y="4106357"/>
            <a:chExt cx="717698" cy="544789"/>
          </a:xfrm>
        </p:grpSpPr>
        <p:grpSp>
          <p:nvGrpSpPr>
            <p:cNvPr id="167" name="组合 166">
              <a:extLst>
                <a:ext uri="{FF2B5EF4-FFF2-40B4-BE49-F238E27FC236}">
                  <a16:creationId xmlns:a16="http://schemas.microsoft.com/office/drawing/2014/main" id="{B3F1F018-92A9-174A-C737-777B69FE0021}"/>
                </a:ext>
              </a:extLst>
            </p:cNvPr>
            <p:cNvGrpSpPr/>
            <p:nvPr/>
          </p:nvGrpSpPr>
          <p:grpSpPr>
            <a:xfrm>
              <a:off x="7162592" y="4106357"/>
              <a:ext cx="405515" cy="468154"/>
              <a:chOff x="5360065" y="3639655"/>
              <a:chExt cx="1160388" cy="1339629"/>
            </a:xfrm>
          </p:grpSpPr>
          <p:grpSp>
            <p:nvGrpSpPr>
              <p:cNvPr id="169" name="组合 168">
                <a:extLst>
                  <a:ext uri="{FF2B5EF4-FFF2-40B4-BE49-F238E27FC236}">
                    <a16:creationId xmlns:a16="http://schemas.microsoft.com/office/drawing/2014/main" id="{53FBED8E-41F9-181D-762D-FC272D6CCE6B}"/>
                  </a:ext>
                </a:extLst>
              </p:cNvPr>
              <p:cNvGrpSpPr/>
              <p:nvPr/>
            </p:nvGrpSpPr>
            <p:grpSpPr>
              <a:xfrm>
                <a:off x="5628784" y="3946685"/>
                <a:ext cx="623732" cy="720079"/>
                <a:chOff x="5810734" y="1499328"/>
                <a:chExt cx="730283" cy="843088"/>
              </a:xfrm>
            </p:grpSpPr>
            <p:sp>
              <p:nvSpPr>
                <p:cNvPr id="174" name="Freeform 5">
                  <a:extLst>
                    <a:ext uri="{FF2B5EF4-FFF2-40B4-BE49-F238E27FC236}">
                      <a16:creationId xmlns:a16="http://schemas.microsoft.com/office/drawing/2014/main" id="{E82996C2-29EF-0D7B-6AB8-80FFAEB321E0}"/>
                    </a:ext>
                  </a:extLst>
                </p:cNvPr>
                <p:cNvSpPr>
                  <a:spLocks/>
                </p:cNvSpPr>
                <p:nvPr/>
              </p:nvSpPr>
              <p:spPr bwMode="auto">
                <a:xfrm>
                  <a:off x="6176612" y="1710713"/>
                  <a:ext cx="364405" cy="631702"/>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5" name="Freeform 6">
                  <a:extLst>
                    <a:ext uri="{FF2B5EF4-FFF2-40B4-BE49-F238E27FC236}">
                      <a16:creationId xmlns:a16="http://schemas.microsoft.com/office/drawing/2014/main" id="{2A40441C-47EC-004D-B4A4-D7E1AB69913A}"/>
                    </a:ext>
                  </a:extLst>
                </p:cNvPr>
                <p:cNvSpPr>
                  <a:spLocks/>
                </p:cNvSpPr>
                <p:nvPr/>
              </p:nvSpPr>
              <p:spPr bwMode="auto">
                <a:xfrm>
                  <a:off x="5810734" y="1710714"/>
                  <a:ext cx="366859" cy="631702"/>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6" name="Freeform 7">
                  <a:extLst>
                    <a:ext uri="{FF2B5EF4-FFF2-40B4-BE49-F238E27FC236}">
                      <a16:creationId xmlns:a16="http://schemas.microsoft.com/office/drawing/2014/main" id="{115B0B5D-95AF-063E-EF9A-081FFE70F026}"/>
                    </a:ext>
                  </a:extLst>
                </p:cNvPr>
                <p:cNvSpPr>
                  <a:spLocks/>
                </p:cNvSpPr>
                <p:nvPr/>
              </p:nvSpPr>
              <p:spPr bwMode="auto">
                <a:xfrm>
                  <a:off x="5811716" y="1499328"/>
                  <a:ext cx="729301" cy="422769"/>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gradFill flip="none" rotWithShape="1">
                  <a:gsLst>
                    <a:gs pos="0">
                      <a:srgbClr val="3749CC"/>
                    </a:gs>
                    <a:gs pos="100000">
                      <a:srgbClr val="8E9CEF"/>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70" name="组合 169">
                <a:extLst>
                  <a:ext uri="{FF2B5EF4-FFF2-40B4-BE49-F238E27FC236}">
                    <a16:creationId xmlns:a16="http://schemas.microsoft.com/office/drawing/2014/main" id="{7F44CF31-4ED9-2B60-735C-386B2877A54A}"/>
                  </a:ext>
                </a:extLst>
              </p:cNvPr>
              <p:cNvGrpSpPr/>
              <p:nvPr/>
            </p:nvGrpSpPr>
            <p:grpSpPr>
              <a:xfrm>
                <a:off x="5360065" y="3639655"/>
                <a:ext cx="1160388" cy="1339629"/>
                <a:chOff x="7062439" y="3389435"/>
                <a:chExt cx="1160388" cy="1339629"/>
              </a:xfrm>
            </p:grpSpPr>
            <p:sp>
              <p:nvSpPr>
                <p:cNvPr id="171" name="Freeform 5">
                  <a:extLst>
                    <a:ext uri="{FF2B5EF4-FFF2-40B4-BE49-F238E27FC236}">
                      <a16:creationId xmlns:a16="http://schemas.microsoft.com/office/drawing/2014/main" id="{8B4FF4D7-A963-5203-DB99-396F37DF55B7}"/>
                    </a:ext>
                  </a:extLst>
                </p:cNvPr>
                <p:cNvSpPr>
                  <a:spLocks/>
                </p:cNvSpPr>
                <p:nvPr/>
              </p:nvSpPr>
              <p:spPr bwMode="auto">
                <a:xfrm>
                  <a:off x="7643802" y="3725317"/>
                  <a:ext cx="579025" cy="1003747"/>
                </a:xfrm>
                <a:custGeom>
                  <a:avLst/>
                  <a:gdLst>
                    <a:gd name="T0" fmla="*/ 743 w 743"/>
                    <a:gd name="T1" fmla="*/ 0 h 1288"/>
                    <a:gd name="T2" fmla="*/ 741 w 743"/>
                    <a:gd name="T3" fmla="*/ 857 h 1288"/>
                    <a:gd name="T4" fmla="*/ 0 w 743"/>
                    <a:gd name="T5" fmla="*/ 1288 h 1288"/>
                    <a:gd name="T6" fmla="*/ 2 w 743"/>
                    <a:gd name="T7" fmla="*/ 431 h 1288"/>
                    <a:gd name="T8" fmla="*/ 743 w 743"/>
                    <a:gd name="T9" fmla="*/ 0 h 1288"/>
                  </a:gdLst>
                  <a:ahLst/>
                  <a:cxnLst>
                    <a:cxn ang="0">
                      <a:pos x="T0" y="T1"/>
                    </a:cxn>
                    <a:cxn ang="0">
                      <a:pos x="T2" y="T3"/>
                    </a:cxn>
                    <a:cxn ang="0">
                      <a:pos x="T4" y="T5"/>
                    </a:cxn>
                    <a:cxn ang="0">
                      <a:pos x="T6" y="T7"/>
                    </a:cxn>
                    <a:cxn ang="0">
                      <a:pos x="T8" y="T9"/>
                    </a:cxn>
                  </a:cxnLst>
                  <a:rect l="0" t="0" r="r" b="b"/>
                  <a:pathLst>
                    <a:path w="743" h="1288">
                      <a:moveTo>
                        <a:pt x="743" y="0"/>
                      </a:moveTo>
                      <a:lnTo>
                        <a:pt x="741" y="857"/>
                      </a:lnTo>
                      <a:lnTo>
                        <a:pt x="0" y="1288"/>
                      </a:lnTo>
                      <a:lnTo>
                        <a:pt x="2" y="431"/>
                      </a:lnTo>
                      <a:lnTo>
                        <a:pt x="743" y="0"/>
                      </a:lnTo>
                      <a:close/>
                    </a:path>
                  </a:pathLst>
                </a:custGeom>
                <a:noFill/>
                <a:ln w="9525">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sp>
              <p:nvSpPr>
                <p:cNvPr id="172" name="Freeform 6">
                  <a:extLst>
                    <a:ext uri="{FF2B5EF4-FFF2-40B4-BE49-F238E27FC236}">
                      <a16:creationId xmlns:a16="http://schemas.microsoft.com/office/drawing/2014/main" id="{E70FA7B2-00B3-3F9D-4EB2-9CCE23079F2E}"/>
                    </a:ext>
                  </a:extLst>
                </p:cNvPr>
                <p:cNvSpPr>
                  <a:spLocks/>
                </p:cNvSpPr>
                <p:nvPr/>
              </p:nvSpPr>
              <p:spPr bwMode="auto">
                <a:xfrm>
                  <a:off x="7062439" y="3725317"/>
                  <a:ext cx="582922" cy="1003747"/>
                </a:xfrm>
                <a:custGeom>
                  <a:avLst/>
                  <a:gdLst>
                    <a:gd name="T0" fmla="*/ 748 w 748"/>
                    <a:gd name="T1" fmla="*/ 431 h 1288"/>
                    <a:gd name="T2" fmla="*/ 746 w 748"/>
                    <a:gd name="T3" fmla="*/ 1288 h 1288"/>
                    <a:gd name="T4" fmla="*/ 0 w 748"/>
                    <a:gd name="T5" fmla="*/ 857 h 1288"/>
                    <a:gd name="T6" fmla="*/ 2 w 748"/>
                    <a:gd name="T7" fmla="*/ 0 h 1288"/>
                    <a:gd name="T8" fmla="*/ 748 w 748"/>
                    <a:gd name="T9" fmla="*/ 431 h 1288"/>
                  </a:gdLst>
                  <a:ahLst/>
                  <a:cxnLst>
                    <a:cxn ang="0">
                      <a:pos x="T0" y="T1"/>
                    </a:cxn>
                    <a:cxn ang="0">
                      <a:pos x="T2" y="T3"/>
                    </a:cxn>
                    <a:cxn ang="0">
                      <a:pos x="T4" y="T5"/>
                    </a:cxn>
                    <a:cxn ang="0">
                      <a:pos x="T6" y="T7"/>
                    </a:cxn>
                    <a:cxn ang="0">
                      <a:pos x="T8" y="T9"/>
                    </a:cxn>
                  </a:cxnLst>
                  <a:rect l="0" t="0" r="r" b="b"/>
                  <a:pathLst>
                    <a:path w="748" h="1288">
                      <a:moveTo>
                        <a:pt x="748" y="431"/>
                      </a:moveTo>
                      <a:lnTo>
                        <a:pt x="746" y="1288"/>
                      </a:lnTo>
                      <a:lnTo>
                        <a:pt x="0" y="857"/>
                      </a:lnTo>
                      <a:lnTo>
                        <a:pt x="2" y="0"/>
                      </a:lnTo>
                      <a:lnTo>
                        <a:pt x="748" y="431"/>
                      </a:lnTo>
                      <a:close/>
                    </a:path>
                  </a:pathLst>
                </a:custGeom>
                <a:noFill/>
                <a:ln>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sp>
              <p:nvSpPr>
                <p:cNvPr id="173" name="Freeform 7">
                  <a:extLst>
                    <a:ext uri="{FF2B5EF4-FFF2-40B4-BE49-F238E27FC236}">
                      <a16:creationId xmlns:a16="http://schemas.microsoft.com/office/drawing/2014/main" id="{977B7176-EA30-0459-BDB6-B79C58B905D3}"/>
                    </a:ext>
                  </a:extLst>
                </p:cNvPr>
                <p:cNvSpPr>
                  <a:spLocks/>
                </p:cNvSpPr>
                <p:nvPr/>
              </p:nvSpPr>
              <p:spPr bwMode="auto">
                <a:xfrm>
                  <a:off x="7063998" y="3389435"/>
                  <a:ext cx="1158829" cy="671763"/>
                </a:xfrm>
                <a:custGeom>
                  <a:avLst/>
                  <a:gdLst>
                    <a:gd name="T0" fmla="*/ 1487 w 1487"/>
                    <a:gd name="T1" fmla="*/ 431 h 862"/>
                    <a:gd name="T2" fmla="*/ 746 w 1487"/>
                    <a:gd name="T3" fmla="*/ 862 h 862"/>
                    <a:gd name="T4" fmla="*/ 0 w 1487"/>
                    <a:gd name="T5" fmla="*/ 431 h 862"/>
                    <a:gd name="T6" fmla="*/ 741 w 1487"/>
                    <a:gd name="T7" fmla="*/ 0 h 862"/>
                    <a:gd name="T8" fmla="*/ 1487 w 1487"/>
                    <a:gd name="T9" fmla="*/ 431 h 862"/>
                  </a:gdLst>
                  <a:ahLst/>
                  <a:cxnLst>
                    <a:cxn ang="0">
                      <a:pos x="T0" y="T1"/>
                    </a:cxn>
                    <a:cxn ang="0">
                      <a:pos x="T2" y="T3"/>
                    </a:cxn>
                    <a:cxn ang="0">
                      <a:pos x="T4" y="T5"/>
                    </a:cxn>
                    <a:cxn ang="0">
                      <a:pos x="T6" y="T7"/>
                    </a:cxn>
                    <a:cxn ang="0">
                      <a:pos x="T8" y="T9"/>
                    </a:cxn>
                  </a:cxnLst>
                  <a:rect l="0" t="0" r="r" b="b"/>
                  <a:pathLst>
                    <a:path w="1487" h="862">
                      <a:moveTo>
                        <a:pt x="1487" y="431"/>
                      </a:moveTo>
                      <a:lnTo>
                        <a:pt x="746" y="862"/>
                      </a:lnTo>
                      <a:lnTo>
                        <a:pt x="0" y="431"/>
                      </a:lnTo>
                      <a:lnTo>
                        <a:pt x="741" y="0"/>
                      </a:lnTo>
                      <a:lnTo>
                        <a:pt x="1487" y="431"/>
                      </a:lnTo>
                      <a:close/>
                    </a:path>
                  </a:pathLst>
                </a:custGeom>
                <a:noFill/>
                <a:ln w="9525">
                  <a:solidFill>
                    <a:srgbClr val="3749CC"/>
                  </a:solidFill>
                </a:ln>
              </p:spPr>
              <p:txBody>
                <a:bodyPr vert="horz" wrap="square" lIns="91440" tIns="45720" rIns="91440" bIns="45720" numCol="1" anchor="t" anchorCtr="0" compatLnSpc="1">
                  <a:prstTxWarp prst="textNoShape">
                    <a:avLst/>
                  </a:prstTxWarp>
                </a:bodyPr>
                <a:lstStyle/>
                <a:p>
                  <a:endParaRPr lang="zh-CN" altLang="en-US"/>
                </a:p>
              </p:txBody>
            </p:sp>
          </p:grpSp>
        </p:grpSp>
        <p:sp>
          <p:nvSpPr>
            <p:cNvPr id="168" name="矩形: 圆角 167">
              <a:extLst>
                <a:ext uri="{FF2B5EF4-FFF2-40B4-BE49-F238E27FC236}">
                  <a16:creationId xmlns:a16="http://schemas.microsoft.com/office/drawing/2014/main" id="{2A7E8BCD-85F0-E425-0690-1D3CD41926D5}"/>
                </a:ext>
              </a:extLst>
            </p:cNvPr>
            <p:cNvSpPr/>
            <p:nvPr/>
          </p:nvSpPr>
          <p:spPr>
            <a:xfrm>
              <a:off x="6850409" y="4416388"/>
              <a:ext cx="717698" cy="234758"/>
            </a:xfrm>
            <a:prstGeom prst="roundRect">
              <a:avLst/>
            </a:prstGeom>
            <a:solidFill>
              <a:srgbClr val="FAFBFF"/>
            </a:solidFill>
            <a:ln w="9525">
              <a:solidFill>
                <a:srgbClr val="3749CC"/>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rgbClr val="3749CC"/>
                  </a:solidFill>
                  <a:latin typeface="HarmonyOS Sans SC Light" panose="00000400000000000000" pitchFamily="2" charset="-122"/>
                  <a:ea typeface="HarmonyOS Sans SC Light" panose="00000400000000000000" pitchFamily="2" charset="-122"/>
                </a:rPr>
                <a:t>要素条件</a:t>
              </a:r>
            </a:p>
          </p:txBody>
        </p:sp>
      </p:grpSp>
      <p:sp>
        <p:nvSpPr>
          <p:cNvPr id="210" name="矩形: 圆角 209">
            <a:extLst>
              <a:ext uri="{FF2B5EF4-FFF2-40B4-BE49-F238E27FC236}">
                <a16:creationId xmlns:a16="http://schemas.microsoft.com/office/drawing/2014/main" id="{13C9FD8C-7D3A-ABA5-80B6-8C1DCBD1D5D0}"/>
              </a:ext>
            </a:extLst>
          </p:cNvPr>
          <p:cNvSpPr/>
          <p:nvPr/>
        </p:nvSpPr>
        <p:spPr>
          <a:xfrm>
            <a:off x="3552023" y="3225765"/>
            <a:ext cx="717698" cy="234758"/>
          </a:xfrm>
          <a:prstGeom prst="roundRect">
            <a:avLst/>
          </a:prstGeom>
          <a:solidFill>
            <a:srgbClr val="3749CC"/>
          </a:solidFill>
          <a:ln w="9525">
            <a:solidFill>
              <a:srgbClr val="3749CC"/>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bg1"/>
                </a:solidFill>
                <a:latin typeface="HarmonyOS Sans SC Light" panose="00000400000000000000" pitchFamily="2" charset="-122"/>
                <a:ea typeface="HarmonyOS Sans SC Light" panose="00000400000000000000" pitchFamily="2" charset="-122"/>
              </a:rPr>
              <a:t>要素条件</a:t>
            </a:r>
          </a:p>
        </p:txBody>
      </p:sp>
      <p:sp>
        <p:nvSpPr>
          <p:cNvPr id="211" name="矩形: 圆角 210">
            <a:extLst>
              <a:ext uri="{FF2B5EF4-FFF2-40B4-BE49-F238E27FC236}">
                <a16:creationId xmlns:a16="http://schemas.microsoft.com/office/drawing/2014/main" id="{71A030AC-867A-600F-39CC-20E8EF7EF657}"/>
              </a:ext>
            </a:extLst>
          </p:cNvPr>
          <p:cNvSpPr/>
          <p:nvPr/>
        </p:nvSpPr>
        <p:spPr>
          <a:xfrm>
            <a:off x="4278699" y="3629019"/>
            <a:ext cx="717698" cy="234758"/>
          </a:xfrm>
          <a:prstGeom prst="roundRect">
            <a:avLst/>
          </a:prstGeom>
          <a:solidFill>
            <a:srgbClr val="3749CC"/>
          </a:solidFill>
          <a:ln w="9525">
            <a:solidFill>
              <a:srgbClr val="3749CC"/>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bg1"/>
                </a:solidFill>
                <a:latin typeface="HarmonyOS Sans SC Light" panose="00000400000000000000" pitchFamily="2" charset="-122"/>
                <a:ea typeface="HarmonyOS Sans SC Light" panose="00000400000000000000" pitchFamily="2" charset="-122"/>
              </a:rPr>
              <a:t>要素条件</a:t>
            </a:r>
          </a:p>
        </p:txBody>
      </p:sp>
      <p:sp>
        <p:nvSpPr>
          <p:cNvPr id="212" name="矩形: 圆角 211">
            <a:extLst>
              <a:ext uri="{FF2B5EF4-FFF2-40B4-BE49-F238E27FC236}">
                <a16:creationId xmlns:a16="http://schemas.microsoft.com/office/drawing/2014/main" id="{BAE9FE3D-DF7A-06F1-858D-456325482B3A}"/>
              </a:ext>
            </a:extLst>
          </p:cNvPr>
          <p:cNvSpPr/>
          <p:nvPr/>
        </p:nvSpPr>
        <p:spPr>
          <a:xfrm>
            <a:off x="5046579" y="3233673"/>
            <a:ext cx="717698" cy="234758"/>
          </a:xfrm>
          <a:prstGeom prst="roundRect">
            <a:avLst/>
          </a:prstGeom>
          <a:solidFill>
            <a:srgbClr val="3749CC"/>
          </a:solidFill>
          <a:ln w="9525">
            <a:solidFill>
              <a:srgbClr val="3749CC"/>
            </a:solid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bg1"/>
                </a:solidFill>
                <a:latin typeface="HarmonyOS Sans SC Light" panose="00000400000000000000" pitchFamily="2" charset="-122"/>
                <a:ea typeface="HarmonyOS Sans SC Light" panose="00000400000000000000" pitchFamily="2" charset="-122"/>
              </a:rPr>
              <a:t>要素条件</a:t>
            </a:r>
          </a:p>
        </p:txBody>
      </p:sp>
      <p:grpSp>
        <p:nvGrpSpPr>
          <p:cNvPr id="225" name="组合 224">
            <a:extLst>
              <a:ext uri="{FF2B5EF4-FFF2-40B4-BE49-F238E27FC236}">
                <a16:creationId xmlns:a16="http://schemas.microsoft.com/office/drawing/2014/main" id="{084BDF59-7F44-928F-9F28-9731C09A9A8E}"/>
              </a:ext>
            </a:extLst>
          </p:cNvPr>
          <p:cNvGrpSpPr/>
          <p:nvPr/>
        </p:nvGrpSpPr>
        <p:grpSpPr>
          <a:xfrm>
            <a:off x="2529121" y="1411426"/>
            <a:ext cx="2433340" cy="1015663"/>
            <a:chOff x="4879330" y="1371497"/>
            <a:chExt cx="2433340" cy="1015663"/>
          </a:xfrm>
          <a:scene3d>
            <a:camera prst="isometricLeftDown"/>
            <a:lightRig rig="threePt" dir="t"/>
          </a:scene3d>
        </p:grpSpPr>
        <p:sp>
          <p:nvSpPr>
            <p:cNvPr id="214" name="文本框 213">
              <a:extLst>
                <a:ext uri="{FF2B5EF4-FFF2-40B4-BE49-F238E27FC236}">
                  <a16:creationId xmlns:a16="http://schemas.microsoft.com/office/drawing/2014/main" id="{7ECC24C1-5486-672A-3995-A66E633FB1ED}"/>
                </a:ext>
              </a:extLst>
            </p:cNvPr>
            <p:cNvSpPr txBox="1"/>
            <p:nvPr/>
          </p:nvSpPr>
          <p:spPr>
            <a:xfrm>
              <a:off x="4879330" y="1740829"/>
              <a:ext cx="2433340" cy="646331"/>
            </a:xfrm>
            <a:prstGeom prst="rect">
              <a:avLst/>
            </a:prstGeom>
            <a:noFill/>
          </p:spPr>
          <p:txBody>
            <a:bodyPr wrap="square">
              <a:spAutoFit/>
            </a:bodyPr>
            <a:lstStyle/>
            <a:p>
              <a:pPr algn="ctr"/>
              <a:r>
                <a:rPr lang="zh-CN" altLang="en-US" spc="-150" dirty="0">
                  <a:solidFill>
                    <a:srgbClr val="3749CC"/>
                  </a:solidFill>
                  <a:latin typeface="HarmonyOS Sans SC Medium" panose="00000600000000000000" pitchFamily="2" charset="-122"/>
                  <a:ea typeface="HarmonyOS Sans SC Medium" panose="00000600000000000000" pitchFamily="2" charset="-122"/>
                </a:rPr>
                <a:t>品牌营销战略</a:t>
              </a:r>
              <a:endParaRPr lang="en-US" altLang="zh-CN" spc="-150" dirty="0">
                <a:solidFill>
                  <a:srgbClr val="3749CC"/>
                </a:solidFill>
                <a:latin typeface="HarmonyOS Sans SC Medium" panose="00000600000000000000" pitchFamily="2" charset="-122"/>
                <a:ea typeface="HarmonyOS Sans SC Medium" panose="00000600000000000000" pitchFamily="2" charset="-122"/>
              </a:endParaRPr>
            </a:p>
            <a:p>
              <a:pPr algn="ctr"/>
              <a:r>
                <a:rPr lang="zh-CN" altLang="en-US" spc="-150" dirty="0">
                  <a:solidFill>
                    <a:srgbClr val="3749CC"/>
                  </a:solidFill>
                  <a:latin typeface="HarmonyOS Sans SC Medium" panose="00000600000000000000" pitchFamily="2" charset="-122"/>
                  <a:ea typeface="HarmonyOS Sans SC Medium" panose="00000600000000000000" pitchFamily="2" charset="-122"/>
                </a:rPr>
                <a:t>的构成</a:t>
              </a:r>
            </a:p>
          </p:txBody>
        </p:sp>
        <p:cxnSp>
          <p:nvCxnSpPr>
            <p:cNvPr id="216" name="直接连接符 215">
              <a:extLst>
                <a:ext uri="{FF2B5EF4-FFF2-40B4-BE49-F238E27FC236}">
                  <a16:creationId xmlns:a16="http://schemas.microsoft.com/office/drawing/2014/main" id="{F7BF064C-328C-58A0-13C4-763502D1A319}"/>
                </a:ext>
              </a:extLst>
            </p:cNvPr>
            <p:cNvCxnSpPr>
              <a:cxnSpLocks/>
            </p:cNvCxnSpPr>
            <p:nvPr/>
          </p:nvCxnSpPr>
          <p:spPr>
            <a:xfrm>
              <a:off x="5235787" y="1717559"/>
              <a:ext cx="1720427" cy="0"/>
            </a:xfrm>
            <a:prstGeom prst="line">
              <a:avLst/>
            </a:prstGeom>
            <a:ln>
              <a:solidFill>
                <a:srgbClr val="3749CC"/>
              </a:solidFill>
              <a:tailEnd type="oval"/>
            </a:ln>
          </p:spPr>
          <p:style>
            <a:lnRef idx="1">
              <a:schemeClr val="accent1"/>
            </a:lnRef>
            <a:fillRef idx="0">
              <a:schemeClr val="accent1"/>
            </a:fillRef>
            <a:effectRef idx="0">
              <a:schemeClr val="accent1"/>
            </a:effectRef>
            <a:fontRef idx="minor">
              <a:schemeClr val="tx1"/>
            </a:fontRef>
          </p:style>
        </p:cxnSp>
        <p:sp>
          <p:nvSpPr>
            <p:cNvPr id="224" name="文本框 223">
              <a:extLst>
                <a:ext uri="{FF2B5EF4-FFF2-40B4-BE49-F238E27FC236}">
                  <a16:creationId xmlns:a16="http://schemas.microsoft.com/office/drawing/2014/main" id="{834E4EEE-EAA6-0D88-D9F4-26F4AE5E9A2C}"/>
                </a:ext>
              </a:extLst>
            </p:cNvPr>
            <p:cNvSpPr txBox="1"/>
            <p:nvPr/>
          </p:nvSpPr>
          <p:spPr>
            <a:xfrm>
              <a:off x="5157317" y="1371497"/>
              <a:ext cx="938683" cy="369332"/>
            </a:xfrm>
            <a:prstGeom prst="rect">
              <a:avLst/>
            </a:prstGeom>
            <a:noFill/>
          </p:spPr>
          <p:txBody>
            <a:bodyPr wrap="square">
              <a:spAutoFit/>
            </a:bodyPr>
            <a:lstStyle/>
            <a:p>
              <a:r>
                <a:rPr lang="en-US" altLang="zh-CN" spc="-150" dirty="0">
                  <a:solidFill>
                    <a:srgbClr val="CDD2F8"/>
                  </a:solidFill>
                  <a:latin typeface="HarmonyOS Sans SC Black" panose="00000A00000000000000" pitchFamily="2" charset="-122"/>
                  <a:ea typeface="HarmonyOS Sans SC Black" panose="00000A00000000000000" pitchFamily="2" charset="-122"/>
                </a:rPr>
                <a:t>PART.1</a:t>
              </a:r>
              <a:endParaRPr lang="zh-CN" altLang="en-US" spc="-150" dirty="0">
                <a:solidFill>
                  <a:srgbClr val="CDD2F8"/>
                </a:solidFill>
                <a:latin typeface="HarmonyOS Sans SC Black" panose="00000A00000000000000" pitchFamily="2" charset="-122"/>
                <a:ea typeface="HarmonyOS Sans SC Black" panose="00000A00000000000000" pitchFamily="2" charset="-122"/>
              </a:endParaRPr>
            </a:p>
          </p:txBody>
        </p:sp>
      </p:grpSp>
      <p:grpSp>
        <p:nvGrpSpPr>
          <p:cNvPr id="226" name="组合 225">
            <a:extLst>
              <a:ext uri="{FF2B5EF4-FFF2-40B4-BE49-F238E27FC236}">
                <a16:creationId xmlns:a16="http://schemas.microsoft.com/office/drawing/2014/main" id="{D00E784B-3D1A-8DB2-F5CB-0D7BAE865853}"/>
              </a:ext>
            </a:extLst>
          </p:cNvPr>
          <p:cNvGrpSpPr/>
          <p:nvPr/>
        </p:nvGrpSpPr>
        <p:grpSpPr>
          <a:xfrm>
            <a:off x="1338169" y="2506164"/>
            <a:ext cx="2433340" cy="1015663"/>
            <a:chOff x="4879330" y="1371497"/>
            <a:chExt cx="2433340" cy="1015663"/>
          </a:xfrm>
          <a:scene3d>
            <a:camera prst="isometricLeftDown"/>
            <a:lightRig rig="threePt" dir="t"/>
          </a:scene3d>
        </p:grpSpPr>
        <p:sp>
          <p:nvSpPr>
            <p:cNvPr id="227" name="文本框 226">
              <a:extLst>
                <a:ext uri="{FF2B5EF4-FFF2-40B4-BE49-F238E27FC236}">
                  <a16:creationId xmlns:a16="http://schemas.microsoft.com/office/drawing/2014/main" id="{1F45E912-D29F-00DE-1685-8255BDF51FAD}"/>
                </a:ext>
              </a:extLst>
            </p:cNvPr>
            <p:cNvSpPr txBox="1"/>
            <p:nvPr/>
          </p:nvSpPr>
          <p:spPr>
            <a:xfrm>
              <a:off x="4879330" y="1740829"/>
              <a:ext cx="2433340" cy="646331"/>
            </a:xfrm>
            <a:prstGeom prst="rect">
              <a:avLst/>
            </a:prstGeom>
            <a:noFill/>
          </p:spPr>
          <p:txBody>
            <a:bodyPr wrap="square">
              <a:spAutoFit/>
            </a:bodyPr>
            <a:lstStyle/>
            <a:p>
              <a:pPr algn="ctr"/>
              <a:r>
                <a:rPr lang="zh-CN" altLang="en-US" spc="-150" dirty="0">
                  <a:solidFill>
                    <a:srgbClr val="3749CC"/>
                  </a:solidFill>
                  <a:latin typeface="HarmonyOS Sans SC Medium" panose="00000600000000000000" pitchFamily="2" charset="-122"/>
                  <a:ea typeface="HarmonyOS Sans SC Medium" panose="00000600000000000000" pitchFamily="2" charset="-122"/>
                </a:rPr>
                <a:t>品牌营销战略</a:t>
              </a:r>
              <a:endParaRPr lang="en-US" altLang="zh-CN" spc="-150" dirty="0">
                <a:solidFill>
                  <a:srgbClr val="3749CC"/>
                </a:solidFill>
                <a:latin typeface="HarmonyOS Sans SC Medium" panose="00000600000000000000" pitchFamily="2" charset="-122"/>
                <a:ea typeface="HarmonyOS Sans SC Medium" panose="00000600000000000000" pitchFamily="2" charset="-122"/>
              </a:endParaRPr>
            </a:p>
            <a:p>
              <a:pPr algn="ctr"/>
              <a:r>
                <a:rPr lang="zh-CN" altLang="en-US" spc="-150" dirty="0">
                  <a:solidFill>
                    <a:srgbClr val="3749CC"/>
                  </a:solidFill>
                  <a:latin typeface="HarmonyOS Sans SC Medium" panose="00000600000000000000" pitchFamily="2" charset="-122"/>
                  <a:ea typeface="HarmonyOS Sans SC Medium" panose="00000600000000000000" pitchFamily="2" charset="-122"/>
                </a:rPr>
                <a:t>的构成</a:t>
              </a:r>
            </a:p>
          </p:txBody>
        </p:sp>
        <p:cxnSp>
          <p:nvCxnSpPr>
            <p:cNvPr id="228" name="直接连接符 227">
              <a:extLst>
                <a:ext uri="{FF2B5EF4-FFF2-40B4-BE49-F238E27FC236}">
                  <a16:creationId xmlns:a16="http://schemas.microsoft.com/office/drawing/2014/main" id="{23AA1C75-B423-50D3-0BB4-20A454799E7C}"/>
                </a:ext>
              </a:extLst>
            </p:cNvPr>
            <p:cNvCxnSpPr>
              <a:cxnSpLocks/>
            </p:cNvCxnSpPr>
            <p:nvPr/>
          </p:nvCxnSpPr>
          <p:spPr>
            <a:xfrm>
              <a:off x="5235787" y="1717559"/>
              <a:ext cx="1720427" cy="0"/>
            </a:xfrm>
            <a:prstGeom prst="line">
              <a:avLst/>
            </a:prstGeom>
            <a:ln>
              <a:solidFill>
                <a:srgbClr val="3749CC"/>
              </a:solidFill>
              <a:tailEnd type="oval"/>
            </a:ln>
          </p:spPr>
          <p:style>
            <a:lnRef idx="1">
              <a:schemeClr val="accent1"/>
            </a:lnRef>
            <a:fillRef idx="0">
              <a:schemeClr val="accent1"/>
            </a:fillRef>
            <a:effectRef idx="0">
              <a:schemeClr val="accent1"/>
            </a:effectRef>
            <a:fontRef idx="minor">
              <a:schemeClr val="tx1"/>
            </a:fontRef>
          </p:style>
        </p:cxnSp>
        <p:sp>
          <p:nvSpPr>
            <p:cNvPr id="229" name="文本框 228">
              <a:extLst>
                <a:ext uri="{FF2B5EF4-FFF2-40B4-BE49-F238E27FC236}">
                  <a16:creationId xmlns:a16="http://schemas.microsoft.com/office/drawing/2014/main" id="{03EA6A33-A4CD-6C6F-364D-11CE37670B65}"/>
                </a:ext>
              </a:extLst>
            </p:cNvPr>
            <p:cNvSpPr txBox="1"/>
            <p:nvPr/>
          </p:nvSpPr>
          <p:spPr>
            <a:xfrm>
              <a:off x="5157317" y="1371497"/>
              <a:ext cx="938683" cy="369332"/>
            </a:xfrm>
            <a:prstGeom prst="rect">
              <a:avLst/>
            </a:prstGeom>
            <a:noFill/>
          </p:spPr>
          <p:txBody>
            <a:bodyPr wrap="square">
              <a:spAutoFit/>
            </a:bodyPr>
            <a:lstStyle/>
            <a:p>
              <a:r>
                <a:rPr lang="en-US" altLang="zh-CN" spc="-150" dirty="0">
                  <a:solidFill>
                    <a:srgbClr val="CDD2F8"/>
                  </a:solidFill>
                  <a:latin typeface="HarmonyOS Sans SC Black" panose="00000A00000000000000" pitchFamily="2" charset="-122"/>
                  <a:ea typeface="HarmonyOS Sans SC Black" panose="00000A00000000000000" pitchFamily="2" charset="-122"/>
                </a:rPr>
                <a:t>PART.2</a:t>
              </a:r>
              <a:endParaRPr lang="zh-CN" altLang="en-US" spc="-150" dirty="0">
                <a:solidFill>
                  <a:srgbClr val="CDD2F8"/>
                </a:solidFill>
                <a:latin typeface="HarmonyOS Sans SC Black" panose="00000A00000000000000" pitchFamily="2" charset="-122"/>
                <a:ea typeface="HarmonyOS Sans SC Black" panose="00000A00000000000000" pitchFamily="2" charset="-122"/>
              </a:endParaRPr>
            </a:p>
          </p:txBody>
        </p:sp>
      </p:grpSp>
      <p:grpSp>
        <p:nvGrpSpPr>
          <p:cNvPr id="230" name="组合 229">
            <a:extLst>
              <a:ext uri="{FF2B5EF4-FFF2-40B4-BE49-F238E27FC236}">
                <a16:creationId xmlns:a16="http://schemas.microsoft.com/office/drawing/2014/main" id="{F96611FA-7EA6-89FC-FC5E-ED474522587A}"/>
              </a:ext>
            </a:extLst>
          </p:cNvPr>
          <p:cNvGrpSpPr/>
          <p:nvPr/>
        </p:nvGrpSpPr>
        <p:grpSpPr>
          <a:xfrm>
            <a:off x="743640" y="4131385"/>
            <a:ext cx="2433340" cy="1015663"/>
            <a:chOff x="4879330" y="1371497"/>
            <a:chExt cx="2433340" cy="1015663"/>
          </a:xfrm>
          <a:scene3d>
            <a:camera prst="isometricLeftDown"/>
            <a:lightRig rig="threePt" dir="t"/>
          </a:scene3d>
        </p:grpSpPr>
        <p:sp>
          <p:nvSpPr>
            <p:cNvPr id="231" name="文本框 230">
              <a:extLst>
                <a:ext uri="{FF2B5EF4-FFF2-40B4-BE49-F238E27FC236}">
                  <a16:creationId xmlns:a16="http://schemas.microsoft.com/office/drawing/2014/main" id="{4F16BFD7-4567-3E25-AA78-18F5762B139E}"/>
                </a:ext>
              </a:extLst>
            </p:cNvPr>
            <p:cNvSpPr txBox="1"/>
            <p:nvPr/>
          </p:nvSpPr>
          <p:spPr>
            <a:xfrm>
              <a:off x="4879330" y="1740829"/>
              <a:ext cx="2433340" cy="646331"/>
            </a:xfrm>
            <a:prstGeom prst="rect">
              <a:avLst/>
            </a:prstGeom>
            <a:noFill/>
          </p:spPr>
          <p:txBody>
            <a:bodyPr wrap="square">
              <a:spAutoFit/>
            </a:bodyPr>
            <a:lstStyle/>
            <a:p>
              <a:pPr algn="ctr"/>
              <a:r>
                <a:rPr lang="zh-CN" altLang="en-US" spc="-150" dirty="0">
                  <a:solidFill>
                    <a:srgbClr val="3749CC"/>
                  </a:solidFill>
                  <a:latin typeface="HarmonyOS Sans SC Medium" panose="00000600000000000000" pitchFamily="2" charset="-122"/>
                  <a:ea typeface="HarmonyOS Sans SC Medium" panose="00000600000000000000" pitchFamily="2" charset="-122"/>
                </a:rPr>
                <a:t>品牌营销战略</a:t>
              </a:r>
              <a:endParaRPr lang="en-US" altLang="zh-CN" spc="-150" dirty="0">
                <a:solidFill>
                  <a:srgbClr val="3749CC"/>
                </a:solidFill>
                <a:latin typeface="HarmonyOS Sans SC Medium" panose="00000600000000000000" pitchFamily="2" charset="-122"/>
                <a:ea typeface="HarmonyOS Sans SC Medium" panose="00000600000000000000" pitchFamily="2" charset="-122"/>
              </a:endParaRPr>
            </a:p>
            <a:p>
              <a:pPr algn="ctr"/>
              <a:r>
                <a:rPr lang="zh-CN" altLang="en-US" spc="-150" dirty="0">
                  <a:solidFill>
                    <a:srgbClr val="3749CC"/>
                  </a:solidFill>
                  <a:latin typeface="HarmonyOS Sans SC Medium" panose="00000600000000000000" pitchFamily="2" charset="-122"/>
                  <a:ea typeface="HarmonyOS Sans SC Medium" panose="00000600000000000000" pitchFamily="2" charset="-122"/>
                </a:rPr>
                <a:t>的构成</a:t>
              </a:r>
            </a:p>
          </p:txBody>
        </p:sp>
        <p:cxnSp>
          <p:nvCxnSpPr>
            <p:cNvPr id="232" name="直接连接符 231">
              <a:extLst>
                <a:ext uri="{FF2B5EF4-FFF2-40B4-BE49-F238E27FC236}">
                  <a16:creationId xmlns:a16="http://schemas.microsoft.com/office/drawing/2014/main" id="{EEB06364-6C5A-F547-7B93-4BD3A4251013}"/>
                </a:ext>
              </a:extLst>
            </p:cNvPr>
            <p:cNvCxnSpPr>
              <a:cxnSpLocks/>
            </p:cNvCxnSpPr>
            <p:nvPr/>
          </p:nvCxnSpPr>
          <p:spPr>
            <a:xfrm>
              <a:off x="5235787" y="1717559"/>
              <a:ext cx="1720427" cy="0"/>
            </a:xfrm>
            <a:prstGeom prst="line">
              <a:avLst/>
            </a:prstGeom>
            <a:ln>
              <a:solidFill>
                <a:srgbClr val="3749CC"/>
              </a:solidFill>
              <a:tailEnd type="oval"/>
            </a:ln>
          </p:spPr>
          <p:style>
            <a:lnRef idx="1">
              <a:schemeClr val="accent1"/>
            </a:lnRef>
            <a:fillRef idx="0">
              <a:schemeClr val="accent1"/>
            </a:fillRef>
            <a:effectRef idx="0">
              <a:schemeClr val="accent1"/>
            </a:effectRef>
            <a:fontRef idx="minor">
              <a:schemeClr val="tx1"/>
            </a:fontRef>
          </p:style>
        </p:cxnSp>
        <p:sp>
          <p:nvSpPr>
            <p:cNvPr id="233" name="文本框 232">
              <a:extLst>
                <a:ext uri="{FF2B5EF4-FFF2-40B4-BE49-F238E27FC236}">
                  <a16:creationId xmlns:a16="http://schemas.microsoft.com/office/drawing/2014/main" id="{C44B249B-2A90-DCB1-8665-A980F201FA2C}"/>
                </a:ext>
              </a:extLst>
            </p:cNvPr>
            <p:cNvSpPr txBox="1"/>
            <p:nvPr/>
          </p:nvSpPr>
          <p:spPr>
            <a:xfrm>
              <a:off x="5157317" y="1371497"/>
              <a:ext cx="938683" cy="369332"/>
            </a:xfrm>
            <a:prstGeom prst="rect">
              <a:avLst/>
            </a:prstGeom>
            <a:noFill/>
          </p:spPr>
          <p:txBody>
            <a:bodyPr wrap="square">
              <a:spAutoFit/>
            </a:bodyPr>
            <a:lstStyle/>
            <a:p>
              <a:r>
                <a:rPr lang="en-US" altLang="zh-CN" spc="-150" dirty="0">
                  <a:solidFill>
                    <a:srgbClr val="CDD2F8"/>
                  </a:solidFill>
                  <a:latin typeface="HarmonyOS Sans SC Black" panose="00000A00000000000000" pitchFamily="2" charset="-122"/>
                  <a:ea typeface="HarmonyOS Sans SC Black" panose="00000A00000000000000" pitchFamily="2" charset="-122"/>
                </a:rPr>
                <a:t>PART.3</a:t>
              </a:r>
              <a:endParaRPr lang="zh-CN" altLang="en-US" spc="-150" dirty="0">
                <a:solidFill>
                  <a:srgbClr val="CDD2F8"/>
                </a:solidFill>
                <a:latin typeface="HarmonyOS Sans SC Black" panose="00000A00000000000000" pitchFamily="2" charset="-122"/>
                <a:ea typeface="HarmonyOS Sans SC Black" panose="00000A00000000000000" pitchFamily="2" charset="-122"/>
              </a:endParaRPr>
            </a:p>
          </p:txBody>
        </p:sp>
      </p:grpSp>
      <p:grpSp>
        <p:nvGrpSpPr>
          <p:cNvPr id="234" name="组合 233">
            <a:extLst>
              <a:ext uri="{FF2B5EF4-FFF2-40B4-BE49-F238E27FC236}">
                <a16:creationId xmlns:a16="http://schemas.microsoft.com/office/drawing/2014/main" id="{C4E325EF-F564-3A25-41E1-3221CC4976E5}"/>
              </a:ext>
            </a:extLst>
          </p:cNvPr>
          <p:cNvGrpSpPr/>
          <p:nvPr/>
        </p:nvGrpSpPr>
        <p:grpSpPr>
          <a:xfrm>
            <a:off x="7735102" y="2128361"/>
            <a:ext cx="3489741" cy="1912729"/>
            <a:chOff x="474580" y="1511573"/>
            <a:chExt cx="3489741" cy="1912729"/>
          </a:xfrm>
        </p:grpSpPr>
        <p:sp>
          <p:nvSpPr>
            <p:cNvPr id="235" name="文本框 234">
              <a:extLst>
                <a:ext uri="{FF2B5EF4-FFF2-40B4-BE49-F238E27FC236}">
                  <a16:creationId xmlns:a16="http://schemas.microsoft.com/office/drawing/2014/main" id="{ABC465F6-1FA1-2E12-08AD-E13C7ED65C94}"/>
                </a:ext>
              </a:extLst>
            </p:cNvPr>
            <p:cNvSpPr txBox="1"/>
            <p:nvPr/>
          </p:nvSpPr>
          <p:spPr>
            <a:xfrm>
              <a:off x="474580" y="1696972"/>
              <a:ext cx="3023585" cy="584775"/>
            </a:xfrm>
            <a:prstGeom prst="rect">
              <a:avLst/>
            </a:prstGeom>
            <a:noFill/>
          </p:spPr>
          <p:txBody>
            <a:bodyPr wrap="none" rtlCol="0">
              <a:spAutoFit/>
            </a:bodyPr>
            <a:lstStyle/>
            <a:p>
              <a:r>
                <a:rPr lang="en-US" altLang="zh-CN"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rPr>
                <a:t>YOUR BRAND</a:t>
              </a:r>
              <a:endParaRPr lang="zh-CN" altLang="en-US" sz="3200" dirty="0">
                <a:gradFill flip="none" rotWithShape="1">
                  <a:gsLst>
                    <a:gs pos="30000">
                      <a:srgbClr val="3749CC"/>
                    </a:gs>
                    <a:gs pos="100000">
                      <a:srgbClr val="7584E5"/>
                    </a:gs>
                  </a:gsLst>
                  <a:lin ang="5400000" scaled="1"/>
                  <a:tileRect/>
                </a:gradFill>
                <a:latin typeface="HarmonyOS Sans SC Black" panose="00000A00000000000000" pitchFamily="2" charset="-122"/>
                <a:ea typeface="HarmonyOS Sans SC Black" panose="00000A00000000000000" pitchFamily="2" charset="-122"/>
              </a:endParaRPr>
            </a:p>
          </p:txBody>
        </p:sp>
        <p:sp>
          <p:nvSpPr>
            <p:cNvPr id="236" name="文本框 235">
              <a:extLst>
                <a:ext uri="{FF2B5EF4-FFF2-40B4-BE49-F238E27FC236}">
                  <a16:creationId xmlns:a16="http://schemas.microsoft.com/office/drawing/2014/main" id="{99BB40C5-137F-D350-9682-57D14ADE9C11}"/>
                </a:ext>
              </a:extLst>
            </p:cNvPr>
            <p:cNvSpPr txBox="1"/>
            <p:nvPr/>
          </p:nvSpPr>
          <p:spPr>
            <a:xfrm>
              <a:off x="474580" y="1511573"/>
              <a:ext cx="1197764" cy="307777"/>
            </a:xfrm>
            <a:prstGeom prst="rect">
              <a:avLst/>
            </a:prstGeom>
            <a:noFill/>
          </p:spPr>
          <p:txBody>
            <a:bodyPr wrap="none" rtlCol="0">
              <a:spAutoFit/>
            </a:bodyPr>
            <a:lstStyle/>
            <a:p>
              <a:r>
                <a:rPr lang="en-US" altLang="zh-CN" sz="1400" dirty="0">
                  <a:solidFill>
                    <a:srgbClr val="02F276"/>
                  </a:solidFill>
                  <a:latin typeface="HarmonyOS Sans SC Black" panose="00000A00000000000000" pitchFamily="2" charset="-122"/>
                  <a:ea typeface="HarmonyOS Sans SC Black" panose="00000A00000000000000" pitchFamily="2" charset="-122"/>
                </a:rPr>
                <a:t>TEXT TITLE</a:t>
              </a:r>
              <a:endParaRPr lang="zh-CN" altLang="en-US" sz="1400" dirty="0">
                <a:solidFill>
                  <a:srgbClr val="02F276"/>
                </a:solidFill>
                <a:latin typeface="HarmonyOS Sans SC Black" panose="00000A00000000000000" pitchFamily="2" charset="-122"/>
                <a:ea typeface="HarmonyOS Sans SC Black" panose="00000A00000000000000" pitchFamily="2" charset="-122"/>
              </a:endParaRPr>
            </a:p>
          </p:txBody>
        </p:sp>
        <p:sp>
          <p:nvSpPr>
            <p:cNvPr id="237" name="文本框 236">
              <a:extLst>
                <a:ext uri="{FF2B5EF4-FFF2-40B4-BE49-F238E27FC236}">
                  <a16:creationId xmlns:a16="http://schemas.microsoft.com/office/drawing/2014/main" id="{A89F499D-647F-C3CE-9F86-84F0F96CC055}"/>
                </a:ext>
              </a:extLst>
            </p:cNvPr>
            <p:cNvSpPr txBox="1"/>
            <p:nvPr/>
          </p:nvSpPr>
          <p:spPr>
            <a:xfrm>
              <a:off x="474580" y="2223973"/>
              <a:ext cx="3489741" cy="1200329"/>
            </a:xfrm>
            <a:prstGeom prst="rect">
              <a:avLst/>
            </a:prstGeom>
            <a:noFill/>
          </p:spPr>
          <p:txBody>
            <a:bodyPr wrap="square" rtlCol="0">
              <a:spAutoFit/>
            </a:bodyPr>
            <a:lstStyle/>
            <a:p>
              <a:r>
                <a:rPr lang="zh-CN" altLang="en-US" sz="24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rPr>
                <a:t>内部组织图标文字均可</a:t>
              </a:r>
              <a:r>
                <a:rPr lang="zh-CN" altLang="en-US" sz="2400" dirty="0">
                  <a:solidFill>
                    <a:srgbClr val="02F276"/>
                  </a:solidFill>
                  <a:latin typeface="HarmonyOS Sans SC Black" panose="00000A00000000000000" pitchFamily="2" charset="-122"/>
                  <a:ea typeface="HarmonyOS Sans SC Black" panose="00000A00000000000000" pitchFamily="2" charset="-122"/>
                </a:rPr>
                <a:t>替换修改</a:t>
              </a:r>
            </a:p>
            <a:p>
              <a:endParaRPr lang="zh-CN" altLang="en-US" sz="24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endParaRPr>
            </a:p>
          </p:txBody>
        </p:sp>
      </p:grpSp>
      <p:sp>
        <p:nvSpPr>
          <p:cNvPr id="239" name="文本框 238">
            <a:extLst>
              <a:ext uri="{FF2B5EF4-FFF2-40B4-BE49-F238E27FC236}">
                <a16:creationId xmlns:a16="http://schemas.microsoft.com/office/drawing/2014/main" id="{91F3E3C0-3E78-F208-9441-3610AE5954FC}"/>
              </a:ext>
            </a:extLst>
          </p:cNvPr>
          <p:cNvSpPr txBox="1"/>
          <p:nvPr/>
        </p:nvSpPr>
        <p:spPr>
          <a:xfrm>
            <a:off x="7782405" y="3773274"/>
            <a:ext cx="3258704" cy="550087"/>
          </a:xfrm>
          <a:prstGeom prst="rect">
            <a:avLst/>
          </a:prstGeom>
          <a:noFill/>
        </p:spPr>
        <p:txBody>
          <a:bodyPr wrap="square" rtlCol="0">
            <a:spAutoFit/>
          </a:bodyPr>
          <a:lstStyle/>
          <a:p>
            <a:pPr>
              <a:lnSpc>
                <a:spcPct val="150000"/>
              </a:lnSpc>
            </a:pPr>
            <a:r>
              <a:rPr lang="zh-CN" altLang="en-US" sz="1050" dirty="0">
                <a:solidFill>
                  <a:schemeClr val="bg1">
                    <a:lumMod val="50000"/>
                  </a:schemeClr>
                </a:solidFill>
                <a:latin typeface="HarmonyOS Sans SC Light" panose="00000400000000000000" pitchFamily="2" charset="-122"/>
                <a:ea typeface="HarmonyOS Sans SC Light" panose="00000400000000000000" pitchFamily="2" charset="-122"/>
              </a:rPr>
              <a:t>企业形象是企业自身在消费者心日中的地位和价值的体现，也是企业在市场竞争中取胜的有力武器。</a:t>
            </a:r>
          </a:p>
        </p:txBody>
      </p:sp>
    </p:spTree>
    <p:extLst>
      <p:ext uri="{BB962C8B-B14F-4D97-AF65-F5344CB8AC3E}">
        <p14:creationId xmlns:p14="http://schemas.microsoft.com/office/powerpoint/2010/main" val="26209037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2BD68D99-4BCA-8889-E84A-F1EC3524B8CF}"/>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DB5FACBE-65F0-3B63-7B1A-D6D7BCEA03B2}"/>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8C6DCFB9-D83D-C2AC-84C8-FF7E083623FC}"/>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矩形: 圆角 23">
              <a:extLst>
                <a:ext uri="{FF2B5EF4-FFF2-40B4-BE49-F238E27FC236}">
                  <a16:creationId xmlns:a16="http://schemas.microsoft.com/office/drawing/2014/main" id="{99449A90-7E11-ED5B-A611-E37FBE2D9685}"/>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8EC3B262-B266-110A-8D34-639C32B41C9D}"/>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298147B4-6A79-1210-B683-D69FEF0C94B1}"/>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27" name="文本框 26">
              <a:extLst>
                <a:ext uri="{FF2B5EF4-FFF2-40B4-BE49-F238E27FC236}">
                  <a16:creationId xmlns:a16="http://schemas.microsoft.com/office/drawing/2014/main" id="{1921B181-55B7-A290-6EB7-13507132099C}"/>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52" name="文本框 51">
              <a:extLst>
                <a:ext uri="{FF2B5EF4-FFF2-40B4-BE49-F238E27FC236}">
                  <a16:creationId xmlns:a16="http://schemas.microsoft.com/office/drawing/2014/main" id="{70AB200F-3C99-D9D6-7167-910BE8329121}"/>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53"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08DEB171-1827-E629-C8AB-990274B4219B}"/>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54" name="文本框 53">
              <a:extLst>
                <a:ext uri="{FF2B5EF4-FFF2-40B4-BE49-F238E27FC236}">
                  <a16:creationId xmlns:a16="http://schemas.microsoft.com/office/drawing/2014/main" id="{D9CE0DB8-2FD7-BC71-3E07-1B39EB6B3048}"/>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55" name="文本框 54">
              <a:extLst>
                <a:ext uri="{FF2B5EF4-FFF2-40B4-BE49-F238E27FC236}">
                  <a16:creationId xmlns:a16="http://schemas.microsoft.com/office/drawing/2014/main" id="{65F7573F-11D3-930C-A7F9-7B37D943F550}"/>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grpSp>
        <p:nvGrpSpPr>
          <p:cNvPr id="16" name="组合 15">
            <a:extLst>
              <a:ext uri="{FF2B5EF4-FFF2-40B4-BE49-F238E27FC236}">
                <a16:creationId xmlns:a16="http://schemas.microsoft.com/office/drawing/2014/main" id="{93B292D9-F403-F763-B44F-2BE3BE322CA9}"/>
              </a:ext>
            </a:extLst>
          </p:cNvPr>
          <p:cNvGrpSpPr/>
          <p:nvPr/>
        </p:nvGrpSpPr>
        <p:grpSpPr>
          <a:xfrm>
            <a:off x="4205990" y="5216248"/>
            <a:ext cx="4006851" cy="1409700"/>
            <a:chOff x="3768657" y="859416"/>
            <a:chExt cx="4006851" cy="2569584"/>
          </a:xfrm>
        </p:grpSpPr>
        <p:sp>
          <p:nvSpPr>
            <p:cNvPr id="17" name="Freeform 7">
              <a:extLst>
                <a:ext uri="{FF2B5EF4-FFF2-40B4-BE49-F238E27FC236}">
                  <a16:creationId xmlns:a16="http://schemas.microsoft.com/office/drawing/2014/main" id="{F24C5966-C80D-82C1-7B36-64046A00A62A}"/>
                </a:ext>
              </a:extLst>
            </p:cNvPr>
            <p:cNvSpPr>
              <a:spLocks/>
            </p:cNvSpPr>
            <p:nvPr/>
          </p:nvSpPr>
          <p:spPr bwMode="auto">
            <a:xfrm>
              <a:off x="4140026" y="1537548"/>
              <a:ext cx="3264113" cy="1891452"/>
            </a:xfrm>
            <a:custGeom>
              <a:avLst/>
              <a:gdLst>
                <a:gd name="T0" fmla="*/ 2523 w 2523"/>
                <a:gd name="T1" fmla="*/ 731 h 1462"/>
                <a:gd name="T2" fmla="*/ 1266 w 2523"/>
                <a:gd name="T3" fmla="*/ 1462 h 1462"/>
                <a:gd name="T4" fmla="*/ 0 w 2523"/>
                <a:gd name="T5" fmla="*/ 731 h 1462"/>
                <a:gd name="T6" fmla="*/ 1257 w 2523"/>
                <a:gd name="T7" fmla="*/ 0 h 1462"/>
                <a:gd name="T8" fmla="*/ 2523 w 2523"/>
                <a:gd name="T9" fmla="*/ 731 h 1462"/>
              </a:gdLst>
              <a:ahLst/>
              <a:cxnLst>
                <a:cxn ang="0">
                  <a:pos x="T0" y="T1"/>
                </a:cxn>
                <a:cxn ang="0">
                  <a:pos x="T2" y="T3"/>
                </a:cxn>
                <a:cxn ang="0">
                  <a:pos x="T4" y="T5"/>
                </a:cxn>
                <a:cxn ang="0">
                  <a:pos x="T6" y="T7"/>
                </a:cxn>
                <a:cxn ang="0">
                  <a:pos x="T8" y="T9"/>
                </a:cxn>
              </a:cxnLst>
              <a:rect l="0" t="0" r="r" b="b"/>
              <a:pathLst>
                <a:path w="2523" h="1462">
                  <a:moveTo>
                    <a:pt x="2523" y="731"/>
                  </a:moveTo>
                  <a:lnTo>
                    <a:pt x="1266" y="1462"/>
                  </a:lnTo>
                  <a:lnTo>
                    <a:pt x="0" y="731"/>
                  </a:lnTo>
                  <a:lnTo>
                    <a:pt x="1257" y="0"/>
                  </a:lnTo>
                  <a:lnTo>
                    <a:pt x="2523" y="731"/>
                  </a:lnTo>
                  <a:close/>
                </a:path>
              </a:pathLst>
            </a:custGeom>
            <a:solidFill>
              <a:srgbClr val="E7EBFF">
                <a:alpha val="5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8" name="组合 17">
              <a:extLst>
                <a:ext uri="{FF2B5EF4-FFF2-40B4-BE49-F238E27FC236}">
                  <a16:creationId xmlns:a16="http://schemas.microsoft.com/office/drawing/2014/main" id="{293B3B6C-A55C-4BD0-309D-43F9C78BC808}"/>
                </a:ext>
              </a:extLst>
            </p:cNvPr>
            <p:cNvGrpSpPr/>
            <p:nvPr/>
          </p:nvGrpSpPr>
          <p:grpSpPr>
            <a:xfrm>
              <a:off x="3768657" y="859416"/>
              <a:ext cx="4006851" cy="2374901"/>
              <a:chOff x="1345497" y="2364846"/>
              <a:chExt cx="4006851" cy="2374901"/>
            </a:xfrm>
          </p:grpSpPr>
          <p:sp>
            <p:nvSpPr>
              <p:cNvPr id="19" name="Freeform 5">
                <a:extLst>
                  <a:ext uri="{FF2B5EF4-FFF2-40B4-BE49-F238E27FC236}">
                    <a16:creationId xmlns:a16="http://schemas.microsoft.com/office/drawing/2014/main" id="{88028FF2-8090-D976-74FA-6972A921DDF0}"/>
                  </a:ext>
                </a:extLst>
              </p:cNvPr>
              <p:cNvSpPr>
                <a:spLocks/>
              </p:cNvSpPr>
              <p:nvPr/>
            </p:nvSpPr>
            <p:spPr bwMode="auto">
              <a:xfrm>
                <a:off x="3355273" y="3525309"/>
                <a:ext cx="1997075" cy="1214438"/>
              </a:xfrm>
              <a:custGeom>
                <a:avLst/>
                <a:gdLst>
                  <a:gd name="T0" fmla="*/ 1258 w 1258"/>
                  <a:gd name="T1" fmla="*/ 0 h 765"/>
                  <a:gd name="T2" fmla="*/ 1258 w 1258"/>
                  <a:gd name="T3" fmla="*/ 34 h 765"/>
                  <a:gd name="T4" fmla="*/ 0 w 1258"/>
                  <a:gd name="T5" fmla="*/ 765 h 765"/>
                  <a:gd name="T6" fmla="*/ 1 w 1258"/>
                  <a:gd name="T7" fmla="*/ 731 h 765"/>
                  <a:gd name="T8" fmla="*/ 1258 w 1258"/>
                  <a:gd name="T9" fmla="*/ 0 h 765"/>
                </a:gdLst>
                <a:ahLst/>
                <a:cxnLst>
                  <a:cxn ang="0">
                    <a:pos x="T0" y="T1"/>
                  </a:cxn>
                  <a:cxn ang="0">
                    <a:pos x="T2" y="T3"/>
                  </a:cxn>
                  <a:cxn ang="0">
                    <a:pos x="T4" y="T5"/>
                  </a:cxn>
                  <a:cxn ang="0">
                    <a:pos x="T6" y="T7"/>
                  </a:cxn>
                  <a:cxn ang="0">
                    <a:pos x="T8" y="T9"/>
                  </a:cxn>
                </a:cxnLst>
                <a:rect l="0" t="0" r="r" b="b"/>
                <a:pathLst>
                  <a:path w="1258" h="765">
                    <a:moveTo>
                      <a:pt x="1258" y="0"/>
                    </a:moveTo>
                    <a:lnTo>
                      <a:pt x="1258" y="34"/>
                    </a:lnTo>
                    <a:lnTo>
                      <a:pt x="0" y="765"/>
                    </a:lnTo>
                    <a:lnTo>
                      <a:pt x="1" y="731"/>
                    </a:lnTo>
                    <a:lnTo>
                      <a:pt x="1258"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6">
                <a:extLst>
                  <a:ext uri="{FF2B5EF4-FFF2-40B4-BE49-F238E27FC236}">
                    <a16:creationId xmlns:a16="http://schemas.microsoft.com/office/drawing/2014/main" id="{DD72260E-75FC-E371-8995-3C8B8BEA4A4D}"/>
                  </a:ext>
                </a:extLst>
              </p:cNvPr>
              <p:cNvSpPr>
                <a:spLocks/>
              </p:cNvSpPr>
              <p:nvPr/>
            </p:nvSpPr>
            <p:spPr bwMode="auto">
              <a:xfrm>
                <a:off x="1345497" y="3525309"/>
                <a:ext cx="2011363" cy="1214438"/>
              </a:xfrm>
              <a:custGeom>
                <a:avLst/>
                <a:gdLst>
                  <a:gd name="T0" fmla="*/ 1267 w 1267"/>
                  <a:gd name="T1" fmla="*/ 731 h 765"/>
                  <a:gd name="T2" fmla="*/ 1266 w 1267"/>
                  <a:gd name="T3" fmla="*/ 765 h 765"/>
                  <a:gd name="T4" fmla="*/ 0 w 1267"/>
                  <a:gd name="T5" fmla="*/ 34 h 765"/>
                  <a:gd name="T6" fmla="*/ 1 w 1267"/>
                  <a:gd name="T7" fmla="*/ 0 h 765"/>
                  <a:gd name="T8" fmla="*/ 1267 w 1267"/>
                  <a:gd name="T9" fmla="*/ 731 h 765"/>
                </a:gdLst>
                <a:ahLst/>
                <a:cxnLst>
                  <a:cxn ang="0">
                    <a:pos x="T0" y="T1"/>
                  </a:cxn>
                  <a:cxn ang="0">
                    <a:pos x="T2" y="T3"/>
                  </a:cxn>
                  <a:cxn ang="0">
                    <a:pos x="T4" y="T5"/>
                  </a:cxn>
                  <a:cxn ang="0">
                    <a:pos x="T6" y="T7"/>
                  </a:cxn>
                  <a:cxn ang="0">
                    <a:pos x="T8" y="T9"/>
                  </a:cxn>
                </a:cxnLst>
                <a:rect l="0" t="0" r="r" b="b"/>
                <a:pathLst>
                  <a:path w="1267" h="765">
                    <a:moveTo>
                      <a:pt x="1267" y="731"/>
                    </a:moveTo>
                    <a:lnTo>
                      <a:pt x="1266" y="765"/>
                    </a:lnTo>
                    <a:lnTo>
                      <a:pt x="0" y="34"/>
                    </a:lnTo>
                    <a:lnTo>
                      <a:pt x="1" y="0"/>
                    </a:lnTo>
                    <a:lnTo>
                      <a:pt x="1267" y="731"/>
                    </a:lnTo>
                    <a:close/>
                  </a:path>
                </a:pathLst>
              </a:custGeom>
              <a:solidFill>
                <a:srgbClr val="8E9CE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7">
                <a:extLst>
                  <a:ext uri="{FF2B5EF4-FFF2-40B4-BE49-F238E27FC236}">
                    <a16:creationId xmlns:a16="http://schemas.microsoft.com/office/drawing/2014/main" id="{A7F680BA-BD6A-2C9E-A6EF-E103AE9B21F7}"/>
                  </a:ext>
                </a:extLst>
              </p:cNvPr>
              <p:cNvSpPr>
                <a:spLocks/>
              </p:cNvSpPr>
              <p:nvPr/>
            </p:nvSpPr>
            <p:spPr bwMode="auto">
              <a:xfrm>
                <a:off x="1347085" y="2364846"/>
                <a:ext cx="4005263" cy="2320925"/>
              </a:xfrm>
              <a:custGeom>
                <a:avLst/>
                <a:gdLst>
                  <a:gd name="T0" fmla="*/ 2523 w 2523"/>
                  <a:gd name="T1" fmla="*/ 731 h 1462"/>
                  <a:gd name="T2" fmla="*/ 1266 w 2523"/>
                  <a:gd name="T3" fmla="*/ 1462 h 1462"/>
                  <a:gd name="T4" fmla="*/ 0 w 2523"/>
                  <a:gd name="T5" fmla="*/ 731 h 1462"/>
                  <a:gd name="T6" fmla="*/ 1257 w 2523"/>
                  <a:gd name="T7" fmla="*/ 0 h 1462"/>
                  <a:gd name="T8" fmla="*/ 2523 w 2523"/>
                  <a:gd name="T9" fmla="*/ 731 h 1462"/>
                </a:gdLst>
                <a:ahLst/>
                <a:cxnLst>
                  <a:cxn ang="0">
                    <a:pos x="T0" y="T1"/>
                  </a:cxn>
                  <a:cxn ang="0">
                    <a:pos x="T2" y="T3"/>
                  </a:cxn>
                  <a:cxn ang="0">
                    <a:pos x="T4" y="T5"/>
                  </a:cxn>
                  <a:cxn ang="0">
                    <a:pos x="T6" y="T7"/>
                  </a:cxn>
                  <a:cxn ang="0">
                    <a:pos x="T8" y="T9"/>
                  </a:cxn>
                </a:cxnLst>
                <a:rect l="0" t="0" r="r" b="b"/>
                <a:pathLst>
                  <a:path w="2523" h="1462">
                    <a:moveTo>
                      <a:pt x="2523" y="731"/>
                    </a:moveTo>
                    <a:lnTo>
                      <a:pt x="1266" y="1462"/>
                    </a:lnTo>
                    <a:lnTo>
                      <a:pt x="0" y="731"/>
                    </a:lnTo>
                    <a:lnTo>
                      <a:pt x="1257" y="0"/>
                    </a:lnTo>
                    <a:lnTo>
                      <a:pt x="2523" y="731"/>
                    </a:lnTo>
                    <a:close/>
                  </a:path>
                </a:pathLst>
              </a:custGeom>
              <a:gradFill flip="none" rotWithShape="1">
                <a:gsLst>
                  <a:gs pos="100000">
                    <a:srgbClr val="CDD2F8"/>
                  </a:gs>
                  <a:gs pos="0">
                    <a:schemeClr val="bg1"/>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0" name="组合 9">
            <a:extLst>
              <a:ext uri="{FF2B5EF4-FFF2-40B4-BE49-F238E27FC236}">
                <a16:creationId xmlns:a16="http://schemas.microsoft.com/office/drawing/2014/main" id="{F1227467-BFE2-4BE2-CB15-564943993752}"/>
              </a:ext>
            </a:extLst>
          </p:cNvPr>
          <p:cNvGrpSpPr/>
          <p:nvPr/>
        </p:nvGrpSpPr>
        <p:grpSpPr>
          <a:xfrm>
            <a:off x="4205990" y="3697784"/>
            <a:ext cx="4006851" cy="1409700"/>
            <a:chOff x="3768657" y="859416"/>
            <a:chExt cx="4006851" cy="2569584"/>
          </a:xfrm>
        </p:grpSpPr>
        <p:sp>
          <p:nvSpPr>
            <p:cNvPr id="11" name="Freeform 7">
              <a:extLst>
                <a:ext uri="{FF2B5EF4-FFF2-40B4-BE49-F238E27FC236}">
                  <a16:creationId xmlns:a16="http://schemas.microsoft.com/office/drawing/2014/main" id="{4F0DC6F4-C13F-4989-02B3-547A8E91E4E7}"/>
                </a:ext>
              </a:extLst>
            </p:cNvPr>
            <p:cNvSpPr>
              <a:spLocks/>
            </p:cNvSpPr>
            <p:nvPr/>
          </p:nvSpPr>
          <p:spPr bwMode="auto">
            <a:xfrm>
              <a:off x="4140026" y="1537548"/>
              <a:ext cx="3264113" cy="1891452"/>
            </a:xfrm>
            <a:custGeom>
              <a:avLst/>
              <a:gdLst>
                <a:gd name="T0" fmla="*/ 2523 w 2523"/>
                <a:gd name="T1" fmla="*/ 731 h 1462"/>
                <a:gd name="T2" fmla="*/ 1266 w 2523"/>
                <a:gd name="T3" fmla="*/ 1462 h 1462"/>
                <a:gd name="T4" fmla="*/ 0 w 2523"/>
                <a:gd name="T5" fmla="*/ 731 h 1462"/>
                <a:gd name="T6" fmla="*/ 1257 w 2523"/>
                <a:gd name="T7" fmla="*/ 0 h 1462"/>
                <a:gd name="T8" fmla="*/ 2523 w 2523"/>
                <a:gd name="T9" fmla="*/ 731 h 1462"/>
              </a:gdLst>
              <a:ahLst/>
              <a:cxnLst>
                <a:cxn ang="0">
                  <a:pos x="T0" y="T1"/>
                </a:cxn>
                <a:cxn ang="0">
                  <a:pos x="T2" y="T3"/>
                </a:cxn>
                <a:cxn ang="0">
                  <a:pos x="T4" y="T5"/>
                </a:cxn>
                <a:cxn ang="0">
                  <a:pos x="T6" y="T7"/>
                </a:cxn>
                <a:cxn ang="0">
                  <a:pos x="T8" y="T9"/>
                </a:cxn>
              </a:cxnLst>
              <a:rect l="0" t="0" r="r" b="b"/>
              <a:pathLst>
                <a:path w="2523" h="1462">
                  <a:moveTo>
                    <a:pt x="2523" y="731"/>
                  </a:moveTo>
                  <a:lnTo>
                    <a:pt x="1266" y="1462"/>
                  </a:lnTo>
                  <a:lnTo>
                    <a:pt x="0" y="731"/>
                  </a:lnTo>
                  <a:lnTo>
                    <a:pt x="1257" y="0"/>
                  </a:lnTo>
                  <a:lnTo>
                    <a:pt x="2523" y="731"/>
                  </a:lnTo>
                  <a:close/>
                </a:path>
              </a:pathLst>
            </a:custGeom>
            <a:solidFill>
              <a:srgbClr val="E7EBFF">
                <a:alpha val="5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2" name="组合 11">
              <a:extLst>
                <a:ext uri="{FF2B5EF4-FFF2-40B4-BE49-F238E27FC236}">
                  <a16:creationId xmlns:a16="http://schemas.microsoft.com/office/drawing/2014/main" id="{4C9BF2F4-A94F-8820-9E55-2592CC618FE5}"/>
                </a:ext>
              </a:extLst>
            </p:cNvPr>
            <p:cNvGrpSpPr/>
            <p:nvPr/>
          </p:nvGrpSpPr>
          <p:grpSpPr>
            <a:xfrm>
              <a:off x="3768657" y="859416"/>
              <a:ext cx="4006851" cy="2374901"/>
              <a:chOff x="1345497" y="2364846"/>
              <a:chExt cx="4006851" cy="2374901"/>
            </a:xfrm>
          </p:grpSpPr>
          <p:sp>
            <p:nvSpPr>
              <p:cNvPr id="13" name="Freeform 5">
                <a:extLst>
                  <a:ext uri="{FF2B5EF4-FFF2-40B4-BE49-F238E27FC236}">
                    <a16:creationId xmlns:a16="http://schemas.microsoft.com/office/drawing/2014/main" id="{826B5BA0-B5B3-4C70-CFEA-C9DA454D0AFE}"/>
                  </a:ext>
                </a:extLst>
              </p:cNvPr>
              <p:cNvSpPr>
                <a:spLocks/>
              </p:cNvSpPr>
              <p:nvPr/>
            </p:nvSpPr>
            <p:spPr bwMode="auto">
              <a:xfrm>
                <a:off x="3355273" y="3525309"/>
                <a:ext cx="1997075" cy="1214438"/>
              </a:xfrm>
              <a:custGeom>
                <a:avLst/>
                <a:gdLst>
                  <a:gd name="T0" fmla="*/ 1258 w 1258"/>
                  <a:gd name="T1" fmla="*/ 0 h 765"/>
                  <a:gd name="T2" fmla="*/ 1258 w 1258"/>
                  <a:gd name="T3" fmla="*/ 34 h 765"/>
                  <a:gd name="T4" fmla="*/ 0 w 1258"/>
                  <a:gd name="T5" fmla="*/ 765 h 765"/>
                  <a:gd name="T6" fmla="*/ 1 w 1258"/>
                  <a:gd name="T7" fmla="*/ 731 h 765"/>
                  <a:gd name="T8" fmla="*/ 1258 w 1258"/>
                  <a:gd name="T9" fmla="*/ 0 h 765"/>
                </a:gdLst>
                <a:ahLst/>
                <a:cxnLst>
                  <a:cxn ang="0">
                    <a:pos x="T0" y="T1"/>
                  </a:cxn>
                  <a:cxn ang="0">
                    <a:pos x="T2" y="T3"/>
                  </a:cxn>
                  <a:cxn ang="0">
                    <a:pos x="T4" y="T5"/>
                  </a:cxn>
                  <a:cxn ang="0">
                    <a:pos x="T6" y="T7"/>
                  </a:cxn>
                  <a:cxn ang="0">
                    <a:pos x="T8" y="T9"/>
                  </a:cxn>
                </a:cxnLst>
                <a:rect l="0" t="0" r="r" b="b"/>
                <a:pathLst>
                  <a:path w="1258" h="765">
                    <a:moveTo>
                      <a:pt x="1258" y="0"/>
                    </a:moveTo>
                    <a:lnTo>
                      <a:pt x="1258" y="34"/>
                    </a:lnTo>
                    <a:lnTo>
                      <a:pt x="0" y="765"/>
                    </a:lnTo>
                    <a:lnTo>
                      <a:pt x="1" y="731"/>
                    </a:lnTo>
                    <a:lnTo>
                      <a:pt x="1258"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Freeform 6">
                <a:extLst>
                  <a:ext uri="{FF2B5EF4-FFF2-40B4-BE49-F238E27FC236}">
                    <a16:creationId xmlns:a16="http://schemas.microsoft.com/office/drawing/2014/main" id="{5E6BEEEC-9374-C81A-4ADA-9116A1288E3F}"/>
                  </a:ext>
                </a:extLst>
              </p:cNvPr>
              <p:cNvSpPr>
                <a:spLocks/>
              </p:cNvSpPr>
              <p:nvPr/>
            </p:nvSpPr>
            <p:spPr bwMode="auto">
              <a:xfrm>
                <a:off x="1345497" y="3525309"/>
                <a:ext cx="2011363" cy="1214438"/>
              </a:xfrm>
              <a:custGeom>
                <a:avLst/>
                <a:gdLst>
                  <a:gd name="T0" fmla="*/ 1267 w 1267"/>
                  <a:gd name="T1" fmla="*/ 731 h 765"/>
                  <a:gd name="T2" fmla="*/ 1266 w 1267"/>
                  <a:gd name="T3" fmla="*/ 765 h 765"/>
                  <a:gd name="T4" fmla="*/ 0 w 1267"/>
                  <a:gd name="T5" fmla="*/ 34 h 765"/>
                  <a:gd name="T6" fmla="*/ 1 w 1267"/>
                  <a:gd name="T7" fmla="*/ 0 h 765"/>
                  <a:gd name="T8" fmla="*/ 1267 w 1267"/>
                  <a:gd name="T9" fmla="*/ 731 h 765"/>
                </a:gdLst>
                <a:ahLst/>
                <a:cxnLst>
                  <a:cxn ang="0">
                    <a:pos x="T0" y="T1"/>
                  </a:cxn>
                  <a:cxn ang="0">
                    <a:pos x="T2" y="T3"/>
                  </a:cxn>
                  <a:cxn ang="0">
                    <a:pos x="T4" y="T5"/>
                  </a:cxn>
                  <a:cxn ang="0">
                    <a:pos x="T6" y="T7"/>
                  </a:cxn>
                  <a:cxn ang="0">
                    <a:pos x="T8" y="T9"/>
                  </a:cxn>
                </a:cxnLst>
                <a:rect l="0" t="0" r="r" b="b"/>
                <a:pathLst>
                  <a:path w="1267" h="765">
                    <a:moveTo>
                      <a:pt x="1267" y="731"/>
                    </a:moveTo>
                    <a:lnTo>
                      <a:pt x="1266" y="765"/>
                    </a:lnTo>
                    <a:lnTo>
                      <a:pt x="0" y="34"/>
                    </a:lnTo>
                    <a:lnTo>
                      <a:pt x="1" y="0"/>
                    </a:lnTo>
                    <a:lnTo>
                      <a:pt x="1267" y="731"/>
                    </a:lnTo>
                    <a:close/>
                  </a:path>
                </a:pathLst>
              </a:custGeom>
              <a:solidFill>
                <a:srgbClr val="8E9CE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7">
                <a:extLst>
                  <a:ext uri="{FF2B5EF4-FFF2-40B4-BE49-F238E27FC236}">
                    <a16:creationId xmlns:a16="http://schemas.microsoft.com/office/drawing/2014/main" id="{FADA52B1-0FCC-1E42-C17A-D940BE29A821}"/>
                  </a:ext>
                </a:extLst>
              </p:cNvPr>
              <p:cNvSpPr>
                <a:spLocks/>
              </p:cNvSpPr>
              <p:nvPr/>
            </p:nvSpPr>
            <p:spPr bwMode="auto">
              <a:xfrm>
                <a:off x="1347085" y="2364846"/>
                <a:ext cx="4005263" cy="2320925"/>
              </a:xfrm>
              <a:custGeom>
                <a:avLst/>
                <a:gdLst>
                  <a:gd name="T0" fmla="*/ 2523 w 2523"/>
                  <a:gd name="T1" fmla="*/ 731 h 1462"/>
                  <a:gd name="T2" fmla="*/ 1266 w 2523"/>
                  <a:gd name="T3" fmla="*/ 1462 h 1462"/>
                  <a:gd name="T4" fmla="*/ 0 w 2523"/>
                  <a:gd name="T5" fmla="*/ 731 h 1462"/>
                  <a:gd name="T6" fmla="*/ 1257 w 2523"/>
                  <a:gd name="T7" fmla="*/ 0 h 1462"/>
                  <a:gd name="T8" fmla="*/ 2523 w 2523"/>
                  <a:gd name="T9" fmla="*/ 731 h 1462"/>
                </a:gdLst>
                <a:ahLst/>
                <a:cxnLst>
                  <a:cxn ang="0">
                    <a:pos x="T0" y="T1"/>
                  </a:cxn>
                  <a:cxn ang="0">
                    <a:pos x="T2" y="T3"/>
                  </a:cxn>
                  <a:cxn ang="0">
                    <a:pos x="T4" y="T5"/>
                  </a:cxn>
                  <a:cxn ang="0">
                    <a:pos x="T6" y="T7"/>
                  </a:cxn>
                  <a:cxn ang="0">
                    <a:pos x="T8" y="T9"/>
                  </a:cxn>
                </a:cxnLst>
                <a:rect l="0" t="0" r="r" b="b"/>
                <a:pathLst>
                  <a:path w="2523" h="1462">
                    <a:moveTo>
                      <a:pt x="2523" y="731"/>
                    </a:moveTo>
                    <a:lnTo>
                      <a:pt x="1266" y="1462"/>
                    </a:lnTo>
                    <a:lnTo>
                      <a:pt x="0" y="731"/>
                    </a:lnTo>
                    <a:lnTo>
                      <a:pt x="1257" y="0"/>
                    </a:lnTo>
                    <a:lnTo>
                      <a:pt x="2523" y="731"/>
                    </a:lnTo>
                    <a:close/>
                  </a:path>
                </a:pathLst>
              </a:custGeom>
              <a:gradFill flip="none" rotWithShape="1">
                <a:gsLst>
                  <a:gs pos="100000">
                    <a:srgbClr val="CDD2F8"/>
                  </a:gs>
                  <a:gs pos="0">
                    <a:schemeClr val="bg1"/>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9" name="组合 8">
            <a:extLst>
              <a:ext uri="{FF2B5EF4-FFF2-40B4-BE49-F238E27FC236}">
                <a16:creationId xmlns:a16="http://schemas.microsoft.com/office/drawing/2014/main" id="{E21FBC11-4FDD-F3B9-0A2C-EB68D4AEEAC2}"/>
              </a:ext>
            </a:extLst>
          </p:cNvPr>
          <p:cNvGrpSpPr/>
          <p:nvPr/>
        </p:nvGrpSpPr>
        <p:grpSpPr>
          <a:xfrm>
            <a:off x="4205990" y="2179320"/>
            <a:ext cx="4006851" cy="1409700"/>
            <a:chOff x="3768657" y="859416"/>
            <a:chExt cx="4006851" cy="2569584"/>
          </a:xfrm>
        </p:grpSpPr>
        <p:sp>
          <p:nvSpPr>
            <p:cNvPr id="4" name="Freeform 7">
              <a:extLst>
                <a:ext uri="{FF2B5EF4-FFF2-40B4-BE49-F238E27FC236}">
                  <a16:creationId xmlns:a16="http://schemas.microsoft.com/office/drawing/2014/main" id="{8700F60C-9D90-DB04-E741-34D9CEA5E247}"/>
                </a:ext>
              </a:extLst>
            </p:cNvPr>
            <p:cNvSpPr>
              <a:spLocks/>
            </p:cNvSpPr>
            <p:nvPr/>
          </p:nvSpPr>
          <p:spPr bwMode="auto">
            <a:xfrm>
              <a:off x="4140026" y="1537548"/>
              <a:ext cx="3264113" cy="1891452"/>
            </a:xfrm>
            <a:custGeom>
              <a:avLst/>
              <a:gdLst>
                <a:gd name="T0" fmla="*/ 2523 w 2523"/>
                <a:gd name="T1" fmla="*/ 731 h 1462"/>
                <a:gd name="T2" fmla="*/ 1266 w 2523"/>
                <a:gd name="T3" fmla="*/ 1462 h 1462"/>
                <a:gd name="T4" fmla="*/ 0 w 2523"/>
                <a:gd name="T5" fmla="*/ 731 h 1462"/>
                <a:gd name="T6" fmla="*/ 1257 w 2523"/>
                <a:gd name="T7" fmla="*/ 0 h 1462"/>
                <a:gd name="T8" fmla="*/ 2523 w 2523"/>
                <a:gd name="T9" fmla="*/ 731 h 1462"/>
              </a:gdLst>
              <a:ahLst/>
              <a:cxnLst>
                <a:cxn ang="0">
                  <a:pos x="T0" y="T1"/>
                </a:cxn>
                <a:cxn ang="0">
                  <a:pos x="T2" y="T3"/>
                </a:cxn>
                <a:cxn ang="0">
                  <a:pos x="T4" y="T5"/>
                </a:cxn>
                <a:cxn ang="0">
                  <a:pos x="T6" y="T7"/>
                </a:cxn>
                <a:cxn ang="0">
                  <a:pos x="T8" y="T9"/>
                </a:cxn>
              </a:cxnLst>
              <a:rect l="0" t="0" r="r" b="b"/>
              <a:pathLst>
                <a:path w="2523" h="1462">
                  <a:moveTo>
                    <a:pt x="2523" y="731"/>
                  </a:moveTo>
                  <a:lnTo>
                    <a:pt x="1266" y="1462"/>
                  </a:lnTo>
                  <a:lnTo>
                    <a:pt x="0" y="731"/>
                  </a:lnTo>
                  <a:lnTo>
                    <a:pt x="1257" y="0"/>
                  </a:lnTo>
                  <a:lnTo>
                    <a:pt x="2523" y="731"/>
                  </a:lnTo>
                  <a:close/>
                </a:path>
              </a:pathLst>
            </a:custGeom>
            <a:solidFill>
              <a:srgbClr val="E7EBFF">
                <a:alpha val="5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a:extLst>
                <a:ext uri="{FF2B5EF4-FFF2-40B4-BE49-F238E27FC236}">
                  <a16:creationId xmlns:a16="http://schemas.microsoft.com/office/drawing/2014/main" id="{0107DF16-D931-6FAF-DE6A-7E1CB14F9FE8}"/>
                </a:ext>
              </a:extLst>
            </p:cNvPr>
            <p:cNvGrpSpPr/>
            <p:nvPr/>
          </p:nvGrpSpPr>
          <p:grpSpPr>
            <a:xfrm>
              <a:off x="3768657" y="859416"/>
              <a:ext cx="4006851" cy="2374901"/>
              <a:chOff x="1345497" y="2364846"/>
              <a:chExt cx="4006851" cy="2374901"/>
            </a:xfrm>
          </p:grpSpPr>
          <p:sp>
            <p:nvSpPr>
              <p:cNvPr id="6" name="Freeform 5">
                <a:extLst>
                  <a:ext uri="{FF2B5EF4-FFF2-40B4-BE49-F238E27FC236}">
                    <a16:creationId xmlns:a16="http://schemas.microsoft.com/office/drawing/2014/main" id="{E1FF2D2D-6BAE-385D-AB92-69651C374BDC}"/>
                  </a:ext>
                </a:extLst>
              </p:cNvPr>
              <p:cNvSpPr>
                <a:spLocks/>
              </p:cNvSpPr>
              <p:nvPr/>
            </p:nvSpPr>
            <p:spPr bwMode="auto">
              <a:xfrm>
                <a:off x="3355273" y="3525309"/>
                <a:ext cx="1997075" cy="1214438"/>
              </a:xfrm>
              <a:custGeom>
                <a:avLst/>
                <a:gdLst>
                  <a:gd name="T0" fmla="*/ 1258 w 1258"/>
                  <a:gd name="T1" fmla="*/ 0 h 765"/>
                  <a:gd name="T2" fmla="*/ 1258 w 1258"/>
                  <a:gd name="T3" fmla="*/ 34 h 765"/>
                  <a:gd name="T4" fmla="*/ 0 w 1258"/>
                  <a:gd name="T5" fmla="*/ 765 h 765"/>
                  <a:gd name="T6" fmla="*/ 1 w 1258"/>
                  <a:gd name="T7" fmla="*/ 731 h 765"/>
                  <a:gd name="T8" fmla="*/ 1258 w 1258"/>
                  <a:gd name="T9" fmla="*/ 0 h 765"/>
                </a:gdLst>
                <a:ahLst/>
                <a:cxnLst>
                  <a:cxn ang="0">
                    <a:pos x="T0" y="T1"/>
                  </a:cxn>
                  <a:cxn ang="0">
                    <a:pos x="T2" y="T3"/>
                  </a:cxn>
                  <a:cxn ang="0">
                    <a:pos x="T4" y="T5"/>
                  </a:cxn>
                  <a:cxn ang="0">
                    <a:pos x="T6" y="T7"/>
                  </a:cxn>
                  <a:cxn ang="0">
                    <a:pos x="T8" y="T9"/>
                  </a:cxn>
                </a:cxnLst>
                <a:rect l="0" t="0" r="r" b="b"/>
                <a:pathLst>
                  <a:path w="1258" h="765">
                    <a:moveTo>
                      <a:pt x="1258" y="0"/>
                    </a:moveTo>
                    <a:lnTo>
                      <a:pt x="1258" y="34"/>
                    </a:lnTo>
                    <a:lnTo>
                      <a:pt x="0" y="765"/>
                    </a:lnTo>
                    <a:lnTo>
                      <a:pt x="1" y="731"/>
                    </a:lnTo>
                    <a:lnTo>
                      <a:pt x="1258" y="0"/>
                    </a:lnTo>
                    <a:close/>
                  </a:path>
                </a:pathLst>
              </a:custGeom>
              <a:solidFill>
                <a:srgbClr val="3749C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Freeform 6">
                <a:extLst>
                  <a:ext uri="{FF2B5EF4-FFF2-40B4-BE49-F238E27FC236}">
                    <a16:creationId xmlns:a16="http://schemas.microsoft.com/office/drawing/2014/main" id="{031F48AC-BAAC-7B8F-D340-C39252DB87E0}"/>
                  </a:ext>
                </a:extLst>
              </p:cNvPr>
              <p:cNvSpPr>
                <a:spLocks/>
              </p:cNvSpPr>
              <p:nvPr/>
            </p:nvSpPr>
            <p:spPr bwMode="auto">
              <a:xfrm>
                <a:off x="1345497" y="3525309"/>
                <a:ext cx="2011363" cy="1214438"/>
              </a:xfrm>
              <a:custGeom>
                <a:avLst/>
                <a:gdLst>
                  <a:gd name="T0" fmla="*/ 1267 w 1267"/>
                  <a:gd name="T1" fmla="*/ 731 h 765"/>
                  <a:gd name="T2" fmla="*/ 1266 w 1267"/>
                  <a:gd name="T3" fmla="*/ 765 h 765"/>
                  <a:gd name="T4" fmla="*/ 0 w 1267"/>
                  <a:gd name="T5" fmla="*/ 34 h 765"/>
                  <a:gd name="T6" fmla="*/ 1 w 1267"/>
                  <a:gd name="T7" fmla="*/ 0 h 765"/>
                  <a:gd name="T8" fmla="*/ 1267 w 1267"/>
                  <a:gd name="T9" fmla="*/ 731 h 765"/>
                </a:gdLst>
                <a:ahLst/>
                <a:cxnLst>
                  <a:cxn ang="0">
                    <a:pos x="T0" y="T1"/>
                  </a:cxn>
                  <a:cxn ang="0">
                    <a:pos x="T2" y="T3"/>
                  </a:cxn>
                  <a:cxn ang="0">
                    <a:pos x="T4" y="T5"/>
                  </a:cxn>
                  <a:cxn ang="0">
                    <a:pos x="T6" y="T7"/>
                  </a:cxn>
                  <a:cxn ang="0">
                    <a:pos x="T8" y="T9"/>
                  </a:cxn>
                </a:cxnLst>
                <a:rect l="0" t="0" r="r" b="b"/>
                <a:pathLst>
                  <a:path w="1267" h="765">
                    <a:moveTo>
                      <a:pt x="1267" y="731"/>
                    </a:moveTo>
                    <a:lnTo>
                      <a:pt x="1266" y="765"/>
                    </a:lnTo>
                    <a:lnTo>
                      <a:pt x="0" y="34"/>
                    </a:lnTo>
                    <a:lnTo>
                      <a:pt x="1" y="0"/>
                    </a:lnTo>
                    <a:lnTo>
                      <a:pt x="1267" y="731"/>
                    </a:lnTo>
                    <a:close/>
                  </a:path>
                </a:pathLst>
              </a:custGeom>
              <a:solidFill>
                <a:srgbClr val="8E9CE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Freeform 7">
                <a:extLst>
                  <a:ext uri="{FF2B5EF4-FFF2-40B4-BE49-F238E27FC236}">
                    <a16:creationId xmlns:a16="http://schemas.microsoft.com/office/drawing/2014/main" id="{2CE2CFA6-BC07-80F6-998F-52C72E4D3FB2}"/>
                  </a:ext>
                </a:extLst>
              </p:cNvPr>
              <p:cNvSpPr>
                <a:spLocks/>
              </p:cNvSpPr>
              <p:nvPr/>
            </p:nvSpPr>
            <p:spPr bwMode="auto">
              <a:xfrm>
                <a:off x="1347085" y="2364846"/>
                <a:ext cx="4005263" cy="2320925"/>
              </a:xfrm>
              <a:custGeom>
                <a:avLst/>
                <a:gdLst>
                  <a:gd name="T0" fmla="*/ 2523 w 2523"/>
                  <a:gd name="T1" fmla="*/ 731 h 1462"/>
                  <a:gd name="T2" fmla="*/ 1266 w 2523"/>
                  <a:gd name="T3" fmla="*/ 1462 h 1462"/>
                  <a:gd name="T4" fmla="*/ 0 w 2523"/>
                  <a:gd name="T5" fmla="*/ 731 h 1462"/>
                  <a:gd name="T6" fmla="*/ 1257 w 2523"/>
                  <a:gd name="T7" fmla="*/ 0 h 1462"/>
                  <a:gd name="T8" fmla="*/ 2523 w 2523"/>
                  <a:gd name="T9" fmla="*/ 731 h 1462"/>
                </a:gdLst>
                <a:ahLst/>
                <a:cxnLst>
                  <a:cxn ang="0">
                    <a:pos x="T0" y="T1"/>
                  </a:cxn>
                  <a:cxn ang="0">
                    <a:pos x="T2" y="T3"/>
                  </a:cxn>
                  <a:cxn ang="0">
                    <a:pos x="T4" y="T5"/>
                  </a:cxn>
                  <a:cxn ang="0">
                    <a:pos x="T6" y="T7"/>
                  </a:cxn>
                  <a:cxn ang="0">
                    <a:pos x="T8" y="T9"/>
                  </a:cxn>
                </a:cxnLst>
                <a:rect l="0" t="0" r="r" b="b"/>
                <a:pathLst>
                  <a:path w="2523" h="1462">
                    <a:moveTo>
                      <a:pt x="2523" y="731"/>
                    </a:moveTo>
                    <a:lnTo>
                      <a:pt x="1266" y="1462"/>
                    </a:lnTo>
                    <a:lnTo>
                      <a:pt x="0" y="731"/>
                    </a:lnTo>
                    <a:lnTo>
                      <a:pt x="1257" y="0"/>
                    </a:lnTo>
                    <a:lnTo>
                      <a:pt x="2523" y="731"/>
                    </a:lnTo>
                    <a:close/>
                  </a:path>
                </a:pathLst>
              </a:custGeom>
              <a:gradFill flip="none" rotWithShape="1">
                <a:gsLst>
                  <a:gs pos="100000">
                    <a:srgbClr val="CDD2F8"/>
                  </a:gs>
                  <a:gs pos="0">
                    <a:schemeClr val="bg1"/>
                  </a:gs>
                </a:gsLst>
                <a:lin ang="162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51" name="组合 50">
            <a:extLst>
              <a:ext uri="{FF2B5EF4-FFF2-40B4-BE49-F238E27FC236}">
                <a16:creationId xmlns:a16="http://schemas.microsoft.com/office/drawing/2014/main" id="{20D67627-0500-3F05-BC96-12CEE2FB3E99}"/>
              </a:ext>
            </a:extLst>
          </p:cNvPr>
          <p:cNvGrpSpPr/>
          <p:nvPr/>
        </p:nvGrpSpPr>
        <p:grpSpPr>
          <a:xfrm>
            <a:off x="3908357" y="1329543"/>
            <a:ext cx="4602116" cy="410243"/>
            <a:chOff x="3908357" y="1257495"/>
            <a:chExt cx="4602116" cy="410243"/>
          </a:xfrm>
        </p:grpSpPr>
        <p:grpSp>
          <p:nvGrpSpPr>
            <p:cNvPr id="23" name="组合 22">
              <a:extLst>
                <a:ext uri="{FF2B5EF4-FFF2-40B4-BE49-F238E27FC236}">
                  <a16:creationId xmlns:a16="http://schemas.microsoft.com/office/drawing/2014/main" id="{E18658F1-EF05-D529-511C-D9539BCE9146}"/>
                </a:ext>
              </a:extLst>
            </p:cNvPr>
            <p:cNvGrpSpPr/>
            <p:nvPr/>
          </p:nvGrpSpPr>
          <p:grpSpPr>
            <a:xfrm>
              <a:off x="3908357" y="1257495"/>
              <a:ext cx="857816" cy="410243"/>
              <a:chOff x="7866731" y="1005790"/>
              <a:chExt cx="1169117" cy="889789"/>
            </a:xfrm>
          </p:grpSpPr>
          <p:sp>
            <p:nvSpPr>
              <p:cNvPr id="28" name="菱形 27">
                <a:extLst>
                  <a:ext uri="{FF2B5EF4-FFF2-40B4-BE49-F238E27FC236}">
                    <a16:creationId xmlns:a16="http://schemas.microsoft.com/office/drawing/2014/main" id="{2C052EEB-44B4-1CCE-69A4-A8A371C3E41D}"/>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29" name="组合 28">
                <a:extLst>
                  <a:ext uri="{FF2B5EF4-FFF2-40B4-BE49-F238E27FC236}">
                    <a16:creationId xmlns:a16="http://schemas.microsoft.com/office/drawing/2014/main" id="{2DF9D222-8A96-1264-AD37-451635A81B86}"/>
                  </a:ext>
                </a:extLst>
              </p:cNvPr>
              <p:cNvGrpSpPr/>
              <p:nvPr/>
            </p:nvGrpSpPr>
            <p:grpSpPr>
              <a:xfrm>
                <a:off x="7979430" y="1005790"/>
                <a:ext cx="943718" cy="796775"/>
                <a:chOff x="8056563" y="1092200"/>
                <a:chExt cx="1641476" cy="1385888"/>
              </a:xfrm>
            </p:grpSpPr>
            <p:sp>
              <p:nvSpPr>
                <p:cNvPr id="30" name="Freeform 18">
                  <a:extLst>
                    <a:ext uri="{FF2B5EF4-FFF2-40B4-BE49-F238E27FC236}">
                      <a16:creationId xmlns:a16="http://schemas.microsoft.com/office/drawing/2014/main" id="{2EB9DE97-223A-B270-4C53-1450DE96255F}"/>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19">
                  <a:extLst>
                    <a:ext uri="{FF2B5EF4-FFF2-40B4-BE49-F238E27FC236}">
                      <a16:creationId xmlns:a16="http://schemas.microsoft.com/office/drawing/2014/main" id="{06F53174-40F7-3E4C-DA73-FDAAB948C805}"/>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Freeform 20">
                  <a:extLst>
                    <a:ext uri="{FF2B5EF4-FFF2-40B4-BE49-F238E27FC236}">
                      <a16:creationId xmlns:a16="http://schemas.microsoft.com/office/drawing/2014/main" id="{7E34A724-0E6E-3606-A3F4-5233DDEF74FB}"/>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flip="none" rotWithShape="1">
                  <a:gsLst>
                    <a:gs pos="0">
                      <a:srgbClr val="3749CC"/>
                    </a:gs>
                    <a:gs pos="100000">
                      <a:srgbClr val="8E9CEF"/>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3" name="组合 32">
              <a:extLst>
                <a:ext uri="{FF2B5EF4-FFF2-40B4-BE49-F238E27FC236}">
                  <a16:creationId xmlns:a16="http://schemas.microsoft.com/office/drawing/2014/main" id="{69EDA8E4-A7D3-8246-CA6F-839B08B01A08}"/>
                </a:ext>
              </a:extLst>
            </p:cNvPr>
            <p:cNvGrpSpPr/>
            <p:nvPr/>
          </p:nvGrpSpPr>
          <p:grpSpPr>
            <a:xfrm>
              <a:off x="5156457" y="1257495"/>
              <a:ext cx="857816" cy="410243"/>
              <a:chOff x="7866731" y="1005790"/>
              <a:chExt cx="1169117" cy="889789"/>
            </a:xfrm>
          </p:grpSpPr>
          <p:sp>
            <p:nvSpPr>
              <p:cNvPr id="34" name="菱形 33">
                <a:extLst>
                  <a:ext uri="{FF2B5EF4-FFF2-40B4-BE49-F238E27FC236}">
                    <a16:creationId xmlns:a16="http://schemas.microsoft.com/office/drawing/2014/main" id="{6F5C6A7F-A6F8-E763-FD2D-299484CB369D}"/>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35" name="组合 34">
                <a:extLst>
                  <a:ext uri="{FF2B5EF4-FFF2-40B4-BE49-F238E27FC236}">
                    <a16:creationId xmlns:a16="http://schemas.microsoft.com/office/drawing/2014/main" id="{6FF89C6A-F5B7-BB14-3E8D-A58B957130CB}"/>
                  </a:ext>
                </a:extLst>
              </p:cNvPr>
              <p:cNvGrpSpPr/>
              <p:nvPr/>
            </p:nvGrpSpPr>
            <p:grpSpPr>
              <a:xfrm>
                <a:off x="7979430" y="1005790"/>
                <a:ext cx="943718" cy="796775"/>
                <a:chOff x="8056563" y="1092200"/>
                <a:chExt cx="1641476" cy="1385888"/>
              </a:xfrm>
            </p:grpSpPr>
            <p:sp>
              <p:nvSpPr>
                <p:cNvPr id="36" name="Freeform 18">
                  <a:extLst>
                    <a:ext uri="{FF2B5EF4-FFF2-40B4-BE49-F238E27FC236}">
                      <a16:creationId xmlns:a16="http://schemas.microsoft.com/office/drawing/2014/main" id="{CAF1A7FC-4DD2-2F22-66C2-6928D59CF776}"/>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19">
                  <a:extLst>
                    <a:ext uri="{FF2B5EF4-FFF2-40B4-BE49-F238E27FC236}">
                      <a16:creationId xmlns:a16="http://schemas.microsoft.com/office/drawing/2014/main" id="{28899C61-BB5C-2AB6-EAD7-6FD57D42CBF7}"/>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20">
                  <a:extLst>
                    <a:ext uri="{FF2B5EF4-FFF2-40B4-BE49-F238E27FC236}">
                      <a16:creationId xmlns:a16="http://schemas.microsoft.com/office/drawing/2014/main" id="{963ABADB-CCE4-2649-67FF-2047C1F459BE}"/>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flip="none" rotWithShape="1">
                  <a:gsLst>
                    <a:gs pos="0">
                      <a:srgbClr val="3749CC"/>
                    </a:gs>
                    <a:gs pos="100000">
                      <a:srgbClr val="8E9CEF"/>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9" name="组合 38">
              <a:extLst>
                <a:ext uri="{FF2B5EF4-FFF2-40B4-BE49-F238E27FC236}">
                  <a16:creationId xmlns:a16="http://schemas.microsoft.com/office/drawing/2014/main" id="{CDB32E32-CAE9-0EA9-6A95-09C047EDF2E6}"/>
                </a:ext>
              </a:extLst>
            </p:cNvPr>
            <p:cNvGrpSpPr/>
            <p:nvPr/>
          </p:nvGrpSpPr>
          <p:grpSpPr>
            <a:xfrm>
              <a:off x="6404557" y="1257495"/>
              <a:ext cx="857816" cy="410243"/>
              <a:chOff x="7866731" y="1005790"/>
              <a:chExt cx="1169117" cy="889789"/>
            </a:xfrm>
          </p:grpSpPr>
          <p:sp>
            <p:nvSpPr>
              <p:cNvPr id="40" name="菱形 39">
                <a:extLst>
                  <a:ext uri="{FF2B5EF4-FFF2-40B4-BE49-F238E27FC236}">
                    <a16:creationId xmlns:a16="http://schemas.microsoft.com/office/drawing/2014/main" id="{702D66CB-D811-BE8E-1676-4E92694289EF}"/>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41" name="组合 40">
                <a:extLst>
                  <a:ext uri="{FF2B5EF4-FFF2-40B4-BE49-F238E27FC236}">
                    <a16:creationId xmlns:a16="http://schemas.microsoft.com/office/drawing/2014/main" id="{6FF9A2BF-6840-D62B-0AE1-6B6709AD5408}"/>
                  </a:ext>
                </a:extLst>
              </p:cNvPr>
              <p:cNvGrpSpPr/>
              <p:nvPr/>
            </p:nvGrpSpPr>
            <p:grpSpPr>
              <a:xfrm>
                <a:off x="7979430" y="1005790"/>
                <a:ext cx="943718" cy="796775"/>
                <a:chOff x="8056563" y="1092200"/>
                <a:chExt cx="1641476" cy="1385888"/>
              </a:xfrm>
            </p:grpSpPr>
            <p:sp>
              <p:nvSpPr>
                <p:cNvPr id="42" name="Freeform 18">
                  <a:extLst>
                    <a:ext uri="{FF2B5EF4-FFF2-40B4-BE49-F238E27FC236}">
                      <a16:creationId xmlns:a16="http://schemas.microsoft.com/office/drawing/2014/main" id="{19027D33-3F06-2531-34A4-36E2823050EC}"/>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Freeform 19">
                  <a:extLst>
                    <a:ext uri="{FF2B5EF4-FFF2-40B4-BE49-F238E27FC236}">
                      <a16:creationId xmlns:a16="http://schemas.microsoft.com/office/drawing/2014/main" id="{DC563166-2C99-DE4E-86B5-61DAB56C7687}"/>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20">
                  <a:extLst>
                    <a:ext uri="{FF2B5EF4-FFF2-40B4-BE49-F238E27FC236}">
                      <a16:creationId xmlns:a16="http://schemas.microsoft.com/office/drawing/2014/main" id="{E629D412-6E38-50B4-6247-ABCFAC96025B}"/>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flip="none" rotWithShape="1">
                  <a:gsLst>
                    <a:gs pos="0">
                      <a:srgbClr val="3749CC"/>
                    </a:gs>
                    <a:gs pos="100000">
                      <a:srgbClr val="8E9CEF"/>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45" name="组合 44">
              <a:extLst>
                <a:ext uri="{FF2B5EF4-FFF2-40B4-BE49-F238E27FC236}">
                  <a16:creationId xmlns:a16="http://schemas.microsoft.com/office/drawing/2014/main" id="{3AC95C4C-DBD3-6168-C9F3-BF5C31543318}"/>
                </a:ext>
              </a:extLst>
            </p:cNvPr>
            <p:cNvGrpSpPr/>
            <p:nvPr/>
          </p:nvGrpSpPr>
          <p:grpSpPr>
            <a:xfrm>
              <a:off x="7652657" y="1257495"/>
              <a:ext cx="857816" cy="410243"/>
              <a:chOff x="7866731" y="1005790"/>
              <a:chExt cx="1169117" cy="889789"/>
            </a:xfrm>
          </p:grpSpPr>
          <p:sp>
            <p:nvSpPr>
              <p:cNvPr id="46" name="菱形 45">
                <a:extLst>
                  <a:ext uri="{FF2B5EF4-FFF2-40B4-BE49-F238E27FC236}">
                    <a16:creationId xmlns:a16="http://schemas.microsoft.com/office/drawing/2014/main" id="{D919AE7A-4E6E-FA14-61A9-E316585413C5}"/>
                  </a:ext>
                </a:extLst>
              </p:cNvPr>
              <p:cNvSpPr/>
              <p:nvPr/>
            </p:nvSpPr>
            <p:spPr>
              <a:xfrm>
                <a:off x="7866731" y="1247010"/>
                <a:ext cx="1169117" cy="648569"/>
              </a:xfrm>
              <a:prstGeom prst="diamond">
                <a:avLst/>
              </a:prstGeom>
              <a:solidFill>
                <a:srgbClr val="E7EBFF"/>
              </a:solidFill>
              <a:ln>
                <a:solidFill>
                  <a:srgbClr val="B1BBFE"/>
                </a:solidFill>
              </a:ln>
            </p:spPr>
            <p:txBody>
              <a:bodyPr vert="horz" wrap="square" lIns="91440" tIns="45720" rIns="91440" bIns="45720" numCol="1" anchor="t" anchorCtr="0" compatLnSpc="1">
                <a:prstTxWarp prst="textNoShape">
                  <a:avLst/>
                </a:prstTxWarp>
              </a:bodyPr>
              <a:lstStyle/>
              <a:p>
                <a:endParaRPr lang="zh-CN" altLang="en-US">
                  <a:solidFill>
                    <a:schemeClr val="tx1"/>
                  </a:solidFill>
                  <a:latin typeface="HarmonyOS Sans SC Medium" panose="00000600000000000000" pitchFamily="2" charset="-122"/>
                  <a:ea typeface="HarmonyOS Sans SC Medium" panose="00000600000000000000" pitchFamily="2" charset="-122"/>
                </a:endParaRPr>
              </a:p>
            </p:txBody>
          </p:sp>
          <p:grpSp>
            <p:nvGrpSpPr>
              <p:cNvPr id="47" name="组合 46">
                <a:extLst>
                  <a:ext uri="{FF2B5EF4-FFF2-40B4-BE49-F238E27FC236}">
                    <a16:creationId xmlns:a16="http://schemas.microsoft.com/office/drawing/2014/main" id="{056B8C7D-550F-99DB-0845-F3C6F70BE378}"/>
                  </a:ext>
                </a:extLst>
              </p:cNvPr>
              <p:cNvGrpSpPr/>
              <p:nvPr/>
            </p:nvGrpSpPr>
            <p:grpSpPr>
              <a:xfrm>
                <a:off x="7979430" y="1005790"/>
                <a:ext cx="943718" cy="796775"/>
                <a:chOff x="8056563" y="1092200"/>
                <a:chExt cx="1641476" cy="1385888"/>
              </a:xfrm>
            </p:grpSpPr>
            <p:sp>
              <p:nvSpPr>
                <p:cNvPr id="48" name="Freeform 18">
                  <a:extLst>
                    <a:ext uri="{FF2B5EF4-FFF2-40B4-BE49-F238E27FC236}">
                      <a16:creationId xmlns:a16="http://schemas.microsoft.com/office/drawing/2014/main" id="{68299A77-C059-18C4-DFE3-749DD1ED2DD2}"/>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solidFill>
                  <a:srgbClr val="3749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19">
                  <a:extLst>
                    <a:ext uri="{FF2B5EF4-FFF2-40B4-BE49-F238E27FC236}">
                      <a16:creationId xmlns:a16="http://schemas.microsoft.com/office/drawing/2014/main" id="{04D40DA4-044E-60DC-5CF3-52BD276C71E0}"/>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solidFill>
                  <a:srgbClr val="8E9C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20">
                  <a:extLst>
                    <a:ext uri="{FF2B5EF4-FFF2-40B4-BE49-F238E27FC236}">
                      <a16:creationId xmlns:a16="http://schemas.microsoft.com/office/drawing/2014/main" id="{5C5B97A3-A891-A010-2879-8DD9F7BC33BA}"/>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flip="none" rotWithShape="1">
                  <a:gsLst>
                    <a:gs pos="0">
                      <a:srgbClr val="3749CC"/>
                    </a:gs>
                    <a:gs pos="100000">
                      <a:srgbClr val="8E9CEF"/>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118" name="组合 117">
            <a:extLst>
              <a:ext uri="{FF2B5EF4-FFF2-40B4-BE49-F238E27FC236}">
                <a16:creationId xmlns:a16="http://schemas.microsoft.com/office/drawing/2014/main" id="{5F95386A-4566-FBAB-789D-3610C6DC4B67}"/>
              </a:ext>
            </a:extLst>
          </p:cNvPr>
          <p:cNvGrpSpPr/>
          <p:nvPr/>
        </p:nvGrpSpPr>
        <p:grpSpPr>
          <a:xfrm>
            <a:off x="4842966" y="2448968"/>
            <a:ext cx="2732899" cy="438618"/>
            <a:chOff x="4862721" y="1991768"/>
            <a:chExt cx="2732899" cy="438618"/>
          </a:xfrm>
        </p:grpSpPr>
        <p:grpSp>
          <p:nvGrpSpPr>
            <p:cNvPr id="93" name="组合 92">
              <a:extLst>
                <a:ext uri="{FF2B5EF4-FFF2-40B4-BE49-F238E27FC236}">
                  <a16:creationId xmlns:a16="http://schemas.microsoft.com/office/drawing/2014/main" id="{18C46DB5-2028-A77C-D763-B0EB6A2CCE7E}"/>
                </a:ext>
              </a:extLst>
            </p:cNvPr>
            <p:cNvGrpSpPr/>
            <p:nvPr/>
          </p:nvGrpSpPr>
          <p:grpSpPr>
            <a:xfrm>
              <a:off x="4862721" y="1991768"/>
              <a:ext cx="816583" cy="438618"/>
              <a:chOff x="8056563" y="1092200"/>
              <a:chExt cx="1641476" cy="1385888"/>
            </a:xfrm>
            <a:effectLst>
              <a:outerShdw blurRad="165100" dist="38100" dir="4140000" sx="89000" sy="89000" rotWithShape="0">
                <a:srgbClr val="3749CC">
                  <a:alpha val="39000"/>
                </a:srgbClr>
              </a:outerShdw>
            </a:effectLst>
          </p:grpSpPr>
          <p:sp>
            <p:nvSpPr>
              <p:cNvPr id="94" name="Freeform 18">
                <a:extLst>
                  <a:ext uri="{FF2B5EF4-FFF2-40B4-BE49-F238E27FC236}">
                    <a16:creationId xmlns:a16="http://schemas.microsoft.com/office/drawing/2014/main" id="{E32F7ADA-1189-F7B8-4272-096225E087EB}"/>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19">
                <a:extLst>
                  <a:ext uri="{FF2B5EF4-FFF2-40B4-BE49-F238E27FC236}">
                    <a16:creationId xmlns:a16="http://schemas.microsoft.com/office/drawing/2014/main" id="{27C886A2-9A36-49BE-575B-B43E01736D5D}"/>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Freeform 20">
                <a:extLst>
                  <a:ext uri="{FF2B5EF4-FFF2-40B4-BE49-F238E27FC236}">
                    <a16:creationId xmlns:a16="http://schemas.microsoft.com/office/drawing/2014/main" id="{7FD4A87B-67CA-D69B-6C9B-894155E46C76}"/>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7" name="组合 96">
              <a:extLst>
                <a:ext uri="{FF2B5EF4-FFF2-40B4-BE49-F238E27FC236}">
                  <a16:creationId xmlns:a16="http://schemas.microsoft.com/office/drawing/2014/main" id="{C96280BB-34C8-B3B4-7C7D-91EE4F4B8E86}"/>
                </a:ext>
              </a:extLst>
            </p:cNvPr>
            <p:cNvGrpSpPr/>
            <p:nvPr/>
          </p:nvGrpSpPr>
          <p:grpSpPr>
            <a:xfrm>
              <a:off x="5820879" y="1991768"/>
              <a:ext cx="816583" cy="438618"/>
              <a:chOff x="8056563" y="1092200"/>
              <a:chExt cx="1641476" cy="1385888"/>
            </a:xfrm>
            <a:effectLst>
              <a:outerShdw blurRad="165100" dist="38100" dir="4140000" sx="89000" sy="89000" rotWithShape="0">
                <a:srgbClr val="3749CC">
                  <a:alpha val="39000"/>
                </a:srgbClr>
              </a:outerShdw>
            </a:effectLst>
          </p:grpSpPr>
          <p:sp>
            <p:nvSpPr>
              <p:cNvPr id="98" name="Freeform 18">
                <a:extLst>
                  <a:ext uri="{FF2B5EF4-FFF2-40B4-BE49-F238E27FC236}">
                    <a16:creationId xmlns:a16="http://schemas.microsoft.com/office/drawing/2014/main" id="{C75F6C2A-6B0B-2C10-9FAF-C0D5C5F7B0B1}"/>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19">
                <a:extLst>
                  <a:ext uri="{FF2B5EF4-FFF2-40B4-BE49-F238E27FC236}">
                    <a16:creationId xmlns:a16="http://schemas.microsoft.com/office/drawing/2014/main" id="{1EAAC0D1-ED82-38D6-D961-68CD226BD5B6}"/>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Freeform 20">
                <a:extLst>
                  <a:ext uri="{FF2B5EF4-FFF2-40B4-BE49-F238E27FC236}">
                    <a16:creationId xmlns:a16="http://schemas.microsoft.com/office/drawing/2014/main" id="{F9EB39FF-547E-419C-8726-D6040B3CF748}"/>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01" name="组合 100">
              <a:extLst>
                <a:ext uri="{FF2B5EF4-FFF2-40B4-BE49-F238E27FC236}">
                  <a16:creationId xmlns:a16="http://schemas.microsoft.com/office/drawing/2014/main" id="{8461147B-A8BA-99CC-CDDB-06316FA9BD8A}"/>
                </a:ext>
              </a:extLst>
            </p:cNvPr>
            <p:cNvGrpSpPr/>
            <p:nvPr/>
          </p:nvGrpSpPr>
          <p:grpSpPr>
            <a:xfrm>
              <a:off x="6779037" y="1991768"/>
              <a:ext cx="816583" cy="438618"/>
              <a:chOff x="8056563" y="1092200"/>
              <a:chExt cx="1641476" cy="1385888"/>
            </a:xfrm>
            <a:effectLst>
              <a:outerShdw blurRad="165100" dist="38100" dir="4140000" sx="89000" sy="89000" rotWithShape="0">
                <a:srgbClr val="3749CC">
                  <a:alpha val="39000"/>
                </a:srgbClr>
              </a:outerShdw>
            </a:effectLst>
          </p:grpSpPr>
          <p:sp>
            <p:nvSpPr>
              <p:cNvPr id="102" name="Freeform 18">
                <a:extLst>
                  <a:ext uri="{FF2B5EF4-FFF2-40B4-BE49-F238E27FC236}">
                    <a16:creationId xmlns:a16="http://schemas.microsoft.com/office/drawing/2014/main" id="{A634B93F-8A3A-94E9-8AAA-B8F7F74FC3E6}"/>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Freeform 19">
                <a:extLst>
                  <a:ext uri="{FF2B5EF4-FFF2-40B4-BE49-F238E27FC236}">
                    <a16:creationId xmlns:a16="http://schemas.microsoft.com/office/drawing/2014/main" id="{5858AFB5-641E-4BE6-3ACC-FAD519E93835}"/>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Freeform 20">
                <a:extLst>
                  <a:ext uri="{FF2B5EF4-FFF2-40B4-BE49-F238E27FC236}">
                    <a16:creationId xmlns:a16="http://schemas.microsoft.com/office/drawing/2014/main" id="{F3D6D24C-A985-8E50-AE6F-D49BD2B2DA30}"/>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17" name="组合 116">
            <a:extLst>
              <a:ext uri="{FF2B5EF4-FFF2-40B4-BE49-F238E27FC236}">
                <a16:creationId xmlns:a16="http://schemas.microsoft.com/office/drawing/2014/main" id="{BA7E6423-C4E6-970A-27B8-7A6715E2A6B0}"/>
              </a:ext>
            </a:extLst>
          </p:cNvPr>
          <p:cNvGrpSpPr/>
          <p:nvPr/>
        </p:nvGrpSpPr>
        <p:grpSpPr>
          <a:xfrm>
            <a:off x="5322045" y="3978331"/>
            <a:ext cx="1774741" cy="438618"/>
            <a:chOff x="5271802" y="3521131"/>
            <a:chExt cx="1774741" cy="438618"/>
          </a:xfrm>
        </p:grpSpPr>
        <p:grpSp>
          <p:nvGrpSpPr>
            <p:cNvPr id="109" name="组合 108">
              <a:extLst>
                <a:ext uri="{FF2B5EF4-FFF2-40B4-BE49-F238E27FC236}">
                  <a16:creationId xmlns:a16="http://schemas.microsoft.com/office/drawing/2014/main" id="{71C18FA6-8229-52FF-B59B-70D2FD9166C3}"/>
                </a:ext>
              </a:extLst>
            </p:cNvPr>
            <p:cNvGrpSpPr/>
            <p:nvPr/>
          </p:nvGrpSpPr>
          <p:grpSpPr>
            <a:xfrm>
              <a:off x="5271802" y="3521131"/>
              <a:ext cx="816583" cy="438618"/>
              <a:chOff x="8056563" y="1092200"/>
              <a:chExt cx="1641476" cy="1385888"/>
            </a:xfrm>
            <a:effectLst>
              <a:outerShdw blurRad="165100" dist="38100" dir="4140000" sx="89000" sy="89000" rotWithShape="0">
                <a:srgbClr val="3749CC">
                  <a:alpha val="39000"/>
                </a:srgbClr>
              </a:outerShdw>
            </a:effectLst>
          </p:grpSpPr>
          <p:sp>
            <p:nvSpPr>
              <p:cNvPr id="110" name="Freeform 18">
                <a:extLst>
                  <a:ext uri="{FF2B5EF4-FFF2-40B4-BE49-F238E27FC236}">
                    <a16:creationId xmlns:a16="http://schemas.microsoft.com/office/drawing/2014/main" id="{BB61E7D6-44E2-0B0D-5509-0BC0FB151508}"/>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1" name="Freeform 19">
                <a:extLst>
                  <a:ext uri="{FF2B5EF4-FFF2-40B4-BE49-F238E27FC236}">
                    <a16:creationId xmlns:a16="http://schemas.microsoft.com/office/drawing/2014/main" id="{6B3D0164-C805-C149-9C7F-67400B79F4E1}"/>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Freeform 20">
                <a:extLst>
                  <a:ext uri="{FF2B5EF4-FFF2-40B4-BE49-F238E27FC236}">
                    <a16:creationId xmlns:a16="http://schemas.microsoft.com/office/drawing/2014/main" id="{4F10409F-6663-F2A6-92E9-1988EF2086F2}"/>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13" name="组合 112">
              <a:extLst>
                <a:ext uri="{FF2B5EF4-FFF2-40B4-BE49-F238E27FC236}">
                  <a16:creationId xmlns:a16="http://schemas.microsoft.com/office/drawing/2014/main" id="{5A615444-C0DF-D22E-53BC-9592FA539000}"/>
                </a:ext>
              </a:extLst>
            </p:cNvPr>
            <p:cNvGrpSpPr/>
            <p:nvPr/>
          </p:nvGrpSpPr>
          <p:grpSpPr>
            <a:xfrm>
              <a:off x="6229960" y="3521131"/>
              <a:ext cx="816583" cy="438618"/>
              <a:chOff x="8056563" y="1092200"/>
              <a:chExt cx="1641476" cy="1385888"/>
            </a:xfrm>
            <a:effectLst>
              <a:outerShdw blurRad="165100" dist="38100" dir="4140000" sx="89000" sy="89000" rotWithShape="0">
                <a:srgbClr val="3749CC">
                  <a:alpha val="39000"/>
                </a:srgbClr>
              </a:outerShdw>
            </a:effectLst>
          </p:grpSpPr>
          <p:sp>
            <p:nvSpPr>
              <p:cNvPr id="114" name="Freeform 18">
                <a:extLst>
                  <a:ext uri="{FF2B5EF4-FFF2-40B4-BE49-F238E27FC236}">
                    <a16:creationId xmlns:a16="http://schemas.microsoft.com/office/drawing/2014/main" id="{267A0AB9-0846-E6AB-78F3-20E8ABD0E3ED}"/>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5" name="Freeform 19">
                <a:extLst>
                  <a:ext uri="{FF2B5EF4-FFF2-40B4-BE49-F238E27FC236}">
                    <a16:creationId xmlns:a16="http://schemas.microsoft.com/office/drawing/2014/main" id="{44BD99E4-495E-4B98-5662-45EF8138FFDE}"/>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6" name="Freeform 20">
                <a:extLst>
                  <a:ext uri="{FF2B5EF4-FFF2-40B4-BE49-F238E27FC236}">
                    <a16:creationId xmlns:a16="http://schemas.microsoft.com/office/drawing/2014/main" id="{BF922A62-FC2F-8DF9-1F85-64B70B184A7D}"/>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19" name="组合 118">
            <a:extLst>
              <a:ext uri="{FF2B5EF4-FFF2-40B4-BE49-F238E27FC236}">
                <a16:creationId xmlns:a16="http://schemas.microsoft.com/office/drawing/2014/main" id="{724FFFB4-135A-0FF5-FA3E-F43B71024866}"/>
              </a:ext>
            </a:extLst>
          </p:cNvPr>
          <p:cNvGrpSpPr/>
          <p:nvPr/>
        </p:nvGrpSpPr>
        <p:grpSpPr>
          <a:xfrm>
            <a:off x="5322045" y="5588278"/>
            <a:ext cx="1774741" cy="438618"/>
            <a:chOff x="5271802" y="3521131"/>
            <a:chExt cx="1774741" cy="438618"/>
          </a:xfrm>
        </p:grpSpPr>
        <p:grpSp>
          <p:nvGrpSpPr>
            <p:cNvPr id="120" name="组合 119">
              <a:extLst>
                <a:ext uri="{FF2B5EF4-FFF2-40B4-BE49-F238E27FC236}">
                  <a16:creationId xmlns:a16="http://schemas.microsoft.com/office/drawing/2014/main" id="{AC4CF681-978B-877E-F144-20718EEB9963}"/>
                </a:ext>
              </a:extLst>
            </p:cNvPr>
            <p:cNvGrpSpPr/>
            <p:nvPr/>
          </p:nvGrpSpPr>
          <p:grpSpPr>
            <a:xfrm>
              <a:off x="5271802" y="3521131"/>
              <a:ext cx="816583" cy="438618"/>
              <a:chOff x="8056563" y="1092200"/>
              <a:chExt cx="1641476" cy="1385888"/>
            </a:xfrm>
            <a:effectLst>
              <a:outerShdw blurRad="165100" dist="38100" dir="4140000" sx="89000" sy="89000" rotWithShape="0">
                <a:srgbClr val="3749CC">
                  <a:alpha val="39000"/>
                </a:srgbClr>
              </a:outerShdw>
            </a:effectLst>
          </p:grpSpPr>
          <p:sp>
            <p:nvSpPr>
              <p:cNvPr id="125" name="Freeform 18">
                <a:extLst>
                  <a:ext uri="{FF2B5EF4-FFF2-40B4-BE49-F238E27FC236}">
                    <a16:creationId xmlns:a16="http://schemas.microsoft.com/office/drawing/2014/main" id="{2EE50750-13AD-CAD7-E006-FBC5E4E82E36}"/>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6" name="Freeform 19">
                <a:extLst>
                  <a:ext uri="{FF2B5EF4-FFF2-40B4-BE49-F238E27FC236}">
                    <a16:creationId xmlns:a16="http://schemas.microsoft.com/office/drawing/2014/main" id="{4B961A92-275F-BC95-6E33-9BC19A1F6B1F}"/>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7" name="Freeform 20">
                <a:extLst>
                  <a:ext uri="{FF2B5EF4-FFF2-40B4-BE49-F238E27FC236}">
                    <a16:creationId xmlns:a16="http://schemas.microsoft.com/office/drawing/2014/main" id="{060D0DC8-6552-FC3C-38BA-C0349B44AB1E}"/>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21" name="组合 120">
              <a:extLst>
                <a:ext uri="{FF2B5EF4-FFF2-40B4-BE49-F238E27FC236}">
                  <a16:creationId xmlns:a16="http://schemas.microsoft.com/office/drawing/2014/main" id="{FD6B2EC2-DA45-6118-1E11-E2D9B7CD4803}"/>
                </a:ext>
              </a:extLst>
            </p:cNvPr>
            <p:cNvGrpSpPr/>
            <p:nvPr/>
          </p:nvGrpSpPr>
          <p:grpSpPr>
            <a:xfrm>
              <a:off x="6229960" y="3521131"/>
              <a:ext cx="816583" cy="438618"/>
              <a:chOff x="8056563" y="1092200"/>
              <a:chExt cx="1641476" cy="1385888"/>
            </a:xfrm>
            <a:effectLst>
              <a:outerShdw blurRad="165100" dist="38100" dir="4140000" sx="89000" sy="89000" rotWithShape="0">
                <a:srgbClr val="3749CC">
                  <a:alpha val="39000"/>
                </a:srgbClr>
              </a:outerShdw>
            </a:effectLst>
          </p:grpSpPr>
          <p:sp>
            <p:nvSpPr>
              <p:cNvPr id="122" name="Freeform 18">
                <a:extLst>
                  <a:ext uri="{FF2B5EF4-FFF2-40B4-BE49-F238E27FC236}">
                    <a16:creationId xmlns:a16="http://schemas.microsoft.com/office/drawing/2014/main" id="{F525C5E2-0A71-8DA7-15E1-5B5E0FC6553A}"/>
                  </a:ext>
                </a:extLst>
              </p:cNvPr>
              <p:cNvSpPr>
                <a:spLocks/>
              </p:cNvSpPr>
              <p:nvPr/>
            </p:nvSpPr>
            <p:spPr bwMode="auto">
              <a:xfrm>
                <a:off x="8878888" y="1566863"/>
                <a:ext cx="819150" cy="911225"/>
              </a:xfrm>
              <a:custGeom>
                <a:avLst/>
                <a:gdLst>
                  <a:gd name="T0" fmla="*/ 516 w 516"/>
                  <a:gd name="T1" fmla="*/ 0 h 574"/>
                  <a:gd name="T2" fmla="*/ 516 w 516"/>
                  <a:gd name="T3" fmla="*/ 275 h 574"/>
                  <a:gd name="T4" fmla="*/ 0 w 516"/>
                  <a:gd name="T5" fmla="*/ 574 h 574"/>
                  <a:gd name="T6" fmla="*/ 0 w 516"/>
                  <a:gd name="T7" fmla="*/ 302 h 574"/>
                  <a:gd name="T8" fmla="*/ 516 w 516"/>
                  <a:gd name="T9" fmla="*/ 0 h 574"/>
                </a:gdLst>
                <a:ahLst/>
                <a:cxnLst>
                  <a:cxn ang="0">
                    <a:pos x="T0" y="T1"/>
                  </a:cxn>
                  <a:cxn ang="0">
                    <a:pos x="T2" y="T3"/>
                  </a:cxn>
                  <a:cxn ang="0">
                    <a:pos x="T4" y="T5"/>
                  </a:cxn>
                  <a:cxn ang="0">
                    <a:pos x="T6" y="T7"/>
                  </a:cxn>
                  <a:cxn ang="0">
                    <a:pos x="T8" y="T9"/>
                  </a:cxn>
                </a:cxnLst>
                <a:rect l="0" t="0" r="r" b="b"/>
                <a:pathLst>
                  <a:path w="516" h="574">
                    <a:moveTo>
                      <a:pt x="516" y="0"/>
                    </a:moveTo>
                    <a:lnTo>
                      <a:pt x="516" y="275"/>
                    </a:lnTo>
                    <a:lnTo>
                      <a:pt x="0" y="574"/>
                    </a:lnTo>
                    <a:lnTo>
                      <a:pt x="0" y="302"/>
                    </a:lnTo>
                    <a:lnTo>
                      <a:pt x="516" y="0"/>
                    </a:lnTo>
                    <a:close/>
                  </a:path>
                </a:pathLst>
              </a:custGeom>
              <a:gradFill flip="none" rotWithShape="1">
                <a:gsLst>
                  <a:gs pos="0">
                    <a:srgbClr val="CDD2F8"/>
                  </a:gs>
                  <a:gs pos="100000">
                    <a:srgbClr val="8E9CEF"/>
                  </a:gs>
                </a:gsLst>
                <a:lin ang="81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3" name="Freeform 19">
                <a:extLst>
                  <a:ext uri="{FF2B5EF4-FFF2-40B4-BE49-F238E27FC236}">
                    <a16:creationId xmlns:a16="http://schemas.microsoft.com/office/drawing/2014/main" id="{C8AEF7F6-0918-4F7A-C5AC-E935785EC4CD}"/>
                  </a:ext>
                </a:extLst>
              </p:cNvPr>
              <p:cNvSpPr>
                <a:spLocks/>
              </p:cNvSpPr>
              <p:nvPr/>
            </p:nvSpPr>
            <p:spPr bwMode="auto">
              <a:xfrm>
                <a:off x="8056563" y="1566863"/>
                <a:ext cx="822325" cy="911225"/>
              </a:xfrm>
              <a:custGeom>
                <a:avLst/>
                <a:gdLst>
                  <a:gd name="T0" fmla="*/ 518 w 518"/>
                  <a:gd name="T1" fmla="*/ 302 h 574"/>
                  <a:gd name="T2" fmla="*/ 518 w 518"/>
                  <a:gd name="T3" fmla="*/ 574 h 574"/>
                  <a:gd name="T4" fmla="*/ 0 w 518"/>
                  <a:gd name="T5" fmla="*/ 275 h 574"/>
                  <a:gd name="T6" fmla="*/ 3 w 518"/>
                  <a:gd name="T7" fmla="*/ 0 h 574"/>
                  <a:gd name="T8" fmla="*/ 518 w 518"/>
                  <a:gd name="T9" fmla="*/ 302 h 574"/>
                </a:gdLst>
                <a:ahLst/>
                <a:cxnLst>
                  <a:cxn ang="0">
                    <a:pos x="T0" y="T1"/>
                  </a:cxn>
                  <a:cxn ang="0">
                    <a:pos x="T2" y="T3"/>
                  </a:cxn>
                  <a:cxn ang="0">
                    <a:pos x="T4" y="T5"/>
                  </a:cxn>
                  <a:cxn ang="0">
                    <a:pos x="T6" y="T7"/>
                  </a:cxn>
                  <a:cxn ang="0">
                    <a:pos x="T8" y="T9"/>
                  </a:cxn>
                </a:cxnLst>
                <a:rect l="0" t="0" r="r" b="b"/>
                <a:pathLst>
                  <a:path w="518" h="574">
                    <a:moveTo>
                      <a:pt x="518" y="302"/>
                    </a:moveTo>
                    <a:lnTo>
                      <a:pt x="518" y="574"/>
                    </a:lnTo>
                    <a:lnTo>
                      <a:pt x="0" y="275"/>
                    </a:lnTo>
                    <a:lnTo>
                      <a:pt x="3" y="0"/>
                    </a:lnTo>
                    <a:lnTo>
                      <a:pt x="518" y="302"/>
                    </a:lnTo>
                    <a:close/>
                  </a:path>
                </a:pathLst>
              </a:custGeom>
              <a:gradFill flip="none" rotWithShape="1">
                <a:gsLst>
                  <a:gs pos="0">
                    <a:srgbClr val="6578F0">
                      <a:lumMod val="48000"/>
                      <a:lumOff val="52000"/>
                    </a:srgbClr>
                  </a:gs>
                  <a:gs pos="100000">
                    <a:srgbClr val="D4D9F7"/>
                  </a:gs>
                </a:gsLst>
                <a:lin ang="13500000" scaled="1"/>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4" name="Freeform 20">
                <a:extLst>
                  <a:ext uri="{FF2B5EF4-FFF2-40B4-BE49-F238E27FC236}">
                    <a16:creationId xmlns:a16="http://schemas.microsoft.com/office/drawing/2014/main" id="{C9D378E2-07E3-0200-A87A-E1C52FA88710}"/>
                  </a:ext>
                </a:extLst>
              </p:cNvPr>
              <p:cNvSpPr>
                <a:spLocks/>
              </p:cNvSpPr>
              <p:nvPr/>
            </p:nvSpPr>
            <p:spPr bwMode="auto">
              <a:xfrm>
                <a:off x="8061326" y="1092200"/>
                <a:ext cx="1636713" cy="954088"/>
              </a:xfrm>
              <a:custGeom>
                <a:avLst/>
                <a:gdLst>
                  <a:gd name="T0" fmla="*/ 1031 w 1031"/>
                  <a:gd name="T1" fmla="*/ 299 h 601"/>
                  <a:gd name="T2" fmla="*/ 515 w 1031"/>
                  <a:gd name="T3" fmla="*/ 601 h 601"/>
                  <a:gd name="T4" fmla="*/ 0 w 1031"/>
                  <a:gd name="T5" fmla="*/ 299 h 601"/>
                  <a:gd name="T6" fmla="*/ 513 w 1031"/>
                  <a:gd name="T7" fmla="*/ 0 h 601"/>
                  <a:gd name="T8" fmla="*/ 1031 w 1031"/>
                  <a:gd name="T9" fmla="*/ 299 h 601"/>
                </a:gdLst>
                <a:ahLst/>
                <a:cxnLst>
                  <a:cxn ang="0">
                    <a:pos x="T0" y="T1"/>
                  </a:cxn>
                  <a:cxn ang="0">
                    <a:pos x="T2" y="T3"/>
                  </a:cxn>
                  <a:cxn ang="0">
                    <a:pos x="T4" y="T5"/>
                  </a:cxn>
                  <a:cxn ang="0">
                    <a:pos x="T6" y="T7"/>
                  </a:cxn>
                  <a:cxn ang="0">
                    <a:pos x="T8" y="T9"/>
                  </a:cxn>
                </a:cxnLst>
                <a:rect l="0" t="0" r="r" b="b"/>
                <a:pathLst>
                  <a:path w="1031" h="601">
                    <a:moveTo>
                      <a:pt x="1031" y="299"/>
                    </a:moveTo>
                    <a:lnTo>
                      <a:pt x="515" y="601"/>
                    </a:lnTo>
                    <a:lnTo>
                      <a:pt x="0" y="299"/>
                    </a:lnTo>
                    <a:lnTo>
                      <a:pt x="513" y="0"/>
                    </a:lnTo>
                    <a:lnTo>
                      <a:pt x="1031" y="299"/>
                    </a:lnTo>
                    <a:close/>
                  </a:path>
                </a:pathLst>
              </a:custGeom>
              <a:gradFill>
                <a:gsLst>
                  <a:gs pos="0">
                    <a:srgbClr val="FAFBFF"/>
                  </a:gs>
                  <a:gs pos="100000">
                    <a:srgbClr val="CDD2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58" name="图形 110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9A2EB8C0-9ECC-6BAA-0E20-7C82B4165B90}"/>
              </a:ext>
            </a:extLst>
          </p:cNvPr>
          <p:cNvSpPr/>
          <p:nvPr/>
        </p:nvSpPr>
        <p:spPr>
          <a:xfrm>
            <a:off x="4204019" y="995696"/>
            <a:ext cx="266492" cy="266492"/>
          </a:xfrm>
          <a:custGeom>
            <a:avLst/>
            <a:gdLst>
              <a:gd name="connsiteX0" fmla="*/ 171450 w 171450"/>
              <a:gd name="connsiteY0" fmla="*/ 152400 h 171450"/>
              <a:gd name="connsiteX1" fmla="*/ 171450 w 171450"/>
              <a:gd name="connsiteY1" fmla="*/ 19050 h 171450"/>
              <a:gd name="connsiteX2" fmla="*/ 152400 w 171450"/>
              <a:gd name="connsiteY2" fmla="*/ 0 h 171450"/>
              <a:gd name="connsiteX3" fmla="*/ 19050 w 171450"/>
              <a:gd name="connsiteY3" fmla="*/ 0 h 171450"/>
              <a:gd name="connsiteX4" fmla="*/ 0 w 171450"/>
              <a:gd name="connsiteY4" fmla="*/ 19050 h 171450"/>
              <a:gd name="connsiteX5" fmla="*/ 0 w 171450"/>
              <a:gd name="connsiteY5" fmla="*/ 152400 h 171450"/>
              <a:gd name="connsiteX6" fmla="*/ 19050 w 171450"/>
              <a:gd name="connsiteY6" fmla="*/ 171450 h 171450"/>
              <a:gd name="connsiteX7" fmla="*/ 152400 w 171450"/>
              <a:gd name="connsiteY7" fmla="*/ 171450 h 171450"/>
              <a:gd name="connsiteX8" fmla="*/ 171450 w 171450"/>
              <a:gd name="connsiteY8" fmla="*/ 152400 h 171450"/>
              <a:gd name="connsiteX9" fmla="*/ 52388 w 171450"/>
              <a:gd name="connsiteY9" fmla="*/ 100013 h 171450"/>
              <a:gd name="connsiteX10" fmla="*/ 76200 w 171450"/>
              <a:gd name="connsiteY10" fmla="*/ 128683 h 171450"/>
              <a:gd name="connsiteX11" fmla="*/ 109538 w 171450"/>
              <a:gd name="connsiteY11" fmla="*/ 85725 h 171450"/>
              <a:gd name="connsiteX12" fmla="*/ 152400 w 171450"/>
              <a:gd name="connsiteY12" fmla="*/ 142875 h 171450"/>
              <a:gd name="connsiteX13" fmla="*/ 19050 w 171450"/>
              <a:gd name="connsiteY13" fmla="*/ 142875 h 171450"/>
              <a:gd name="connsiteX14" fmla="*/ 52388 w 171450"/>
              <a:gd name="connsiteY14" fmla="*/ 10001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71450">
                <a:moveTo>
                  <a:pt x="171450" y="152400"/>
                </a:moveTo>
                <a:lnTo>
                  <a:pt x="171450" y="19050"/>
                </a:lnTo>
                <a:cubicBezTo>
                  <a:pt x="171450" y="8573"/>
                  <a:pt x="162878" y="0"/>
                  <a:pt x="152400" y="0"/>
                </a:cubicBezTo>
                <a:lnTo>
                  <a:pt x="19050" y="0"/>
                </a:lnTo>
                <a:cubicBezTo>
                  <a:pt x="8573" y="0"/>
                  <a:pt x="0" y="8573"/>
                  <a:pt x="0" y="19050"/>
                </a:cubicBezTo>
                <a:lnTo>
                  <a:pt x="0" y="152400"/>
                </a:lnTo>
                <a:cubicBezTo>
                  <a:pt x="0" y="162878"/>
                  <a:pt x="8573" y="171450"/>
                  <a:pt x="19050" y="171450"/>
                </a:cubicBezTo>
                <a:lnTo>
                  <a:pt x="152400" y="171450"/>
                </a:lnTo>
                <a:cubicBezTo>
                  <a:pt x="162878" y="171450"/>
                  <a:pt x="171450" y="162878"/>
                  <a:pt x="171450" y="152400"/>
                </a:cubicBezTo>
                <a:close/>
                <a:moveTo>
                  <a:pt x="52388" y="100013"/>
                </a:moveTo>
                <a:lnTo>
                  <a:pt x="76200" y="128683"/>
                </a:lnTo>
                <a:lnTo>
                  <a:pt x="109538" y="85725"/>
                </a:lnTo>
                <a:lnTo>
                  <a:pt x="152400" y="142875"/>
                </a:lnTo>
                <a:lnTo>
                  <a:pt x="19050" y="142875"/>
                </a:lnTo>
                <a:lnTo>
                  <a:pt x="52388" y="100013"/>
                </a:lnTo>
                <a:close/>
              </a:path>
            </a:pathLst>
          </a:custGeom>
          <a:gradFill flip="none" rotWithShape="1">
            <a:gsLst>
              <a:gs pos="0">
                <a:srgbClr val="3749CC"/>
              </a:gs>
              <a:gs pos="100000">
                <a:srgbClr val="8E9CEF"/>
              </a:gs>
            </a:gsLst>
            <a:lin ang="13500000" scaled="1"/>
            <a:tileRect/>
          </a:gradFill>
          <a:ln w="9525" cap="flat">
            <a:noFill/>
            <a:prstDash val="solid"/>
            <a:miter/>
          </a:ln>
        </p:spPr>
        <p:txBody>
          <a:bodyPr rtlCol="0" anchor="ctr"/>
          <a:lstStyle/>
          <a:p>
            <a:endParaRPr lang="zh-CN" altLang="en-US"/>
          </a:p>
        </p:txBody>
      </p:sp>
      <p:cxnSp>
        <p:nvCxnSpPr>
          <p:cNvPr id="160" name="直接箭头连接符 159">
            <a:extLst>
              <a:ext uri="{FF2B5EF4-FFF2-40B4-BE49-F238E27FC236}">
                <a16:creationId xmlns:a16="http://schemas.microsoft.com/office/drawing/2014/main" id="{167CD7DD-0C41-460E-C261-45DAF68748BF}"/>
              </a:ext>
            </a:extLst>
          </p:cNvPr>
          <p:cNvCxnSpPr/>
          <p:nvPr/>
        </p:nvCxnSpPr>
        <p:spPr>
          <a:xfrm>
            <a:off x="6209415" y="2044609"/>
            <a:ext cx="0" cy="269421"/>
          </a:xfrm>
          <a:prstGeom prst="straightConnector1">
            <a:avLst/>
          </a:prstGeom>
          <a:ln>
            <a:solidFill>
              <a:srgbClr val="7584E5"/>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1" name="直接箭头连接符 160">
            <a:extLst>
              <a:ext uri="{FF2B5EF4-FFF2-40B4-BE49-F238E27FC236}">
                <a16:creationId xmlns:a16="http://schemas.microsoft.com/office/drawing/2014/main" id="{A718E905-C767-654D-D894-92D0498B8FA3}"/>
              </a:ext>
            </a:extLst>
          </p:cNvPr>
          <p:cNvCxnSpPr/>
          <p:nvPr/>
        </p:nvCxnSpPr>
        <p:spPr>
          <a:xfrm>
            <a:off x="6209415" y="3589020"/>
            <a:ext cx="0" cy="269421"/>
          </a:xfrm>
          <a:prstGeom prst="straightConnector1">
            <a:avLst/>
          </a:prstGeom>
          <a:ln>
            <a:solidFill>
              <a:srgbClr val="7584E5"/>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62" name="直接箭头连接符 161">
            <a:extLst>
              <a:ext uri="{FF2B5EF4-FFF2-40B4-BE49-F238E27FC236}">
                <a16:creationId xmlns:a16="http://schemas.microsoft.com/office/drawing/2014/main" id="{E89D4820-DDA0-087C-2104-DC09C23DD37A}"/>
              </a:ext>
            </a:extLst>
          </p:cNvPr>
          <p:cNvCxnSpPr/>
          <p:nvPr/>
        </p:nvCxnSpPr>
        <p:spPr>
          <a:xfrm>
            <a:off x="6209415" y="5107484"/>
            <a:ext cx="0" cy="269421"/>
          </a:xfrm>
          <a:prstGeom prst="straightConnector1">
            <a:avLst/>
          </a:prstGeom>
          <a:ln>
            <a:solidFill>
              <a:srgbClr val="7584E5"/>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63" name="右中括号 162">
            <a:extLst>
              <a:ext uri="{FF2B5EF4-FFF2-40B4-BE49-F238E27FC236}">
                <a16:creationId xmlns:a16="http://schemas.microsoft.com/office/drawing/2014/main" id="{8D2745A5-DB6F-3DB0-4442-6B6F7D806440}"/>
              </a:ext>
            </a:extLst>
          </p:cNvPr>
          <p:cNvSpPr/>
          <p:nvPr/>
        </p:nvSpPr>
        <p:spPr>
          <a:xfrm rot="5400000">
            <a:off x="6115780" y="78154"/>
            <a:ext cx="199789" cy="3733122"/>
          </a:xfrm>
          <a:prstGeom prst="rightBracket">
            <a:avLst>
              <a:gd name="adj"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4" name="右中括号 163">
            <a:extLst>
              <a:ext uri="{FF2B5EF4-FFF2-40B4-BE49-F238E27FC236}">
                <a16:creationId xmlns:a16="http://schemas.microsoft.com/office/drawing/2014/main" id="{D778F627-24CE-B1D6-1EED-7E0337A18143}"/>
              </a:ext>
            </a:extLst>
          </p:cNvPr>
          <p:cNvSpPr/>
          <p:nvPr/>
        </p:nvSpPr>
        <p:spPr>
          <a:xfrm rot="5400000">
            <a:off x="6097997" y="1302551"/>
            <a:ext cx="235355" cy="1248762"/>
          </a:xfrm>
          <a:prstGeom prst="rightBracket">
            <a:avLst>
              <a:gd name="adj"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6" name="Freeform 111">
            <a:extLst>
              <a:ext uri="{FF2B5EF4-FFF2-40B4-BE49-F238E27FC236}">
                <a16:creationId xmlns:a16="http://schemas.microsoft.com/office/drawing/2014/main" id="{31B1010A-DF23-9EBC-164A-3E805AFF36F3}"/>
              </a:ext>
            </a:extLst>
          </p:cNvPr>
          <p:cNvSpPr>
            <a:spLocks/>
          </p:cNvSpPr>
          <p:nvPr/>
        </p:nvSpPr>
        <p:spPr bwMode="auto">
          <a:xfrm>
            <a:off x="1936982" y="3347411"/>
            <a:ext cx="1198761" cy="472151"/>
          </a:xfrm>
          <a:custGeom>
            <a:avLst/>
            <a:gdLst>
              <a:gd name="T0" fmla="*/ 893 w 912"/>
              <a:gd name="T1" fmla="*/ 245 h 528"/>
              <a:gd name="T2" fmla="*/ 893 w 912"/>
              <a:gd name="T3" fmla="*/ 284 h 528"/>
              <a:gd name="T4" fmla="*/ 492 w 912"/>
              <a:gd name="T5" fmla="*/ 518 h 528"/>
              <a:gd name="T6" fmla="*/ 424 w 912"/>
              <a:gd name="T7" fmla="*/ 518 h 528"/>
              <a:gd name="T8" fmla="*/ 19 w 912"/>
              <a:gd name="T9" fmla="*/ 284 h 528"/>
              <a:gd name="T10" fmla="*/ 19 w 912"/>
              <a:gd name="T11" fmla="*/ 245 h 528"/>
              <a:gd name="T12" fmla="*/ 421 w 912"/>
              <a:gd name="T13" fmla="*/ 11 h 528"/>
              <a:gd name="T14" fmla="*/ 489 w 912"/>
              <a:gd name="T15" fmla="*/ 11 h 528"/>
              <a:gd name="T16" fmla="*/ 893 w 912"/>
              <a:gd name="T17" fmla="*/ 24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2" h="528">
                <a:moveTo>
                  <a:pt x="893" y="245"/>
                </a:moveTo>
                <a:cubicBezTo>
                  <a:pt x="912" y="255"/>
                  <a:pt x="912" y="273"/>
                  <a:pt x="893" y="284"/>
                </a:cubicBezTo>
                <a:cubicBezTo>
                  <a:pt x="492" y="518"/>
                  <a:pt x="492" y="518"/>
                  <a:pt x="492" y="518"/>
                </a:cubicBezTo>
                <a:cubicBezTo>
                  <a:pt x="473" y="528"/>
                  <a:pt x="442" y="528"/>
                  <a:pt x="424" y="518"/>
                </a:cubicBezTo>
                <a:cubicBezTo>
                  <a:pt x="19" y="284"/>
                  <a:pt x="19" y="284"/>
                  <a:pt x="19" y="284"/>
                </a:cubicBezTo>
                <a:cubicBezTo>
                  <a:pt x="0" y="273"/>
                  <a:pt x="0" y="255"/>
                  <a:pt x="19" y="245"/>
                </a:cubicBezTo>
                <a:cubicBezTo>
                  <a:pt x="421" y="11"/>
                  <a:pt x="421" y="11"/>
                  <a:pt x="421" y="11"/>
                </a:cubicBezTo>
                <a:cubicBezTo>
                  <a:pt x="439" y="0"/>
                  <a:pt x="470" y="0"/>
                  <a:pt x="489" y="11"/>
                </a:cubicBezTo>
                <a:lnTo>
                  <a:pt x="893" y="245"/>
                </a:lnTo>
                <a:close/>
              </a:path>
            </a:pathLst>
          </a:custGeom>
          <a:solidFill>
            <a:srgbClr val="CDD2F8">
              <a:alpha val="20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155" name="Freeform 111">
            <a:extLst>
              <a:ext uri="{FF2B5EF4-FFF2-40B4-BE49-F238E27FC236}">
                <a16:creationId xmlns:a16="http://schemas.microsoft.com/office/drawing/2014/main" id="{6183ACD1-746C-85E0-A670-122E7E6734AB}"/>
              </a:ext>
            </a:extLst>
          </p:cNvPr>
          <p:cNvSpPr>
            <a:spLocks/>
          </p:cNvSpPr>
          <p:nvPr/>
        </p:nvSpPr>
        <p:spPr bwMode="auto">
          <a:xfrm>
            <a:off x="1796743" y="3001271"/>
            <a:ext cx="1479239" cy="582621"/>
          </a:xfrm>
          <a:custGeom>
            <a:avLst/>
            <a:gdLst>
              <a:gd name="T0" fmla="*/ 893 w 912"/>
              <a:gd name="T1" fmla="*/ 245 h 528"/>
              <a:gd name="T2" fmla="*/ 893 w 912"/>
              <a:gd name="T3" fmla="*/ 284 h 528"/>
              <a:gd name="T4" fmla="*/ 492 w 912"/>
              <a:gd name="T5" fmla="*/ 518 h 528"/>
              <a:gd name="T6" fmla="*/ 424 w 912"/>
              <a:gd name="T7" fmla="*/ 518 h 528"/>
              <a:gd name="T8" fmla="*/ 19 w 912"/>
              <a:gd name="T9" fmla="*/ 284 h 528"/>
              <a:gd name="T10" fmla="*/ 19 w 912"/>
              <a:gd name="T11" fmla="*/ 245 h 528"/>
              <a:gd name="T12" fmla="*/ 421 w 912"/>
              <a:gd name="T13" fmla="*/ 11 h 528"/>
              <a:gd name="T14" fmla="*/ 489 w 912"/>
              <a:gd name="T15" fmla="*/ 11 h 528"/>
              <a:gd name="T16" fmla="*/ 893 w 912"/>
              <a:gd name="T17" fmla="*/ 24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2" h="528">
                <a:moveTo>
                  <a:pt x="893" y="245"/>
                </a:moveTo>
                <a:cubicBezTo>
                  <a:pt x="912" y="255"/>
                  <a:pt x="912" y="273"/>
                  <a:pt x="893" y="284"/>
                </a:cubicBezTo>
                <a:cubicBezTo>
                  <a:pt x="492" y="518"/>
                  <a:pt x="492" y="518"/>
                  <a:pt x="492" y="518"/>
                </a:cubicBezTo>
                <a:cubicBezTo>
                  <a:pt x="473" y="528"/>
                  <a:pt x="442" y="528"/>
                  <a:pt x="424" y="518"/>
                </a:cubicBezTo>
                <a:cubicBezTo>
                  <a:pt x="19" y="284"/>
                  <a:pt x="19" y="284"/>
                  <a:pt x="19" y="284"/>
                </a:cubicBezTo>
                <a:cubicBezTo>
                  <a:pt x="0" y="273"/>
                  <a:pt x="0" y="255"/>
                  <a:pt x="19" y="245"/>
                </a:cubicBezTo>
                <a:cubicBezTo>
                  <a:pt x="421" y="11"/>
                  <a:pt x="421" y="11"/>
                  <a:pt x="421" y="11"/>
                </a:cubicBezTo>
                <a:cubicBezTo>
                  <a:pt x="439" y="0"/>
                  <a:pt x="470" y="0"/>
                  <a:pt x="489" y="11"/>
                </a:cubicBezTo>
                <a:lnTo>
                  <a:pt x="893" y="245"/>
                </a:lnTo>
                <a:close/>
              </a:path>
            </a:pathLst>
          </a:custGeom>
          <a:solidFill>
            <a:srgbClr val="E7EBFF">
              <a:alpha val="60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grpSp>
        <p:nvGrpSpPr>
          <p:cNvPr id="140" name="组合 139">
            <a:extLst>
              <a:ext uri="{FF2B5EF4-FFF2-40B4-BE49-F238E27FC236}">
                <a16:creationId xmlns:a16="http://schemas.microsoft.com/office/drawing/2014/main" id="{FE9E1BD2-BCFD-D3C9-F14F-CE1016FD7C01}"/>
              </a:ext>
            </a:extLst>
          </p:cNvPr>
          <p:cNvGrpSpPr/>
          <p:nvPr/>
        </p:nvGrpSpPr>
        <p:grpSpPr>
          <a:xfrm>
            <a:off x="1720833" y="2569451"/>
            <a:ext cx="1631059" cy="737448"/>
            <a:chOff x="8215353" y="1662462"/>
            <a:chExt cx="2036775" cy="1354987"/>
          </a:xfrm>
        </p:grpSpPr>
        <p:sp>
          <p:nvSpPr>
            <p:cNvPr id="141" name="Freeform 111">
              <a:extLst>
                <a:ext uri="{FF2B5EF4-FFF2-40B4-BE49-F238E27FC236}">
                  <a16:creationId xmlns:a16="http://schemas.microsoft.com/office/drawing/2014/main" id="{C5198886-E959-E892-82CF-186B06C2AA58}"/>
                </a:ext>
              </a:extLst>
            </p:cNvPr>
            <p:cNvSpPr>
              <a:spLocks/>
            </p:cNvSpPr>
            <p:nvPr/>
          </p:nvSpPr>
          <p:spPr bwMode="auto">
            <a:xfrm>
              <a:off x="8215353" y="1837071"/>
              <a:ext cx="2036775" cy="1180378"/>
            </a:xfrm>
            <a:custGeom>
              <a:avLst/>
              <a:gdLst>
                <a:gd name="T0" fmla="*/ 893 w 912"/>
                <a:gd name="T1" fmla="*/ 245 h 528"/>
                <a:gd name="T2" fmla="*/ 893 w 912"/>
                <a:gd name="T3" fmla="*/ 284 h 528"/>
                <a:gd name="T4" fmla="*/ 492 w 912"/>
                <a:gd name="T5" fmla="*/ 518 h 528"/>
                <a:gd name="T6" fmla="*/ 424 w 912"/>
                <a:gd name="T7" fmla="*/ 518 h 528"/>
                <a:gd name="T8" fmla="*/ 19 w 912"/>
                <a:gd name="T9" fmla="*/ 284 h 528"/>
                <a:gd name="T10" fmla="*/ 19 w 912"/>
                <a:gd name="T11" fmla="*/ 245 h 528"/>
                <a:gd name="T12" fmla="*/ 421 w 912"/>
                <a:gd name="T13" fmla="*/ 11 h 528"/>
                <a:gd name="T14" fmla="*/ 489 w 912"/>
                <a:gd name="T15" fmla="*/ 11 h 528"/>
                <a:gd name="T16" fmla="*/ 893 w 912"/>
                <a:gd name="T17" fmla="*/ 24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2" h="528">
                  <a:moveTo>
                    <a:pt x="893" y="245"/>
                  </a:moveTo>
                  <a:cubicBezTo>
                    <a:pt x="912" y="255"/>
                    <a:pt x="912" y="273"/>
                    <a:pt x="893" y="284"/>
                  </a:cubicBezTo>
                  <a:cubicBezTo>
                    <a:pt x="492" y="518"/>
                    <a:pt x="492" y="518"/>
                    <a:pt x="492" y="518"/>
                  </a:cubicBezTo>
                  <a:cubicBezTo>
                    <a:pt x="473" y="528"/>
                    <a:pt x="442" y="528"/>
                    <a:pt x="424" y="518"/>
                  </a:cubicBezTo>
                  <a:cubicBezTo>
                    <a:pt x="19" y="284"/>
                    <a:pt x="19" y="284"/>
                    <a:pt x="19" y="284"/>
                  </a:cubicBezTo>
                  <a:cubicBezTo>
                    <a:pt x="0" y="273"/>
                    <a:pt x="0" y="255"/>
                    <a:pt x="19" y="245"/>
                  </a:cubicBezTo>
                  <a:cubicBezTo>
                    <a:pt x="421" y="11"/>
                    <a:pt x="421" y="11"/>
                    <a:pt x="421" y="11"/>
                  </a:cubicBezTo>
                  <a:cubicBezTo>
                    <a:pt x="439" y="0"/>
                    <a:pt x="470" y="0"/>
                    <a:pt x="489" y="11"/>
                  </a:cubicBezTo>
                  <a:lnTo>
                    <a:pt x="893" y="245"/>
                  </a:lnTo>
                  <a:close/>
                </a:path>
              </a:pathLst>
            </a:custGeom>
            <a:solidFill>
              <a:srgbClr val="E7EBFF">
                <a:alpha val="50000"/>
              </a:srgbClr>
            </a:solidFill>
            <a:ln>
              <a:solidFill>
                <a:srgbClr val="CDD2F8"/>
              </a:solidFill>
            </a:ln>
          </p:spPr>
          <p:txBody>
            <a:bodyPr vert="horz" wrap="square" lIns="91440" tIns="45720" rIns="91440" bIns="45720" numCol="1" anchor="t" anchorCtr="0" compatLnSpc="1">
              <a:prstTxWarp prst="textNoShape">
                <a:avLst/>
              </a:prstTxWarp>
            </a:bodyPr>
            <a:lstStyle/>
            <a:p>
              <a:endParaRPr lang="zh-CN" altLang="en-US" dirty="0"/>
            </a:p>
          </p:txBody>
        </p:sp>
        <p:grpSp>
          <p:nvGrpSpPr>
            <p:cNvPr id="142" name="组合 141">
              <a:extLst>
                <a:ext uri="{FF2B5EF4-FFF2-40B4-BE49-F238E27FC236}">
                  <a16:creationId xmlns:a16="http://schemas.microsoft.com/office/drawing/2014/main" id="{0F4E748F-8645-0640-8F30-BFE84DE99B50}"/>
                </a:ext>
              </a:extLst>
            </p:cNvPr>
            <p:cNvGrpSpPr/>
            <p:nvPr/>
          </p:nvGrpSpPr>
          <p:grpSpPr>
            <a:xfrm>
              <a:off x="8520160" y="1662462"/>
              <a:ext cx="1427163" cy="1135062"/>
              <a:chOff x="8435976" y="2074863"/>
              <a:chExt cx="1427163" cy="1135062"/>
            </a:xfrm>
          </p:grpSpPr>
          <p:sp>
            <p:nvSpPr>
              <p:cNvPr id="143" name="AutoShape 108">
                <a:extLst>
                  <a:ext uri="{FF2B5EF4-FFF2-40B4-BE49-F238E27FC236}">
                    <a16:creationId xmlns:a16="http://schemas.microsoft.com/office/drawing/2014/main" id="{F1DE81B9-411F-3EFD-39CA-82A5B0CE5773}"/>
                  </a:ext>
                </a:extLst>
              </p:cNvPr>
              <p:cNvSpPr>
                <a:spLocks noChangeAspect="1" noChangeArrowheads="1" noTextEdit="1"/>
              </p:cNvSpPr>
              <p:nvPr/>
            </p:nvSpPr>
            <p:spPr bwMode="auto">
              <a:xfrm>
                <a:off x="8443120" y="2079625"/>
                <a:ext cx="141287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4" name="Freeform 110">
                <a:extLst>
                  <a:ext uri="{FF2B5EF4-FFF2-40B4-BE49-F238E27FC236}">
                    <a16:creationId xmlns:a16="http://schemas.microsoft.com/office/drawing/2014/main" id="{FB6D8F4D-060C-BA43-E776-219924D0AADF}"/>
                  </a:ext>
                </a:extLst>
              </p:cNvPr>
              <p:cNvSpPr>
                <a:spLocks/>
              </p:cNvSpPr>
              <p:nvPr/>
            </p:nvSpPr>
            <p:spPr bwMode="auto">
              <a:xfrm>
                <a:off x="8443913" y="2489200"/>
                <a:ext cx="1411288" cy="720725"/>
              </a:xfrm>
              <a:custGeom>
                <a:avLst/>
                <a:gdLst>
                  <a:gd name="T0" fmla="*/ 888 w 902"/>
                  <a:gd name="T1" fmla="*/ 20 h 460"/>
                  <a:gd name="T2" fmla="*/ 487 w 902"/>
                  <a:gd name="T3" fmla="*/ 254 h 460"/>
                  <a:gd name="T4" fmla="*/ 419 w 902"/>
                  <a:gd name="T5" fmla="*/ 254 h 460"/>
                  <a:gd name="T6" fmla="*/ 14 w 902"/>
                  <a:gd name="T7" fmla="*/ 20 h 460"/>
                  <a:gd name="T8" fmla="*/ 0 w 902"/>
                  <a:gd name="T9" fmla="*/ 0 h 460"/>
                  <a:gd name="T10" fmla="*/ 0 w 902"/>
                  <a:gd name="T11" fmla="*/ 196 h 460"/>
                  <a:gd name="T12" fmla="*/ 14 w 902"/>
                  <a:gd name="T13" fmla="*/ 216 h 460"/>
                  <a:gd name="T14" fmla="*/ 418 w 902"/>
                  <a:gd name="T15" fmla="*/ 449 h 460"/>
                  <a:gd name="T16" fmla="*/ 486 w 902"/>
                  <a:gd name="T17" fmla="*/ 449 h 460"/>
                  <a:gd name="T18" fmla="*/ 888 w 902"/>
                  <a:gd name="T19" fmla="*/ 216 h 460"/>
                  <a:gd name="T20" fmla="*/ 902 w 902"/>
                  <a:gd name="T21" fmla="*/ 196 h 460"/>
                  <a:gd name="T22" fmla="*/ 902 w 902"/>
                  <a:gd name="T23" fmla="*/ 0 h 460"/>
                  <a:gd name="T24" fmla="*/ 888 w 902"/>
                  <a:gd name="T25" fmla="*/ 20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2" h="460">
                    <a:moveTo>
                      <a:pt x="888" y="20"/>
                    </a:moveTo>
                    <a:cubicBezTo>
                      <a:pt x="487" y="254"/>
                      <a:pt x="487" y="254"/>
                      <a:pt x="487" y="254"/>
                    </a:cubicBezTo>
                    <a:cubicBezTo>
                      <a:pt x="468" y="264"/>
                      <a:pt x="437" y="264"/>
                      <a:pt x="419" y="254"/>
                    </a:cubicBezTo>
                    <a:cubicBezTo>
                      <a:pt x="14" y="20"/>
                      <a:pt x="14" y="20"/>
                      <a:pt x="14" y="20"/>
                    </a:cubicBezTo>
                    <a:cubicBezTo>
                      <a:pt x="5" y="15"/>
                      <a:pt x="0" y="7"/>
                      <a:pt x="0" y="0"/>
                    </a:cubicBezTo>
                    <a:cubicBezTo>
                      <a:pt x="0" y="196"/>
                      <a:pt x="0" y="196"/>
                      <a:pt x="0" y="196"/>
                    </a:cubicBezTo>
                    <a:cubicBezTo>
                      <a:pt x="0" y="203"/>
                      <a:pt x="4" y="210"/>
                      <a:pt x="14" y="216"/>
                    </a:cubicBezTo>
                    <a:cubicBezTo>
                      <a:pt x="418" y="449"/>
                      <a:pt x="418" y="449"/>
                      <a:pt x="418" y="449"/>
                    </a:cubicBezTo>
                    <a:cubicBezTo>
                      <a:pt x="437" y="460"/>
                      <a:pt x="467" y="460"/>
                      <a:pt x="486" y="449"/>
                    </a:cubicBezTo>
                    <a:cubicBezTo>
                      <a:pt x="888" y="216"/>
                      <a:pt x="888" y="216"/>
                      <a:pt x="888" y="216"/>
                    </a:cubicBezTo>
                    <a:cubicBezTo>
                      <a:pt x="897" y="210"/>
                      <a:pt x="902" y="203"/>
                      <a:pt x="902" y="196"/>
                    </a:cubicBezTo>
                    <a:cubicBezTo>
                      <a:pt x="902" y="0"/>
                      <a:pt x="902" y="0"/>
                      <a:pt x="902" y="0"/>
                    </a:cubicBezTo>
                    <a:cubicBezTo>
                      <a:pt x="902" y="8"/>
                      <a:pt x="898" y="15"/>
                      <a:pt x="888" y="20"/>
                    </a:cubicBezTo>
                    <a:close/>
                  </a:path>
                </a:pathLst>
              </a:custGeom>
              <a:gradFill flip="none" rotWithShape="1">
                <a:gsLst>
                  <a:gs pos="0">
                    <a:srgbClr val="7584E5"/>
                  </a:gs>
                  <a:gs pos="100000">
                    <a:srgbClr val="3749CC"/>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5" name="Freeform 111">
                <a:extLst>
                  <a:ext uri="{FF2B5EF4-FFF2-40B4-BE49-F238E27FC236}">
                    <a16:creationId xmlns:a16="http://schemas.microsoft.com/office/drawing/2014/main" id="{08A39E81-90A7-6C50-87A1-26844EACD7DD}"/>
                  </a:ext>
                </a:extLst>
              </p:cNvPr>
              <p:cNvSpPr>
                <a:spLocks/>
              </p:cNvSpPr>
              <p:nvPr/>
            </p:nvSpPr>
            <p:spPr bwMode="auto">
              <a:xfrm>
                <a:off x="8435976" y="2074863"/>
                <a:ext cx="1427163" cy="827088"/>
              </a:xfrm>
              <a:custGeom>
                <a:avLst/>
                <a:gdLst>
                  <a:gd name="T0" fmla="*/ 893 w 912"/>
                  <a:gd name="T1" fmla="*/ 245 h 528"/>
                  <a:gd name="T2" fmla="*/ 893 w 912"/>
                  <a:gd name="T3" fmla="*/ 284 h 528"/>
                  <a:gd name="T4" fmla="*/ 492 w 912"/>
                  <a:gd name="T5" fmla="*/ 518 h 528"/>
                  <a:gd name="T6" fmla="*/ 424 w 912"/>
                  <a:gd name="T7" fmla="*/ 518 h 528"/>
                  <a:gd name="T8" fmla="*/ 19 w 912"/>
                  <a:gd name="T9" fmla="*/ 284 h 528"/>
                  <a:gd name="T10" fmla="*/ 19 w 912"/>
                  <a:gd name="T11" fmla="*/ 245 h 528"/>
                  <a:gd name="T12" fmla="*/ 421 w 912"/>
                  <a:gd name="T13" fmla="*/ 11 h 528"/>
                  <a:gd name="T14" fmla="*/ 489 w 912"/>
                  <a:gd name="T15" fmla="*/ 11 h 528"/>
                  <a:gd name="T16" fmla="*/ 893 w 912"/>
                  <a:gd name="T17" fmla="*/ 24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2" h="528">
                    <a:moveTo>
                      <a:pt x="893" y="245"/>
                    </a:moveTo>
                    <a:cubicBezTo>
                      <a:pt x="912" y="255"/>
                      <a:pt x="912" y="273"/>
                      <a:pt x="893" y="284"/>
                    </a:cubicBezTo>
                    <a:cubicBezTo>
                      <a:pt x="492" y="518"/>
                      <a:pt x="492" y="518"/>
                      <a:pt x="492" y="518"/>
                    </a:cubicBezTo>
                    <a:cubicBezTo>
                      <a:pt x="473" y="528"/>
                      <a:pt x="442" y="528"/>
                      <a:pt x="424" y="518"/>
                    </a:cubicBezTo>
                    <a:cubicBezTo>
                      <a:pt x="19" y="284"/>
                      <a:pt x="19" y="284"/>
                      <a:pt x="19" y="284"/>
                    </a:cubicBezTo>
                    <a:cubicBezTo>
                      <a:pt x="0" y="273"/>
                      <a:pt x="0" y="255"/>
                      <a:pt x="19" y="245"/>
                    </a:cubicBezTo>
                    <a:cubicBezTo>
                      <a:pt x="421" y="11"/>
                      <a:pt x="421" y="11"/>
                      <a:pt x="421" y="11"/>
                    </a:cubicBezTo>
                    <a:cubicBezTo>
                      <a:pt x="439" y="0"/>
                      <a:pt x="470" y="0"/>
                      <a:pt x="489" y="11"/>
                    </a:cubicBezTo>
                    <a:lnTo>
                      <a:pt x="893" y="245"/>
                    </a:lnTo>
                    <a:close/>
                  </a:path>
                </a:pathLst>
              </a:custGeom>
              <a:gradFill flip="none" rotWithShape="1">
                <a:gsLst>
                  <a:gs pos="0">
                    <a:srgbClr val="3749CC"/>
                  </a:gs>
                  <a:gs pos="100000">
                    <a:srgbClr val="CDD2F8"/>
                  </a:gs>
                </a:gsLst>
                <a:lin ang="10800000" scaled="1"/>
                <a:tileRect/>
              </a:gradFill>
              <a:ln>
                <a:solidFill>
                  <a:srgbClr val="8E9CEF"/>
                </a:solidFill>
              </a:ln>
            </p:spPr>
            <p:txBody>
              <a:bodyPr vert="horz" wrap="square" lIns="91440" tIns="45720" rIns="91440" bIns="45720" numCol="1" anchor="t" anchorCtr="0" compatLnSpc="1">
                <a:prstTxWarp prst="textNoShape">
                  <a:avLst/>
                </a:prstTxWarp>
              </a:bodyPr>
              <a:lstStyle/>
              <a:p>
                <a:endParaRPr lang="zh-CN" altLang="en-US" dirty="0"/>
              </a:p>
            </p:txBody>
          </p:sp>
        </p:grpSp>
      </p:grpSp>
      <p:sp>
        <p:nvSpPr>
          <p:cNvPr id="157" name="图形 109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051AF465-011F-52B7-A559-9F5C69C0F980}"/>
              </a:ext>
            </a:extLst>
          </p:cNvPr>
          <p:cNvSpPr/>
          <p:nvPr/>
        </p:nvSpPr>
        <p:spPr>
          <a:xfrm>
            <a:off x="2402202" y="2170190"/>
            <a:ext cx="296102" cy="296102"/>
          </a:xfrm>
          <a:custGeom>
            <a:avLst/>
            <a:gdLst>
              <a:gd name="connsiteX0" fmla="*/ 85725 w 190500"/>
              <a:gd name="connsiteY0" fmla="*/ 0 h 190500"/>
              <a:gd name="connsiteX1" fmla="*/ 85725 w 190500"/>
              <a:gd name="connsiteY1" fmla="*/ 190500 h 190500"/>
              <a:gd name="connsiteX2" fmla="*/ 0 w 190500"/>
              <a:gd name="connsiteY2" fmla="*/ 95250 h 190500"/>
              <a:gd name="connsiteX3" fmla="*/ 85725 w 190500"/>
              <a:gd name="connsiteY3" fmla="*/ 0 h 190500"/>
              <a:gd name="connsiteX4" fmla="*/ 105061 w 190500"/>
              <a:gd name="connsiteY4" fmla="*/ 0 h 190500"/>
              <a:gd name="connsiteX5" fmla="*/ 105061 w 190500"/>
              <a:gd name="connsiteY5" fmla="*/ 85630 h 190500"/>
              <a:gd name="connsiteX6" fmla="*/ 190500 w 190500"/>
              <a:gd name="connsiteY6" fmla="*/ 85630 h 190500"/>
              <a:gd name="connsiteX7" fmla="*/ 105061 w 190500"/>
              <a:gd name="connsiteY7" fmla="*/ 0 h 190500"/>
              <a:gd name="connsiteX8" fmla="*/ 105061 w 190500"/>
              <a:gd name="connsiteY8" fmla="*/ 104870 h 190500"/>
              <a:gd name="connsiteX9" fmla="*/ 105061 w 190500"/>
              <a:gd name="connsiteY9" fmla="*/ 190500 h 190500"/>
              <a:gd name="connsiteX10" fmla="*/ 190500 w 190500"/>
              <a:gd name="connsiteY10" fmla="*/ 104870 h 190500"/>
              <a:gd name="connsiteX11" fmla="*/ 105061 w 190500"/>
              <a:gd name="connsiteY11" fmla="*/ 10487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0500" h="190500">
                <a:moveTo>
                  <a:pt x="85725" y="0"/>
                </a:moveTo>
                <a:lnTo>
                  <a:pt x="85725" y="190500"/>
                </a:lnTo>
                <a:cubicBezTo>
                  <a:pt x="37433" y="185738"/>
                  <a:pt x="0" y="144875"/>
                  <a:pt x="0" y="95250"/>
                </a:cubicBezTo>
                <a:cubicBezTo>
                  <a:pt x="0" y="45625"/>
                  <a:pt x="37433" y="4763"/>
                  <a:pt x="85725" y="0"/>
                </a:cubicBezTo>
                <a:close/>
                <a:moveTo>
                  <a:pt x="105061" y="0"/>
                </a:moveTo>
                <a:lnTo>
                  <a:pt x="105061" y="85630"/>
                </a:lnTo>
                <a:lnTo>
                  <a:pt x="190500" y="85630"/>
                </a:lnTo>
                <a:cubicBezTo>
                  <a:pt x="186023" y="40481"/>
                  <a:pt x="150114" y="4477"/>
                  <a:pt x="105061" y="0"/>
                </a:cubicBezTo>
                <a:close/>
                <a:moveTo>
                  <a:pt x="105061" y="104870"/>
                </a:moveTo>
                <a:lnTo>
                  <a:pt x="105061" y="190500"/>
                </a:lnTo>
                <a:cubicBezTo>
                  <a:pt x="150209" y="186023"/>
                  <a:pt x="186023" y="150019"/>
                  <a:pt x="190500" y="104870"/>
                </a:cubicBezTo>
                <a:lnTo>
                  <a:pt x="105061" y="104870"/>
                </a:lnTo>
                <a:close/>
              </a:path>
            </a:pathLst>
          </a:custGeom>
          <a:gradFill flip="none" rotWithShape="1">
            <a:gsLst>
              <a:gs pos="0">
                <a:srgbClr val="3749CC"/>
              </a:gs>
              <a:gs pos="100000">
                <a:srgbClr val="8E9CEF"/>
              </a:gs>
            </a:gsLst>
            <a:lin ang="13500000" scaled="1"/>
            <a:tileRect/>
          </a:gradFill>
          <a:ln w="9525" cap="flat">
            <a:noFill/>
            <a:prstDash val="solid"/>
            <a:miter/>
          </a:ln>
        </p:spPr>
        <p:txBody>
          <a:bodyPr rtlCol="0" anchor="ctr"/>
          <a:lstStyle/>
          <a:p>
            <a:endParaRPr lang="zh-CN" altLang="en-US"/>
          </a:p>
        </p:txBody>
      </p:sp>
      <p:sp>
        <p:nvSpPr>
          <p:cNvPr id="166" name="文本框 165">
            <a:extLst>
              <a:ext uri="{FF2B5EF4-FFF2-40B4-BE49-F238E27FC236}">
                <a16:creationId xmlns:a16="http://schemas.microsoft.com/office/drawing/2014/main" id="{0CABB864-9136-9180-8717-42E29F39915B}"/>
              </a:ext>
            </a:extLst>
          </p:cNvPr>
          <p:cNvSpPr txBox="1"/>
          <p:nvPr/>
        </p:nvSpPr>
        <p:spPr>
          <a:xfrm>
            <a:off x="2146996" y="3860074"/>
            <a:ext cx="806514" cy="338554"/>
          </a:xfrm>
          <a:prstGeom prst="rect">
            <a:avLst/>
          </a:prstGeom>
          <a:noFill/>
        </p:spPr>
        <p:txBody>
          <a:bodyPr wrap="square" rtlCol="0">
            <a:spAutoFit/>
          </a:bodyPr>
          <a:lstStyle/>
          <a:p>
            <a:pPr algn="ctr">
              <a:lnSpc>
                <a:spcPct val="150000"/>
              </a:lnSpc>
            </a:pPr>
            <a:r>
              <a:rPr lang="zh-CN" altLang="en-US" sz="1200" dirty="0">
                <a:solidFill>
                  <a:srgbClr val="3749CC"/>
                </a:solidFill>
                <a:latin typeface="HarmonyOS Sans SC Medium" panose="00000600000000000000" pitchFamily="2" charset="-122"/>
                <a:ea typeface="HarmonyOS Sans SC Medium" panose="00000600000000000000" pitchFamily="2" charset="-122"/>
              </a:rPr>
              <a:t>研发流程</a:t>
            </a:r>
          </a:p>
        </p:txBody>
      </p:sp>
      <p:sp>
        <p:nvSpPr>
          <p:cNvPr id="167" name="文本框 166">
            <a:extLst>
              <a:ext uri="{FF2B5EF4-FFF2-40B4-BE49-F238E27FC236}">
                <a16:creationId xmlns:a16="http://schemas.microsoft.com/office/drawing/2014/main" id="{01484BB1-30D5-CF89-CE79-B0D44FEF6B87}"/>
              </a:ext>
            </a:extLst>
          </p:cNvPr>
          <p:cNvSpPr txBox="1"/>
          <p:nvPr/>
        </p:nvSpPr>
        <p:spPr>
          <a:xfrm>
            <a:off x="1747257" y="4198628"/>
            <a:ext cx="1565022" cy="990015"/>
          </a:xfrm>
          <a:prstGeom prst="rect">
            <a:avLst/>
          </a:prstGeom>
          <a:noFill/>
        </p:spPr>
        <p:txBody>
          <a:bodyPr wrap="square" rtlCol="0">
            <a:spAutoFit/>
          </a:bodyPr>
          <a:lstStyle/>
          <a:p>
            <a:pPr algn="ctr">
              <a:lnSpc>
                <a:spcPct val="150000"/>
              </a:lnSpc>
            </a:pPr>
            <a:r>
              <a:rPr lang="zh-CN" altLang="en-US" sz="1000" dirty="0">
                <a:solidFill>
                  <a:schemeClr val="bg1">
                    <a:lumMod val="50000"/>
                  </a:schemeClr>
                </a:solidFill>
                <a:latin typeface="HarmonyOS Sans SC Light" panose="00000400000000000000" pitchFamily="2" charset="-122"/>
                <a:ea typeface="HarmonyOS Sans SC Light" panose="00000400000000000000" pitchFamily="2" charset="-122"/>
              </a:rPr>
              <a:t>企业形象</a:t>
            </a:r>
            <a:endParaRPr lang="en-US" altLang="zh-CN" sz="1000" dirty="0">
              <a:solidFill>
                <a:schemeClr val="bg1">
                  <a:lumMod val="50000"/>
                </a:schemeClr>
              </a:solidFill>
              <a:latin typeface="HarmonyOS Sans SC Light" panose="00000400000000000000" pitchFamily="2" charset="-122"/>
              <a:ea typeface="HarmonyOS Sans SC Light" panose="00000400000000000000" pitchFamily="2" charset="-122"/>
            </a:endParaRPr>
          </a:p>
          <a:p>
            <a:pPr algn="ctr">
              <a:lnSpc>
                <a:spcPct val="150000"/>
              </a:lnSpc>
            </a:pPr>
            <a:r>
              <a:rPr lang="zh-CN" altLang="en-US" sz="1000" dirty="0">
                <a:solidFill>
                  <a:schemeClr val="bg1">
                    <a:lumMod val="50000"/>
                  </a:schemeClr>
                </a:solidFill>
                <a:latin typeface="HarmonyOS Sans SC Light" panose="00000400000000000000" pitchFamily="2" charset="-122"/>
                <a:ea typeface="HarmonyOS Sans SC Light" panose="00000400000000000000" pitchFamily="2" charset="-122"/>
              </a:rPr>
              <a:t>自身在消费者心</a:t>
            </a:r>
            <a:endParaRPr lang="en-US" altLang="zh-CN" sz="1000" dirty="0">
              <a:solidFill>
                <a:schemeClr val="bg1">
                  <a:lumMod val="50000"/>
                </a:schemeClr>
              </a:solidFill>
              <a:latin typeface="HarmonyOS Sans SC Light" panose="00000400000000000000" pitchFamily="2" charset="-122"/>
              <a:ea typeface="HarmonyOS Sans SC Light" panose="00000400000000000000" pitchFamily="2" charset="-122"/>
            </a:endParaRPr>
          </a:p>
          <a:p>
            <a:pPr algn="ctr">
              <a:lnSpc>
                <a:spcPct val="150000"/>
              </a:lnSpc>
            </a:pPr>
            <a:r>
              <a:rPr lang="zh-CN" altLang="en-US" sz="1000" dirty="0">
                <a:solidFill>
                  <a:schemeClr val="bg1">
                    <a:lumMod val="50000"/>
                  </a:schemeClr>
                </a:solidFill>
                <a:latin typeface="HarmonyOS Sans SC Light" panose="00000400000000000000" pitchFamily="2" charset="-122"/>
                <a:ea typeface="HarmonyOS Sans SC Light" panose="00000400000000000000" pitchFamily="2" charset="-122"/>
              </a:rPr>
              <a:t>日中的地位</a:t>
            </a:r>
            <a:endParaRPr lang="en-US" altLang="zh-CN" sz="1000" dirty="0">
              <a:solidFill>
                <a:schemeClr val="bg1">
                  <a:lumMod val="50000"/>
                </a:schemeClr>
              </a:solidFill>
              <a:latin typeface="HarmonyOS Sans SC Light" panose="00000400000000000000" pitchFamily="2" charset="-122"/>
              <a:ea typeface="HarmonyOS Sans SC Light" panose="00000400000000000000" pitchFamily="2" charset="-122"/>
            </a:endParaRPr>
          </a:p>
          <a:p>
            <a:pPr algn="ctr">
              <a:lnSpc>
                <a:spcPct val="150000"/>
              </a:lnSpc>
            </a:pPr>
            <a:r>
              <a:rPr lang="zh-CN" altLang="en-US" sz="1000" dirty="0">
                <a:solidFill>
                  <a:schemeClr val="bg1">
                    <a:lumMod val="50000"/>
                  </a:schemeClr>
                </a:solidFill>
                <a:latin typeface="HarmonyOS Sans SC Light" panose="00000400000000000000" pitchFamily="2" charset="-122"/>
                <a:ea typeface="HarmonyOS Sans SC Light" panose="00000400000000000000" pitchFamily="2" charset="-122"/>
              </a:rPr>
              <a:t>价值的体现</a:t>
            </a:r>
            <a:endParaRPr lang="en-US" altLang="zh-CN" sz="1000" dirty="0">
              <a:solidFill>
                <a:schemeClr val="bg1">
                  <a:lumMod val="50000"/>
                </a:schemeClr>
              </a:solidFill>
              <a:latin typeface="HarmonyOS Sans SC Light" panose="00000400000000000000" pitchFamily="2" charset="-122"/>
              <a:ea typeface="HarmonyOS Sans SC Light" panose="00000400000000000000" pitchFamily="2" charset="-122"/>
            </a:endParaRPr>
          </a:p>
        </p:txBody>
      </p:sp>
      <p:sp>
        <p:nvSpPr>
          <p:cNvPr id="170" name="Freeform 111">
            <a:extLst>
              <a:ext uri="{FF2B5EF4-FFF2-40B4-BE49-F238E27FC236}">
                <a16:creationId xmlns:a16="http://schemas.microsoft.com/office/drawing/2014/main" id="{5E14972E-923B-139A-D863-0E686BA1FE3F}"/>
              </a:ext>
            </a:extLst>
          </p:cNvPr>
          <p:cNvSpPr>
            <a:spLocks/>
          </p:cNvSpPr>
          <p:nvPr/>
        </p:nvSpPr>
        <p:spPr bwMode="auto">
          <a:xfrm>
            <a:off x="9129083" y="3222206"/>
            <a:ext cx="1198761" cy="472151"/>
          </a:xfrm>
          <a:custGeom>
            <a:avLst/>
            <a:gdLst>
              <a:gd name="T0" fmla="*/ 893 w 912"/>
              <a:gd name="T1" fmla="*/ 245 h 528"/>
              <a:gd name="T2" fmla="*/ 893 w 912"/>
              <a:gd name="T3" fmla="*/ 284 h 528"/>
              <a:gd name="T4" fmla="*/ 492 w 912"/>
              <a:gd name="T5" fmla="*/ 518 h 528"/>
              <a:gd name="T6" fmla="*/ 424 w 912"/>
              <a:gd name="T7" fmla="*/ 518 h 528"/>
              <a:gd name="T8" fmla="*/ 19 w 912"/>
              <a:gd name="T9" fmla="*/ 284 h 528"/>
              <a:gd name="T10" fmla="*/ 19 w 912"/>
              <a:gd name="T11" fmla="*/ 245 h 528"/>
              <a:gd name="T12" fmla="*/ 421 w 912"/>
              <a:gd name="T13" fmla="*/ 11 h 528"/>
              <a:gd name="T14" fmla="*/ 489 w 912"/>
              <a:gd name="T15" fmla="*/ 11 h 528"/>
              <a:gd name="T16" fmla="*/ 893 w 912"/>
              <a:gd name="T17" fmla="*/ 24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2" h="528">
                <a:moveTo>
                  <a:pt x="893" y="245"/>
                </a:moveTo>
                <a:cubicBezTo>
                  <a:pt x="912" y="255"/>
                  <a:pt x="912" y="273"/>
                  <a:pt x="893" y="284"/>
                </a:cubicBezTo>
                <a:cubicBezTo>
                  <a:pt x="492" y="518"/>
                  <a:pt x="492" y="518"/>
                  <a:pt x="492" y="518"/>
                </a:cubicBezTo>
                <a:cubicBezTo>
                  <a:pt x="473" y="528"/>
                  <a:pt x="442" y="528"/>
                  <a:pt x="424" y="518"/>
                </a:cubicBezTo>
                <a:cubicBezTo>
                  <a:pt x="19" y="284"/>
                  <a:pt x="19" y="284"/>
                  <a:pt x="19" y="284"/>
                </a:cubicBezTo>
                <a:cubicBezTo>
                  <a:pt x="0" y="273"/>
                  <a:pt x="0" y="255"/>
                  <a:pt x="19" y="245"/>
                </a:cubicBezTo>
                <a:cubicBezTo>
                  <a:pt x="421" y="11"/>
                  <a:pt x="421" y="11"/>
                  <a:pt x="421" y="11"/>
                </a:cubicBezTo>
                <a:cubicBezTo>
                  <a:pt x="439" y="0"/>
                  <a:pt x="470" y="0"/>
                  <a:pt x="489" y="11"/>
                </a:cubicBezTo>
                <a:lnTo>
                  <a:pt x="893" y="245"/>
                </a:lnTo>
                <a:close/>
              </a:path>
            </a:pathLst>
          </a:custGeom>
          <a:solidFill>
            <a:srgbClr val="CDD2F8">
              <a:alpha val="20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171" name="Freeform 111">
            <a:extLst>
              <a:ext uri="{FF2B5EF4-FFF2-40B4-BE49-F238E27FC236}">
                <a16:creationId xmlns:a16="http://schemas.microsoft.com/office/drawing/2014/main" id="{8CFE720F-2EA0-A03A-16C9-1DFAC8571E82}"/>
              </a:ext>
            </a:extLst>
          </p:cNvPr>
          <p:cNvSpPr>
            <a:spLocks/>
          </p:cNvSpPr>
          <p:nvPr/>
        </p:nvSpPr>
        <p:spPr bwMode="auto">
          <a:xfrm>
            <a:off x="8988844" y="2876066"/>
            <a:ext cx="1479239" cy="582621"/>
          </a:xfrm>
          <a:custGeom>
            <a:avLst/>
            <a:gdLst>
              <a:gd name="T0" fmla="*/ 893 w 912"/>
              <a:gd name="T1" fmla="*/ 245 h 528"/>
              <a:gd name="T2" fmla="*/ 893 w 912"/>
              <a:gd name="T3" fmla="*/ 284 h 528"/>
              <a:gd name="T4" fmla="*/ 492 w 912"/>
              <a:gd name="T5" fmla="*/ 518 h 528"/>
              <a:gd name="T6" fmla="*/ 424 w 912"/>
              <a:gd name="T7" fmla="*/ 518 h 528"/>
              <a:gd name="T8" fmla="*/ 19 w 912"/>
              <a:gd name="T9" fmla="*/ 284 h 528"/>
              <a:gd name="T10" fmla="*/ 19 w 912"/>
              <a:gd name="T11" fmla="*/ 245 h 528"/>
              <a:gd name="T12" fmla="*/ 421 w 912"/>
              <a:gd name="T13" fmla="*/ 11 h 528"/>
              <a:gd name="T14" fmla="*/ 489 w 912"/>
              <a:gd name="T15" fmla="*/ 11 h 528"/>
              <a:gd name="T16" fmla="*/ 893 w 912"/>
              <a:gd name="T17" fmla="*/ 24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2" h="528">
                <a:moveTo>
                  <a:pt x="893" y="245"/>
                </a:moveTo>
                <a:cubicBezTo>
                  <a:pt x="912" y="255"/>
                  <a:pt x="912" y="273"/>
                  <a:pt x="893" y="284"/>
                </a:cubicBezTo>
                <a:cubicBezTo>
                  <a:pt x="492" y="518"/>
                  <a:pt x="492" y="518"/>
                  <a:pt x="492" y="518"/>
                </a:cubicBezTo>
                <a:cubicBezTo>
                  <a:pt x="473" y="528"/>
                  <a:pt x="442" y="528"/>
                  <a:pt x="424" y="518"/>
                </a:cubicBezTo>
                <a:cubicBezTo>
                  <a:pt x="19" y="284"/>
                  <a:pt x="19" y="284"/>
                  <a:pt x="19" y="284"/>
                </a:cubicBezTo>
                <a:cubicBezTo>
                  <a:pt x="0" y="273"/>
                  <a:pt x="0" y="255"/>
                  <a:pt x="19" y="245"/>
                </a:cubicBezTo>
                <a:cubicBezTo>
                  <a:pt x="421" y="11"/>
                  <a:pt x="421" y="11"/>
                  <a:pt x="421" y="11"/>
                </a:cubicBezTo>
                <a:cubicBezTo>
                  <a:pt x="439" y="0"/>
                  <a:pt x="470" y="0"/>
                  <a:pt x="489" y="11"/>
                </a:cubicBezTo>
                <a:lnTo>
                  <a:pt x="893" y="245"/>
                </a:lnTo>
                <a:close/>
              </a:path>
            </a:pathLst>
          </a:custGeom>
          <a:solidFill>
            <a:srgbClr val="E7EBFF">
              <a:alpha val="60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grpSp>
        <p:nvGrpSpPr>
          <p:cNvPr id="172" name="组合 171">
            <a:extLst>
              <a:ext uri="{FF2B5EF4-FFF2-40B4-BE49-F238E27FC236}">
                <a16:creationId xmlns:a16="http://schemas.microsoft.com/office/drawing/2014/main" id="{52ADC495-4610-BA5B-DA31-4046A7E81FE0}"/>
              </a:ext>
            </a:extLst>
          </p:cNvPr>
          <p:cNvGrpSpPr/>
          <p:nvPr/>
        </p:nvGrpSpPr>
        <p:grpSpPr>
          <a:xfrm>
            <a:off x="8912934" y="2444246"/>
            <a:ext cx="1631059" cy="737448"/>
            <a:chOff x="8215353" y="1662462"/>
            <a:chExt cx="2036775" cy="1354987"/>
          </a:xfrm>
        </p:grpSpPr>
        <p:sp>
          <p:nvSpPr>
            <p:cNvPr id="176" name="Freeform 111">
              <a:extLst>
                <a:ext uri="{FF2B5EF4-FFF2-40B4-BE49-F238E27FC236}">
                  <a16:creationId xmlns:a16="http://schemas.microsoft.com/office/drawing/2014/main" id="{955DCE2E-B768-8523-D3F0-FDBD4A335169}"/>
                </a:ext>
              </a:extLst>
            </p:cNvPr>
            <p:cNvSpPr>
              <a:spLocks/>
            </p:cNvSpPr>
            <p:nvPr/>
          </p:nvSpPr>
          <p:spPr bwMode="auto">
            <a:xfrm>
              <a:off x="8215353" y="1837071"/>
              <a:ext cx="2036775" cy="1180378"/>
            </a:xfrm>
            <a:custGeom>
              <a:avLst/>
              <a:gdLst>
                <a:gd name="T0" fmla="*/ 893 w 912"/>
                <a:gd name="T1" fmla="*/ 245 h 528"/>
                <a:gd name="T2" fmla="*/ 893 w 912"/>
                <a:gd name="T3" fmla="*/ 284 h 528"/>
                <a:gd name="T4" fmla="*/ 492 w 912"/>
                <a:gd name="T5" fmla="*/ 518 h 528"/>
                <a:gd name="T6" fmla="*/ 424 w 912"/>
                <a:gd name="T7" fmla="*/ 518 h 528"/>
                <a:gd name="T8" fmla="*/ 19 w 912"/>
                <a:gd name="T9" fmla="*/ 284 h 528"/>
                <a:gd name="T10" fmla="*/ 19 w 912"/>
                <a:gd name="T11" fmla="*/ 245 h 528"/>
                <a:gd name="T12" fmla="*/ 421 w 912"/>
                <a:gd name="T13" fmla="*/ 11 h 528"/>
                <a:gd name="T14" fmla="*/ 489 w 912"/>
                <a:gd name="T15" fmla="*/ 11 h 528"/>
                <a:gd name="T16" fmla="*/ 893 w 912"/>
                <a:gd name="T17" fmla="*/ 24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2" h="528">
                  <a:moveTo>
                    <a:pt x="893" y="245"/>
                  </a:moveTo>
                  <a:cubicBezTo>
                    <a:pt x="912" y="255"/>
                    <a:pt x="912" y="273"/>
                    <a:pt x="893" y="284"/>
                  </a:cubicBezTo>
                  <a:cubicBezTo>
                    <a:pt x="492" y="518"/>
                    <a:pt x="492" y="518"/>
                    <a:pt x="492" y="518"/>
                  </a:cubicBezTo>
                  <a:cubicBezTo>
                    <a:pt x="473" y="528"/>
                    <a:pt x="442" y="528"/>
                    <a:pt x="424" y="518"/>
                  </a:cubicBezTo>
                  <a:cubicBezTo>
                    <a:pt x="19" y="284"/>
                    <a:pt x="19" y="284"/>
                    <a:pt x="19" y="284"/>
                  </a:cubicBezTo>
                  <a:cubicBezTo>
                    <a:pt x="0" y="273"/>
                    <a:pt x="0" y="255"/>
                    <a:pt x="19" y="245"/>
                  </a:cubicBezTo>
                  <a:cubicBezTo>
                    <a:pt x="421" y="11"/>
                    <a:pt x="421" y="11"/>
                    <a:pt x="421" y="11"/>
                  </a:cubicBezTo>
                  <a:cubicBezTo>
                    <a:pt x="439" y="0"/>
                    <a:pt x="470" y="0"/>
                    <a:pt x="489" y="11"/>
                  </a:cubicBezTo>
                  <a:lnTo>
                    <a:pt x="893" y="245"/>
                  </a:lnTo>
                  <a:close/>
                </a:path>
              </a:pathLst>
            </a:custGeom>
            <a:solidFill>
              <a:srgbClr val="E7EBFF">
                <a:alpha val="50000"/>
              </a:srgbClr>
            </a:solidFill>
            <a:ln>
              <a:solidFill>
                <a:srgbClr val="CDD2F8"/>
              </a:solidFill>
            </a:ln>
          </p:spPr>
          <p:txBody>
            <a:bodyPr vert="horz" wrap="square" lIns="91440" tIns="45720" rIns="91440" bIns="45720" numCol="1" anchor="t" anchorCtr="0" compatLnSpc="1">
              <a:prstTxWarp prst="textNoShape">
                <a:avLst/>
              </a:prstTxWarp>
            </a:bodyPr>
            <a:lstStyle/>
            <a:p>
              <a:endParaRPr lang="zh-CN" altLang="en-US" dirty="0"/>
            </a:p>
          </p:txBody>
        </p:sp>
        <p:grpSp>
          <p:nvGrpSpPr>
            <p:cNvPr id="177" name="组合 176">
              <a:extLst>
                <a:ext uri="{FF2B5EF4-FFF2-40B4-BE49-F238E27FC236}">
                  <a16:creationId xmlns:a16="http://schemas.microsoft.com/office/drawing/2014/main" id="{63652133-5070-D4B8-2BDA-F4890A273992}"/>
                </a:ext>
              </a:extLst>
            </p:cNvPr>
            <p:cNvGrpSpPr/>
            <p:nvPr/>
          </p:nvGrpSpPr>
          <p:grpSpPr>
            <a:xfrm>
              <a:off x="8520160" y="1662462"/>
              <a:ext cx="1427163" cy="1135062"/>
              <a:chOff x="8435976" y="2074863"/>
              <a:chExt cx="1427163" cy="1135062"/>
            </a:xfrm>
          </p:grpSpPr>
          <p:sp>
            <p:nvSpPr>
              <p:cNvPr id="178" name="AutoShape 108">
                <a:extLst>
                  <a:ext uri="{FF2B5EF4-FFF2-40B4-BE49-F238E27FC236}">
                    <a16:creationId xmlns:a16="http://schemas.microsoft.com/office/drawing/2014/main" id="{318FDF67-F8C6-3C93-8091-70CC5A3D2184}"/>
                  </a:ext>
                </a:extLst>
              </p:cNvPr>
              <p:cNvSpPr>
                <a:spLocks noChangeAspect="1" noChangeArrowheads="1" noTextEdit="1"/>
              </p:cNvSpPr>
              <p:nvPr/>
            </p:nvSpPr>
            <p:spPr bwMode="auto">
              <a:xfrm>
                <a:off x="8443120" y="2079625"/>
                <a:ext cx="141287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9" name="Freeform 110">
                <a:extLst>
                  <a:ext uri="{FF2B5EF4-FFF2-40B4-BE49-F238E27FC236}">
                    <a16:creationId xmlns:a16="http://schemas.microsoft.com/office/drawing/2014/main" id="{EF43AF63-099E-B312-CE63-95BA472E1947}"/>
                  </a:ext>
                </a:extLst>
              </p:cNvPr>
              <p:cNvSpPr>
                <a:spLocks/>
              </p:cNvSpPr>
              <p:nvPr/>
            </p:nvSpPr>
            <p:spPr bwMode="auto">
              <a:xfrm>
                <a:off x="8443913" y="2489200"/>
                <a:ext cx="1411288" cy="720725"/>
              </a:xfrm>
              <a:custGeom>
                <a:avLst/>
                <a:gdLst>
                  <a:gd name="T0" fmla="*/ 888 w 902"/>
                  <a:gd name="T1" fmla="*/ 20 h 460"/>
                  <a:gd name="T2" fmla="*/ 487 w 902"/>
                  <a:gd name="T3" fmla="*/ 254 h 460"/>
                  <a:gd name="T4" fmla="*/ 419 w 902"/>
                  <a:gd name="T5" fmla="*/ 254 h 460"/>
                  <a:gd name="T6" fmla="*/ 14 w 902"/>
                  <a:gd name="T7" fmla="*/ 20 h 460"/>
                  <a:gd name="T8" fmla="*/ 0 w 902"/>
                  <a:gd name="T9" fmla="*/ 0 h 460"/>
                  <a:gd name="T10" fmla="*/ 0 w 902"/>
                  <a:gd name="T11" fmla="*/ 196 h 460"/>
                  <a:gd name="T12" fmla="*/ 14 w 902"/>
                  <a:gd name="T13" fmla="*/ 216 h 460"/>
                  <a:gd name="T14" fmla="*/ 418 w 902"/>
                  <a:gd name="T15" fmla="*/ 449 h 460"/>
                  <a:gd name="T16" fmla="*/ 486 w 902"/>
                  <a:gd name="T17" fmla="*/ 449 h 460"/>
                  <a:gd name="T18" fmla="*/ 888 w 902"/>
                  <a:gd name="T19" fmla="*/ 216 h 460"/>
                  <a:gd name="T20" fmla="*/ 902 w 902"/>
                  <a:gd name="T21" fmla="*/ 196 h 460"/>
                  <a:gd name="T22" fmla="*/ 902 w 902"/>
                  <a:gd name="T23" fmla="*/ 0 h 460"/>
                  <a:gd name="T24" fmla="*/ 888 w 902"/>
                  <a:gd name="T25" fmla="*/ 20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2" h="460">
                    <a:moveTo>
                      <a:pt x="888" y="20"/>
                    </a:moveTo>
                    <a:cubicBezTo>
                      <a:pt x="487" y="254"/>
                      <a:pt x="487" y="254"/>
                      <a:pt x="487" y="254"/>
                    </a:cubicBezTo>
                    <a:cubicBezTo>
                      <a:pt x="468" y="264"/>
                      <a:pt x="437" y="264"/>
                      <a:pt x="419" y="254"/>
                    </a:cubicBezTo>
                    <a:cubicBezTo>
                      <a:pt x="14" y="20"/>
                      <a:pt x="14" y="20"/>
                      <a:pt x="14" y="20"/>
                    </a:cubicBezTo>
                    <a:cubicBezTo>
                      <a:pt x="5" y="15"/>
                      <a:pt x="0" y="7"/>
                      <a:pt x="0" y="0"/>
                    </a:cubicBezTo>
                    <a:cubicBezTo>
                      <a:pt x="0" y="196"/>
                      <a:pt x="0" y="196"/>
                      <a:pt x="0" y="196"/>
                    </a:cubicBezTo>
                    <a:cubicBezTo>
                      <a:pt x="0" y="203"/>
                      <a:pt x="4" y="210"/>
                      <a:pt x="14" y="216"/>
                    </a:cubicBezTo>
                    <a:cubicBezTo>
                      <a:pt x="418" y="449"/>
                      <a:pt x="418" y="449"/>
                      <a:pt x="418" y="449"/>
                    </a:cubicBezTo>
                    <a:cubicBezTo>
                      <a:pt x="437" y="460"/>
                      <a:pt x="467" y="460"/>
                      <a:pt x="486" y="449"/>
                    </a:cubicBezTo>
                    <a:cubicBezTo>
                      <a:pt x="888" y="216"/>
                      <a:pt x="888" y="216"/>
                      <a:pt x="888" y="216"/>
                    </a:cubicBezTo>
                    <a:cubicBezTo>
                      <a:pt x="897" y="210"/>
                      <a:pt x="902" y="203"/>
                      <a:pt x="902" y="196"/>
                    </a:cubicBezTo>
                    <a:cubicBezTo>
                      <a:pt x="902" y="0"/>
                      <a:pt x="902" y="0"/>
                      <a:pt x="902" y="0"/>
                    </a:cubicBezTo>
                    <a:cubicBezTo>
                      <a:pt x="902" y="8"/>
                      <a:pt x="898" y="15"/>
                      <a:pt x="888" y="20"/>
                    </a:cubicBezTo>
                    <a:close/>
                  </a:path>
                </a:pathLst>
              </a:custGeom>
              <a:gradFill flip="none" rotWithShape="1">
                <a:gsLst>
                  <a:gs pos="0">
                    <a:srgbClr val="7584E5"/>
                  </a:gs>
                  <a:gs pos="100000">
                    <a:srgbClr val="3749CC"/>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0" name="Freeform 111">
                <a:extLst>
                  <a:ext uri="{FF2B5EF4-FFF2-40B4-BE49-F238E27FC236}">
                    <a16:creationId xmlns:a16="http://schemas.microsoft.com/office/drawing/2014/main" id="{ECC5D5D0-0797-B07B-303F-65F1A5C4E6B5}"/>
                  </a:ext>
                </a:extLst>
              </p:cNvPr>
              <p:cNvSpPr>
                <a:spLocks/>
              </p:cNvSpPr>
              <p:nvPr/>
            </p:nvSpPr>
            <p:spPr bwMode="auto">
              <a:xfrm>
                <a:off x="8435976" y="2074863"/>
                <a:ext cx="1427163" cy="827088"/>
              </a:xfrm>
              <a:custGeom>
                <a:avLst/>
                <a:gdLst>
                  <a:gd name="T0" fmla="*/ 893 w 912"/>
                  <a:gd name="T1" fmla="*/ 245 h 528"/>
                  <a:gd name="T2" fmla="*/ 893 w 912"/>
                  <a:gd name="T3" fmla="*/ 284 h 528"/>
                  <a:gd name="T4" fmla="*/ 492 w 912"/>
                  <a:gd name="T5" fmla="*/ 518 h 528"/>
                  <a:gd name="T6" fmla="*/ 424 w 912"/>
                  <a:gd name="T7" fmla="*/ 518 h 528"/>
                  <a:gd name="T8" fmla="*/ 19 w 912"/>
                  <a:gd name="T9" fmla="*/ 284 h 528"/>
                  <a:gd name="T10" fmla="*/ 19 w 912"/>
                  <a:gd name="T11" fmla="*/ 245 h 528"/>
                  <a:gd name="T12" fmla="*/ 421 w 912"/>
                  <a:gd name="T13" fmla="*/ 11 h 528"/>
                  <a:gd name="T14" fmla="*/ 489 w 912"/>
                  <a:gd name="T15" fmla="*/ 11 h 528"/>
                  <a:gd name="T16" fmla="*/ 893 w 912"/>
                  <a:gd name="T17" fmla="*/ 245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2" h="528">
                    <a:moveTo>
                      <a:pt x="893" y="245"/>
                    </a:moveTo>
                    <a:cubicBezTo>
                      <a:pt x="912" y="255"/>
                      <a:pt x="912" y="273"/>
                      <a:pt x="893" y="284"/>
                    </a:cubicBezTo>
                    <a:cubicBezTo>
                      <a:pt x="492" y="518"/>
                      <a:pt x="492" y="518"/>
                      <a:pt x="492" y="518"/>
                    </a:cubicBezTo>
                    <a:cubicBezTo>
                      <a:pt x="473" y="528"/>
                      <a:pt x="442" y="528"/>
                      <a:pt x="424" y="518"/>
                    </a:cubicBezTo>
                    <a:cubicBezTo>
                      <a:pt x="19" y="284"/>
                      <a:pt x="19" y="284"/>
                      <a:pt x="19" y="284"/>
                    </a:cubicBezTo>
                    <a:cubicBezTo>
                      <a:pt x="0" y="273"/>
                      <a:pt x="0" y="255"/>
                      <a:pt x="19" y="245"/>
                    </a:cubicBezTo>
                    <a:cubicBezTo>
                      <a:pt x="421" y="11"/>
                      <a:pt x="421" y="11"/>
                      <a:pt x="421" y="11"/>
                    </a:cubicBezTo>
                    <a:cubicBezTo>
                      <a:pt x="439" y="0"/>
                      <a:pt x="470" y="0"/>
                      <a:pt x="489" y="11"/>
                    </a:cubicBezTo>
                    <a:lnTo>
                      <a:pt x="893" y="245"/>
                    </a:lnTo>
                    <a:close/>
                  </a:path>
                </a:pathLst>
              </a:custGeom>
              <a:gradFill flip="none" rotWithShape="1">
                <a:gsLst>
                  <a:gs pos="0">
                    <a:srgbClr val="3749CC"/>
                  </a:gs>
                  <a:gs pos="100000">
                    <a:srgbClr val="CDD2F8"/>
                  </a:gs>
                </a:gsLst>
                <a:lin ang="10800000" scaled="1"/>
                <a:tileRect/>
              </a:gradFill>
              <a:ln>
                <a:solidFill>
                  <a:srgbClr val="8E9CEF"/>
                </a:solidFill>
              </a:ln>
            </p:spPr>
            <p:txBody>
              <a:bodyPr vert="horz" wrap="square" lIns="91440" tIns="45720" rIns="91440" bIns="45720" numCol="1" anchor="t" anchorCtr="0" compatLnSpc="1">
                <a:prstTxWarp prst="textNoShape">
                  <a:avLst/>
                </a:prstTxWarp>
              </a:bodyPr>
              <a:lstStyle/>
              <a:p>
                <a:endParaRPr lang="zh-CN" altLang="en-US" dirty="0"/>
              </a:p>
            </p:txBody>
          </p:sp>
        </p:grpSp>
      </p:grpSp>
      <p:sp>
        <p:nvSpPr>
          <p:cNvPr id="173" name="图形 109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A4A9849-C8D9-1EBB-1455-EB6162AF3E0C}"/>
              </a:ext>
            </a:extLst>
          </p:cNvPr>
          <p:cNvSpPr/>
          <p:nvPr/>
        </p:nvSpPr>
        <p:spPr>
          <a:xfrm>
            <a:off x="9594303" y="2044985"/>
            <a:ext cx="296102" cy="296102"/>
          </a:xfrm>
          <a:custGeom>
            <a:avLst/>
            <a:gdLst>
              <a:gd name="connsiteX0" fmla="*/ 85725 w 190500"/>
              <a:gd name="connsiteY0" fmla="*/ 0 h 190500"/>
              <a:gd name="connsiteX1" fmla="*/ 85725 w 190500"/>
              <a:gd name="connsiteY1" fmla="*/ 190500 h 190500"/>
              <a:gd name="connsiteX2" fmla="*/ 0 w 190500"/>
              <a:gd name="connsiteY2" fmla="*/ 95250 h 190500"/>
              <a:gd name="connsiteX3" fmla="*/ 85725 w 190500"/>
              <a:gd name="connsiteY3" fmla="*/ 0 h 190500"/>
              <a:gd name="connsiteX4" fmla="*/ 105061 w 190500"/>
              <a:gd name="connsiteY4" fmla="*/ 0 h 190500"/>
              <a:gd name="connsiteX5" fmla="*/ 105061 w 190500"/>
              <a:gd name="connsiteY5" fmla="*/ 85630 h 190500"/>
              <a:gd name="connsiteX6" fmla="*/ 190500 w 190500"/>
              <a:gd name="connsiteY6" fmla="*/ 85630 h 190500"/>
              <a:gd name="connsiteX7" fmla="*/ 105061 w 190500"/>
              <a:gd name="connsiteY7" fmla="*/ 0 h 190500"/>
              <a:gd name="connsiteX8" fmla="*/ 105061 w 190500"/>
              <a:gd name="connsiteY8" fmla="*/ 104870 h 190500"/>
              <a:gd name="connsiteX9" fmla="*/ 105061 w 190500"/>
              <a:gd name="connsiteY9" fmla="*/ 190500 h 190500"/>
              <a:gd name="connsiteX10" fmla="*/ 190500 w 190500"/>
              <a:gd name="connsiteY10" fmla="*/ 104870 h 190500"/>
              <a:gd name="connsiteX11" fmla="*/ 105061 w 190500"/>
              <a:gd name="connsiteY11" fmla="*/ 10487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0500" h="190500">
                <a:moveTo>
                  <a:pt x="85725" y="0"/>
                </a:moveTo>
                <a:lnTo>
                  <a:pt x="85725" y="190500"/>
                </a:lnTo>
                <a:cubicBezTo>
                  <a:pt x="37433" y="185738"/>
                  <a:pt x="0" y="144875"/>
                  <a:pt x="0" y="95250"/>
                </a:cubicBezTo>
                <a:cubicBezTo>
                  <a:pt x="0" y="45625"/>
                  <a:pt x="37433" y="4763"/>
                  <a:pt x="85725" y="0"/>
                </a:cubicBezTo>
                <a:close/>
                <a:moveTo>
                  <a:pt x="105061" y="0"/>
                </a:moveTo>
                <a:lnTo>
                  <a:pt x="105061" y="85630"/>
                </a:lnTo>
                <a:lnTo>
                  <a:pt x="190500" y="85630"/>
                </a:lnTo>
                <a:cubicBezTo>
                  <a:pt x="186023" y="40481"/>
                  <a:pt x="150114" y="4477"/>
                  <a:pt x="105061" y="0"/>
                </a:cubicBezTo>
                <a:close/>
                <a:moveTo>
                  <a:pt x="105061" y="104870"/>
                </a:moveTo>
                <a:lnTo>
                  <a:pt x="105061" y="190500"/>
                </a:lnTo>
                <a:cubicBezTo>
                  <a:pt x="150209" y="186023"/>
                  <a:pt x="186023" y="150019"/>
                  <a:pt x="190500" y="104870"/>
                </a:cubicBezTo>
                <a:lnTo>
                  <a:pt x="105061" y="104870"/>
                </a:lnTo>
                <a:close/>
              </a:path>
            </a:pathLst>
          </a:custGeom>
          <a:gradFill flip="none" rotWithShape="1">
            <a:gsLst>
              <a:gs pos="0">
                <a:srgbClr val="3749CC"/>
              </a:gs>
              <a:gs pos="100000">
                <a:srgbClr val="8E9CEF"/>
              </a:gs>
            </a:gsLst>
            <a:lin ang="13500000" scaled="1"/>
            <a:tileRect/>
          </a:gradFill>
          <a:ln w="9525" cap="flat">
            <a:noFill/>
            <a:prstDash val="solid"/>
            <a:miter/>
          </a:ln>
        </p:spPr>
        <p:txBody>
          <a:bodyPr rtlCol="0" anchor="ctr"/>
          <a:lstStyle/>
          <a:p>
            <a:endParaRPr lang="zh-CN" altLang="en-US"/>
          </a:p>
        </p:txBody>
      </p:sp>
      <p:sp>
        <p:nvSpPr>
          <p:cNvPr id="174" name="文本框 173">
            <a:extLst>
              <a:ext uri="{FF2B5EF4-FFF2-40B4-BE49-F238E27FC236}">
                <a16:creationId xmlns:a16="http://schemas.microsoft.com/office/drawing/2014/main" id="{25FB5E66-CD5C-A044-9497-067D6AB9E112}"/>
              </a:ext>
            </a:extLst>
          </p:cNvPr>
          <p:cNvSpPr txBox="1"/>
          <p:nvPr/>
        </p:nvSpPr>
        <p:spPr>
          <a:xfrm>
            <a:off x="9339097" y="3734869"/>
            <a:ext cx="806514" cy="338554"/>
          </a:xfrm>
          <a:prstGeom prst="rect">
            <a:avLst/>
          </a:prstGeom>
          <a:noFill/>
        </p:spPr>
        <p:txBody>
          <a:bodyPr wrap="square" rtlCol="0">
            <a:spAutoFit/>
          </a:bodyPr>
          <a:lstStyle/>
          <a:p>
            <a:pPr algn="ctr">
              <a:lnSpc>
                <a:spcPct val="150000"/>
              </a:lnSpc>
            </a:pPr>
            <a:r>
              <a:rPr lang="zh-CN" altLang="en-US" sz="1200" dirty="0">
                <a:solidFill>
                  <a:srgbClr val="3749CC"/>
                </a:solidFill>
                <a:latin typeface="HarmonyOS Sans SC Medium" panose="00000600000000000000" pitchFamily="2" charset="-122"/>
                <a:ea typeface="HarmonyOS Sans SC Medium" panose="00000600000000000000" pitchFamily="2" charset="-122"/>
              </a:rPr>
              <a:t>研发流程</a:t>
            </a:r>
          </a:p>
        </p:txBody>
      </p:sp>
      <p:sp>
        <p:nvSpPr>
          <p:cNvPr id="175" name="文本框 174">
            <a:extLst>
              <a:ext uri="{FF2B5EF4-FFF2-40B4-BE49-F238E27FC236}">
                <a16:creationId xmlns:a16="http://schemas.microsoft.com/office/drawing/2014/main" id="{C2C1F02C-DF6A-269C-1B16-D7EA88915F73}"/>
              </a:ext>
            </a:extLst>
          </p:cNvPr>
          <p:cNvSpPr txBox="1"/>
          <p:nvPr/>
        </p:nvSpPr>
        <p:spPr>
          <a:xfrm>
            <a:off x="8939358" y="4073423"/>
            <a:ext cx="1565022" cy="990015"/>
          </a:xfrm>
          <a:prstGeom prst="rect">
            <a:avLst/>
          </a:prstGeom>
          <a:noFill/>
        </p:spPr>
        <p:txBody>
          <a:bodyPr wrap="square" rtlCol="0">
            <a:spAutoFit/>
          </a:bodyPr>
          <a:lstStyle/>
          <a:p>
            <a:pPr algn="ctr">
              <a:lnSpc>
                <a:spcPct val="150000"/>
              </a:lnSpc>
            </a:pPr>
            <a:r>
              <a:rPr lang="zh-CN" altLang="en-US" sz="1000" dirty="0">
                <a:solidFill>
                  <a:schemeClr val="bg1">
                    <a:lumMod val="50000"/>
                  </a:schemeClr>
                </a:solidFill>
                <a:latin typeface="HarmonyOS Sans SC Light" panose="00000400000000000000" pitchFamily="2" charset="-122"/>
                <a:ea typeface="HarmonyOS Sans SC Light" panose="00000400000000000000" pitchFamily="2" charset="-122"/>
              </a:rPr>
              <a:t>企业形象</a:t>
            </a:r>
            <a:endParaRPr lang="en-US" altLang="zh-CN" sz="1000" dirty="0">
              <a:solidFill>
                <a:schemeClr val="bg1">
                  <a:lumMod val="50000"/>
                </a:schemeClr>
              </a:solidFill>
              <a:latin typeface="HarmonyOS Sans SC Light" panose="00000400000000000000" pitchFamily="2" charset="-122"/>
              <a:ea typeface="HarmonyOS Sans SC Light" panose="00000400000000000000" pitchFamily="2" charset="-122"/>
            </a:endParaRPr>
          </a:p>
          <a:p>
            <a:pPr algn="ctr">
              <a:lnSpc>
                <a:spcPct val="150000"/>
              </a:lnSpc>
            </a:pPr>
            <a:r>
              <a:rPr lang="zh-CN" altLang="en-US" sz="1000" dirty="0">
                <a:solidFill>
                  <a:schemeClr val="bg1">
                    <a:lumMod val="50000"/>
                  </a:schemeClr>
                </a:solidFill>
                <a:latin typeface="HarmonyOS Sans SC Light" panose="00000400000000000000" pitchFamily="2" charset="-122"/>
                <a:ea typeface="HarmonyOS Sans SC Light" panose="00000400000000000000" pitchFamily="2" charset="-122"/>
              </a:rPr>
              <a:t>自身在消费者心</a:t>
            </a:r>
            <a:endParaRPr lang="en-US" altLang="zh-CN" sz="1000" dirty="0">
              <a:solidFill>
                <a:schemeClr val="bg1">
                  <a:lumMod val="50000"/>
                </a:schemeClr>
              </a:solidFill>
              <a:latin typeface="HarmonyOS Sans SC Light" panose="00000400000000000000" pitchFamily="2" charset="-122"/>
              <a:ea typeface="HarmonyOS Sans SC Light" panose="00000400000000000000" pitchFamily="2" charset="-122"/>
            </a:endParaRPr>
          </a:p>
          <a:p>
            <a:pPr algn="ctr">
              <a:lnSpc>
                <a:spcPct val="150000"/>
              </a:lnSpc>
            </a:pPr>
            <a:r>
              <a:rPr lang="zh-CN" altLang="en-US" sz="1000" dirty="0">
                <a:solidFill>
                  <a:schemeClr val="bg1">
                    <a:lumMod val="50000"/>
                  </a:schemeClr>
                </a:solidFill>
                <a:latin typeface="HarmonyOS Sans SC Light" panose="00000400000000000000" pitchFamily="2" charset="-122"/>
                <a:ea typeface="HarmonyOS Sans SC Light" panose="00000400000000000000" pitchFamily="2" charset="-122"/>
              </a:rPr>
              <a:t>日中的地位</a:t>
            </a:r>
            <a:endParaRPr lang="en-US" altLang="zh-CN" sz="1000" dirty="0">
              <a:solidFill>
                <a:schemeClr val="bg1">
                  <a:lumMod val="50000"/>
                </a:schemeClr>
              </a:solidFill>
              <a:latin typeface="HarmonyOS Sans SC Light" panose="00000400000000000000" pitchFamily="2" charset="-122"/>
              <a:ea typeface="HarmonyOS Sans SC Light" panose="00000400000000000000" pitchFamily="2" charset="-122"/>
            </a:endParaRPr>
          </a:p>
          <a:p>
            <a:pPr algn="ctr">
              <a:lnSpc>
                <a:spcPct val="150000"/>
              </a:lnSpc>
            </a:pPr>
            <a:r>
              <a:rPr lang="zh-CN" altLang="en-US" sz="1000" dirty="0">
                <a:solidFill>
                  <a:schemeClr val="bg1">
                    <a:lumMod val="50000"/>
                  </a:schemeClr>
                </a:solidFill>
                <a:latin typeface="HarmonyOS Sans SC Light" panose="00000400000000000000" pitchFamily="2" charset="-122"/>
                <a:ea typeface="HarmonyOS Sans SC Light" panose="00000400000000000000" pitchFamily="2" charset="-122"/>
              </a:rPr>
              <a:t>价值的体现</a:t>
            </a:r>
            <a:endParaRPr lang="en-US" altLang="zh-CN" sz="1000" dirty="0">
              <a:solidFill>
                <a:schemeClr val="bg1">
                  <a:lumMod val="50000"/>
                </a:schemeClr>
              </a:solidFill>
              <a:latin typeface="HarmonyOS Sans SC Light" panose="00000400000000000000" pitchFamily="2" charset="-122"/>
              <a:ea typeface="HarmonyOS Sans SC Light" panose="00000400000000000000" pitchFamily="2" charset="-122"/>
            </a:endParaRPr>
          </a:p>
        </p:txBody>
      </p:sp>
      <p:sp>
        <p:nvSpPr>
          <p:cNvPr id="181" name="图形 6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020D10E5-9C5A-B1A9-0ABE-4C15A5B87528}"/>
              </a:ext>
            </a:extLst>
          </p:cNvPr>
          <p:cNvSpPr/>
          <p:nvPr/>
        </p:nvSpPr>
        <p:spPr>
          <a:xfrm>
            <a:off x="5424127" y="944938"/>
            <a:ext cx="266492" cy="296102"/>
          </a:xfrm>
          <a:custGeom>
            <a:avLst/>
            <a:gdLst>
              <a:gd name="connsiteX0" fmla="*/ 152400 w 171450"/>
              <a:gd name="connsiteY0" fmla="*/ 19050 h 190500"/>
              <a:gd name="connsiteX1" fmla="*/ 112586 w 171450"/>
              <a:gd name="connsiteY1" fmla="*/ 19050 h 190500"/>
              <a:gd name="connsiteX2" fmla="*/ 85725 w 171450"/>
              <a:gd name="connsiteY2" fmla="*/ 0 h 190500"/>
              <a:gd name="connsiteX3" fmla="*/ 58865 w 171450"/>
              <a:gd name="connsiteY3" fmla="*/ 19050 h 190500"/>
              <a:gd name="connsiteX4" fmla="*/ 19050 w 171450"/>
              <a:gd name="connsiteY4" fmla="*/ 19050 h 190500"/>
              <a:gd name="connsiteX5" fmla="*/ 0 w 171450"/>
              <a:gd name="connsiteY5" fmla="*/ 38100 h 190500"/>
              <a:gd name="connsiteX6" fmla="*/ 0 w 171450"/>
              <a:gd name="connsiteY6" fmla="*/ 171450 h 190500"/>
              <a:gd name="connsiteX7" fmla="*/ 19050 w 171450"/>
              <a:gd name="connsiteY7" fmla="*/ 190500 h 190500"/>
              <a:gd name="connsiteX8" fmla="*/ 152400 w 171450"/>
              <a:gd name="connsiteY8" fmla="*/ 190500 h 190500"/>
              <a:gd name="connsiteX9" fmla="*/ 171450 w 171450"/>
              <a:gd name="connsiteY9" fmla="*/ 171450 h 190500"/>
              <a:gd name="connsiteX10" fmla="*/ 171450 w 171450"/>
              <a:gd name="connsiteY10" fmla="*/ 38100 h 190500"/>
              <a:gd name="connsiteX11" fmla="*/ 152400 w 171450"/>
              <a:gd name="connsiteY11" fmla="*/ 19050 h 190500"/>
              <a:gd name="connsiteX12" fmla="*/ 85725 w 171450"/>
              <a:gd name="connsiteY12" fmla="*/ 19050 h 190500"/>
              <a:gd name="connsiteX13" fmla="*/ 95250 w 171450"/>
              <a:gd name="connsiteY13" fmla="*/ 28575 h 190500"/>
              <a:gd name="connsiteX14" fmla="*/ 85725 w 171450"/>
              <a:gd name="connsiteY14" fmla="*/ 38100 h 190500"/>
              <a:gd name="connsiteX15" fmla="*/ 76200 w 171450"/>
              <a:gd name="connsiteY15" fmla="*/ 28575 h 190500"/>
              <a:gd name="connsiteX16" fmla="*/ 85725 w 171450"/>
              <a:gd name="connsiteY16" fmla="*/ 19050 h 190500"/>
              <a:gd name="connsiteX17" fmla="*/ 123825 w 171450"/>
              <a:gd name="connsiteY17" fmla="*/ 133350 h 190500"/>
              <a:gd name="connsiteX18" fmla="*/ 85725 w 171450"/>
              <a:gd name="connsiteY18" fmla="*/ 133350 h 190500"/>
              <a:gd name="connsiteX19" fmla="*/ 85725 w 171450"/>
              <a:gd name="connsiteY19" fmla="*/ 161925 h 190500"/>
              <a:gd name="connsiteX20" fmla="*/ 38100 w 171450"/>
              <a:gd name="connsiteY20" fmla="*/ 114300 h 190500"/>
              <a:gd name="connsiteX21" fmla="*/ 85725 w 171450"/>
              <a:gd name="connsiteY21" fmla="*/ 66675 h 190500"/>
              <a:gd name="connsiteX22" fmla="*/ 85725 w 171450"/>
              <a:gd name="connsiteY22" fmla="*/ 95250 h 190500"/>
              <a:gd name="connsiteX23" fmla="*/ 123825 w 171450"/>
              <a:gd name="connsiteY23" fmla="*/ 95250 h 190500"/>
              <a:gd name="connsiteX24" fmla="*/ 123825 w 171450"/>
              <a:gd name="connsiteY24" fmla="*/ 1333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1450" h="190500">
                <a:moveTo>
                  <a:pt x="152400" y="19050"/>
                </a:moveTo>
                <a:lnTo>
                  <a:pt x="112586" y="19050"/>
                </a:lnTo>
                <a:cubicBezTo>
                  <a:pt x="108585" y="8001"/>
                  <a:pt x="98108" y="0"/>
                  <a:pt x="85725" y="0"/>
                </a:cubicBezTo>
                <a:cubicBezTo>
                  <a:pt x="73343" y="0"/>
                  <a:pt x="62865" y="8001"/>
                  <a:pt x="58865" y="19050"/>
                </a:cubicBezTo>
                <a:lnTo>
                  <a:pt x="19050" y="19050"/>
                </a:lnTo>
                <a:cubicBezTo>
                  <a:pt x="8573" y="19050"/>
                  <a:pt x="0" y="27623"/>
                  <a:pt x="0" y="38100"/>
                </a:cubicBezTo>
                <a:lnTo>
                  <a:pt x="0" y="171450"/>
                </a:lnTo>
                <a:cubicBezTo>
                  <a:pt x="0" y="181928"/>
                  <a:pt x="8573" y="190500"/>
                  <a:pt x="19050" y="190500"/>
                </a:cubicBezTo>
                <a:lnTo>
                  <a:pt x="152400" y="190500"/>
                </a:lnTo>
                <a:cubicBezTo>
                  <a:pt x="162878" y="190500"/>
                  <a:pt x="171450" y="181928"/>
                  <a:pt x="171450" y="171450"/>
                </a:cubicBezTo>
                <a:lnTo>
                  <a:pt x="171450" y="38100"/>
                </a:lnTo>
                <a:cubicBezTo>
                  <a:pt x="171450" y="27623"/>
                  <a:pt x="162878" y="19050"/>
                  <a:pt x="152400" y="19050"/>
                </a:cubicBezTo>
                <a:close/>
                <a:moveTo>
                  <a:pt x="85725" y="19050"/>
                </a:moveTo>
                <a:cubicBezTo>
                  <a:pt x="90964" y="19050"/>
                  <a:pt x="95250" y="23336"/>
                  <a:pt x="95250" y="28575"/>
                </a:cubicBezTo>
                <a:cubicBezTo>
                  <a:pt x="95250" y="33814"/>
                  <a:pt x="90964" y="38100"/>
                  <a:pt x="85725" y="38100"/>
                </a:cubicBezTo>
                <a:cubicBezTo>
                  <a:pt x="80486" y="38100"/>
                  <a:pt x="76200" y="33814"/>
                  <a:pt x="76200" y="28575"/>
                </a:cubicBezTo>
                <a:cubicBezTo>
                  <a:pt x="76200" y="23336"/>
                  <a:pt x="80486" y="19050"/>
                  <a:pt x="85725" y="19050"/>
                </a:cubicBezTo>
                <a:close/>
                <a:moveTo>
                  <a:pt x="123825" y="133350"/>
                </a:moveTo>
                <a:lnTo>
                  <a:pt x="85725" y="133350"/>
                </a:lnTo>
                <a:lnTo>
                  <a:pt x="85725" y="161925"/>
                </a:lnTo>
                <a:lnTo>
                  <a:pt x="38100" y="114300"/>
                </a:lnTo>
                <a:lnTo>
                  <a:pt x="85725" y="66675"/>
                </a:lnTo>
                <a:lnTo>
                  <a:pt x="85725" y="95250"/>
                </a:lnTo>
                <a:lnTo>
                  <a:pt x="123825" y="95250"/>
                </a:lnTo>
                <a:lnTo>
                  <a:pt x="123825" y="133350"/>
                </a:lnTo>
                <a:close/>
              </a:path>
            </a:pathLst>
          </a:custGeom>
          <a:gradFill flip="none" rotWithShape="1">
            <a:gsLst>
              <a:gs pos="0">
                <a:srgbClr val="3749CC"/>
              </a:gs>
              <a:gs pos="100000">
                <a:srgbClr val="8E9CEF"/>
              </a:gs>
            </a:gsLst>
            <a:lin ang="13500000" scaled="1"/>
            <a:tileRect/>
          </a:gradFill>
          <a:ln w="9525" cap="flat">
            <a:noFill/>
            <a:prstDash val="solid"/>
            <a:miter/>
          </a:ln>
        </p:spPr>
        <p:txBody>
          <a:bodyPr rtlCol="0" anchor="ctr"/>
          <a:lstStyle/>
          <a:p>
            <a:endParaRPr lang="zh-CN" altLang="en-US"/>
          </a:p>
        </p:txBody>
      </p:sp>
      <p:sp>
        <p:nvSpPr>
          <p:cNvPr id="182" name="图形 79"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E2710F39-466E-2589-7D98-B23EA2446AFA}"/>
              </a:ext>
            </a:extLst>
          </p:cNvPr>
          <p:cNvSpPr/>
          <p:nvPr/>
        </p:nvSpPr>
        <p:spPr>
          <a:xfrm>
            <a:off x="7978529" y="978691"/>
            <a:ext cx="236882" cy="296102"/>
          </a:xfrm>
          <a:custGeom>
            <a:avLst/>
            <a:gdLst>
              <a:gd name="connsiteX0" fmla="*/ 133350 w 152400"/>
              <a:gd name="connsiteY0" fmla="*/ 0 h 190500"/>
              <a:gd name="connsiteX1" fmla="*/ 19050 w 152400"/>
              <a:gd name="connsiteY1" fmla="*/ 0 h 190500"/>
              <a:gd name="connsiteX2" fmla="*/ 0 w 152400"/>
              <a:gd name="connsiteY2" fmla="*/ 19050 h 190500"/>
              <a:gd name="connsiteX3" fmla="*/ 0 w 152400"/>
              <a:gd name="connsiteY3" fmla="*/ 171450 h 190500"/>
              <a:gd name="connsiteX4" fmla="*/ 19050 w 152400"/>
              <a:gd name="connsiteY4" fmla="*/ 190500 h 190500"/>
              <a:gd name="connsiteX5" fmla="*/ 133350 w 152400"/>
              <a:gd name="connsiteY5" fmla="*/ 190500 h 190500"/>
              <a:gd name="connsiteX6" fmla="*/ 152400 w 152400"/>
              <a:gd name="connsiteY6" fmla="*/ 171450 h 190500"/>
              <a:gd name="connsiteX7" fmla="*/ 152400 w 152400"/>
              <a:gd name="connsiteY7" fmla="*/ 19050 h 190500"/>
              <a:gd name="connsiteX8" fmla="*/ 133350 w 152400"/>
              <a:gd name="connsiteY8" fmla="*/ 0 h 190500"/>
              <a:gd name="connsiteX9" fmla="*/ 19050 w 152400"/>
              <a:gd name="connsiteY9" fmla="*/ 19050 h 190500"/>
              <a:gd name="connsiteX10" fmla="*/ 66675 w 152400"/>
              <a:gd name="connsiteY10" fmla="*/ 19050 h 190500"/>
              <a:gd name="connsiteX11" fmla="*/ 66675 w 152400"/>
              <a:gd name="connsiteY11" fmla="*/ 95250 h 190500"/>
              <a:gd name="connsiteX12" fmla="*/ 42863 w 152400"/>
              <a:gd name="connsiteY12" fmla="*/ 80963 h 190500"/>
              <a:gd name="connsiteX13" fmla="*/ 19050 w 152400"/>
              <a:gd name="connsiteY13" fmla="*/ 95250 h 190500"/>
              <a:gd name="connsiteX14" fmla="*/ 19050 w 152400"/>
              <a:gd name="connsiteY14" fmla="*/ 190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2400" h="190500">
                <a:moveTo>
                  <a:pt x="133350" y="0"/>
                </a:moveTo>
                <a:lnTo>
                  <a:pt x="19050" y="0"/>
                </a:lnTo>
                <a:cubicBezTo>
                  <a:pt x="8573" y="0"/>
                  <a:pt x="0" y="8573"/>
                  <a:pt x="0" y="19050"/>
                </a:cubicBezTo>
                <a:lnTo>
                  <a:pt x="0" y="171450"/>
                </a:lnTo>
                <a:cubicBezTo>
                  <a:pt x="0" y="181928"/>
                  <a:pt x="8573" y="190500"/>
                  <a:pt x="19050" y="190500"/>
                </a:cubicBezTo>
                <a:lnTo>
                  <a:pt x="133350" y="190500"/>
                </a:lnTo>
                <a:cubicBezTo>
                  <a:pt x="143828" y="190500"/>
                  <a:pt x="152400" y="181928"/>
                  <a:pt x="152400" y="171450"/>
                </a:cubicBezTo>
                <a:lnTo>
                  <a:pt x="152400" y="19050"/>
                </a:lnTo>
                <a:cubicBezTo>
                  <a:pt x="152400" y="8573"/>
                  <a:pt x="143828" y="0"/>
                  <a:pt x="133350" y="0"/>
                </a:cubicBezTo>
                <a:close/>
                <a:moveTo>
                  <a:pt x="19050" y="19050"/>
                </a:moveTo>
                <a:lnTo>
                  <a:pt x="66675" y="19050"/>
                </a:lnTo>
                <a:lnTo>
                  <a:pt x="66675" y="95250"/>
                </a:lnTo>
                <a:lnTo>
                  <a:pt x="42863" y="80963"/>
                </a:lnTo>
                <a:lnTo>
                  <a:pt x="19050" y="95250"/>
                </a:lnTo>
                <a:lnTo>
                  <a:pt x="19050" y="19050"/>
                </a:lnTo>
                <a:close/>
              </a:path>
            </a:pathLst>
          </a:custGeom>
          <a:gradFill flip="none" rotWithShape="1">
            <a:gsLst>
              <a:gs pos="0">
                <a:srgbClr val="3749CC"/>
              </a:gs>
              <a:gs pos="100000">
                <a:srgbClr val="8E9CEF"/>
              </a:gs>
            </a:gsLst>
            <a:lin ang="13500000" scaled="1"/>
            <a:tileRect/>
          </a:gradFill>
          <a:ln w="9525" cap="flat">
            <a:noFill/>
            <a:prstDash val="solid"/>
            <a:miter/>
          </a:ln>
        </p:spPr>
        <p:txBody>
          <a:bodyPr rtlCol="0" anchor="ctr"/>
          <a:lstStyle/>
          <a:p>
            <a:endParaRPr lang="zh-CN" altLang="en-US"/>
          </a:p>
        </p:txBody>
      </p:sp>
      <p:sp>
        <p:nvSpPr>
          <p:cNvPr id="183" name="图形 85"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BC391264-46C7-5790-92D2-E271FAC60AB2}"/>
              </a:ext>
            </a:extLst>
          </p:cNvPr>
          <p:cNvSpPr/>
          <p:nvPr/>
        </p:nvSpPr>
        <p:spPr>
          <a:xfrm>
            <a:off x="6737954" y="944938"/>
            <a:ext cx="266492" cy="296102"/>
          </a:xfrm>
          <a:custGeom>
            <a:avLst/>
            <a:gdLst>
              <a:gd name="connsiteX0" fmla="*/ 152400 w 171450"/>
              <a:gd name="connsiteY0" fmla="*/ 19050 h 190500"/>
              <a:gd name="connsiteX1" fmla="*/ 112586 w 171450"/>
              <a:gd name="connsiteY1" fmla="*/ 19050 h 190500"/>
              <a:gd name="connsiteX2" fmla="*/ 85725 w 171450"/>
              <a:gd name="connsiteY2" fmla="*/ 0 h 190500"/>
              <a:gd name="connsiteX3" fmla="*/ 58865 w 171450"/>
              <a:gd name="connsiteY3" fmla="*/ 19050 h 190500"/>
              <a:gd name="connsiteX4" fmla="*/ 19050 w 171450"/>
              <a:gd name="connsiteY4" fmla="*/ 19050 h 190500"/>
              <a:gd name="connsiteX5" fmla="*/ 0 w 171450"/>
              <a:gd name="connsiteY5" fmla="*/ 38100 h 190500"/>
              <a:gd name="connsiteX6" fmla="*/ 0 w 171450"/>
              <a:gd name="connsiteY6" fmla="*/ 171450 h 190500"/>
              <a:gd name="connsiteX7" fmla="*/ 19050 w 171450"/>
              <a:gd name="connsiteY7" fmla="*/ 190500 h 190500"/>
              <a:gd name="connsiteX8" fmla="*/ 152400 w 171450"/>
              <a:gd name="connsiteY8" fmla="*/ 190500 h 190500"/>
              <a:gd name="connsiteX9" fmla="*/ 171450 w 171450"/>
              <a:gd name="connsiteY9" fmla="*/ 171450 h 190500"/>
              <a:gd name="connsiteX10" fmla="*/ 171450 w 171450"/>
              <a:gd name="connsiteY10" fmla="*/ 38100 h 190500"/>
              <a:gd name="connsiteX11" fmla="*/ 152400 w 171450"/>
              <a:gd name="connsiteY11" fmla="*/ 19050 h 190500"/>
              <a:gd name="connsiteX12" fmla="*/ 85725 w 171450"/>
              <a:gd name="connsiteY12" fmla="*/ 19050 h 190500"/>
              <a:gd name="connsiteX13" fmla="*/ 95250 w 171450"/>
              <a:gd name="connsiteY13" fmla="*/ 28575 h 190500"/>
              <a:gd name="connsiteX14" fmla="*/ 85725 w 171450"/>
              <a:gd name="connsiteY14" fmla="*/ 38100 h 190500"/>
              <a:gd name="connsiteX15" fmla="*/ 76200 w 171450"/>
              <a:gd name="connsiteY15" fmla="*/ 28575 h 190500"/>
              <a:gd name="connsiteX16" fmla="*/ 85725 w 171450"/>
              <a:gd name="connsiteY16" fmla="*/ 19050 h 190500"/>
              <a:gd name="connsiteX17" fmla="*/ 66675 w 171450"/>
              <a:gd name="connsiteY17" fmla="*/ 152400 h 190500"/>
              <a:gd name="connsiteX18" fmla="*/ 28575 w 171450"/>
              <a:gd name="connsiteY18" fmla="*/ 114300 h 190500"/>
              <a:gd name="connsiteX19" fmla="*/ 42005 w 171450"/>
              <a:gd name="connsiteY19" fmla="*/ 100870 h 190500"/>
              <a:gd name="connsiteX20" fmla="*/ 66675 w 171450"/>
              <a:gd name="connsiteY20" fmla="*/ 125444 h 190500"/>
              <a:gd name="connsiteX21" fmla="*/ 129445 w 171450"/>
              <a:gd name="connsiteY21" fmla="*/ 62675 h 190500"/>
              <a:gd name="connsiteX22" fmla="*/ 142875 w 171450"/>
              <a:gd name="connsiteY22" fmla="*/ 76200 h 190500"/>
              <a:gd name="connsiteX23" fmla="*/ 66675 w 171450"/>
              <a:gd name="connsiteY23" fmla="*/ 15240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1450" h="190500">
                <a:moveTo>
                  <a:pt x="152400" y="19050"/>
                </a:moveTo>
                <a:lnTo>
                  <a:pt x="112586" y="19050"/>
                </a:lnTo>
                <a:cubicBezTo>
                  <a:pt x="108585" y="8001"/>
                  <a:pt x="98108" y="0"/>
                  <a:pt x="85725" y="0"/>
                </a:cubicBezTo>
                <a:cubicBezTo>
                  <a:pt x="73343" y="0"/>
                  <a:pt x="62865" y="8001"/>
                  <a:pt x="58865" y="19050"/>
                </a:cubicBezTo>
                <a:lnTo>
                  <a:pt x="19050" y="19050"/>
                </a:lnTo>
                <a:cubicBezTo>
                  <a:pt x="8573" y="19050"/>
                  <a:pt x="0" y="27623"/>
                  <a:pt x="0" y="38100"/>
                </a:cubicBezTo>
                <a:lnTo>
                  <a:pt x="0" y="171450"/>
                </a:lnTo>
                <a:cubicBezTo>
                  <a:pt x="0" y="181928"/>
                  <a:pt x="8573" y="190500"/>
                  <a:pt x="19050" y="190500"/>
                </a:cubicBezTo>
                <a:lnTo>
                  <a:pt x="152400" y="190500"/>
                </a:lnTo>
                <a:cubicBezTo>
                  <a:pt x="162878" y="190500"/>
                  <a:pt x="171450" y="181928"/>
                  <a:pt x="171450" y="171450"/>
                </a:cubicBezTo>
                <a:lnTo>
                  <a:pt x="171450" y="38100"/>
                </a:lnTo>
                <a:cubicBezTo>
                  <a:pt x="171450" y="27623"/>
                  <a:pt x="162878" y="19050"/>
                  <a:pt x="152400" y="19050"/>
                </a:cubicBezTo>
                <a:close/>
                <a:moveTo>
                  <a:pt x="85725" y="19050"/>
                </a:moveTo>
                <a:cubicBezTo>
                  <a:pt x="90964" y="19050"/>
                  <a:pt x="95250" y="23336"/>
                  <a:pt x="95250" y="28575"/>
                </a:cubicBezTo>
                <a:cubicBezTo>
                  <a:pt x="95250" y="33814"/>
                  <a:pt x="90964" y="38100"/>
                  <a:pt x="85725" y="38100"/>
                </a:cubicBezTo>
                <a:cubicBezTo>
                  <a:pt x="80486" y="38100"/>
                  <a:pt x="76200" y="33814"/>
                  <a:pt x="76200" y="28575"/>
                </a:cubicBezTo>
                <a:cubicBezTo>
                  <a:pt x="76200" y="23336"/>
                  <a:pt x="80486" y="19050"/>
                  <a:pt x="85725" y="19050"/>
                </a:cubicBezTo>
                <a:close/>
                <a:moveTo>
                  <a:pt x="66675" y="152400"/>
                </a:moveTo>
                <a:lnTo>
                  <a:pt x="28575" y="114300"/>
                </a:lnTo>
                <a:lnTo>
                  <a:pt x="42005" y="100870"/>
                </a:lnTo>
                <a:lnTo>
                  <a:pt x="66675" y="125444"/>
                </a:lnTo>
                <a:lnTo>
                  <a:pt x="129445" y="62675"/>
                </a:lnTo>
                <a:lnTo>
                  <a:pt x="142875" y="76200"/>
                </a:lnTo>
                <a:lnTo>
                  <a:pt x="66675" y="152400"/>
                </a:lnTo>
                <a:close/>
              </a:path>
            </a:pathLst>
          </a:custGeom>
          <a:gradFill flip="none" rotWithShape="1">
            <a:gsLst>
              <a:gs pos="0">
                <a:srgbClr val="3749CC"/>
              </a:gs>
              <a:gs pos="100000">
                <a:srgbClr val="8E9CEF"/>
              </a:gs>
            </a:gsLst>
            <a:lin ang="13500000" scaled="1"/>
            <a:tileRect/>
          </a:gradFill>
          <a:ln w="9525" cap="flat">
            <a:noFill/>
            <a:prstDash val="solid"/>
            <a:miter/>
          </a:ln>
        </p:spPr>
        <p:txBody>
          <a:bodyPr rtlCol="0" anchor="ctr"/>
          <a:lstStyle/>
          <a:p>
            <a:endParaRPr lang="zh-CN" altLang="en-US"/>
          </a:p>
        </p:txBody>
      </p:sp>
      <p:sp>
        <p:nvSpPr>
          <p:cNvPr id="185" name="文本框 184">
            <a:extLst>
              <a:ext uri="{FF2B5EF4-FFF2-40B4-BE49-F238E27FC236}">
                <a16:creationId xmlns:a16="http://schemas.microsoft.com/office/drawing/2014/main" id="{069F5E70-3292-FF86-02DD-A92AA6E28CB4}"/>
              </a:ext>
            </a:extLst>
          </p:cNvPr>
          <p:cNvSpPr txBox="1"/>
          <p:nvPr/>
        </p:nvSpPr>
        <p:spPr>
          <a:xfrm>
            <a:off x="4808414" y="2352948"/>
            <a:ext cx="806514" cy="276999"/>
          </a:xfrm>
          <a:prstGeom prst="rect">
            <a:avLst/>
          </a:prstGeom>
          <a:noFill/>
        </p:spPr>
        <p:txBody>
          <a:bodyPr wrap="square" rtlCol="0">
            <a:spAutoFit/>
          </a:bodyPr>
          <a:lstStyle/>
          <a:p>
            <a:pPr algn="ctr">
              <a:lnSpc>
                <a:spcPct val="150000"/>
              </a:lnSpc>
            </a:pPr>
            <a:r>
              <a:rPr lang="zh-CN" altLang="en-US" sz="900" dirty="0">
                <a:solidFill>
                  <a:srgbClr val="3749CC"/>
                </a:solidFill>
                <a:latin typeface="HarmonyOS Sans SC Medium" panose="00000600000000000000" pitchFamily="2" charset="-122"/>
                <a:ea typeface="HarmonyOS Sans SC Medium" panose="00000600000000000000" pitchFamily="2" charset="-122"/>
              </a:rPr>
              <a:t>研发流程</a:t>
            </a:r>
          </a:p>
        </p:txBody>
      </p:sp>
      <p:sp>
        <p:nvSpPr>
          <p:cNvPr id="186" name="文本框 185">
            <a:extLst>
              <a:ext uri="{FF2B5EF4-FFF2-40B4-BE49-F238E27FC236}">
                <a16:creationId xmlns:a16="http://schemas.microsoft.com/office/drawing/2014/main" id="{7BE908AE-93D9-C8D0-E754-4ACEF5BE3894}"/>
              </a:ext>
            </a:extLst>
          </p:cNvPr>
          <p:cNvSpPr txBox="1"/>
          <p:nvPr/>
        </p:nvSpPr>
        <p:spPr>
          <a:xfrm>
            <a:off x="5789576" y="2352948"/>
            <a:ext cx="806514" cy="276999"/>
          </a:xfrm>
          <a:prstGeom prst="rect">
            <a:avLst/>
          </a:prstGeom>
          <a:noFill/>
        </p:spPr>
        <p:txBody>
          <a:bodyPr wrap="square" rtlCol="0">
            <a:spAutoFit/>
          </a:bodyPr>
          <a:lstStyle/>
          <a:p>
            <a:pPr algn="ctr">
              <a:lnSpc>
                <a:spcPct val="150000"/>
              </a:lnSpc>
            </a:pPr>
            <a:r>
              <a:rPr lang="zh-CN" altLang="en-US" sz="900" dirty="0">
                <a:solidFill>
                  <a:srgbClr val="3749CC"/>
                </a:solidFill>
                <a:latin typeface="HarmonyOS Sans SC Medium" panose="00000600000000000000" pitchFamily="2" charset="-122"/>
                <a:ea typeface="HarmonyOS Sans SC Medium" panose="00000600000000000000" pitchFamily="2" charset="-122"/>
              </a:rPr>
              <a:t>研发流程</a:t>
            </a:r>
          </a:p>
        </p:txBody>
      </p:sp>
      <p:sp>
        <p:nvSpPr>
          <p:cNvPr id="187" name="文本框 186">
            <a:extLst>
              <a:ext uri="{FF2B5EF4-FFF2-40B4-BE49-F238E27FC236}">
                <a16:creationId xmlns:a16="http://schemas.microsoft.com/office/drawing/2014/main" id="{D902EA46-FA4C-8419-F90E-BEE62BDC2F05}"/>
              </a:ext>
            </a:extLst>
          </p:cNvPr>
          <p:cNvSpPr txBox="1"/>
          <p:nvPr/>
        </p:nvSpPr>
        <p:spPr>
          <a:xfrm>
            <a:off x="6770739" y="2352948"/>
            <a:ext cx="806514" cy="276999"/>
          </a:xfrm>
          <a:prstGeom prst="rect">
            <a:avLst/>
          </a:prstGeom>
          <a:noFill/>
        </p:spPr>
        <p:txBody>
          <a:bodyPr wrap="square" rtlCol="0">
            <a:spAutoFit/>
          </a:bodyPr>
          <a:lstStyle/>
          <a:p>
            <a:pPr algn="ctr">
              <a:lnSpc>
                <a:spcPct val="150000"/>
              </a:lnSpc>
            </a:pPr>
            <a:r>
              <a:rPr lang="zh-CN" altLang="en-US" sz="900" dirty="0">
                <a:solidFill>
                  <a:srgbClr val="3749CC"/>
                </a:solidFill>
                <a:latin typeface="HarmonyOS Sans SC Medium" panose="00000600000000000000" pitchFamily="2" charset="-122"/>
                <a:ea typeface="HarmonyOS Sans SC Medium" panose="00000600000000000000" pitchFamily="2" charset="-122"/>
              </a:rPr>
              <a:t>研发流程</a:t>
            </a:r>
          </a:p>
        </p:txBody>
      </p:sp>
      <p:sp>
        <p:nvSpPr>
          <p:cNvPr id="188" name="文本框 187">
            <a:extLst>
              <a:ext uri="{FF2B5EF4-FFF2-40B4-BE49-F238E27FC236}">
                <a16:creationId xmlns:a16="http://schemas.microsoft.com/office/drawing/2014/main" id="{46FA4FC6-7982-7F4A-26CA-225550D4AFE8}"/>
              </a:ext>
            </a:extLst>
          </p:cNvPr>
          <p:cNvSpPr txBox="1"/>
          <p:nvPr/>
        </p:nvSpPr>
        <p:spPr>
          <a:xfrm>
            <a:off x="5309109" y="3869048"/>
            <a:ext cx="806514" cy="276999"/>
          </a:xfrm>
          <a:prstGeom prst="rect">
            <a:avLst/>
          </a:prstGeom>
          <a:noFill/>
        </p:spPr>
        <p:txBody>
          <a:bodyPr wrap="square" rtlCol="0">
            <a:spAutoFit/>
          </a:bodyPr>
          <a:lstStyle/>
          <a:p>
            <a:pPr algn="ctr">
              <a:lnSpc>
                <a:spcPct val="150000"/>
              </a:lnSpc>
            </a:pPr>
            <a:r>
              <a:rPr lang="zh-CN" altLang="en-US" sz="900" dirty="0">
                <a:solidFill>
                  <a:srgbClr val="3749CC"/>
                </a:solidFill>
                <a:latin typeface="HarmonyOS Sans SC Medium" panose="00000600000000000000" pitchFamily="2" charset="-122"/>
                <a:ea typeface="HarmonyOS Sans SC Medium" panose="00000600000000000000" pitchFamily="2" charset="-122"/>
              </a:rPr>
              <a:t>研发流程</a:t>
            </a:r>
          </a:p>
        </p:txBody>
      </p:sp>
      <p:sp>
        <p:nvSpPr>
          <p:cNvPr id="189" name="文本框 188">
            <a:extLst>
              <a:ext uri="{FF2B5EF4-FFF2-40B4-BE49-F238E27FC236}">
                <a16:creationId xmlns:a16="http://schemas.microsoft.com/office/drawing/2014/main" id="{47A64990-2875-47A4-0354-1E14DD8B271E}"/>
              </a:ext>
            </a:extLst>
          </p:cNvPr>
          <p:cNvSpPr txBox="1"/>
          <p:nvPr/>
        </p:nvSpPr>
        <p:spPr>
          <a:xfrm>
            <a:off x="6290272" y="3869048"/>
            <a:ext cx="806514" cy="276999"/>
          </a:xfrm>
          <a:prstGeom prst="rect">
            <a:avLst/>
          </a:prstGeom>
          <a:noFill/>
        </p:spPr>
        <p:txBody>
          <a:bodyPr wrap="square" rtlCol="0">
            <a:spAutoFit/>
          </a:bodyPr>
          <a:lstStyle/>
          <a:p>
            <a:pPr algn="ctr">
              <a:lnSpc>
                <a:spcPct val="150000"/>
              </a:lnSpc>
            </a:pPr>
            <a:r>
              <a:rPr lang="zh-CN" altLang="en-US" sz="900" dirty="0">
                <a:solidFill>
                  <a:srgbClr val="3749CC"/>
                </a:solidFill>
                <a:latin typeface="HarmonyOS Sans SC Medium" panose="00000600000000000000" pitchFamily="2" charset="-122"/>
                <a:ea typeface="HarmonyOS Sans SC Medium" panose="00000600000000000000" pitchFamily="2" charset="-122"/>
              </a:rPr>
              <a:t>研发流程</a:t>
            </a:r>
          </a:p>
        </p:txBody>
      </p:sp>
      <p:sp>
        <p:nvSpPr>
          <p:cNvPr id="190" name="文本框 189">
            <a:extLst>
              <a:ext uri="{FF2B5EF4-FFF2-40B4-BE49-F238E27FC236}">
                <a16:creationId xmlns:a16="http://schemas.microsoft.com/office/drawing/2014/main" id="{C695ACB8-F2E8-69CD-ED9B-1EDF3899E9B2}"/>
              </a:ext>
            </a:extLst>
          </p:cNvPr>
          <p:cNvSpPr txBox="1"/>
          <p:nvPr/>
        </p:nvSpPr>
        <p:spPr>
          <a:xfrm>
            <a:off x="5336752" y="5489544"/>
            <a:ext cx="806514" cy="276999"/>
          </a:xfrm>
          <a:prstGeom prst="rect">
            <a:avLst/>
          </a:prstGeom>
          <a:noFill/>
        </p:spPr>
        <p:txBody>
          <a:bodyPr wrap="square" rtlCol="0">
            <a:spAutoFit/>
          </a:bodyPr>
          <a:lstStyle/>
          <a:p>
            <a:pPr algn="ctr">
              <a:lnSpc>
                <a:spcPct val="150000"/>
              </a:lnSpc>
            </a:pPr>
            <a:r>
              <a:rPr lang="zh-CN" altLang="en-US" sz="900" dirty="0">
                <a:solidFill>
                  <a:srgbClr val="3749CC"/>
                </a:solidFill>
                <a:latin typeface="HarmonyOS Sans SC Medium" panose="00000600000000000000" pitchFamily="2" charset="-122"/>
                <a:ea typeface="HarmonyOS Sans SC Medium" panose="00000600000000000000" pitchFamily="2" charset="-122"/>
              </a:rPr>
              <a:t>研发流程</a:t>
            </a:r>
          </a:p>
        </p:txBody>
      </p:sp>
      <p:sp>
        <p:nvSpPr>
          <p:cNvPr id="191" name="文本框 190">
            <a:extLst>
              <a:ext uri="{FF2B5EF4-FFF2-40B4-BE49-F238E27FC236}">
                <a16:creationId xmlns:a16="http://schemas.microsoft.com/office/drawing/2014/main" id="{A020C4C0-94A0-8DFC-2643-AF7D53DD5A84}"/>
              </a:ext>
            </a:extLst>
          </p:cNvPr>
          <p:cNvSpPr txBox="1"/>
          <p:nvPr/>
        </p:nvSpPr>
        <p:spPr>
          <a:xfrm>
            <a:off x="6317915" y="5489544"/>
            <a:ext cx="806514" cy="276999"/>
          </a:xfrm>
          <a:prstGeom prst="rect">
            <a:avLst/>
          </a:prstGeom>
          <a:noFill/>
        </p:spPr>
        <p:txBody>
          <a:bodyPr wrap="square" rtlCol="0">
            <a:spAutoFit/>
          </a:bodyPr>
          <a:lstStyle/>
          <a:p>
            <a:pPr algn="ctr">
              <a:lnSpc>
                <a:spcPct val="150000"/>
              </a:lnSpc>
            </a:pPr>
            <a:r>
              <a:rPr lang="zh-CN" altLang="en-US" sz="900" dirty="0">
                <a:solidFill>
                  <a:srgbClr val="3749CC"/>
                </a:solidFill>
                <a:latin typeface="HarmonyOS Sans SC Medium" panose="00000600000000000000" pitchFamily="2" charset="-122"/>
                <a:ea typeface="HarmonyOS Sans SC Medium" panose="00000600000000000000" pitchFamily="2" charset="-122"/>
              </a:rPr>
              <a:t>研发流程</a:t>
            </a:r>
          </a:p>
        </p:txBody>
      </p:sp>
    </p:spTree>
    <p:extLst>
      <p:ext uri="{BB962C8B-B14F-4D97-AF65-F5344CB8AC3E}">
        <p14:creationId xmlns:p14="http://schemas.microsoft.com/office/powerpoint/2010/main" val="3025172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1DC27E8-1B8D-7F76-2CDF-4B26DA42FAF7}"/>
              </a:ext>
            </a:extLst>
          </p:cNvPr>
          <p:cNvGrpSpPr/>
          <p:nvPr/>
        </p:nvGrpSpPr>
        <p:grpSpPr>
          <a:xfrm>
            <a:off x="0" y="0"/>
            <a:ext cx="12929262" cy="6858000"/>
            <a:chOff x="0" y="0"/>
            <a:chExt cx="12929262" cy="6858000"/>
          </a:xfrm>
        </p:grpSpPr>
        <p:sp>
          <p:nvSpPr>
            <p:cNvPr id="3" name="矩形: 圆角 2">
              <a:extLst>
                <a:ext uri="{FF2B5EF4-FFF2-40B4-BE49-F238E27FC236}">
                  <a16:creationId xmlns:a16="http://schemas.microsoft.com/office/drawing/2014/main" id="{C47D1E37-8A3C-1534-25E6-1A8F746663B1}"/>
                </a:ext>
              </a:extLst>
            </p:cNvPr>
            <p:cNvSpPr/>
            <p:nvPr/>
          </p:nvSpPr>
          <p:spPr>
            <a:xfrm>
              <a:off x="8361437" y="449857"/>
              <a:ext cx="3614050" cy="246221"/>
            </a:xfrm>
            <a:prstGeom prst="roundRect">
              <a:avLst>
                <a:gd name="adj" fmla="val 50000"/>
              </a:avLst>
            </a:prstGeom>
            <a:noFill/>
            <a:ln>
              <a:solidFill>
                <a:srgbClr val="3749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AE48D4B1-0CE8-DF8B-D691-46509F672D8F}"/>
                </a:ext>
              </a:extLst>
            </p:cNvPr>
            <p:cNvSpPr/>
            <p:nvPr/>
          </p:nvSpPr>
          <p:spPr>
            <a:xfrm>
              <a:off x="0" y="0"/>
              <a:ext cx="12192000" cy="6858000"/>
            </a:xfrm>
            <a:prstGeom prst="rect">
              <a:avLst/>
            </a:prstGeom>
            <a:solidFill>
              <a:srgbClr val="D4D9F7">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B2E2FBDA-84B6-0695-2D42-813524B90E67}"/>
                </a:ext>
              </a:extLst>
            </p:cNvPr>
            <p:cNvSpPr/>
            <p:nvPr/>
          </p:nvSpPr>
          <p:spPr>
            <a:xfrm>
              <a:off x="8361437" y="449857"/>
              <a:ext cx="1757023" cy="246221"/>
            </a:xfrm>
            <a:prstGeom prst="roundRect">
              <a:avLst>
                <a:gd name="adj" fmla="val 50000"/>
              </a:avLst>
            </a:prstGeom>
            <a:solidFill>
              <a:srgbClr val="3749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5F84F94B-E481-554D-61D8-58AE3876060F}"/>
                </a:ext>
              </a:extLst>
            </p:cNvPr>
            <p:cNvSpPr/>
            <p:nvPr/>
          </p:nvSpPr>
          <p:spPr>
            <a:xfrm>
              <a:off x="233329" y="827700"/>
              <a:ext cx="11742158" cy="5467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0A97C4BF-7C5B-1992-5161-62064C0EFDFB}"/>
                </a:ext>
              </a:extLst>
            </p:cNvPr>
            <p:cNvSpPr txBox="1"/>
            <p:nvPr/>
          </p:nvSpPr>
          <p:spPr>
            <a:xfrm>
              <a:off x="195260" y="277572"/>
              <a:ext cx="2680542" cy="523220"/>
            </a:xfrm>
            <a:prstGeom prst="rect">
              <a:avLst/>
            </a:prstGeom>
            <a:noFill/>
          </p:spPr>
          <p:txBody>
            <a:bodyPr wrap="none" rtlCol="0">
              <a:spAutoFit/>
            </a:bodyPr>
            <a:lstStyle/>
            <a:p>
              <a:r>
                <a:rPr lang="en-US" altLang="zh-CN" sz="2800">
                  <a:solidFill>
                    <a:srgbClr val="3749CC"/>
                  </a:solidFill>
                  <a:latin typeface="HarmonyOS Sans SC Black" panose="00000A00000000000000" pitchFamily="2" charset="-122"/>
                  <a:ea typeface="HarmonyOS Sans SC Black" panose="00000A00000000000000" pitchFamily="2" charset="-122"/>
                </a:rPr>
                <a:t>POWERPOINT</a:t>
              </a:r>
              <a:endParaRPr lang="zh-CN" altLang="en-US" sz="2800" dirty="0">
                <a:solidFill>
                  <a:srgbClr val="3749CC"/>
                </a:solidFill>
                <a:latin typeface="HarmonyOS Sans SC Black" panose="00000A00000000000000" pitchFamily="2" charset="-122"/>
                <a:ea typeface="HarmonyOS Sans SC Black" panose="00000A00000000000000" pitchFamily="2" charset="-122"/>
              </a:endParaRPr>
            </a:p>
          </p:txBody>
        </p:sp>
        <p:sp>
          <p:nvSpPr>
            <p:cNvPr id="8" name="文本框 7">
              <a:extLst>
                <a:ext uri="{FF2B5EF4-FFF2-40B4-BE49-F238E27FC236}">
                  <a16:creationId xmlns:a16="http://schemas.microsoft.com/office/drawing/2014/main" id="{C3752870-AAD9-EFC2-6ED1-D0AADDABC314}"/>
                </a:ext>
              </a:extLst>
            </p:cNvPr>
            <p:cNvSpPr txBox="1"/>
            <p:nvPr/>
          </p:nvSpPr>
          <p:spPr>
            <a:xfrm>
              <a:off x="8515884" y="446009"/>
              <a:ext cx="1494320" cy="253916"/>
            </a:xfrm>
            <a:prstGeom prst="rect">
              <a:avLst/>
            </a:prstGeom>
            <a:noFill/>
          </p:spPr>
          <p:txBody>
            <a:bodyPr wrap="none" rtlCol="0">
              <a:spAutoFit/>
            </a:bodyPr>
            <a:lstStyle/>
            <a:p>
              <a:r>
                <a:rPr lang="en-US" altLang="zh-CN" sz="1000" dirty="0">
                  <a:solidFill>
                    <a:schemeClr val="bg1"/>
                  </a:solidFill>
                  <a:latin typeface="HarmonyOS Sans SC Light" panose="00000400000000000000" pitchFamily="2" charset="-122"/>
                  <a:ea typeface="HarmonyOS Sans SC Light" panose="00000400000000000000" pitchFamily="2" charset="-122"/>
                </a:rPr>
                <a:t>ONLY FOR </a:t>
              </a:r>
              <a:r>
                <a:rPr lang="en-US" altLang="zh-CN" sz="1000" dirty="0">
                  <a:solidFill>
                    <a:schemeClr val="bg1"/>
                  </a:solidFill>
                  <a:latin typeface="HarmonyOS Sans SC Black" panose="00000A00000000000000" pitchFamily="2" charset="-122"/>
                  <a:ea typeface="HarmonyOS Sans SC Black" panose="00000A00000000000000" pitchFamily="2" charset="-122"/>
                </a:rPr>
                <a:t>WPS/PPT</a:t>
              </a:r>
              <a:endParaRPr lang="zh-CN" altLang="en-US" sz="1000" dirty="0">
                <a:solidFill>
                  <a:schemeClr val="bg1"/>
                </a:solidFill>
                <a:latin typeface="HarmonyOS Sans SC Black" panose="00000A00000000000000" pitchFamily="2" charset="-122"/>
                <a:ea typeface="HarmonyOS Sans SC Black" panose="00000A00000000000000" pitchFamily="2" charset="-122"/>
              </a:endParaRPr>
            </a:p>
          </p:txBody>
        </p:sp>
        <p:sp>
          <p:nvSpPr>
            <p:cNvPr id="21" name="文本框 20">
              <a:extLst>
                <a:ext uri="{FF2B5EF4-FFF2-40B4-BE49-F238E27FC236}">
                  <a16:creationId xmlns:a16="http://schemas.microsoft.com/office/drawing/2014/main" id="{8F3503DB-A5C4-CE29-9181-C026DF250B67}"/>
                </a:ext>
              </a:extLst>
            </p:cNvPr>
            <p:cNvSpPr txBox="1"/>
            <p:nvPr/>
          </p:nvSpPr>
          <p:spPr>
            <a:xfrm>
              <a:off x="10179396" y="449857"/>
              <a:ext cx="1694695" cy="246221"/>
            </a:xfrm>
            <a:prstGeom prst="rect">
              <a:avLst/>
            </a:prstGeom>
            <a:noFill/>
          </p:spPr>
          <p:txBody>
            <a:bodyPr wrap="none" rtlCol="0">
              <a:spAutoFit/>
            </a:bodyPr>
            <a:lstStyle/>
            <a:p>
              <a:r>
                <a:rPr lang="zh-CN" altLang="en-US" sz="1000" dirty="0">
                  <a:solidFill>
                    <a:srgbClr val="3749CC"/>
                  </a:solidFill>
                  <a:latin typeface="HarmonyOS Sans SC Light" panose="00000400000000000000" pitchFamily="2" charset="-122"/>
                  <a:ea typeface="HarmonyOS Sans SC Light" panose="00000400000000000000" pitchFamily="2" charset="-122"/>
                </a:rPr>
                <a:t>此素材仅适用于</a:t>
              </a:r>
              <a:r>
                <a:rPr lang="en-US" altLang="zh-CN" sz="1000" dirty="0">
                  <a:solidFill>
                    <a:srgbClr val="3749CC"/>
                  </a:solidFill>
                  <a:latin typeface="HarmonyOS Sans SC Light" panose="00000400000000000000" pitchFamily="2" charset="-122"/>
                  <a:ea typeface="HarmonyOS Sans SC Light" panose="00000400000000000000" pitchFamily="2" charset="-122"/>
                </a:rPr>
                <a:t>WPS</a:t>
              </a:r>
              <a:r>
                <a:rPr lang="zh-CN" altLang="en-US" sz="1000" dirty="0">
                  <a:solidFill>
                    <a:srgbClr val="3749CC"/>
                  </a:solidFill>
                  <a:latin typeface="HarmonyOS Sans SC Light" panose="00000400000000000000" pitchFamily="2" charset="-122"/>
                  <a:ea typeface="HarmonyOS Sans SC Light" panose="00000400000000000000" pitchFamily="2" charset="-122"/>
                </a:rPr>
                <a:t>和</a:t>
              </a:r>
              <a:r>
                <a:rPr lang="en-US" altLang="zh-CN" sz="1000" dirty="0">
                  <a:solidFill>
                    <a:srgbClr val="3749CC"/>
                  </a:solidFill>
                  <a:latin typeface="HarmonyOS Sans SC Light" panose="00000400000000000000" pitchFamily="2" charset="-122"/>
                  <a:ea typeface="HarmonyOS Sans SC Light" panose="00000400000000000000" pitchFamily="2" charset="-122"/>
                </a:rPr>
                <a:t>PPT</a:t>
              </a:r>
              <a:endParaRPr lang="zh-CN" altLang="en-US" sz="1000" dirty="0">
                <a:solidFill>
                  <a:srgbClr val="3749CC"/>
                </a:solidFill>
                <a:latin typeface="HarmonyOS Sans SC Light" panose="00000400000000000000" pitchFamily="2" charset="-122"/>
                <a:ea typeface="HarmonyOS Sans SC Light" panose="00000400000000000000" pitchFamily="2" charset="-122"/>
              </a:endParaRPr>
            </a:p>
          </p:txBody>
        </p:sp>
        <p:sp>
          <p:nvSpPr>
            <p:cNvPr id="22" name="图形 450"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EFDC8297-1BBC-8C67-7CCC-901EFF3ED306}"/>
                </a:ext>
              </a:extLst>
            </p:cNvPr>
            <p:cNvSpPr/>
            <p:nvPr/>
          </p:nvSpPr>
          <p:spPr>
            <a:xfrm>
              <a:off x="11827436" y="305903"/>
              <a:ext cx="208987" cy="208987"/>
            </a:xfrm>
            <a:custGeom>
              <a:avLst/>
              <a:gdLst>
                <a:gd name="connsiteX0" fmla="*/ 95250 w 190500"/>
                <a:gd name="connsiteY0" fmla="*/ 0 h 190500"/>
                <a:gd name="connsiteX1" fmla="*/ 0 w 190500"/>
                <a:gd name="connsiteY1" fmla="*/ 95250 h 190500"/>
                <a:gd name="connsiteX2" fmla="*/ 95250 w 190500"/>
                <a:gd name="connsiteY2" fmla="*/ 190500 h 190500"/>
                <a:gd name="connsiteX3" fmla="*/ 190500 w 190500"/>
                <a:gd name="connsiteY3" fmla="*/ 95250 h 190500"/>
                <a:gd name="connsiteX4" fmla="*/ 95250 w 190500"/>
                <a:gd name="connsiteY4" fmla="*/ 0 h 190500"/>
                <a:gd name="connsiteX5" fmla="*/ 104775 w 190500"/>
                <a:gd name="connsiteY5" fmla="*/ 142875 h 190500"/>
                <a:gd name="connsiteX6" fmla="*/ 85725 w 190500"/>
                <a:gd name="connsiteY6" fmla="*/ 142875 h 190500"/>
                <a:gd name="connsiteX7" fmla="*/ 85725 w 190500"/>
                <a:gd name="connsiteY7" fmla="*/ 123825 h 190500"/>
                <a:gd name="connsiteX8" fmla="*/ 104775 w 190500"/>
                <a:gd name="connsiteY8" fmla="*/ 123825 h 190500"/>
                <a:gd name="connsiteX9" fmla="*/ 104775 w 190500"/>
                <a:gd name="connsiteY9" fmla="*/ 142875 h 190500"/>
                <a:gd name="connsiteX10" fmla="*/ 104775 w 190500"/>
                <a:gd name="connsiteY10" fmla="*/ 104775 h 190500"/>
                <a:gd name="connsiteX11" fmla="*/ 85725 w 190500"/>
                <a:gd name="connsiteY11" fmla="*/ 104775 h 190500"/>
                <a:gd name="connsiteX12" fmla="*/ 85725 w 190500"/>
                <a:gd name="connsiteY12" fmla="*/ 47625 h 190500"/>
                <a:gd name="connsiteX13" fmla="*/ 104775 w 190500"/>
                <a:gd name="connsiteY13" fmla="*/ 47625 h 190500"/>
                <a:gd name="connsiteX14" fmla="*/ 104775 w 190500"/>
                <a:gd name="connsiteY14" fmla="*/ 1047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0500" h="190500">
                  <a:moveTo>
                    <a:pt x="95250" y="0"/>
                  </a:moveTo>
                  <a:cubicBezTo>
                    <a:pt x="42672" y="0"/>
                    <a:pt x="0" y="42672"/>
                    <a:pt x="0" y="95250"/>
                  </a:cubicBezTo>
                  <a:cubicBezTo>
                    <a:pt x="0" y="147828"/>
                    <a:pt x="42672" y="190500"/>
                    <a:pt x="95250" y="190500"/>
                  </a:cubicBezTo>
                  <a:cubicBezTo>
                    <a:pt x="147828" y="190500"/>
                    <a:pt x="190500" y="147828"/>
                    <a:pt x="190500" y="95250"/>
                  </a:cubicBezTo>
                  <a:cubicBezTo>
                    <a:pt x="190500" y="42672"/>
                    <a:pt x="147828" y="0"/>
                    <a:pt x="95250" y="0"/>
                  </a:cubicBezTo>
                  <a:close/>
                  <a:moveTo>
                    <a:pt x="104775" y="142875"/>
                  </a:moveTo>
                  <a:lnTo>
                    <a:pt x="85725" y="142875"/>
                  </a:lnTo>
                  <a:lnTo>
                    <a:pt x="85725" y="123825"/>
                  </a:lnTo>
                  <a:lnTo>
                    <a:pt x="104775" y="123825"/>
                  </a:lnTo>
                  <a:lnTo>
                    <a:pt x="104775" y="142875"/>
                  </a:lnTo>
                  <a:close/>
                  <a:moveTo>
                    <a:pt x="104775" y="104775"/>
                  </a:moveTo>
                  <a:lnTo>
                    <a:pt x="85725" y="104775"/>
                  </a:lnTo>
                  <a:lnTo>
                    <a:pt x="85725" y="47625"/>
                  </a:lnTo>
                  <a:lnTo>
                    <a:pt x="104775" y="47625"/>
                  </a:lnTo>
                  <a:lnTo>
                    <a:pt x="104775" y="104775"/>
                  </a:lnTo>
                  <a:close/>
                </a:path>
              </a:pathLst>
            </a:custGeom>
            <a:solidFill>
              <a:srgbClr val="3749CC"/>
            </a:solidFill>
            <a:ln w="9525" cap="flat">
              <a:noFill/>
              <a:prstDash val="solid"/>
              <a:miter/>
            </a:ln>
          </p:spPr>
          <p:txBody>
            <a:bodyPr rtlCol="0" anchor="ctr"/>
            <a:lstStyle/>
            <a:p>
              <a:endParaRPr lang="zh-CN" altLang="en-US"/>
            </a:p>
          </p:txBody>
        </p:sp>
        <p:sp>
          <p:nvSpPr>
            <p:cNvPr id="23" name="文本框 22">
              <a:extLst>
                <a:ext uri="{FF2B5EF4-FFF2-40B4-BE49-F238E27FC236}">
                  <a16:creationId xmlns:a16="http://schemas.microsoft.com/office/drawing/2014/main" id="{3624D286-AA49-B9B6-BC9A-DA127076E27D}"/>
                </a:ext>
              </a:extLst>
            </p:cNvPr>
            <p:cNvSpPr txBox="1"/>
            <p:nvPr/>
          </p:nvSpPr>
          <p:spPr>
            <a:xfrm>
              <a:off x="10274245" y="6474077"/>
              <a:ext cx="2655017" cy="276999"/>
            </a:xfrm>
            <a:prstGeom prst="rect">
              <a:avLst/>
            </a:prstGeom>
            <a:noFill/>
          </p:spPr>
          <p:txBody>
            <a:bodyPr wrap="square">
              <a:spAutoFit/>
            </a:bodyPr>
            <a:lstStyle/>
            <a:p>
              <a:r>
                <a:rPr lang="zh-CN" altLang="en-US" sz="1200" dirty="0">
                  <a:latin typeface="微软雅黑 Light" panose="020B0502040204020203" pitchFamily="34" charset="-122"/>
                  <a:ea typeface="微软雅黑 Light" panose="020B0502040204020203" pitchFamily="34" charset="-122"/>
                </a:rPr>
                <a:t>原</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创</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精</a:t>
              </a:r>
              <a:r>
                <a:rPr lang="en-US" altLang="zh-CN" sz="1200" dirty="0">
                  <a:latin typeface="微软雅黑 Light" panose="020B0502040204020203" pitchFamily="34" charset="-122"/>
                  <a:ea typeface="微软雅黑 Light" panose="020B0502040204020203" pitchFamily="34" charset="-122"/>
                </a:rPr>
                <a:t>——</a:t>
              </a:r>
              <a:r>
                <a:rPr lang="zh-CN" altLang="en-US" sz="1200" dirty="0">
                  <a:latin typeface="微软雅黑 Light" panose="020B0502040204020203" pitchFamily="34" charset="-122"/>
                  <a:ea typeface="微软雅黑 Light" panose="020B0502040204020203" pitchFamily="34" charset="-122"/>
                </a:rPr>
                <a:t>品</a:t>
              </a:r>
              <a:endParaRPr lang="zh-CN" altLang="en-US" sz="1200" dirty="0"/>
            </a:p>
          </p:txBody>
        </p:sp>
        <p:sp>
          <p:nvSpPr>
            <p:cNvPr id="24" name="文本框 23">
              <a:extLst>
                <a:ext uri="{FF2B5EF4-FFF2-40B4-BE49-F238E27FC236}">
                  <a16:creationId xmlns:a16="http://schemas.microsoft.com/office/drawing/2014/main" id="{F5A3B74E-3604-5542-1DF2-01A383324611}"/>
                </a:ext>
              </a:extLst>
            </p:cNvPr>
            <p:cNvSpPr txBox="1"/>
            <p:nvPr/>
          </p:nvSpPr>
          <p:spPr>
            <a:xfrm>
              <a:off x="292182" y="6435890"/>
              <a:ext cx="785793" cy="246221"/>
            </a:xfrm>
            <a:prstGeom prst="rect">
              <a:avLst/>
            </a:prstGeom>
            <a:noFill/>
          </p:spPr>
          <p:txBody>
            <a:bodyPr wrap="none" rtlCol="0">
              <a:spAutoFit/>
            </a:bodyPr>
            <a:lstStyle/>
            <a:p>
              <a:r>
                <a:rPr lang="en-US" altLang="zh-CN" sz="1000">
                  <a:solidFill>
                    <a:srgbClr val="3749CC"/>
                  </a:solidFill>
                  <a:latin typeface="HarmonyOS Sans SC Black" panose="00000A00000000000000" pitchFamily="2" charset="-122"/>
                  <a:ea typeface="HarmonyOS Sans SC Black" panose="00000A00000000000000" pitchFamily="2" charset="-122"/>
                </a:rPr>
                <a:t>PPT/WPS</a:t>
              </a:r>
              <a:endParaRPr lang="zh-CN" altLang="en-US" sz="1000" dirty="0">
                <a:solidFill>
                  <a:srgbClr val="3749CC"/>
                </a:solidFill>
                <a:latin typeface="HarmonyOS Sans SC Black" panose="00000A00000000000000" pitchFamily="2" charset="-122"/>
                <a:ea typeface="HarmonyOS Sans SC Black" panose="00000A00000000000000" pitchFamily="2" charset="-122"/>
              </a:endParaRPr>
            </a:p>
          </p:txBody>
        </p:sp>
      </p:grpSp>
      <p:grpSp>
        <p:nvGrpSpPr>
          <p:cNvPr id="41" name="组合 40">
            <a:extLst>
              <a:ext uri="{FF2B5EF4-FFF2-40B4-BE49-F238E27FC236}">
                <a16:creationId xmlns:a16="http://schemas.microsoft.com/office/drawing/2014/main" id="{C6AD0708-06B4-D666-E690-BAEEDC30BB10}"/>
              </a:ext>
            </a:extLst>
          </p:cNvPr>
          <p:cNvGrpSpPr/>
          <p:nvPr/>
        </p:nvGrpSpPr>
        <p:grpSpPr>
          <a:xfrm>
            <a:off x="3577760" y="1814330"/>
            <a:ext cx="4880070" cy="2881525"/>
            <a:chOff x="2425701" y="1778001"/>
            <a:chExt cx="5562600" cy="3284537"/>
          </a:xfrm>
        </p:grpSpPr>
        <p:sp>
          <p:nvSpPr>
            <p:cNvPr id="9" name="Freeform 5">
              <a:extLst>
                <a:ext uri="{FF2B5EF4-FFF2-40B4-BE49-F238E27FC236}">
                  <a16:creationId xmlns:a16="http://schemas.microsoft.com/office/drawing/2014/main" id="{D08B3844-BF93-D977-F8AE-A1B862612676}"/>
                </a:ext>
              </a:extLst>
            </p:cNvPr>
            <p:cNvSpPr>
              <a:spLocks/>
            </p:cNvSpPr>
            <p:nvPr/>
          </p:nvSpPr>
          <p:spPr bwMode="auto">
            <a:xfrm>
              <a:off x="5216526" y="3389313"/>
              <a:ext cx="2771775" cy="1673225"/>
            </a:xfrm>
            <a:custGeom>
              <a:avLst/>
              <a:gdLst>
                <a:gd name="T0" fmla="*/ 1746 w 1746"/>
                <a:gd name="T1" fmla="*/ 0 h 1054"/>
                <a:gd name="T2" fmla="*/ 1746 w 1746"/>
                <a:gd name="T3" fmla="*/ 39 h 1054"/>
                <a:gd name="T4" fmla="*/ 0 w 1746"/>
                <a:gd name="T5" fmla="*/ 1054 h 1054"/>
                <a:gd name="T6" fmla="*/ 0 w 1746"/>
                <a:gd name="T7" fmla="*/ 1016 h 1054"/>
                <a:gd name="T8" fmla="*/ 1746 w 1746"/>
                <a:gd name="T9" fmla="*/ 0 h 1054"/>
              </a:gdLst>
              <a:ahLst/>
              <a:cxnLst>
                <a:cxn ang="0">
                  <a:pos x="T0" y="T1"/>
                </a:cxn>
                <a:cxn ang="0">
                  <a:pos x="T2" y="T3"/>
                </a:cxn>
                <a:cxn ang="0">
                  <a:pos x="T4" y="T5"/>
                </a:cxn>
                <a:cxn ang="0">
                  <a:pos x="T6" y="T7"/>
                </a:cxn>
                <a:cxn ang="0">
                  <a:pos x="T8" y="T9"/>
                </a:cxn>
              </a:cxnLst>
              <a:rect l="0" t="0" r="r" b="b"/>
              <a:pathLst>
                <a:path w="1746" h="1054">
                  <a:moveTo>
                    <a:pt x="1746" y="0"/>
                  </a:moveTo>
                  <a:lnTo>
                    <a:pt x="1746" y="39"/>
                  </a:lnTo>
                  <a:lnTo>
                    <a:pt x="0" y="1054"/>
                  </a:lnTo>
                  <a:lnTo>
                    <a:pt x="0" y="1016"/>
                  </a:lnTo>
                  <a:lnTo>
                    <a:pt x="1746" y="0"/>
                  </a:ln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Freeform 6">
              <a:extLst>
                <a:ext uri="{FF2B5EF4-FFF2-40B4-BE49-F238E27FC236}">
                  <a16:creationId xmlns:a16="http://schemas.microsoft.com/office/drawing/2014/main" id="{7C71D18A-2CD0-4F2F-6609-2E4F6E5E484A}"/>
                </a:ext>
              </a:extLst>
            </p:cNvPr>
            <p:cNvSpPr>
              <a:spLocks/>
            </p:cNvSpPr>
            <p:nvPr/>
          </p:nvSpPr>
          <p:spPr bwMode="auto">
            <a:xfrm>
              <a:off x="2425701" y="3389313"/>
              <a:ext cx="2790825" cy="1673225"/>
            </a:xfrm>
            <a:custGeom>
              <a:avLst/>
              <a:gdLst>
                <a:gd name="T0" fmla="*/ 1758 w 1758"/>
                <a:gd name="T1" fmla="*/ 1016 h 1054"/>
                <a:gd name="T2" fmla="*/ 1758 w 1758"/>
                <a:gd name="T3" fmla="*/ 1054 h 1054"/>
                <a:gd name="T4" fmla="*/ 0 w 1758"/>
                <a:gd name="T5" fmla="*/ 39 h 1054"/>
                <a:gd name="T6" fmla="*/ 0 w 1758"/>
                <a:gd name="T7" fmla="*/ 0 h 1054"/>
                <a:gd name="T8" fmla="*/ 1758 w 1758"/>
                <a:gd name="T9" fmla="*/ 1016 h 1054"/>
              </a:gdLst>
              <a:ahLst/>
              <a:cxnLst>
                <a:cxn ang="0">
                  <a:pos x="T0" y="T1"/>
                </a:cxn>
                <a:cxn ang="0">
                  <a:pos x="T2" y="T3"/>
                </a:cxn>
                <a:cxn ang="0">
                  <a:pos x="T4" y="T5"/>
                </a:cxn>
                <a:cxn ang="0">
                  <a:pos x="T6" y="T7"/>
                </a:cxn>
                <a:cxn ang="0">
                  <a:pos x="T8" y="T9"/>
                </a:cxn>
              </a:cxnLst>
              <a:rect l="0" t="0" r="r" b="b"/>
              <a:pathLst>
                <a:path w="1758" h="1054">
                  <a:moveTo>
                    <a:pt x="1758" y="1016"/>
                  </a:moveTo>
                  <a:lnTo>
                    <a:pt x="1758" y="1054"/>
                  </a:lnTo>
                  <a:lnTo>
                    <a:pt x="0" y="39"/>
                  </a:lnTo>
                  <a:lnTo>
                    <a:pt x="0" y="0"/>
                  </a:lnTo>
                  <a:lnTo>
                    <a:pt x="1758" y="1016"/>
                  </a:lnTo>
                  <a:close/>
                </a:path>
              </a:pathLst>
            </a:custGeom>
            <a:solidFill>
              <a:srgbClr val="8E9CE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Freeform 7">
              <a:extLst>
                <a:ext uri="{FF2B5EF4-FFF2-40B4-BE49-F238E27FC236}">
                  <a16:creationId xmlns:a16="http://schemas.microsoft.com/office/drawing/2014/main" id="{176C8A4B-40EC-253A-0889-7623BA06A75E}"/>
                </a:ext>
              </a:extLst>
            </p:cNvPr>
            <p:cNvSpPr>
              <a:spLocks/>
            </p:cNvSpPr>
            <p:nvPr/>
          </p:nvSpPr>
          <p:spPr bwMode="auto">
            <a:xfrm>
              <a:off x="2425701" y="1778001"/>
              <a:ext cx="5562600" cy="3224213"/>
            </a:xfrm>
            <a:custGeom>
              <a:avLst/>
              <a:gdLst>
                <a:gd name="T0" fmla="*/ 3504 w 3504"/>
                <a:gd name="T1" fmla="*/ 1015 h 2031"/>
                <a:gd name="T2" fmla="*/ 1758 w 3504"/>
                <a:gd name="T3" fmla="*/ 2031 h 2031"/>
                <a:gd name="T4" fmla="*/ 0 w 3504"/>
                <a:gd name="T5" fmla="*/ 1015 h 2031"/>
                <a:gd name="T6" fmla="*/ 1746 w 3504"/>
                <a:gd name="T7" fmla="*/ 0 h 2031"/>
                <a:gd name="T8" fmla="*/ 3504 w 3504"/>
                <a:gd name="T9" fmla="*/ 1015 h 2031"/>
              </a:gdLst>
              <a:ahLst/>
              <a:cxnLst>
                <a:cxn ang="0">
                  <a:pos x="T0" y="T1"/>
                </a:cxn>
                <a:cxn ang="0">
                  <a:pos x="T2" y="T3"/>
                </a:cxn>
                <a:cxn ang="0">
                  <a:pos x="T4" y="T5"/>
                </a:cxn>
                <a:cxn ang="0">
                  <a:pos x="T6" y="T7"/>
                </a:cxn>
                <a:cxn ang="0">
                  <a:pos x="T8" y="T9"/>
                </a:cxn>
              </a:cxnLst>
              <a:rect l="0" t="0" r="r" b="b"/>
              <a:pathLst>
                <a:path w="3504" h="2031">
                  <a:moveTo>
                    <a:pt x="3504" y="1015"/>
                  </a:moveTo>
                  <a:lnTo>
                    <a:pt x="1758" y="2031"/>
                  </a:lnTo>
                  <a:lnTo>
                    <a:pt x="0" y="1015"/>
                  </a:lnTo>
                  <a:lnTo>
                    <a:pt x="1746" y="0"/>
                  </a:lnTo>
                  <a:lnTo>
                    <a:pt x="3504" y="1015"/>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1">
              <a:extLst>
                <a:ext uri="{FF2B5EF4-FFF2-40B4-BE49-F238E27FC236}">
                  <a16:creationId xmlns:a16="http://schemas.microsoft.com/office/drawing/2014/main" id="{81FF37F2-AD2D-2495-ACBB-F02870AEBC12}"/>
                </a:ext>
              </a:extLst>
            </p:cNvPr>
            <p:cNvSpPr>
              <a:spLocks/>
            </p:cNvSpPr>
            <p:nvPr/>
          </p:nvSpPr>
          <p:spPr bwMode="auto">
            <a:xfrm>
              <a:off x="5211763" y="3208338"/>
              <a:ext cx="1049338" cy="669925"/>
            </a:xfrm>
            <a:custGeom>
              <a:avLst/>
              <a:gdLst>
                <a:gd name="T0" fmla="*/ 661 w 661"/>
                <a:gd name="T1" fmla="*/ 0 h 422"/>
                <a:gd name="T2" fmla="*/ 661 w 661"/>
                <a:gd name="T3" fmla="*/ 37 h 422"/>
                <a:gd name="T4" fmla="*/ 0 w 661"/>
                <a:gd name="T5" fmla="*/ 422 h 422"/>
                <a:gd name="T6" fmla="*/ 0 w 661"/>
                <a:gd name="T7" fmla="*/ 384 h 422"/>
                <a:gd name="T8" fmla="*/ 661 w 661"/>
                <a:gd name="T9" fmla="*/ 0 h 422"/>
              </a:gdLst>
              <a:ahLst/>
              <a:cxnLst>
                <a:cxn ang="0">
                  <a:pos x="T0" y="T1"/>
                </a:cxn>
                <a:cxn ang="0">
                  <a:pos x="T2" y="T3"/>
                </a:cxn>
                <a:cxn ang="0">
                  <a:pos x="T4" y="T5"/>
                </a:cxn>
                <a:cxn ang="0">
                  <a:pos x="T6" y="T7"/>
                </a:cxn>
                <a:cxn ang="0">
                  <a:pos x="T8" y="T9"/>
                </a:cxn>
              </a:cxnLst>
              <a:rect l="0" t="0" r="r" b="b"/>
              <a:pathLst>
                <a:path w="661" h="422">
                  <a:moveTo>
                    <a:pt x="661" y="0"/>
                  </a:moveTo>
                  <a:lnTo>
                    <a:pt x="661" y="37"/>
                  </a:lnTo>
                  <a:lnTo>
                    <a:pt x="0" y="422"/>
                  </a:lnTo>
                  <a:lnTo>
                    <a:pt x="0" y="384"/>
                  </a:lnTo>
                  <a:lnTo>
                    <a:pt x="661" y="0"/>
                  </a:ln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Freeform 12">
              <a:extLst>
                <a:ext uri="{FF2B5EF4-FFF2-40B4-BE49-F238E27FC236}">
                  <a16:creationId xmlns:a16="http://schemas.microsoft.com/office/drawing/2014/main" id="{ABA17B77-124C-4AEB-B227-1555FE08E898}"/>
                </a:ext>
              </a:extLst>
            </p:cNvPr>
            <p:cNvSpPr>
              <a:spLocks/>
            </p:cNvSpPr>
            <p:nvPr/>
          </p:nvSpPr>
          <p:spPr bwMode="auto">
            <a:xfrm>
              <a:off x="4154488" y="3208338"/>
              <a:ext cx="1057275" cy="669925"/>
            </a:xfrm>
            <a:custGeom>
              <a:avLst/>
              <a:gdLst>
                <a:gd name="T0" fmla="*/ 666 w 666"/>
                <a:gd name="T1" fmla="*/ 384 h 422"/>
                <a:gd name="T2" fmla="*/ 666 w 666"/>
                <a:gd name="T3" fmla="*/ 422 h 422"/>
                <a:gd name="T4" fmla="*/ 0 w 666"/>
                <a:gd name="T5" fmla="*/ 37 h 422"/>
                <a:gd name="T6" fmla="*/ 0 w 666"/>
                <a:gd name="T7" fmla="*/ 0 h 422"/>
                <a:gd name="T8" fmla="*/ 666 w 666"/>
                <a:gd name="T9" fmla="*/ 384 h 422"/>
              </a:gdLst>
              <a:ahLst/>
              <a:cxnLst>
                <a:cxn ang="0">
                  <a:pos x="T0" y="T1"/>
                </a:cxn>
                <a:cxn ang="0">
                  <a:pos x="T2" y="T3"/>
                </a:cxn>
                <a:cxn ang="0">
                  <a:pos x="T4" y="T5"/>
                </a:cxn>
                <a:cxn ang="0">
                  <a:pos x="T6" y="T7"/>
                </a:cxn>
                <a:cxn ang="0">
                  <a:pos x="T8" y="T9"/>
                </a:cxn>
              </a:cxnLst>
              <a:rect l="0" t="0" r="r" b="b"/>
              <a:pathLst>
                <a:path w="666" h="422">
                  <a:moveTo>
                    <a:pt x="666" y="384"/>
                  </a:moveTo>
                  <a:lnTo>
                    <a:pt x="666" y="422"/>
                  </a:lnTo>
                  <a:lnTo>
                    <a:pt x="0" y="37"/>
                  </a:lnTo>
                  <a:lnTo>
                    <a:pt x="0" y="0"/>
                  </a:lnTo>
                  <a:lnTo>
                    <a:pt x="666" y="384"/>
                  </a:lnTo>
                  <a:close/>
                </a:path>
              </a:pathLst>
            </a:custGeom>
            <a:solidFill>
              <a:srgbClr val="8E9CE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13">
              <a:extLst>
                <a:ext uri="{FF2B5EF4-FFF2-40B4-BE49-F238E27FC236}">
                  <a16:creationId xmlns:a16="http://schemas.microsoft.com/office/drawing/2014/main" id="{F42DBCFF-4442-0509-B579-DCA448D74376}"/>
                </a:ext>
              </a:extLst>
            </p:cNvPr>
            <p:cNvSpPr>
              <a:spLocks/>
            </p:cNvSpPr>
            <p:nvPr/>
          </p:nvSpPr>
          <p:spPr bwMode="auto">
            <a:xfrm>
              <a:off x="4154488" y="2597151"/>
              <a:ext cx="2106613" cy="1220788"/>
            </a:xfrm>
            <a:custGeom>
              <a:avLst/>
              <a:gdLst>
                <a:gd name="T0" fmla="*/ 1327 w 1327"/>
                <a:gd name="T1" fmla="*/ 385 h 769"/>
                <a:gd name="T2" fmla="*/ 666 w 1327"/>
                <a:gd name="T3" fmla="*/ 769 h 769"/>
                <a:gd name="T4" fmla="*/ 0 w 1327"/>
                <a:gd name="T5" fmla="*/ 385 h 769"/>
                <a:gd name="T6" fmla="*/ 661 w 1327"/>
                <a:gd name="T7" fmla="*/ 0 h 769"/>
                <a:gd name="T8" fmla="*/ 1327 w 1327"/>
                <a:gd name="T9" fmla="*/ 385 h 769"/>
              </a:gdLst>
              <a:ahLst/>
              <a:cxnLst>
                <a:cxn ang="0">
                  <a:pos x="T0" y="T1"/>
                </a:cxn>
                <a:cxn ang="0">
                  <a:pos x="T2" y="T3"/>
                </a:cxn>
                <a:cxn ang="0">
                  <a:pos x="T4" y="T5"/>
                </a:cxn>
                <a:cxn ang="0">
                  <a:pos x="T6" y="T7"/>
                </a:cxn>
                <a:cxn ang="0">
                  <a:pos x="T8" y="T9"/>
                </a:cxn>
              </a:cxnLst>
              <a:rect l="0" t="0" r="r" b="b"/>
              <a:pathLst>
                <a:path w="1327" h="769">
                  <a:moveTo>
                    <a:pt x="1327" y="385"/>
                  </a:moveTo>
                  <a:lnTo>
                    <a:pt x="666" y="769"/>
                  </a:lnTo>
                  <a:lnTo>
                    <a:pt x="0" y="385"/>
                  </a:lnTo>
                  <a:lnTo>
                    <a:pt x="661" y="0"/>
                  </a:lnTo>
                  <a:lnTo>
                    <a:pt x="1327" y="385"/>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Freeform 14">
              <a:extLst>
                <a:ext uri="{FF2B5EF4-FFF2-40B4-BE49-F238E27FC236}">
                  <a16:creationId xmlns:a16="http://schemas.microsoft.com/office/drawing/2014/main" id="{136AB065-A11A-FA3F-0836-16C080391EFD}"/>
                </a:ext>
              </a:extLst>
            </p:cNvPr>
            <p:cNvSpPr>
              <a:spLocks/>
            </p:cNvSpPr>
            <p:nvPr/>
          </p:nvSpPr>
          <p:spPr bwMode="auto">
            <a:xfrm>
              <a:off x="5208588" y="3148013"/>
              <a:ext cx="754063" cy="496888"/>
            </a:xfrm>
            <a:custGeom>
              <a:avLst/>
              <a:gdLst>
                <a:gd name="T0" fmla="*/ 475 w 475"/>
                <a:gd name="T1" fmla="*/ 0 h 313"/>
                <a:gd name="T2" fmla="*/ 475 w 475"/>
                <a:gd name="T3" fmla="*/ 37 h 313"/>
                <a:gd name="T4" fmla="*/ 0 w 475"/>
                <a:gd name="T5" fmla="*/ 313 h 313"/>
                <a:gd name="T6" fmla="*/ 0 w 475"/>
                <a:gd name="T7" fmla="*/ 275 h 313"/>
                <a:gd name="T8" fmla="*/ 475 w 475"/>
                <a:gd name="T9" fmla="*/ 0 h 313"/>
              </a:gdLst>
              <a:ahLst/>
              <a:cxnLst>
                <a:cxn ang="0">
                  <a:pos x="T0" y="T1"/>
                </a:cxn>
                <a:cxn ang="0">
                  <a:pos x="T2" y="T3"/>
                </a:cxn>
                <a:cxn ang="0">
                  <a:pos x="T4" y="T5"/>
                </a:cxn>
                <a:cxn ang="0">
                  <a:pos x="T6" y="T7"/>
                </a:cxn>
                <a:cxn ang="0">
                  <a:pos x="T8" y="T9"/>
                </a:cxn>
              </a:cxnLst>
              <a:rect l="0" t="0" r="r" b="b"/>
              <a:pathLst>
                <a:path w="475" h="313">
                  <a:moveTo>
                    <a:pt x="475" y="0"/>
                  </a:moveTo>
                  <a:lnTo>
                    <a:pt x="475" y="37"/>
                  </a:lnTo>
                  <a:lnTo>
                    <a:pt x="0" y="313"/>
                  </a:lnTo>
                  <a:lnTo>
                    <a:pt x="0" y="275"/>
                  </a:lnTo>
                  <a:lnTo>
                    <a:pt x="475" y="0"/>
                  </a:lnTo>
                  <a:close/>
                </a:path>
              </a:pathLst>
            </a:custGeom>
            <a:solidFill>
              <a:srgbClr val="FAFBF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Freeform 15">
              <a:extLst>
                <a:ext uri="{FF2B5EF4-FFF2-40B4-BE49-F238E27FC236}">
                  <a16:creationId xmlns:a16="http://schemas.microsoft.com/office/drawing/2014/main" id="{F48465DA-BC39-561E-56D7-9C8349D25E71}"/>
                </a:ext>
              </a:extLst>
            </p:cNvPr>
            <p:cNvSpPr>
              <a:spLocks/>
            </p:cNvSpPr>
            <p:nvPr/>
          </p:nvSpPr>
          <p:spPr bwMode="auto">
            <a:xfrm>
              <a:off x="4451351" y="3148013"/>
              <a:ext cx="757238" cy="496888"/>
            </a:xfrm>
            <a:custGeom>
              <a:avLst/>
              <a:gdLst>
                <a:gd name="T0" fmla="*/ 477 w 477"/>
                <a:gd name="T1" fmla="*/ 275 h 313"/>
                <a:gd name="T2" fmla="*/ 477 w 477"/>
                <a:gd name="T3" fmla="*/ 313 h 313"/>
                <a:gd name="T4" fmla="*/ 0 w 477"/>
                <a:gd name="T5" fmla="*/ 37 h 313"/>
                <a:gd name="T6" fmla="*/ 0 w 477"/>
                <a:gd name="T7" fmla="*/ 0 h 313"/>
                <a:gd name="T8" fmla="*/ 477 w 477"/>
                <a:gd name="T9" fmla="*/ 275 h 313"/>
              </a:gdLst>
              <a:ahLst/>
              <a:cxnLst>
                <a:cxn ang="0">
                  <a:pos x="T0" y="T1"/>
                </a:cxn>
                <a:cxn ang="0">
                  <a:pos x="T2" y="T3"/>
                </a:cxn>
                <a:cxn ang="0">
                  <a:pos x="T4" y="T5"/>
                </a:cxn>
                <a:cxn ang="0">
                  <a:pos x="T6" y="T7"/>
                </a:cxn>
                <a:cxn ang="0">
                  <a:pos x="T8" y="T9"/>
                </a:cxn>
              </a:cxnLst>
              <a:rect l="0" t="0" r="r" b="b"/>
              <a:pathLst>
                <a:path w="477" h="313">
                  <a:moveTo>
                    <a:pt x="477" y="275"/>
                  </a:moveTo>
                  <a:lnTo>
                    <a:pt x="477" y="313"/>
                  </a:lnTo>
                  <a:lnTo>
                    <a:pt x="0" y="37"/>
                  </a:lnTo>
                  <a:lnTo>
                    <a:pt x="0" y="0"/>
                  </a:lnTo>
                  <a:lnTo>
                    <a:pt x="477" y="275"/>
                  </a:ln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16">
              <a:extLst>
                <a:ext uri="{FF2B5EF4-FFF2-40B4-BE49-F238E27FC236}">
                  <a16:creationId xmlns:a16="http://schemas.microsoft.com/office/drawing/2014/main" id="{03E4D7C8-02C9-613C-517A-8C7E75E40FF1}"/>
                </a:ext>
              </a:extLst>
            </p:cNvPr>
            <p:cNvSpPr>
              <a:spLocks/>
            </p:cNvSpPr>
            <p:nvPr/>
          </p:nvSpPr>
          <p:spPr bwMode="auto">
            <a:xfrm>
              <a:off x="4451351" y="2708276"/>
              <a:ext cx="1511300" cy="876300"/>
            </a:xfrm>
            <a:custGeom>
              <a:avLst/>
              <a:gdLst>
                <a:gd name="T0" fmla="*/ 952 w 952"/>
                <a:gd name="T1" fmla="*/ 277 h 552"/>
                <a:gd name="T2" fmla="*/ 477 w 952"/>
                <a:gd name="T3" fmla="*/ 552 h 552"/>
                <a:gd name="T4" fmla="*/ 0 w 952"/>
                <a:gd name="T5" fmla="*/ 277 h 552"/>
                <a:gd name="T6" fmla="*/ 475 w 952"/>
                <a:gd name="T7" fmla="*/ 0 h 552"/>
                <a:gd name="T8" fmla="*/ 952 w 952"/>
                <a:gd name="T9" fmla="*/ 277 h 552"/>
              </a:gdLst>
              <a:ahLst/>
              <a:cxnLst>
                <a:cxn ang="0">
                  <a:pos x="T0" y="T1"/>
                </a:cxn>
                <a:cxn ang="0">
                  <a:pos x="T2" y="T3"/>
                </a:cxn>
                <a:cxn ang="0">
                  <a:pos x="T4" y="T5"/>
                </a:cxn>
                <a:cxn ang="0">
                  <a:pos x="T6" y="T7"/>
                </a:cxn>
                <a:cxn ang="0">
                  <a:pos x="T8" y="T9"/>
                </a:cxn>
              </a:cxnLst>
              <a:rect l="0" t="0" r="r" b="b"/>
              <a:pathLst>
                <a:path w="952" h="552">
                  <a:moveTo>
                    <a:pt x="952" y="277"/>
                  </a:moveTo>
                  <a:lnTo>
                    <a:pt x="477" y="552"/>
                  </a:lnTo>
                  <a:lnTo>
                    <a:pt x="0" y="277"/>
                  </a:lnTo>
                  <a:lnTo>
                    <a:pt x="475" y="0"/>
                  </a:lnTo>
                  <a:lnTo>
                    <a:pt x="952" y="277"/>
                  </a:lnTo>
                  <a:close/>
                </a:path>
              </a:pathLst>
            </a:custGeom>
            <a:gradFill flip="none" rotWithShape="1">
              <a:gsLst>
                <a:gs pos="0">
                  <a:srgbClr val="D4D9F7"/>
                </a:gs>
                <a:gs pos="100000">
                  <a:srgbClr val="8E9CEF"/>
                </a:gs>
              </a:gsLst>
              <a:lin ang="270000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52" name="矩形 51">
            <a:extLst>
              <a:ext uri="{FF2B5EF4-FFF2-40B4-BE49-F238E27FC236}">
                <a16:creationId xmlns:a16="http://schemas.microsoft.com/office/drawing/2014/main" id="{5EE6FD7A-89F4-3749-13F5-3097BA343B44}"/>
              </a:ext>
            </a:extLst>
          </p:cNvPr>
          <p:cNvSpPr/>
          <p:nvPr/>
        </p:nvSpPr>
        <p:spPr>
          <a:xfrm>
            <a:off x="4895267" y="876337"/>
            <a:ext cx="1325864" cy="2131782"/>
          </a:xfrm>
          <a:prstGeom prst="rect">
            <a:avLst/>
          </a:prstGeom>
          <a:gradFill flip="none" rotWithShape="1">
            <a:gsLst>
              <a:gs pos="0">
                <a:srgbClr val="CDD2F8"/>
              </a:gs>
              <a:gs pos="95000">
                <a:srgbClr val="CDD2F8">
                  <a:alpha val="2000"/>
                </a:srgbClr>
              </a:gs>
            </a:gsLst>
            <a:lin ang="16200000" scaled="1"/>
            <a:tileRect/>
          </a:gradFill>
          <a:ln>
            <a:no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a:extLst>
              <a:ext uri="{FF2B5EF4-FFF2-40B4-BE49-F238E27FC236}">
                <a16:creationId xmlns:a16="http://schemas.microsoft.com/office/drawing/2014/main" id="{D2CDE559-363D-FA61-DDC0-7029480BD3D8}"/>
              </a:ext>
            </a:extLst>
          </p:cNvPr>
          <p:cNvSpPr/>
          <p:nvPr/>
        </p:nvSpPr>
        <p:spPr>
          <a:xfrm>
            <a:off x="5826950" y="890373"/>
            <a:ext cx="1325864" cy="2131782"/>
          </a:xfrm>
          <a:prstGeom prst="rect">
            <a:avLst/>
          </a:prstGeom>
          <a:gradFill flip="none" rotWithShape="1">
            <a:gsLst>
              <a:gs pos="0">
                <a:srgbClr val="CDD2F8"/>
              </a:gs>
              <a:gs pos="75000">
                <a:srgbClr val="CDD2F8">
                  <a:alpha val="2000"/>
                </a:srgbClr>
              </a:gs>
            </a:gsLst>
            <a:lin ang="16200000" scaled="1"/>
            <a:tileRect/>
          </a:gradFill>
          <a:ln>
            <a:no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图形 218"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C03138DB-E4FF-3F44-0885-92B4D856F132}"/>
              </a:ext>
            </a:extLst>
          </p:cNvPr>
          <p:cNvSpPr/>
          <p:nvPr/>
        </p:nvSpPr>
        <p:spPr>
          <a:xfrm>
            <a:off x="5687025" y="2428964"/>
            <a:ext cx="699773" cy="699773"/>
          </a:xfrm>
          <a:custGeom>
            <a:avLst/>
            <a:gdLst>
              <a:gd name="connsiteX0" fmla="*/ 95155 w 190500"/>
              <a:gd name="connsiteY0" fmla="*/ 0 h 190500"/>
              <a:gd name="connsiteX1" fmla="*/ 0 w 190500"/>
              <a:gd name="connsiteY1" fmla="*/ 95250 h 190500"/>
              <a:gd name="connsiteX2" fmla="*/ 95155 w 190500"/>
              <a:gd name="connsiteY2" fmla="*/ 190500 h 190500"/>
              <a:gd name="connsiteX3" fmla="*/ 190500 w 190500"/>
              <a:gd name="connsiteY3" fmla="*/ 95250 h 190500"/>
              <a:gd name="connsiteX4" fmla="*/ 95155 w 190500"/>
              <a:gd name="connsiteY4" fmla="*/ 0 h 190500"/>
              <a:gd name="connsiteX5" fmla="*/ 135541 w 190500"/>
              <a:gd name="connsiteY5" fmla="*/ 152400 h 190500"/>
              <a:gd name="connsiteX6" fmla="*/ 95250 w 190500"/>
              <a:gd name="connsiteY6" fmla="*/ 128111 h 190500"/>
              <a:gd name="connsiteX7" fmla="*/ 54959 w 190500"/>
              <a:gd name="connsiteY7" fmla="*/ 152400 h 190500"/>
              <a:gd name="connsiteX8" fmla="*/ 65627 w 190500"/>
              <a:gd name="connsiteY8" fmla="*/ 106585 h 190500"/>
              <a:gd name="connsiteX9" fmla="*/ 30099 w 190500"/>
              <a:gd name="connsiteY9" fmla="*/ 75819 h 190500"/>
              <a:gd name="connsiteX10" fmla="*/ 76962 w 190500"/>
              <a:gd name="connsiteY10" fmla="*/ 71819 h 190500"/>
              <a:gd name="connsiteX11" fmla="*/ 95250 w 190500"/>
              <a:gd name="connsiteY11" fmla="*/ 28575 h 190500"/>
              <a:gd name="connsiteX12" fmla="*/ 113538 w 190500"/>
              <a:gd name="connsiteY12" fmla="*/ 71723 h 190500"/>
              <a:gd name="connsiteX13" fmla="*/ 160401 w 190500"/>
              <a:gd name="connsiteY13" fmla="*/ 75724 h 190500"/>
              <a:gd name="connsiteX14" fmla="*/ 124873 w 190500"/>
              <a:gd name="connsiteY14" fmla="*/ 106490 h 190500"/>
              <a:gd name="connsiteX15" fmla="*/ 135541 w 190500"/>
              <a:gd name="connsiteY15" fmla="*/ 15240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0500" h="190500">
                <a:moveTo>
                  <a:pt x="95155" y="0"/>
                </a:moveTo>
                <a:cubicBezTo>
                  <a:pt x="42577" y="0"/>
                  <a:pt x="0" y="42672"/>
                  <a:pt x="0" y="95250"/>
                </a:cubicBezTo>
                <a:cubicBezTo>
                  <a:pt x="0" y="147828"/>
                  <a:pt x="42577" y="190500"/>
                  <a:pt x="95155" y="190500"/>
                </a:cubicBezTo>
                <a:cubicBezTo>
                  <a:pt x="147828" y="190500"/>
                  <a:pt x="190500" y="147828"/>
                  <a:pt x="190500" y="95250"/>
                </a:cubicBezTo>
                <a:cubicBezTo>
                  <a:pt x="190500" y="42672"/>
                  <a:pt x="147828" y="0"/>
                  <a:pt x="95155" y="0"/>
                </a:cubicBezTo>
                <a:close/>
                <a:moveTo>
                  <a:pt x="135541" y="152400"/>
                </a:moveTo>
                <a:lnTo>
                  <a:pt x="95250" y="128111"/>
                </a:lnTo>
                <a:lnTo>
                  <a:pt x="54959" y="152400"/>
                </a:lnTo>
                <a:lnTo>
                  <a:pt x="65627" y="106585"/>
                </a:lnTo>
                <a:lnTo>
                  <a:pt x="30099" y="75819"/>
                </a:lnTo>
                <a:lnTo>
                  <a:pt x="76962" y="71819"/>
                </a:lnTo>
                <a:lnTo>
                  <a:pt x="95250" y="28575"/>
                </a:lnTo>
                <a:lnTo>
                  <a:pt x="113538" y="71723"/>
                </a:lnTo>
                <a:lnTo>
                  <a:pt x="160401" y="75724"/>
                </a:lnTo>
                <a:lnTo>
                  <a:pt x="124873" y="106490"/>
                </a:lnTo>
                <a:lnTo>
                  <a:pt x="135541" y="152400"/>
                </a:lnTo>
                <a:close/>
              </a:path>
            </a:pathLst>
          </a:custGeom>
          <a:solidFill>
            <a:srgbClr val="3749CC"/>
          </a:solidFill>
          <a:ln w="9525" cap="flat">
            <a:noFill/>
            <a:prstDash val="solid"/>
            <a:miter/>
          </a:ln>
          <a:scene3d>
            <a:camera prst="isometricRightUp"/>
            <a:lightRig rig="threePt" dir="t"/>
          </a:scene3d>
          <a:sp3d extrusionH="38100" prstMaterial="flat">
            <a:extrusionClr>
              <a:srgbClr val="E7EBFF"/>
            </a:extrusionClr>
          </a:sp3d>
        </p:spPr>
        <p:txBody>
          <a:bodyPr rtlCol="0" anchor="ctr"/>
          <a:lstStyle/>
          <a:p>
            <a:endParaRPr lang="zh-CN" altLang="en-US"/>
          </a:p>
        </p:txBody>
      </p:sp>
      <p:grpSp>
        <p:nvGrpSpPr>
          <p:cNvPr id="61" name="组合 60">
            <a:extLst>
              <a:ext uri="{FF2B5EF4-FFF2-40B4-BE49-F238E27FC236}">
                <a16:creationId xmlns:a16="http://schemas.microsoft.com/office/drawing/2014/main" id="{EEBAB49D-06D7-2F23-C78A-CF80196FCBC6}"/>
              </a:ext>
            </a:extLst>
          </p:cNvPr>
          <p:cNvGrpSpPr/>
          <p:nvPr/>
        </p:nvGrpSpPr>
        <p:grpSpPr>
          <a:xfrm>
            <a:off x="850360" y="1253676"/>
            <a:ext cx="2101955" cy="2929327"/>
            <a:chOff x="1157797" y="1478119"/>
            <a:chExt cx="2101955" cy="2929327"/>
          </a:xfrm>
        </p:grpSpPr>
        <p:sp>
          <p:nvSpPr>
            <p:cNvPr id="60" name="Freeform 7">
              <a:extLst>
                <a:ext uri="{FF2B5EF4-FFF2-40B4-BE49-F238E27FC236}">
                  <a16:creationId xmlns:a16="http://schemas.microsoft.com/office/drawing/2014/main" id="{52D2EA33-4535-1531-C753-AFB3064A4A1E}"/>
                </a:ext>
              </a:extLst>
            </p:cNvPr>
            <p:cNvSpPr>
              <a:spLocks/>
            </p:cNvSpPr>
            <p:nvPr/>
          </p:nvSpPr>
          <p:spPr bwMode="auto">
            <a:xfrm>
              <a:off x="1344056" y="3387992"/>
              <a:ext cx="1758822" cy="1019454"/>
            </a:xfrm>
            <a:custGeom>
              <a:avLst/>
              <a:gdLst>
                <a:gd name="T0" fmla="*/ 3504 w 3504"/>
                <a:gd name="T1" fmla="*/ 1015 h 2031"/>
                <a:gd name="T2" fmla="*/ 1758 w 3504"/>
                <a:gd name="T3" fmla="*/ 2031 h 2031"/>
                <a:gd name="T4" fmla="*/ 0 w 3504"/>
                <a:gd name="T5" fmla="*/ 1015 h 2031"/>
                <a:gd name="T6" fmla="*/ 1746 w 3504"/>
                <a:gd name="T7" fmla="*/ 0 h 2031"/>
                <a:gd name="T8" fmla="*/ 3504 w 3504"/>
                <a:gd name="T9" fmla="*/ 1015 h 2031"/>
              </a:gdLst>
              <a:ahLst/>
              <a:cxnLst>
                <a:cxn ang="0">
                  <a:pos x="T0" y="T1"/>
                </a:cxn>
                <a:cxn ang="0">
                  <a:pos x="T2" y="T3"/>
                </a:cxn>
                <a:cxn ang="0">
                  <a:pos x="T4" y="T5"/>
                </a:cxn>
                <a:cxn ang="0">
                  <a:pos x="T6" y="T7"/>
                </a:cxn>
                <a:cxn ang="0">
                  <a:pos x="T8" y="T9"/>
                </a:cxn>
              </a:cxnLst>
              <a:rect l="0" t="0" r="r" b="b"/>
              <a:pathLst>
                <a:path w="3504" h="2031">
                  <a:moveTo>
                    <a:pt x="3504" y="1015"/>
                  </a:moveTo>
                  <a:lnTo>
                    <a:pt x="1758" y="2031"/>
                  </a:lnTo>
                  <a:lnTo>
                    <a:pt x="0" y="1015"/>
                  </a:lnTo>
                  <a:lnTo>
                    <a:pt x="1746" y="0"/>
                  </a:lnTo>
                  <a:lnTo>
                    <a:pt x="3504" y="1015"/>
                  </a:lnTo>
                  <a:close/>
                </a:path>
              </a:pathLst>
            </a:custGeom>
            <a:solidFill>
              <a:srgbClr val="E7EBFF">
                <a:alpha val="5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7" name="矩形 56">
              <a:extLst>
                <a:ext uri="{FF2B5EF4-FFF2-40B4-BE49-F238E27FC236}">
                  <a16:creationId xmlns:a16="http://schemas.microsoft.com/office/drawing/2014/main" id="{5C1DD395-6D8F-6154-9C8E-BB2E09AEE371}"/>
                </a:ext>
              </a:extLst>
            </p:cNvPr>
            <p:cNvSpPr/>
            <p:nvPr/>
          </p:nvSpPr>
          <p:spPr>
            <a:xfrm>
              <a:off x="1157797" y="1499162"/>
              <a:ext cx="1214080" cy="2131782"/>
            </a:xfrm>
            <a:prstGeom prst="rect">
              <a:avLst/>
            </a:prstGeom>
            <a:gradFill flip="none" rotWithShape="1">
              <a:gsLst>
                <a:gs pos="0">
                  <a:srgbClr val="CDD2F8">
                    <a:alpha val="80000"/>
                  </a:srgbClr>
                </a:gs>
                <a:gs pos="100000">
                  <a:srgbClr val="CDD2F8">
                    <a:alpha val="2000"/>
                  </a:srgbClr>
                </a:gs>
              </a:gsLst>
              <a:lin ang="16200000" scaled="1"/>
              <a:tileRect/>
            </a:gradFill>
            <a:ln>
              <a:no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B8F8B804-7C30-A39F-CD98-D15C81EC4576}"/>
                </a:ext>
              </a:extLst>
            </p:cNvPr>
            <p:cNvSpPr/>
            <p:nvPr/>
          </p:nvSpPr>
          <p:spPr>
            <a:xfrm>
              <a:off x="2013230" y="1478119"/>
              <a:ext cx="1246522" cy="2131782"/>
            </a:xfrm>
            <a:prstGeom prst="rect">
              <a:avLst/>
            </a:prstGeom>
            <a:gradFill flip="none" rotWithShape="1">
              <a:gsLst>
                <a:gs pos="0">
                  <a:srgbClr val="CDD2F8">
                    <a:alpha val="80000"/>
                  </a:srgbClr>
                </a:gs>
                <a:gs pos="56000">
                  <a:srgbClr val="CDD2F8">
                    <a:alpha val="2000"/>
                  </a:srgbClr>
                </a:gs>
              </a:gsLst>
              <a:lin ang="16200000" scaled="1"/>
              <a:tileRect/>
            </a:gradFill>
            <a:ln>
              <a:no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Freeform 7">
              <a:extLst>
                <a:ext uri="{FF2B5EF4-FFF2-40B4-BE49-F238E27FC236}">
                  <a16:creationId xmlns:a16="http://schemas.microsoft.com/office/drawing/2014/main" id="{B211B58F-84F2-2CD0-4E93-EA3624B5D5A8}"/>
                </a:ext>
              </a:extLst>
            </p:cNvPr>
            <p:cNvSpPr>
              <a:spLocks/>
            </p:cNvSpPr>
            <p:nvPr/>
          </p:nvSpPr>
          <p:spPr bwMode="auto">
            <a:xfrm>
              <a:off x="1314220" y="3164931"/>
              <a:ext cx="1758822" cy="1019454"/>
            </a:xfrm>
            <a:custGeom>
              <a:avLst/>
              <a:gdLst>
                <a:gd name="T0" fmla="*/ 3504 w 3504"/>
                <a:gd name="T1" fmla="*/ 1015 h 2031"/>
                <a:gd name="T2" fmla="*/ 1758 w 3504"/>
                <a:gd name="T3" fmla="*/ 2031 h 2031"/>
                <a:gd name="T4" fmla="*/ 0 w 3504"/>
                <a:gd name="T5" fmla="*/ 1015 h 2031"/>
                <a:gd name="T6" fmla="*/ 1746 w 3504"/>
                <a:gd name="T7" fmla="*/ 0 h 2031"/>
                <a:gd name="T8" fmla="*/ 3504 w 3504"/>
                <a:gd name="T9" fmla="*/ 1015 h 2031"/>
              </a:gdLst>
              <a:ahLst/>
              <a:cxnLst>
                <a:cxn ang="0">
                  <a:pos x="T0" y="T1"/>
                </a:cxn>
                <a:cxn ang="0">
                  <a:pos x="T2" y="T3"/>
                </a:cxn>
                <a:cxn ang="0">
                  <a:pos x="T4" y="T5"/>
                </a:cxn>
                <a:cxn ang="0">
                  <a:pos x="T6" y="T7"/>
                </a:cxn>
                <a:cxn ang="0">
                  <a:pos x="T8" y="T9"/>
                </a:cxn>
              </a:cxnLst>
              <a:rect l="0" t="0" r="r" b="b"/>
              <a:pathLst>
                <a:path w="3504" h="2031">
                  <a:moveTo>
                    <a:pt x="3504" y="1015"/>
                  </a:moveTo>
                  <a:lnTo>
                    <a:pt x="1758" y="2031"/>
                  </a:lnTo>
                  <a:lnTo>
                    <a:pt x="0" y="1015"/>
                  </a:lnTo>
                  <a:lnTo>
                    <a:pt x="1746" y="0"/>
                  </a:lnTo>
                  <a:lnTo>
                    <a:pt x="3504" y="1015"/>
                  </a:lnTo>
                  <a:close/>
                </a:path>
              </a:pathLst>
            </a:custGeom>
            <a:solidFill>
              <a:srgbClr val="E7EBFF"/>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39" name="组合 38">
              <a:extLst>
                <a:ext uri="{FF2B5EF4-FFF2-40B4-BE49-F238E27FC236}">
                  <a16:creationId xmlns:a16="http://schemas.microsoft.com/office/drawing/2014/main" id="{87B73052-963D-EC74-057E-049E8F32340C}"/>
                </a:ext>
              </a:extLst>
            </p:cNvPr>
            <p:cNvGrpSpPr/>
            <p:nvPr/>
          </p:nvGrpSpPr>
          <p:grpSpPr>
            <a:xfrm>
              <a:off x="1819393" y="3023845"/>
              <a:ext cx="755275" cy="796178"/>
              <a:chOff x="7493001" y="3571877"/>
              <a:chExt cx="1260475" cy="1328738"/>
            </a:xfrm>
          </p:grpSpPr>
          <p:sp>
            <p:nvSpPr>
              <p:cNvPr id="12" name="Freeform 8">
                <a:extLst>
                  <a:ext uri="{FF2B5EF4-FFF2-40B4-BE49-F238E27FC236}">
                    <a16:creationId xmlns:a16="http://schemas.microsoft.com/office/drawing/2014/main" id="{4139A3F3-8CC6-E98E-E958-4538D742F64B}"/>
                  </a:ext>
                </a:extLst>
              </p:cNvPr>
              <p:cNvSpPr>
                <a:spLocks/>
              </p:cNvSpPr>
              <p:nvPr/>
            </p:nvSpPr>
            <p:spPr bwMode="auto">
              <a:xfrm>
                <a:off x="8126413" y="3937002"/>
                <a:ext cx="627063" cy="963613"/>
              </a:xfrm>
              <a:custGeom>
                <a:avLst/>
                <a:gdLst>
                  <a:gd name="T0" fmla="*/ 395 w 395"/>
                  <a:gd name="T1" fmla="*/ 0 h 607"/>
                  <a:gd name="T2" fmla="*/ 395 w 395"/>
                  <a:gd name="T3" fmla="*/ 377 h 607"/>
                  <a:gd name="T4" fmla="*/ 0 w 395"/>
                  <a:gd name="T5" fmla="*/ 607 h 607"/>
                  <a:gd name="T6" fmla="*/ 1 w 395"/>
                  <a:gd name="T7" fmla="*/ 230 h 607"/>
                  <a:gd name="T8" fmla="*/ 395 w 395"/>
                  <a:gd name="T9" fmla="*/ 0 h 607"/>
                </a:gdLst>
                <a:ahLst/>
                <a:cxnLst>
                  <a:cxn ang="0">
                    <a:pos x="T0" y="T1"/>
                  </a:cxn>
                  <a:cxn ang="0">
                    <a:pos x="T2" y="T3"/>
                  </a:cxn>
                  <a:cxn ang="0">
                    <a:pos x="T4" y="T5"/>
                  </a:cxn>
                  <a:cxn ang="0">
                    <a:pos x="T6" y="T7"/>
                  </a:cxn>
                  <a:cxn ang="0">
                    <a:pos x="T8" y="T9"/>
                  </a:cxn>
                </a:cxnLst>
                <a:rect l="0" t="0" r="r" b="b"/>
                <a:pathLst>
                  <a:path w="395" h="607">
                    <a:moveTo>
                      <a:pt x="395" y="0"/>
                    </a:moveTo>
                    <a:lnTo>
                      <a:pt x="395" y="377"/>
                    </a:lnTo>
                    <a:lnTo>
                      <a:pt x="0" y="607"/>
                    </a:lnTo>
                    <a:lnTo>
                      <a:pt x="1" y="230"/>
                    </a:lnTo>
                    <a:lnTo>
                      <a:pt x="395" y="0"/>
                    </a:ln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Freeform 9">
                <a:extLst>
                  <a:ext uri="{FF2B5EF4-FFF2-40B4-BE49-F238E27FC236}">
                    <a16:creationId xmlns:a16="http://schemas.microsoft.com/office/drawing/2014/main" id="{B3BDC546-78C5-E714-A75B-BB5DEEA5C94D}"/>
                  </a:ext>
                </a:extLst>
              </p:cNvPr>
              <p:cNvSpPr>
                <a:spLocks/>
              </p:cNvSpPr>
              <p:nvPr/>
            </p:nvSpPr>
            <p:spPr bwMode="auto">
              <a:xfrm>
                <a:off x="7493001" y="3937002"/>
                <a:ext cx="635000" cy="963613"/>
              </a:xfrm>
              <a:custGeom>
                <a:avLst/>
                <a:gdLst>
                  <a:gd name="T0" fmla="*/ 400 w 400"/>
                  <a:gd name="T1" fmla="*/ 230 h 607"/>
                  <a:gd name="T2" fmla="*/ 399 w 400"/>
                  <a:gd name="T3" fmla="*/ 607 h 607"/>
                  <a:gd name="T4" fmla="*/ 0 w 400"/>
                  <a:gd name="T5" fmla="*/ 377 h 607"/>
                  <a:gd name="T6" fmla="*/ 1 w 400"/>
                  <a:gd name="T7" fmla="*/ 0 h 607"/>
                  <a:gd name="T8" fmla="*/ 400 w 400"/>
                  <a:gd name="T9" fmla="*/ 230 h 607"/>
                </a:gdLst>
                <a:ahLst/>
                <a:cxnLst>
                  <a:cxn ang="0">
                    <a:pos x="T0" y="T1"/>
                  </a:cxn>
                  <a:cxn ang="0">
                    <a:pos x="T2" y="T3"/>
                  </a:cxn>
                  <a:cxn ang="0">
                    <a:pos x="T4" y="T5"/>
                  </a:cxn>
                  <a:cxn ang="0">
                    <a:pos x="T6" y="T7"/>
                  </a:cxn>
                  <a:cxn ang="0">
                    <a:pos x="T8" y="T9"/>
                  </a:cxn>
                </a:cxnLst>
                <a:rect l="0" t="0" r="r" b="b"/>
                <a:pathLst>
                  <a:path w="400" h="607">
                    <a:moveTo>
                      <a:pt x="400" y="230"/>
                    </a:moveTo>
                    <a:lnTo>
                      <a:pt x="399" y="607"/>
                    </a:lnTo>
                    <a:lnTo>
                      <a:pt x="0" y="377"/>
                    </a:lnTo>
                    <a:lnTo>
                      <a:pt x="1" y="0"/>
                    </a:lnTo>
                    <a:lnTo>
                      <a:pt x="400" y="230"/>
                    </a:lnTo>
                    <a:close/>
                  </a:path>
                </a:pathLst>
              </a:custGeom>
              <a:solidFill>
                <a:srgbClr val="8E9CE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Freeform 10">
                <a:extLst>
                  <a:ext uri="{FF2B5EF4-FFF2-40B4-BE49-F238E27FC236}">
                    <a16:creationId xmlns:a16="http://schemas.microsoft.com/office/drawing/2014/main" id="{59AC8E3C-ABF6-DD70-71D5-74401B99ECE5}"/>
                  </a:ext>
                </a:extLst>
              </p:cNvPr>
              <p:cNvSpPr>
                <a:spLocks/>
              </p:cNvSpPr>
              <p:nvPr/>
            </p:nvSpPr>
            <p:spPr bwMode="auto">
              <a:xfrm>
                <a:off x="7494588" y="3571877"/>
                <a:ext cx="1258888" cy="730250"/>
              </a:xfrm>
              <a:custGeom>
                <a:avLst/>
                <a:gdLst>
                  <a:gd name="T0" fmla="*/ 793 w 793"/>
                  <a:gd name="T1" fmla="*/ 230 h 460"/>
                  <a:gd name="T2" fmla="*/ 399 w 793"/>
                  <a:gd name="T3" fmla="*/ 460 h 460"/>
                  <a:gd name="T4" fmla="*/ 0 w 793"/>
                  <a:gd name="T5" fmla="*/ 230 h 460"/>
                  <a:gd name="T6" fmla="*/ 396 w 793"/>
                  <a:gd name="T7" fmla="*/ 0 h 460"/>
                  <a:gd name="T8" fmla="*/ 793 w 793"/>
                  <a:gd name="T9" fmla="*/ 230 h 460"/>
                </a:gdLst>
                <a:ahLst/>
                <a:cxnLst>
                  <a:cxn ang="0">
                    <a:pos x="T0" y="T1"/>
                  </a:cxn>
                  <a:cxn ang="0">
                    <a:pos x="T2" y="T3"/>
                  </a:cxn>
                  <a:cxn ang="0">
                    <a:pos x="T4" y="T5"/>
                  </a:cxn>
                  <a:cxn ang="0">
                    <a:pos x="T6" y="T7"/>
                  </a:cxn>
                  <a:cxn ang="0">
                    <a:pos x="T8" y="T9"/>
                  </a:cxn>
                </a:cxnLst>
                <a:rect l="0" t="0" r="r" b="b"/>
                <a:pathLst>
                  <a:path w="793" h="460">
                    <a:moveTo>
                      <a:pt x="793" y="230"/>
                    </a:moveTo>
                    <a:lnTo>
                      <a:pt x="399" y="460"/>
                    </a:lnTo>
                    <a:lnTo>
                      <a:pt x="0" y="230"/>
                    </a:lnTo>
                    <a:lnTo>
                      <a:pt x="396" y="0"/>
                    </a:lnTo>
                    <a:lnTo>
                      <a:pt x="793" y="23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59" name="图形 81"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E7BE7857-B85A-D986-F95C-F29C92AB7B8C}"/>
                </a:ext>
              </a:extLst>
            </p:cNvPr>
            <p:cNvSpPr/>
            <p:nvPr/>
          </p:nvSpPr>
          <p:spPr>
            <a:xfrm>
              <a:off x="2026286" y="3063191"/>
              <a:ext cx="355322" cy="236882"/>
            </a:xfrm>
            <a:custGeom>
              <a:avLst/>
              <a:gdLst>
                <a:gd name="connsiteX0" fmla="*/ 184309 w 228600"/>
                <a:gd name="connsiteY0" fmla="*/ 57531 h 152400"/>
                <a:gd name="connsiteX1" fmla="*/ 114300 w 228600"/>
                <a:gd name="connsiteY1" fmla="*/ 0 h 152400"/>
                <a:gd name="connsiteX2" fmla="*/ 50959 w 228600"/>
                <a:gd name="connsiteY2" fmla="*/ 38481 h 152400"/>
                <a:gd name="connsiteX3" fmla="*/ 0 w 228600"/>
                <a:gd name="connsiteY3" fmla="*/ 95250 h 152400"/>
                <a:gd name="connsiteX4" fmla="*/ 57150 w 228600"/>
                <a:gd name="connsiteY4" fmla="*/ 152400 h 152400"/>
                <a:gd name="connsiteX5" fmla="*/ 180975 w 228600"/>
                <a:gd name="connsiteY5" fmla="*/ 152400 h 152400"/>
                <a:gd name="connsiteX6" fmla="*/ 228600 w 228600"/>
                <a:gd name="connsiteY6" fmla="*/ 104775 h 152400"/>
                <a:gd name="connsiteX7" fmla="*/ 184309 w 228600"/>
                <a:gd name="connsiteY7" fmla="*/ 57531 h 152400"/>
                <a:gd name="connsiteX8" fmla="*/ 133350 w 228600"/>
                <a:gd name="connsiteY8" fmla="*/ 85725 h 152400"/>
                <a:gd name="connsiteX9" fmla="*/ 133350 w 228600"/>
                <a:gd name="connsiteY9" fmla="*/ 123825 h 152400"/>
                <a:gd name="connsiteX10" fmla="*/ 95250 w 228600"/>
                <a:gd name="connsiteY10" fmla="*/ 123825 h 152400"/>
                <a:gd name="connsiteX11" fmla="*/ 95250 w 228600"/>
                <a:gd name="connsiteY11" fmla="*/ 85725 h 152400"/>
                <a:gd name="connsiteX12" fmla="*/ 66675 w 228600"/>
                <a:gd name="connsiteY12" fmla="*/ 85725 h 152400"/>
                <a:gd name="connsiteX13" fmla="*/ 114300 w 228600"/>
                <a:gd name="connsiteY13" fmla="*/ 38100 h 152400"/>
                <a:gd name="connsiteX14" fmla="*/ 161925 w 228600"/>
                <a:gd name="connsiteY14" fmla="*/ 85725 h 152400"/>
                <a:gd name="connsiteX15" fmla="*/ 133350 w 228600"/>
                <a:gd name="connsiteY15" fmla="*/ 85725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8600" h="152400">
                  <a:moveTo>
                    <a:pt x="184309" y="57531"/>
                  </a:moveTo>
                  <a:cubicBezTo>
                    <a:pt x="177832" y="24670"/>
                    <a:pt x="148971" y="0"/>
                    <a:pt x="114300" y="0"/>
                  </a:cubicBezTo>
                  <a:cubicBezTo>
                    <a:pt x="86773" y="0"/>
                    <a:pt x="62865" y="15621"/>
                    <a:pt x="50959" y="38481"/>
                  </a:cubicBezTo>
                  <a:cubicBezTo>
                    <a:pt x="22289" y="41529"/>
                    <a:pt x="0" y="65818"/>
                    <a:pt x="0" y="95250"/>
                  </a:cubicBezTo>
                  <a:cubicBezTo>
                    <a:pt x="0" y="126778"/>
                    <a:pt x="25622" y="152400"/>
                    <a:pt x="57150" y="152400"/>
                  </a:cubicBezTo>
                  <a:lnTo>
                    <a:pt x="180975" y="152400"/>
                  </a:lnTo>
                  <a:cubicBezTo>
                    <a:pt x="207264" y="152400"/>
                    <a:pt x="228600" y="131064"/>
                    <a:pt x="228600" y="104775"/>
                  </a:cubicBezTo>
                  <a:cubicBezTo>
                    <a:pt x="228600" y="79629"/>
                    <a:pt x="209074" y="59245"/>
                    <a:pt x="184309" y="57531"/>
                  </a:cubicBezTo>
                  <a:close/>
                  <a:moveTo>
                    <a:pt x="133350" y="85725"/>
                  </a:moveTo>
                  <a:lnTo>
                    <a:pt x="133350" y="123825"/>
                  </a:lnTo>
                  <a:lnTo>
                    <a:pt x="95250" y="123825"/>
                  </a:lnTo>
                  <a:lnTo>
                    <a:pt x="95250" y="85725"/>
                  </a:lnTo>
                  <a:lnTo>
                    <a:pt x="66675" y="85725"/>
                  </a:lnTo>
                  <a:lnTo>
                    <a:pt x="114300" y="38100"/>
                  </a:lnTo>
                  <a:lnTo>
                    <a:pt x="161925" y="85725"/>
                  </a:lnTo>
                  <a:lnTo>
                    <a:pt x="133350" y="85725"/>
                  </a:lnTo>
                  <a:close/>
                </a:path>
              </a:pathLst>
            </a:custGeom>
            <a:gradFill>
              <a:gsLst>
                <a:gs pos="0">
                  <a:schemeClr val="bg1"/>
                </a:gs>
                <a:gs pos="100000">
                  <a:srgbClr val="CDD2F8"/>
                </a:gs>
              </a:gsLst>
              <a:lin ang="16200000" scaled="1"/>
            </a:gradFill>
            <a:ln w="9525" cap="flat">
              <a:noFill/>
              <a:prstDash val="solid"/>
              <a:miter/>
            </a:ln>
          </p:spPr>
          <p:txBody>
            <a:bodyPr rtlCol="0" anchor="ctr"/>
            <a:lstStyle/>
            <a:p>
              <a:endParaRPr lang="zh-CN" altLang="en-US"/>
            </a:p>
          </p:txBody>
        </p:sp>
      </p:grpSp>
      <p:grpSp>
        <p:nvGrpSpPr>
          <p:cNvPr id="80" name="组合 79">
            <a:extLst>
              <a:ext uri="{FF2B5EF4-FFF2-40B4-BE49-F238E27FC236}">
                <a16:creationId xmlns:a16="http://schemas.microsoft.com/office/drawing/2014/main" id="{ECA39514-B231-F51B-7B74-59C3D2D846AD}"/>
              </a:ext>
            </a:extLst>
          </p:cNvPr>
          <p:cNvGrpSpPr/>
          <p:nvPr/>
        </p:nvGrpSpPr>
        <p:grpSpPr>
          <a:xfrm>
            <a:off x="9083275" y="1165796"/>
            <a:ext cx="2101955" cy="2929327"/>
            <a:chOff x="8849586" y="1390239"/>
            <a:chExt cx="2101955" cy="2929327"/>
          </a:xfrm>
        </p:grpSpPr>
        <p:sp>
          <p:nvSpPr>
            <p:cNvPr id="63" name="Freeform 7">
              <a:extLst>
                <a:ext uri="{FF2B5EF4-FFF2-40B4-BE49-F238E27FC236}">
                  <a16:creationId xmlns:a16="http://schemas.microsoft.com/office/drawing/2014/main" id="{96F92C6A-D5EC-C8DE-3962-ACB6E4A635BE}"/>
                </a:ext>
              </a:extLst>
            </p:cNvPr>
            <p:cNvSpPr>
              <a:spLocks/>
            </p:cNvSpPr>
            <p:nvPr/>
          </p:nvSpPr>
          <p:spPr bwMode="auto">
            <a:xfrm>
              <a:off x="9035845" y="3300112"/>
              <a:ext cx="1758822" cy="1019454"/>
            </a:xfrm>
            <a:custGeom>
              <a:avLst/>
              <a:gdLst>
                <a:gd name="T0" fmla="*/ 3504 w 3504"/>
                <a:gd name="T1" fmla="*/ 1015 h 2031"/>
                <a:gd name="T2" fmla="*/ 1758 w 3504"/>
                <a:gd name="T3" fmla="*/ 2031 h 2031"/>
                <a:gd name="T4" fmla="*/ 0 w 3504"/>
                <a:gd name="T5" fmla="*/ 1015 h 2031"/>
                <a:gd name="T6" fmla="*/ 1746 w 3504"/>
                <a:gd name="T7" fmla="*/ 0 h 2031"/>
                <a:gd name="T8" fmla="*/ 3504 w 3504"/>
                <a:gd name="T9" fmla="*/ 1015 h 2031"/>
              </a:gdLst>
              <a:ahLst/>
              <a:cxnLst>
                <a:cxn ang="0">
                  <a:pos x="T0" y="T1"/>
                </a:cxn>
                <a:cxn ang="0">
                  <a:pos x="T2" y="T3"/>
                </a:cxn>
                <a:cxn ang="0">
                  <a:pos x="T4" y="T5"/>
                </a:cxn>
                <a:cxn ang="0">
                  <a:pos x="T6" y="T7"/>
                </a:cxn>
                <a:cxn ang="0">
                  <a:pos x="T8" y="T9"/>
                </a:cxn>
              </a:cxnLst>
              <a:rect l="0" t="0" r="r" b="b"/>
              <a:pathLst>
                <a:path w="3504" h="2031">
                  <a:moveTo>
                    <a:pt x="3504" y="1015"/>
                  </a:moveTo>
                  <a:lnTo>
                    <a:pt x="1758" y="2031"/>
                  </a:lnTo>
                  <a:lnTo>
                    <a:pt x="0" y="1015"/>
                  </a:lnTo>
                  <a:lnTo>
                    <a:pt x="1746" y="0"/>
                  </a:lnTo>
                  <a:lnTo>
                    <a:pt x="3504" y="1015"/>
                  </a:lnTo>
                  <a:close/>
                </a:path>
              </a:pathLst>
            </a:custGeom>
            <a:solidFill>
              <a:srgbClr val="E7EBFF">
                <a:alpha val="5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4" name="矩形 63">
              <a:extLst>
                <a:ext uri="{FF2B5EF4-FFF2-40B4-BE49-F238E27FC236}">
                  <a16:creationId xmlns:a16="http://schemas.microsoft.com/office/drawing/2014/main" id="{196AF13A-D926-3F2E-31AF-58E838FD6E59}"/>
                </a:ext>
              </a:extLst>
            </p:cNvPr>
            <p:cNvSpPr/>
            <p:nvPr/>
          </p:nvSpPr>
          <p:spPr>
            <a:xfrm>
              <a:off x="8849586" y="1411282"/>
              <a:ext cx="1214080" cy="2131782"/>
            </a:xfrm>
            <a:prstGeom prst="rect">
              <a:avLst/>
            </a:prstGeom>
            <a:gradFill flip="none" rotWithShape="1">
              <a:gsLst>
                <a:gs pos="0">
                  <a:srgbClr val="CDD2F8">
                    <a:alpha val="80000"/>
                  </a:srgbClr>
                </a:gs>
                <a:gs pos="100000">
                  <a:srgbClr val="CDD2F8">
                    <a:alpha val="2000"/>
                  </a:srgbClr>
                </a:gs>
              </a:gsLst>
              <a:lin ang="16200000" scaled="1"/>
              <a:tileRect/>
            </a:gradFill>
            <a:ln>
              <a:no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a:extLst>
                <a:ext uri="{FF2B5EF4-FFF2-40B4-BE49-F238E27FC236}">
                  <a16:creationId xmlns:a16="http://schemas.microsoft.com/office/drawing/2014/main" id="{2BD86FF8-4CE1-3EF5-D6BF-74015C07E15C}"/>
                </a:ext>
              </a:extLst>
            </p:cNvPr>
            <p:cNvSpPr/>
            <p:nvPr/>
          </p:nvSpPr>
          <p:spPr>
            <a:xfrm>
              <a:off x="9705019" y="1390239"/>
              <a:ext cx="1246522" cy="2131782"/>
            </a:xfrm>
            <a:prstGeom prst="rect">
              <a:avLst/>
            </a:prstGeom>
            <a:gradFill flip="none" rotWithShape="1">
              <a:gsLst>
                <a:gs pos="0">
                  <a:srgbClr val="CDD2F8">
                    <a:alpha val="80000"/>
                  </a:srgbClr>
                </a:gs>
                <a:gs pos="56000">
                  <a:srgbClr val="CDD2F8">
                    <a:alpha val="2000"/>
                  </a:srgbClr>
                </a:gs>
              </a:gsLst>
              <a:lin ang="16200000" scaled="1"/>
              <a:tileRect/>
            </a:gradFill>
            <a:ln>
              <a:no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Freeform 7">
              <a:extLst>
                <a:ext uri="{FF2B5EF4-FFF2-40B4-BE49-F238E27FC236}">
                  <a16:creationId xmlns:a16="http://schemas.microsoft.com/office/drawing/2014/main" id="{68427078-3E08-79B3-ADF0-6D09AC46CF3F}"/>
                </a:ext>
              </a:extLst>
            </p:cNvPr>
            <p:cNvSpPr>
              <a:spLocks/>
            </p:cNvSpPr>
            <p:nvPr/>
          </p:nvSpPr>
          <p:spPr bwMode="auto">
            <a:xfrm>
              <a:off x="9006009" y="3077051"/>
              <a:ext cx="1758822" cy="1019454"/>
            </a:xfrm>
            <a:custGeom>
              <a:avLst/>
              <a:gdLst>
                <a:gd name="T0" fmla="*/ 3504 w 3504"/>
                <a:gd name="T1" fmla="*/ 1015 h 2031"/>
                <a:gd name="T2" fmla="*/ 1758 w 3504"/>
                <a:gd name="T3" fmla="*/ 2031 h 2031"/>
                <a:gd name="T4" fmla="*/ 0 w 3504"/>
                <a:gd name="T5" fmla="*/ 1015 h 2031"/>
                <a:gd name="T6" fmla="*/ 1746 w 3504"/>
                <a:gd name="T7" fmla="*/ 0 h 2031"/>
                <a:gd name="T8" fmla="*/ 3504 w 3504"/>
                <a:gd name="T9" fmla="*/ 1015 h 2031"/>
              </a:gdLst>
              <a:ahLst/>
              <a:cxnLst>
                <a:cxn ang="0">
                  <a:pos x="T0" y="T1"/>
                </a:cxn>
                <a:cxn ang="0">
                  <a:pos x="T2" y="T3"/>
                </a:cxn>
                <a:cxn ang="0">
                  <a:pos x="T4" y="T5"/>
                </a:cxn>
                <a:cxn ang="0">
                  <a:pos x="T6" y="T7"/>
                </a:cxn>
                <a:cxn ang="0">
                  <a:pos x="T8" y="T9"/>
                </a:cxn>
              </a:cxnLst>
              <a:rect l="0" t="0" r="r" b="b"/>
              <a:pathLst>
                <a:path w="3504" h="2031">
                  <a:moveTo>
                    <a:pt x="3504" y="1015"/>
                  </a:moveTo>
                  <a:lnTo>
                    <a:pt x="1758" y="2031"/>
                  </a:lnTo>
                  <a:lnTo>
                    <a:pt x="0" y="1015"/>
                  </a:lnTo>
                  <a:lnTo>
                    <a:pt x="1746" y="0"/>
                  </a:lnTo>
                  <a:lnTo>
                    <a:pt x="3504" y="1015"/>
                  </a:lnTo>
                  <a:close/>
                </a:path>
              </a:pathLst>
            </a:custGeom>
            <a:solidFill>
              <a:srgbClr val="E7EBFF"/>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67" name="组合 66">
              <a:extLst>
                <a:ext uri="{FF2B5EF4-FFF2-40B4-BE49-F238E27FC236}">
                  <a16:creationId xmlns:a16="http://schemas.microsoft.com/office/drawing/2014/main" id="{25AC506C-5A7B-7450-A071-5F5A9665993B}"/>
                </a:ext>
              </a:extLst>
            </p:cNvPr>
            <p:cNvGrpSpPr/>
            <p:nvPr/>
          </p:nvGrpSpPr>
          <p:grpSpPr>
            <a:xfrm>
              <a:off x="9511182" y="2935965"/>
              <a:ext cx="755275" cy="796178"/>
              <a:chOff x="7493001" y="3571877"/>
              <a:chExt cx="1260475" cy="1328738"/>
            </a:xfrm>
          </p:grpSpPr>
          <p:sp>
            <p:nvSpPr>
              <p:cNvPr id="69" name="Freeform 8">
                <a:extLst>
                  <a:ext uri="{FF2B5EF4-FFF2-40B4-BE49-F238E27FC236}">
                    <a16:creationId xmlns:a16="http://schemas.microsoft.com/office/drawing/2014/main" id="{35E28AB4-B647-B009-A5E2-A6E135B785A1}"/>
                  </a:ext>
                </a:extLst>
              </p:cNvPr>
              <p:cNvSpPr>
                <a:spLocks/>
              </p:cNvSpPr>
              <p:nvPr/>
            </p:nvSpPr>
            <p:spPr bwMode="auto">
              <a:xfrm>
                <a:off x="8126413" y="3937002"/>
                <a:ext cx="627063" cy="963613"/>
              </a:xfrm>
              <a:custGeom>
                <a:avLst/>
                <a:gdLst>
                  <a:gd name="T0" fmla="*/ 395 w 395"/>
                  <a:gd name="T1" fmla="*/ 0 h 607"/>
                  <a:gd name="T2" fmla="*/ 395 w 395"/>
                  <a:gd name="T3" fmla="*/ 377 h 607"/>
                  <a:gd name="T4" fmla="*/ 0 w 395"/>
                  <a:gd name="T5" fmla="*/ 607 h 607"/>
                  <a:gd name="T6" fmla="*/ 1 w 395"/>
                  <a:gd name="T7" fmla="*/ 230 h 607"/>
                  <a:gd name="T8" fmla="*/ 395 w 395"/>
                  <a:gd name="T9" fmla="*/ 0 h 607"/>
                </a:gdLst>
                <a:ahLst/>
                <a:cxnLst>
                  <a:cxn ang="0">
                    <a:pos x="T0" y="T1"/>
                  </a:cxn>
                  <a:cxn ang="0">
                    <a:pos x="T2" y="T3"/>
                  </a:cxn>
                  <a:cxn ang="0">
                    <a:pos x="T4" y="T5"/>
                  </a:cxn>
                  <a:cxn ang="0">
                    <a:pos x="T6" y="T7"/>
                  </a:cxn>
                  <a:cxn ang="0">
                    <a:pos x="T8" y="T9"/>
                  </a:cxn>
                </a:cxnLst>
                <a:rect l="0" t="0" r="r" b="b"/>
                <a:pathLst>
                  <a:path w="395" h="607">
                    <a:moveTo>
                      <a:pt x="395" y="0"/>
                    </a:moveTo>
                    <a:lnTo>
                      <a:pt x="395" y="377"/>
                    </a:lnTo>
                    <a:lnTo>
                      <a:pt x="0" y="607"/>
                    </a:lnTo>
                    <a:lnTo>
                      <a:pt x="1" y="230"/>
                    </a:lnTo>
                    <a:lnTo>
                      <a:pt x="395" y="0"/>
                    </a:lnTo>
                    <a:close/>
                  </a:path>
                </a:pathLst>
              </a:custGeom>
              <a:solidFill>
                <a:srgbClr val="D4D9F7"/>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0" name="Freeform 9">
                <a:extLst>
                  <a:ext uri="{FF2B5EF4-FFF2-40B4-BE49-F238E27FC236}">
                    <a16:creationId xmlns:a16="http://schemas.microsoft.com/office/drawing/2014/main" id="{5B9B06F0-CDBA-A837-636A-A9A9E7A9BE52}"/>
                  </a:ext>
                </a:extLst>
              </p:cNvPr>
              <p:cNvSpPr>
                <a:spLocks/>
              </p:cNvSpPr>
              <p:nvPr/>
            </p:nvSpPr>
            <p:spPr bwMode="auto">
              <a:xfrm>
                <a:off x="7493001" y="3937002"/>
                <a:ext cx="635000" cy="963613"/>
              </a:xfrm>
              <a:custGeom>
                <a:avLst/>
                <a:gdLst>
                  <a:gd name="T0" fmla="*/ 400 w 400"/>
                  <a:gd name="T1" fmla="*/ 230 h 607"/>
                  <a:gd name="T2" fmla="*/ 399 w 400"/>
                  <a:gd name="T3" fmla="*/ 607 h 607"/>
                  <a:gd name="T4" fmla="*/ 0 w 400"/>
                  <a:gd name="T5" fmla="*/ 377 h 607"/>
                  <a:gd name="T6" fmla="*/ 1 w 400"/>
                  <a:gd name="T7" fmla="*/ 0 h 607"/>
                  <a:gd name="T8" fmla="*/ 400 w 400"/>
                  <a:gd name="T9" fmla="*/ 230 h 607"/>
                </a:gdLst>
                <a:ahLst/>
                <a:cxnLst>
                  <a:cxn ang="0">
                    <a:pos x="T0" y="T1"/>
                  </a:cxn>
                  <a:cxn ang="0">
                    <a:pos x="T2" y="T3"/>
                  </a:cxn>
                  <a:cxn ang="0">
                    <a:pos x="T4" y="T5"/>
                  </a:cxn>
                  <a:cxn ang="0">
                    <a:pos x="T6" y="T7"/>
                  </a:cxn>
                  <a:cxn ang="0">
                    <a:pos x="T8" y="T9"/>
                  </a:cxn>
                </a:cxnLst>
                <a:rect l="0" t="0" r="r" b="b"/>
                <a:pathLst>
                  <a:path w="400" h="607">
                    <a:moveTo>
                      <a:pt x="400" y="230"/>
                    </a:moveTo>
                    <a:lnTo>
                      <a:pt x="399" y="607"/>
                    </a:lnTo>
                    <a:lnTo>
                      <a:pt x="0" y="377"/>
                    </a:lnTo>
                    <a:lnTo>
                      <a:pt x="1" y="0"/>
                    </a:lnTo>
                    <a:lnTo>
                      <a:pt x="400" y="230"/>
                    </a:lnTo>
                    <a:close/>
                  </a:path>
                </a:pathLst>
              </a:custGeom>
              <a:solidFill>
                <a:srgbClr val="8E9CE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1" name="Freeform 10">
                <a:extLst>
                  <a:ext uri="{FF2B5EF4-FFF2-40B4-BE49-F238E27FC236}">
                    <a16:creationId xmlns:a16="http://schemas.microsoft.com/office/drawing/2014/main" id="{49F8B675-85CC-40A0-4A40-28AD9481BFD3}"/>
                  </a:ext>
                </a:extLst>
              </p:cNvPr>
              <p:cNvSpPr>
                <a:spLocks/>
              </p:cNvSpPr>
              <p:nvPr/>
            </p:nvSpPr>
            <p:spPr bwMode="auto">
              <a:xfrm>
                <a:off x="7494588" y="3571877"/>
                <a:ext cx="1258888" cy="730250"/>
              </a:xfrm>
              <a:custGeom>
                <a:avLst/>
                <a:gdLst>
                  <a:gd name="T0" fmla="*/ 793 w 793"/>
                  <a:gd name="T1" fmla="*/ 230 h 460"/>
                  <a:gd name="T2" fmla="*/ 399 w 793"/>
                  <a:gd name="T3" fmla="*/ 460 h 460"/>
                  <a:gd name="T4" fmla="*/ 0 w 793"/>
                  <a:gd name="T5" fmla="*/ 230 h 460"/>
                  <a:gd name="T6" fmla="*/ 396 w 793"/>
                  <a:gd name="T7" fmla="*/ 0 h 460"/>
                  <a:gd name="T8" fmla="*/ 793 w 793"/>
                  <a:gd name="T9" fmla="*/ 230 h 460"/>
                </a:gdLst>
                <a:ahLst/>
                <a:cxnLst>
                  <a:cxn ang="0">
                    <a:pos x="T0" y="T1"/>
                  </a:cxn>
                  <a:cxn ang="0">
                    <a:pos x="T2" y="T3"/>
                  </a:cxn>
                  <a:cxn ang="0">
                    <a:pos x="T4" y="T5"/>
                  </a:cxn>
                  <a:cxn ang="0">
                    <a:pos x="T6" y="T7"/>
                  </a:cxn>
                  <a:cxn ang="0">
                    <a:pos x="T8" y="T9"/>
                  </a:cxn>
                </a:cxnLst>
                <a:rect l="0" t="0" r="r" b="b"/>
                <a:pathLst>
                  <a:path w="793" h="460">
                    <a:moveTo>
                      <a:pt x="793" y="230"/>
                    </a:moveTo>
                    <a:lnTo>
                      <a:pt x="399" y="460"/>
                    </a:lnTo>
                    <a:lnTo>
                      <a:pt x="0" y="230"/>
                    </a:lnTo>
                    <a:lnTo>
                      <a:pt x="396" y="0"/>
                    </a:lnTo>
                    <a:lnTo>
                      <a:pt x="793" y="230"/>
                    </a:lnTo>
                    <a:close/>
                  </a:path>
                </a:pathLst>
              </a:custGeom>
              <a:gradFill>
                <a:gsLst>
                  <a:gs pos="0">
                    <a:srgbClr val="3749CC"/>
                  </a:gs>
                  <a:gs pos="100000">
                    <a:srgbClr val="6578F0"/>
                  </a:gs>
                </a:gsLst>
                <a:lin ang="10800000" scaled="1"/>
              </a:gra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58" name="图形 73" descr="e7d195523061f1c074694c8bbf98be7b1e4b015d796375963FD28840057458461C7CA0DAD340D15583DEDFC2E3241C4F392EF3A8B4D067B40CF4F149DD7E51F346B0CAB1BCCF6DB2480C67273C6C9E4C156C1E6A906123FBEAD583CB3D1765ACCC84D73A6483EF937DAACDE8678FF787ED2F4608B4C144EEE48021B1A02ACE752195B49F26B39E94">
              <a:extLst>
                <a:ext uri="{FF2B5EF4-FFF2-40B4-BE49-F238E27FC236}">
                  <a16:creationId xmlns:a16="http://schemas.microsoft.com/office/drawing/2014/main" id="{2A15DC3D-327D-5881-71E6-6EA5ACDE9F3E}"/>
                </a:ext>
              </a:extLst>
            </p:cNvPr>
            <p:cNvSpPr/>
            <p:nvPr/>
          </p:nvSpPr>
          <p:spPr>
            <a:xfrm>
              <a:off x="9791233" y="2987186"/>
              <a:ext cx="238814" cy="291883"/>
            </a:xfrm>
            <a:custGeom>
              <a:avLst/>
              <a:gdLst>
                <a:gd name="connsiteX0" fmla="*/ 152400 w 171450"/>
                <a:gd name="connsiteY0" fmla="*/ 161925 h 209550"/>
                <a:gd name="connsiteX1" fmla="*/ 171450 w 171450"/>
                <a:gd name="connsiteY1" fmla="*/ 171450 h 209550"/>
                <a:gd name="connsiteX2" fmla="*/ 171450 w 171450"/>
                <a:gd name="connsiteY2" fmla="*/ 19050 h 209550"/>
                <a:gd name="connsiteX3" fmla="*/ 152400 w 171450"/>
                <a:gd name="connsiteY3" fmla="*/ 0 h 209550"/>
                <a:gd name="connsiteX4" fmla="*/ 57055 w 171450"/>
                <a:gd name="connsiteY4" fmla="*/ 0 h 209550"/>
                <a:gd name="connsiteX5" fmla="*/ 38100 w 171450"/>
                <a:gd name="connsiteY5" fmla="*/ 19050 h 209550"/>
                <a:gd name="connsiteX6" fmla="*/ 133350 w 171450"/>
                <a:gd name="connsiteY6" fmla="*/ 19050 h 209550"/>
                <a:gd name="connsiteX7" fmla="*/ 152400 w 171450"/>
                <a:gd name="connsiteY7" fmla="*/ 38100 h 209550"/>
                <a:gd name="connsiteX8" fmla="*/ 152400 w 171450"/>
                <a:gd name="connsiteY8" fmla="*/ 161925 h 209550"/>
                <a:gd name="connsiteX9" fmla="*/ 114300 w 171450"/>
                <a:gd name="connsiteY9" fmla="*/ 38100 h 209550"/>
                <a:gd name="connsiteX10" fmla="*/ 19050 w 171450"/>
                <a:gd name="connsiteY10" fmla="*/ 38100 h 209550"/>
                <a:gd name="connsiteX11" fmla="*/ 0 w 171450"/>
                <a:gd name="connsiteY11" fmla="*/ 57150 h 209550"/>
                <a:gd name="connsiteX12" fmla="*/ 0 w 171450"/>
                <a:gd name="connsiteY12" fmla="*/ 209550 h 209550"/>
                <a:gd name="connsiteX13" fmla="*/ 66675 w 171450"/>
                <a:gd name="connsiteY13" fmla="*/ 180975 h 209550"/>
                <a:gd name="connsiteX14" fmla="*/ 133350 w 171450"/>
                <a:gd name="connsiteY14" fmla="*/ 209550 h 209550"/>
                <a:gd name="connsiteX15" fmla="*/ 133350 w 171450"/>
                <a:gd name="connsiteY15" fmla="*/ 57150 h 209550"/>
                <a:gd name="connsiteX16" fmla="*/ 114300 w 171450"/>
                <a:gd name="connsiteY16" fmla="*/ 38100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209550">
                  <a:moveTo>
                    <a:pt x="152400" y="161925"/>
                  </a:moveTo>
                  <a:lnTo>
                    <a:pt x="171450" y="171450"/>
                  </a:lnTo>
                  <a:lnTo>
                    <a:pt x="171450" y="19050"/>
                  </a:lnTo>
                  <a:cubicBezTo>
                    <a:pt x="171450" y="8573"/>
                    <a:pt x="162878" y="0"/>
                    <a:pt x="152400" y="0"/>
                  </a:cubicBezTo>
                  <a:lnTo>
                    <a:pt x="57055" y="0"/>
                  </a:lnTo>
                  <a:cubicBezTo>
                    <a:pt x="46577" y="0"/>
                    <a:pt x="38100" y="8573"/>
                    <a:pt x="38100" y="19050"/>
                  </a:cubicBezTo>
                  <a:lnTo>
                    <a:pt x="133350" y="19050"/>
                  </a:lnTo>
                  <a:cubicBezTo>
                    <a:pt x="143828" y="19050"/>
                    <a:pt x="152400" y="27623"/>
                    <a:pt x="152400" y="38100"/>
                  </a:cubicBezTo>
                  <a:lnTo>
                    <a:pt x="152400" y="161925"/>
                  </a:lnTo>
                  <a:close/>
                  <a:moveTo>
                    <a:pt x="114300" y="38100"/>
                  </a:moveTo>
                  <a:lnTo>
                    <a:pt x="19050" y="38100"/>
                  </a:lnTo>
                  <a:cubicBezTo>
                    <a:pt x="8573" y="38100"/>
                    <a:pt x="0" y="46673"/>
                    <a:pt x="0" y="57150"/>
                  </a:cubicBezTo>
                  <a:lnTo>
                    <a:pt x="0" y="209550"/>
                  </a:lnTo>
                  <a:lnTo>
                    <a:pt x="66675" y="180975"/>
                  </a:lnTo>
                  <a:lnTo>
                    <a:pt x="133350" y="209550"/>
                  </a:lnTo>
                  <a:lnTo>
                    <a:pt x="133350" y="57150"/>
                  </a:lnTo>
                  <a:cubicBezTo>
                    <a:pt x="133350" y="46673"/>
                    <a:pt x="124778" y="38100"/>
                    <a:pt x="114300" y="38100"/>
                  </a:cubicBezTo>
                  <a:close/>
                </a:path>
              </a:pathLst>
            </a:custGeom>
            <a:gradFill>
              <a:gsLst>
                <a:gs pos="0">
                  <a:schemeClr val="bg1"/>
                </a:gs>
                <a:gs pos="100000">
                  <a:srgbClr val="CDD2F8"/>
                </a:gs>
              </a:gsLst>
              <a:lin ang="16200000" scaled="1"/>
            </a:gradFill>
            <a:ln w="9525" cap="flat">
              <a:noFill/>
              <a:prstDash val="solid"/>
              <a:miter/>
            </a:ln>
          </p:spPr>
          <p:txBody>
            <a:bodyPr rtlCol="0" anchor="ctr"/>
            <a:lstStyle/>
            <a:p>
              <a:endParaRPr lang="zh-CN" altLang="en-US"/>
            </a:p>
          </p:txBody>
        </p:sp>
      </p:grpSp>
      <p:sp>
        <p:nvSpPr>
          <p:cNvPr id="72" name="文本框 71">
            <a:extLst>
              <a:ext uri="{FF2B5EF4-FFF2-40B4-BE49-F238E27FC236}">
                <a16:creationId xmlns:a16="http://schemas.microsoft.com/office/drawing/2014/main" id="{9921477C-0F07-8A38-1618-C636CCDD9D75}"/>
              </a:ext>
            </a:extLst>
          </p:cNvPr>
          <p:cNvSpPr txBox="1"/>
          <p:nvPr/>
        </p:nvSpPr>
        <p:spPr>
          <a:xfrm>
            <a:off x="6205790" y="3427905"/>
            <a:ext cx="1880643" cy="646331"/>
          </a:xfrm>
          <a:prstGeom prst="rect">
            <a:avLst/>
          </a:prstGeom>
          <a:noFill/>
          <a:scene3d>
            <a:camera prst="isometricRightUp"/>
            <a:lightRig rig="threePt" dir="t"/>
          </a:scene3d>
        </p:spPr>
        <p:txBody>
          <a:bodyPr wrap="none" rtlCol="0">
            <a:spAutoFit/>
          </a:bodyPr>
          <a:lstStyle/>
          <a:p>
            <a:r>
              <a:rPr lang="en-US" altLang="zh-CN" sz="3600" dirty="0">
                <a:solidFill>
                  <a:srgbClr val="3749CC"/>
                </a:solidFill>
                <a:latin typeface="HarmonyOS Sans SC Black" panose="00000A00000000000000" pitchFamily="2" charset="-122"/>
                <a:ea typeface="HarmonyOS Sans SC Black" panose="00000A00000000000000" pitchFamily="2" charset="-122"/>
              </a:rPr>
              <a:t>BRAND</a:t>
            </a:r>
            <a:endParaRPr lang="zh-CN" altLang="en-US" sz="3600" dirty="0">
              <a:solidFill>
                <a:srgbClr val="3749CC"/>
              </a:solidFill>
              <a:latin typeface="HarmonyOS Sans SC Black" panose="00000A00000000000000" pitchFamily="2" charset="-122"/>
              <a:ea typeface="HarmonyOS Sans SC Black" panose="00000A00000000000000" pitchFamily="2" charset="-122"/>
            </a:endParaRPr>
          </a:p>
        </p:txBody>
      </p:sp>
      <p:sp>
        <p:nvSpPr>
          <p:cNvPr id="73" name="文本框 72">
            <a:extLst>
              <a:ext uri="{FF2B5EF4-FFF2-40B4-BE49-F238E27FC236}">
                <a16:creationId xmlns:a16="http://schemas.microsoft.com/office/drawing/2014/main" id="{65B31754-A095-DD4D-883F-F4B9D4154BE6}"/>
              </a:ext>
            </a:extLst>
          </p:cNvPr>
          <p:cNvSpPr txBox="1"/>
          <p:nvPr/>
        </p:nvSpPr>
        <p:spPr>
          <a:xfrm>
            <a:off x="4025840" y="3446248"/>
            <a:ext cx="1880643" cy="646331"/>
          </a:xfrm>
          <a:prstGeom prst="rect">
            <a:avLst/>
          </a:prstGeom>
          <a:noFill/>
          <a:scene3d>
            <a:camera prst="isometricLeftDown"/>
            <a:lightRig rig="threePt" dir="t"/>
          </a:scene3d>
        </p:spPr>
        <p:txBody>
          <a:bodyPr wrap="none" rtlCol="0">
            <a:spAutoFit/>
          </a:bodyPr>
          <a:lstStyle/>
          <a:p>
            <a:r>
              <a:rPr lang="en-US" altLang="zh-CN" sz="3600" dirty="0">
                <a:solidFill>
                  <a:srgbClr val="3749CC"/>
                </a:solidFill>
                <a:latin typeface="HarmonyOS Sans SC Black" panose="00000A00000000000000" pitchFamily="2" charset="-122"/>
                <a:ea typeface="HarmonyOS Sans SC Black" panose="00000A00000000000000" pitchFamily="2" charset="-122"/>
              </a:rPr>
              <a:t>BRAND</a:t>
            </a:r>
            <a:endParaRPr lang="zh-CN" altLang="en-US" sz="3600" dirty="0">
              <a:solidFill>
                <a:srgbClr val="3749CC"/>
              </a:solidFill>
              <a:latin typeface="HarmonyOS Sans SC Black" panose="00000A00000000000000" pitchFamily="2" charset="-122"/>
              <a:ea typeface="HarmonyOS Sans SC Black" panose="00000A00000000000000" pitchFamily="2" charset="-122"/>
            </a:endParaRPr>
          </a:p>
        </p:txBody>
      </p:sp>
      <p:grpSp>
        <p:nvGrpSpPr>
          <p:cNvPr id="76" name="组合 75">
            <a:extLst>
              <a:ext uri="{FF2B5EF4-FFF2-40B4-BE49-F238E27FC236}">
                <a16:creationId xmlns:a16="http://schemas.microsoft.com/office/drawing/2014/main" id="{6FE16FFF-13CB-5E23-10FD-129D37EB1AFE}"/>
              </a:ext>
            </a:extLst>
          </p:cNvPr>
          <p:cNvGrpSpPr/>
          <p:nvPr/>
        </p:nvGrpSpPr>
        <p:grpSpPr>
          <a:xfrm>
            <a:off x="8567087" y="3025591"/>
            <a:ext cx="456823" cy="482109"/>
            <a:chOff x="8425892" y="3250034"/>
            <a:chExt cx="456823" cy="482109"/>
          </a:xfrm>
        </p:grpSpPr>
        <p:sp>
          <p:nvSpPr>
            <p:cNvPr id="74" name="箭头: 右 73">
              <a:extLst>
                <a:ext uri="{FF2B5EF4-FFF2-40B4-BE49-F238E27FC236}">
                  <a16:creationId xmlns:a16="http://schemas.microsoft.com/office/drawing/2014/main" id="{EB8F0A5B-9595-89A8-65C7-D9CDC2F25B42}"/>
                </a:ext>
              </a:extLst>
            </p:cNvPr>
            <p:cNvSpPr/>
            <p:nvPr/>
          </p:nvSpPr>
          <p:spPr>
            <a:xfrm>
              <a:off x="8425892" y="3250034"/>
              <a:ext cx="455318" cy="182880"/>
            </a:xfrm>
            <a:prstGeom prst="rightArrow">
              <a:avLst/>
            </a:prstGeom>
            <a:gradFill flip="none" rotWithShape="1">
              <a:gsLst>
                <a:gs pos="0">
                  <a:schemeClr val="bg1">
                    <a:alpha val="0"/>
                  </a:schemeClr>
                </a:gs>
                <a:gs pos="75000">
                  <a:srgbClr val="CDD2F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箭头: 右 74">
              <a:extLst>
                <a:ext uri="{FF2B5EF4-FFF2-40B4-BE49-F238E27FC236}">
                  <a16:creationId xmlns:a16="http://schemas.microsoft.com/office/drawing/2014/main" id="{28ABF8E8-91D1-02F0-51BE-63E0E96F918B}"/>
                </a:ext>
              </a:extLst>
            </p:cNvPr>
            <p:cNvSpPr/>
            <p:nvPr/>
          </p:nvSpPr>
          <p:spPr>
            <a:xfrm flipH="1">
              <a:off x="8427397" y="3549263"/>
              <a:ext cx="455318" cy="182880"/>
            </a:xfrm>
            <a:prstGeom prst="rightArrow">
              <a:avLst/>
            </a:prstGeom>
            <a:gradFill flip="none" rotWithShape="1">
              <a:gsLst>
                <a:gs pos="0">
                  <a:schemeClr val="bg1">
                    <a:alpha val="0"/>
                  </a:schemeClr>
                </a:gs>
                <a:gs pos="75000">
                  <a:srgbClr val="CDD2F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7" name="组合 76">
            <a:extLst>
              <a:ext uri="{FF2B5EF4-FFF2-40B4-BE49-F238E27FC236}">
                <a16:creationId xmlns:a16="http://schemas.microsoft.com/office/drawing/2014/main" id="{8484BEDF-8AEC-07B9-40A1-1299C90E2E6A}"/>
              </a:ext>
            </a:extLst>
          </p:cNvPr>
          <p:cNvGrpSpPr/>
          <p:nvPr/>
        </p:nvGrpSpPr>
        <p:grpSpPr>
          <a:xfrm>
            <a:off x="2997531" y="3010587"/>
            <a:ext cx="456823" cy="482109"/>
            <a:chOff x="8425892" y="3250034"/>
            <a:chExt cx="456823" cy="482109"/>
          </a:xfrm>
        </p:grpSpPr>
        <p:sp>
          <p:nvSpPr>
            <p:cNvPr id="78" name="箭头: 右 77">
              <a:extLst>
                <a:ext uri="{FF2B5EF4-FFF2-40B4-BE49-F238E27FC236}">
                  <a16:creationId xmlns:a16="http://schemas.microsoft.com/office/drawing/2014/main" id="{4142590E-1E5E-05D0-D755-EF32116D4DEA}"/>
                </a:ext>
              </a:extLst>
            </p:cNvPr>
            <p:cNvSpPr/>
            <p:nvPr/>
          </p:nvSpPr>
          <p:spPr>
            <a:xfrm>
              <a:off x="8425892" y="3250034"/>
              <a:ext cx="455318" cy="182880"/>
            </a:xfrm>
            <a:prstGeom prst="rightArrow">
              <a:avLst/>
            </a:prstGeom>
            <a:gradFill flip="none" rotWithShape="1">
              <a:gsLst>
                <a:gs pos="0">
                  <a:schemeClr val="bg1">
                    <a:alpha val="0"/>
                  </a:schemeClr>
                </a:gs>
                <a:gs pos="75000">
                  <a:srgbClr val="CDD2F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箭头: 右 78">
              <a:extLst>
                <a:ext uri="{FF2B5EF4-FFF2-40B4-BE49-F238E27FC236}">
                  <a16:creationId xmlns:a16="http://schemas.microsoft.com/office/drawing/2014/main" id="{1A3092DD-D85D-223A-B804-5A008A203797}"/>
                </a:ext>
              </a:extLst>
            </p:cNvPr>
            <p:cNvSpPr/>
            <p:nvPr/>
          </p:nvSpPr>
          <p:spPr>
            <a:xfrm flipH="1">
              <a:off x="8427397" y="3549263"/>
              <a:ext cx="455318" cy="182880"/>
            </a:xfrm>
            <a:prstGeom prst="rightArrow">
              <a:avLst/>
            </a:prstGeom>
            <a:gradFill flip="none" rotWithShape="1">
              <a:gsLst>
                <a:gs pos="0">
                  <a:schemeClr val="bg1">
                    <a:alpha val="0"/>
                  </a:schemeClr>
                </a:gs>
                <a:gs pos="75000">
                  <a:srgbClr val="CDD2F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1" name="文本框 80">
            <a:extLst>
              <a:ext uri="{FF2B5EF4-FFF2-40B4-BE49-F238E27FC236}">
                <a16:creationId xmlns:a16="http://schemas.microsoft.com/office/drawing/2014/main" id="{912C4626-D3D9-A056-5892-1FBE90AB5664}"/>
              </a:ext>
            </a:extLst>
          </p:cNvPr>
          <p:cNvSpPr txBox="1"/>
          <p:nvPr/>
        </p:nvSpPr>
        <p:spPr>
          <a:xfrm>
            <a:off x="4351130" y="5104440"/>
            <a:ext cx="3489741" cy="461665"/>
          </a:xfrm>
          <a:prstGeom prst="rect">
            <a:avLst/>
          </a:prstGeom>
          <a:noFill/>
        </p:spPr>
        <p:txBody>
          <a:bodyPr wrap="square" rtlCol="0">
            <a:spAutoFit/>
          </a:bodyPr>
          <a:lstStyle/>
          <a:p>
            <a:r>
              <a:rPr lang="zh-CN" altLang="en-US" sz="2400" dirty="0">
                <a:gradFill>
                  <a:gsLst>
                    <a:gs pos="30000">
                      <a:srgbClr val="3749CC"/>
                    </a:gs>
                    <a:gs pos="100000">
                      <a:srgbClr val="7584E5"/>
                    </a:gs>
                  </a:gsLst>
                  <a:lin ang="5400000" scaled="1"/>
                </a:gradFill>
                <a:latin typeface="HarmonyOS Sans SC Black" panose="00000A00000000000000" pitchFamily="2" charset="-122"/>
                <a:ea typeface="HarmonyOS Sans SC Black" panose="00000A00000000000000" pitchFamily="2" charset="-122"/>
              </a:rPr>
              <a:t>图标文字均可</a:t>
            </a:r>
            <a:r>
              <a:rPr lang="zh-CN" altLang="en-US" sz="2400" dirty="0">
                <a:solidFill>
                  <a:srgbClr val="02F276"/>
                </a:solidFill>
                <a:latin typeface="HarmonyOS Sans SC Black" panose="00000A00000000000000" pitchFamily="2" charset="-122"/>
                <a:ea typeface="HarmonyOS Sans SC Black" panose="00000A00000000000000" pitchFamily="2" charset="-122"/>
              </a:rPr>
              <a:t>替换修改</a:t>
            </a:r>
          </a:p>
        </p:txBody>
      </p:sp>
      <p:sp>
        <p:nvSpPr>
          <p:cNvPr id="82" name="文本框 81">
            <a:extLst>
              <a:ext uri="{FF2B5EF4-FFF2-40B4-BE49-F238E27FC236}">
                <a16:creationId xmlns:a16="http://schemas.microsoft.com/office/drawing/2014/main" id="{357CD383-5522-4F67-008D-D3CDDEB74A25}"/>
              </a:ext>
            </a:extLst>
          </p:cNvPr>
          <p:cNvSpPr txBox="1"/>
          <p:nvPr/>
        </p:nvSpPr>
        <p:spPr>
          <a:xfrm>
            <a:off x="2834612" y="5487089"/>
            <a:ext cx="6522777" cy="307713"/>
          </a:xfrm>
          <a:prstGeom prst="rect">
            <a:avLst/>
          </a:prstGeom>
          <a:noFill/>
        </p:spPr>
        <p:txBody>
          <a:bodyPr wrap="square" rtlCol="0">
            <a:spAutoFit/>
          </a:bodyPr>
          <a:lstStyle/>
          <a:p>
            <a:pPr algn="ctr">
              <a:lnSpc>
                <a:spcPct val="150000"/>
              </a:lnSpc>
            </a:pPr>
            <a:r>
              <a:rPr lang="zh-CN" altLang="en-US" sz="1050" dirty="0">
                <a:solidFill>
                  <a:schemeClr val="bg1">
                    <a:lumMod val="50000"/>
                  </a:schemeClr>
                </a:solidFill>
                <a:latin typeface="HarmonyOS Sans SC Light" panose="00000400000000000000" pitchFamily="2" charset="-122"/>
                <a:ea typeface="HarmonyOS Sans SC Light" panose="00000400000000000000" pitchFamily="2" charset="-122"/>
              </a:rPr>
              <a:t>企业形象是企业自身在消费者心日中的地位和价值的体现，也是企业在市场竞争中取胜的有力武器。</a:t>
            </a:r>
          </a:p>
        </p:txBody>
      </p:sp>
    </p:spTree>
    <p:extLst>
      <p:ext uri="{BB962C8B-B14F-4D97-AF65-F5344CB8AC3E}">
        <p14:creationId xmlns:p14="http://schemas.microsoft.com/office/powerpoint/2010/main" val="23349704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a4339bef-acf8-4072-918f-8e12a7b532b2"/>
  <p:tag name="COMMONDATA" val="eyJoZGlkIjoiMTRjYTIzNzdmMjBjYzJiMjlmYjViYjU1MDkwYjE3M2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2270</TotalTime>
  <Words>3310</Words>
  <Application>Microsoft Office PowerPoint</Application>
  <PresentationFormat>宽屏</PresentationFormat>
  <Paragraphs>535</Paragraphs>
  <Slides>31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31</vt:i4>
      </vt:variant>
    </vt:vector>
  </HeadingPairs>
  <TitlesOfParts>
    <vt:vector size="38" baseType="lpstr">
      <vt:lpstr>Gotham</vt:lpstr>
      <vt:lpstr>HarmonyOS Sans SC Black</vt:lpstr>
      <vt:lpstr>HarmonyOS Sans SC Light</vt:lpstr>
      <vt:lpstr>HarmonyOS Sans SC Medium</vt:lpstr>
      <vt:lpstr>微软雅黑 Light</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毅阳 金</cp:lastModifiedBy>
  <cp:revision>162</cp:revision>
  <dcterms:created xsi:type="dcterms:W3CDTF">2023-01-30T12:18:00Z</dcterms:created>
  <dcterms:modified xsi:type="dcterms:W3CDTF">2025-08-24T08:49:22Z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B44CDED5A341465A8BE9855191CFE685</vt:lpwstr>
  </property>
  <property fmtid="{D5CDD505-2E9C-101B-9397-08002B2CF9AE}" pid="3" name="KSOProductBuildVer">
    <vt:lpwstr>2052-11.1.0.13703</vt:lpwstr>
  </property>
</Properties>
</file>