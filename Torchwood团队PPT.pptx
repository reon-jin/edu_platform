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1"/>
  </p:notesMasterIdLst>
  <p:sldIdLst>
    <p:sldId id="268" r:id="rId2"/>
    <p:sldId id="270" r:id="rId3"/>
    <p:sldId id="273" r:id="rId4"/>
    <p:sldId id="289" r:id="rId5"/>
    <p:sldId id="297" r:id="rId6"/>
    <p:sldId id="324" r:id="rId7"/>
    <p:sldId id="317" r:id="rId8"/>
    <p:sldId id="316" r:id="rId9"/>
    <p:sldId id="319" r:id="rId10"/>
    <p:sldId id="300" r:id="rId11"/>
    <p:sldId id="301" r:id="rId12"/>
    <p:sldId id="325" r:id="rId13"/>
    <p:sldId id="304" r:id="rId14"/>
    <p:sldId id="320" r:id="rId15"/>
    <p:sldId id="322" r:id="rId16"/>
    <p:sldId id="321" r:id="rId17"/>
    <p:sldId id="323" r:id="rId18"/>
    <p:sldId id="312" r:id="rId19"/>
    <p:sldId id="31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767D9"/>
    <a:srgbClr val="206EC6"/>
    <a:srgbClr val="12E5FD"/>
    <a:srgbClr val="0689F8"/>
    <a:srgbClr val="6575DF"/>
    <a:srgbClr val="6578F0"/>
    <a:srgbClr val="154DC6"/>
    <a:srgbClr val="124AF7"/>
    <a:srgbClr val="CED1E6"/>
    <a:srgbClr val="566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8" autoAdjust="0"/>
    <p:restoredTop sz="85913" autoAdjust="0"/>
  </p:normalViewPr>
  <p:slideViewPr>
    <p:cSldViewPr snapToGrid="0" showGuides="1">
      <p:cViewPr varScale="1">
        <p:scale>
          <a:sx n="95" d="100"/>
          <a:sy n="95" d="100"/>
        </p:scale>
        <p:origin x="668" y="60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372A191-8B20-465B-BDE0-A4C8F3E90A59}" type="datetimeFigureOut">
              <a:rPr lang="zh-CN" altLang="en-US" smtClean="0"/>
              <a:pPr/>
              <a:t>2025/8/26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8138E1ED-A953-41F6-AF82-B5322C9BE0B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8E1ED-A953-41F6-AF82-B5322C9BE0B7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670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61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41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8E1ED-A953-41F6-AF82-B5322C9BE0B7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8855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8E1ED-A953-41F6-AF82-B5322C9BE0B7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21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8E1ED-A953-41F6-AF82-B5322C9BE0B7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745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0974-C5F0-6BFA-994C-691533B0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8F464F-7114-8D4E-D962-8DBBBF231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6D8728-7799-5F7A-06B8-D47674B9E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noProof="1">
                <a:solidFill>
                  <a:schemeClr val="bg1"/>
                </a:solidFill>
                <a:latin typeface="黑体" panose="02010609060101010101" pitchFamily="49" charset="-122"/>
              </a:rPr>
              <a:t>学情分析采用三维权重——错误率+响应延时+重复犯错评估知识掌握度；找到薄弱点后在本地知识库中标注，以便反馈给教师端。根据学情动态调整题目难度。最后将练习与作业结果汇总后交由模型分析，生成</a:t>
            </a:r>
            <a:r>
              <a:rPr lang="zh-CN" altLang="zh-CN" sz="1200" b="1" noProof="1">
                <a:solidFill>
                  <a:srgbClr val="FFFF00"/>
                </a:solidFill>
                <a:latin typeface="黑体" panose="02010609060101010101" pitchFamily="49" charset="-122"/>
              </a:rPr>
              <a:t>学习诊断</a:t>
            </a:r>
            <a:r>
              <a:rPr lang="zh-CN" altLang="zh-CN" sz="1200" b="1" noProof="1">
                <a:solidFill>
                  <a:schemeClr val="bg1"/>
                </a:solidFill>
                <a:latin typeface="黑体" panose="02010609060101010101" pitchFamily="49" charset="-122"/>
              </a:rPr>
              <a:t>、</a:t>
            </a:r>
            <a:r>
              <a:rPr lang="zh-CN" altLang="zh-CN" sz="1200" b="1" noProof="1">
                <a:solidFill>
                  <a:srgbClr val="FFFF00"/>
                </a:solidFill>
                <a:latin typeface="黑体" panose="02010609060101010101" pitchFamily="49" charset="-122"/>
              </a:rPr>
              <a:t>薄弱点</a:t>
            </a:r>
            <a:r>
              <a:rPr lang="zh-CN" altLang="zh-CN" sz="1200" b="1" noProof="1">
                <a:solidFill>
                  <a:schemeClr val="bg1"/>
                </a:solidFill>
                <a:latin typeface="黑体" panose="02010609060101010101" pitchFamily="49" charset="-122"/>
              </a:rPr>
              <a:t>及</a:t>
            </a:r>
            <a:r>
              <a:rPr lang="zh-CN" altLang="zh-CN" sz="1200" b="1" noProof="1">
                <a:solidFill>
                  <a:srgbClr val="FFFF00"/>
                </a:solidFill>
                <a:latin typeface="黑体" panose="02010609060101010101" pitchFamily="49" charset="-122"/>
              </a:rPr>
              <a:t>个性化</a:t>
            </a:r>
            <a:r>
              <a:rPr lang="zh-CN" altLang="zh-CN" sz="1200" b="1" noProof="1">
                <a:solidFill>
                  <a:schemeClr val="bg1"/>
                </a:solidFill>
                <a:latin typeface="黑体" panose="02010609060101010101" pitchFamily="49" charset="-122"/>
              </a:rPr>
              <a:t>练习建议，并持久化保存</a:t>
            </a:r>
            <a:r>
              <a:rPr lang="en-US" altLang="zh-CN" sz="1200" b="1" noProof="1">
                <a:solidFill>
                  <a:schemeClr val="bg1"/>
                </a:solidFill>
                <a:latin typeface="黑体" panose="02010609060101010101" pitchFamily="49" charset="-122"/>
              </a:rPr>
              <a:t>.</a:t>
            </a:r>
            <a:endParaRPr lang="zh-CN" altLang="zh-CN" sz="1200" b="1" noProof="1">
              <a:solidFill>
                <a:schemeClr val="bg1"/>
              </a:solidFill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6CCB9-EEE7-905D-E2E2-DE0AD08F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8E1ED-A953-41F6-AF82-B5322C9BE0B7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263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7BA5-B16A-FC6E-429C-71E2BE2D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DB1011-A1E2-F8E7-6567-CE1A93D19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E4271E-657E-35AF-9D72-118305A8B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5730C-B4FA-99E2-EDC2-86FD6AFD2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449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0C57-19E6-513E-C3F2-59DE9269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6FA6BC-40A6-F5BB-4DD1-0E13C6CC7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C07859-7D65-BC80-44D3-BF4F87939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96E14-D68D-812C-509C-64898D5B0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764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252F-9B91-6EFB-C980-5D11C9A9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978877-9F51-D8ED-A8E7-CF2B5BEB9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36F3E0-B2D8-9D04-B95E-694230BB7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AFC5D-4C77-4C7B-3A48-455FF4863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38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3E54-370E-608A-8BEA-9C94F8E5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41839C-924B-FFA2-A27B-97387E56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C6617A-5F0F-D2B3-DE3F-12D8AB955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DA95A4-FC30-3088-70ED-24F1E481D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455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F5722-E29F-4561-9347-A379C4DC438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5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4.jpeg"/><Relationship Id="rId2" Type="http://schemas.openxmlformats.org/officeDocument/2006/relationships/tags" Target="../tags/tag3.xml"/><Relationship Id="rId16" Type="http://schemas.openxmlformats.org/officeDocument/2006/relationships/image" Target="../media/image13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1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6.xml"/><Relationship Id="rId7" Type="http://schemas.openxmlformats.org/officeDocument/2006/relationships/image" Target="../media/image12.png"/><Relationship Id="rId12" Type="http://schemas.openxmlformats.org/officeDocument/2006/relationships/image" Target="../media/image20.jpe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19.jpe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8.jpeg"/><Relationship Id="rId4" Type="http://schemas.openxmlformats.org/officeDocument/2006/relationships/tags" Target="../tags/tag17.xml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22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22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63736" y="1944917"/>
            <a:ext cx="7183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800" b="1" noProof="1">
                <a:ln w="6350">
                  <a:noFill/>
                </a:ln>
                <a:gradFill>
                  <a:gsLst>
                    <a:gs pos="0">
                      <a:srgbClr val="15FFFF"/>
                    </a:gs>
                    <a:gs pos="100000">
                      <a:srgbClr val="0059F5"/>
                    </a:gs>
                  </a:gsLst>
                  <a:lin ang="2700000"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基于开源AI大模型的教学实训智能体</a:t>
            </a:r>
          </a:p>
        </p:txBody>
      </p: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5734049" y="3560340"/>
            <a:ext cx="6324600" cy="587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400" b="1" noProof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Teaching and Training Intelligent Agent Software Based on Open-Source AI Large Models</a:t>
            </a:r>
          </a:p>
        </p:txBody>
      </p:sp>
      <p:sp>
        <p:nvSpPr>
          <p:cNvPr id="31" name="椭圆 30"/>
          <p:cNvSpPr/>
          <p:nvPr/>
        </p:nvSpPr>
        <p:spPr>
          <a:xfrm>
            <a:off x="7733795" y="2729747"/>
            <a:ext cx="138022" cy="138022"/>
          </a:xfrm>
          <a:prstGeom prst="ellipse">
            <a:avLst/>
          </a:prstGeom>
          <a:gradFill>
            <a:gsLst>
              <a:gs pos="0">
                <a:srgbClr val="15FFFF"/>
              </a:gs>
              <a:gs pos="100000">
                <a:srgbClr val="0059F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96262" y="5136328"/>
            <a:ext cx="3995737" cy="1095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团队成员：金毅阳，程弋嘉，王子霖</a:t>
            </a:r>
          </a:p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指导老师：朱坤</a:t>
            </a:r>
          </a:p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728" y="140100"/>
            <a:ext cx="1351803" cy="1351803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744" y="-342435"/>
            <a:ext cx="2410585" cy="2406179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526" y="170036"/>
            <a:ext cx="1277123" cy="1267545"/>
          </a:xfrm>
          <a:prstGeom prst="roundRect">
            <a:avLst>
              <a:gd name="adj" fmla="val 22209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EB07908-2AEA-5105-7624-D54C24A956E7}"/>
              </a:ext>
            </a:extLst>
          </p:cNvPr>
          <p:cNvSpPr txBox="1"/>
          <p:nvPr/>
        </p:nvSpPr>
        <p:spPr>
          <a:xfrm>
            <a:off x="5935089" y="4766996"/>
            <a:ext cx="6123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Torchwood</a:t>
            </a:r>
            <a:r>
              <a:rPr lang="zh-CN" altLang="zh-CN" sz="18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21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58679" y="398255"/>
            <a:ext cx="1625086" cy="989581"/>
            <a:chOff x="0" y="1878694"/>
            <a:chExt cx="7294829" cy="989581"/>
          </a:xfrm>
        </p:grpSpPr>
        <p:sp>
          <p:nvSpPr>
            <p:cNvPr id="11" name="文本框 10"/>
            <p:cNvSpPr txBox="1"/>
            <p:nvPr/>
          </p:nvSpPr>
          <p:spPr>
            <a:xfrm>
              <a:off x="0" y="1944945"/>
              <a:ext cx="71831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5400" noProof="1">
                  <a:ln w="6350">
                    <a:gradFill>
                      <a:gsLst>
                        <a:gs pos="0">
                          <a:srgbClr val="5FBFEF">
                            <a:alpha val="0"/>
                          </a:srgbClr>
                        </a:gs>
                        <a:gs pos="100000">
                          <a:srgbClr val="5FBFEF"/>
                        </a:gs>
                      </a:gsLst>
                      <a:lin ang="5400000" scaled="1"/>
                    </a:gradFill>
                  </a:ln>
                  <a:noFill/>
                  <a:latin typeface="黑体" panose="02010609060101010101" pitchFamily="49" charset="-122"/>
                  <a:ea typeface="黑体" panose="02010609060101010101" pitchFamily="49" charset="-122"/>
                </a:rPr>
                <a:t>目录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1715" y="1878694"/>
              <a:ext cx="71831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5400" b="1" noProof="1">
                  <a:ln w="6350">
                    <a:noFill/>
                  </a:ln>
                  <a:gradFill>
                    <a:gsLst>
                      <a:gs pos="0">
                        <a:srgbClr val="15FFFF"/>
                      </a:gs>
                      <a:gs pos="100000">
                        <a:srgbClr val="0059F5"/>
                      </a:gs>
                    </a:gsLst>
                    <a:lin ang="27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目录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087165" y="762094"/>
            <a:ext cx="2578247" cy="559491"/>
            <a:chOff x="0" y="1908674"/>
            <a:chExt cx="7227944" cy="559491"/>
          </a:xfrm>
        </p:grpSpPr>
        <p:sp>
          <p:nvSpPr>
            <p:cNvPr id="16" name="文本框 15"/>
            <p:cNvSpPr txBox="1"/>
            <p:nvPr/>
          </p:nvSpPr>
          <p:spPr>
            <a:xfrm>
              <a:off x="0" y="1944945"/>
              <a:ext cx="71831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2800" noProof="1">
                  <a:ln w="6350">
                    <a:gradFill>
                      <a:gsLst>
                        <a:gs pos="0">
                          <a:srgbClr val="5FBFEF">
                            <a:alpha val="0"/>
                          </a:srgbClr>
                        </a:gs>
                        <a:gs pos="100000">
                          <a:srgbClr val="5FBFEF"/>
                        </a:gs>
                      </a:gsLst>
                      <a:lin ang="5400000" scaled="1"/>
                    </a:gradFill>
                  </a:ln>
                  <a:noFill/>
                  <a:latin typeface="黑体" panose="02010609060101010101" pitchFamily="49" charset="-122"/>
                  <a:ea typeface="黑体" panose="02010609060101010101" pitchFamily="49" charset="-122"/>
                </a:rPr>
                <a:t>CONTENTS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4829" y="1908674"/>
              <a:ext cx="71831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2800" b="1" noProof="1">
                  <a:ln w="6350">
                    <a:noFill/>
                  </a:ln>
                  <a:gradFill>
                    <a:gsLst>
                      <a:gs pos="0">
                        <a:srgbClr val="15FFFF"/>
                      </a:gs>
                      <a:gs pos="100000">
                        <a:srgbClr val="0059F5"/>
                      </a:gs>
                    </a:gsLst>
                    <a:lin ang="27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CONTENTS</a:t>
              </a: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357" y="1885696"/>
            <a:ext cx="487157" cy="85252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357" y="3021044"/>
            <a:ext cx="487157" cy="8525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357" y="4156392"/>
            <a:ext cx="487157" cy="85252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356" y="5291740"/>
            <a:ext cx="487157" cy="852524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2138722" y="1900686"/>
            <a:ext cx="0" cy="4547540"/>
          </a:xfrm>
          <a:prstGeom prst="line">
            <a:avLst/>
          </a:prstGeom>
          <a:ln w="12700">
            <a:solidFill>
              <a:srgbClr val="D3D5FD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2039867" y="2204658"/>
            <a:ext cx="197710" cy="197708"/>
            <a:chOff x="10224381" y="3025993"/>
            <a:chExt cx="197710" cy="197708"/>
          </a:xfrm>
        </p:grpSpPr>
        <p:sp>
          <p:nvSpPr>
            <p:cNvPr id="28" name="椭圆 27"/>
            <p:cNvSpPr/>
            <p:nvPr/>
          </p:nvSpPr>
          <p:spPr>
            <a:xfrm>
              <a:off x="10224381" y="3025993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0281049" y="3082661"/>
              <a:ext cx="84376" cy="84374"/>
            </a:xfrm>
            <a:prstGeom prst="ellipse">
              <a:avLst/>
            </a:prstGeom>
            <a:solidFill>
              <a:srgbClr val="E457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039867" y="3342821"/>
            <a:ext cx="197710" cy="197708"/>
            <a:chOff x="10224381" y="3025993"/>
            <a:chExt cx="197710" cy="197708"/>
          </a:xfrm>
        </p:grpSpPr>
        <p:sp>
          <p:nvSpPr>
            <p:cNvPr id="34" name="椭圆 33"/>
            <p:cNvSpPr/>
            <p:nvPr/>
          </p:nvSpPr>
          <p:spPr>
            <a:xfrm>
              <a:off x="10224381" y="3025993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0281049" y="3082661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039867" y="4480984"/>
            <a:ext cx="197710" cy="197708"/>
            <a:chOff x="10224381" y="3025993"/>
            <a:chExt cx="197710" cy="197708"/>
          </a:xfrm>
        </p:grpSpPr>
        <p:sp>
          <p:nvSpPr>
            <p:cNvPr id="40" name="椭圆 39"/>
            <p:cNvSpPr/>
            <p:nvPr/>
          </p:nvSpPr>
          <p:spPr>
            <a:xfrm>
              <a:off x="10224381" y="3025993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0281049" y="3082661"/>
              <a:ext cx="84376" cy="84374"/>
            </a:xfrm>
            <a:prstGeom prst="ellipse">
              <a:avLst/>
            </a:prstGeom>
            <a:solidFill>
              <a:srgbClr val="E457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039867" y="5619148"/>
            <a:ext cx="197710" cy="197708"/>
            <a:chOff x="10224381" y="3025993"/>
            <a:chExt cx="197710" cy="197708"/>
          </a:xfrm>
        </p:grpSpPr>
        <p:sp>
          <p:nvSpPr>
            <p:cNvPr id="46" name="椭圆 45"/>
            <p:cNvSpPr/>
            <p:nvPr/>
          </p:nvSpPr>
          <p:spPr>
            <a:xfrm>
              <a:off x="10224381" y="3025993"/>
              <a:ext cx="197710" cy="197708"/>
            </a:xfrm>
            <a:prstGeom prst="ellipse">
              <a:avLst/>
            </a:prstGeom>
            <a:solidFill>
              <a:srgbClr val="D3D5FD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0281049" y="3082661"/>
              <a:ext cx="84376" cy="84374"/>
            </a:xfrm>
            <a:prstGeom prst="ellipse">
              <a:avLst/>
            </a:prstGeom>
            <a:solidFill>
              <a:srgbClr val="15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09655" y="2039737"/>
            <a:ext cx="2637697" cy="503433"/>
            <a:chOff x="2509655" y="2165865"/>
            <a:chExt cx="2637697" cy="503433"/>
          </a:xfrm>
        </p:grpSpPr>
        <p:sp>
          <p:nvSpPr>
            <p:cNvPr id="49" name="矩形: 圆角 48"/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E458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背景需求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09655" y="3177974"/>
            <a:ext cx="2637697" cy="503433"/>
            <a:chOff x="2509655" y="2165865"/>
            <a:chExt cx="2637697" cy="503433"/>
          </a:xfrm>
        </p:grpSpPr>
        <p:sp>
          <p:nvSpPr>
            <p:cNvPr id="52" name="矩形: 圆角 51"/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方案设计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509655" y="4316211"/>
            <a:ext cx="2637697" cy="503433"/>
            <a:chOff x="2509655" y="2165865"/>
            <a:chExt cx="2637697" cy="503433"/>
          </a:xfrm>
        </p:grpSpPr>
        <p:sp>
          <p:nvSpPr>
            <p:cNvPr id="55" name="矩形: 圆角 54"/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E458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技术创新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2509655" y="5454448"/>
            <a:ext cx="2637697" cy="503433"/>
            <a:chOff x="2509655" y="2165865"/>
            <a:chExt cx="2637697" cy="503433"/>
          </a:xfrm>
        </p:grpSpPr>
        <p:sp>
          <p:nvSpPr>
            <p:cNvPr id="58" name="矩形: 圆角 57"/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效果展示</a:t>
              </a: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040" y="1077752"/>
            <a:ext cx="7313547" cy="548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>
            <p:custDataLst>
              <p:tags r:id="rId1"/>
            </p:custDataLst>
          </p:nvPr>
        </p:nvSpPr>
        <p:spPr>
          <a:xfrm>
            <a:off x="4292171" y="4559975"/>
            <a:ext cx="3611965" cy="1409730"/>
          </a:xfrm>
          <a:prstGeom prst="roundRect">
            <a:avLst/>
          </a:prstGeom>
          <a:noFill/>
          <a:ln w="254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1004234" y="4544888"/>
            <a:ext cx="2272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sz="2400" b="1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传统教学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1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  <a:effectLst/>
          </p:spPr>
        </p:pic>
        <p:grpSp>
          <p:nvGrpSpPr>
            <p:cNvPr id="31" name="组合 30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32" name="文本框 31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背景需求</a:t>
                </a: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Background Requirements</a:t>
                </a: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3" b="28493"/>
          <a:stretch>
            <a:fillRect/>
          </a:stretch>
        </p:blipFill>
        <p:spPr>
          <a:xfrm>
            <a:off x="392281" y="1320258"/>
            <a:ext cx="3611965" cy="31476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8" b="27334"/>
          <a:stretch>
            <a:fillRect/>
          </a:stretch>
        </p:blipFill>
        <p:spPr>
          <a:xfrm>
            <a:off x="4281900" y="1320258"/>
            <a:ext cx="3611965" cy="31476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矩形 39"/>
          <p:cNvSpPr/>
          <p:nvPr>
            <p:custDataLst>
              <p:tags r:id="rId5"/>
            </p:custDataLst>
          </p:nvPr>
        </p:nvSpPr>
        <p:spPr>
          <a:xfrm>
            <a:off x="4893495" y="4554732"/>
            <a:ext cx="2272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sz="2400" b="1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老师端</a:t>
            </a:r>
          </a:p>
        </p:txBody>
      </p:sp>
      <p:sp>
        <p:nvSpPr>
          <p:cNvPr id="47" name="矩形 46"/>
          <p:cNvSpPr/>
          <p:nvPr>
            <p:custDataLst>
              <p:tags r:id="rId6"/>
            </p:custDataLst>
          </p:nvPr>
        </p:nvSpPr>
        <p:spPr>
          <a:xfrm>
            <a:off x="8935931" y="4560660"/>
            <a:ext cx="2272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sz="2400" b="1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学生端</a:t>
            </a:r>
          </a:p>
        </p:txBody>
      </p:sp>
      <p:sp>
        <p:nvSpPr>
          <p:cNvPr id="48" name="矩形 47"/>
          <p:cNvSpPr/>
          <p:nvPr>
            <p:custDataLst>
              <p:tags r:id="rId7"/>
            </p:custDataLst>
          </p:nvPr>
        </p:nvSpPr>
        <p:spPr>
          <a:xfrm>
            <a:off x="467837" y="5071247"/>
            <a:ext cx="38513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规模化与个性化矛盾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智能化与自适应不足</a:t>
            </a:r>
          </a:p>
        </p:txBody>
      </p:sp>
      <p:pic>
        <p:nvPicPr>
          <p:cNvPr id="12" name="图片 11"/>
          <p:cNvPicPr preferRelativeResize="0"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" r="6326"/>
          <a:stretch>
            <a:fillRect/>
          </a:stretch>
        </p:blipFill>
        <p:spPr>
          <a:xfrm>
            <a:off x="8197455" y="1312526"/>
            <a:ext cx="3699270" cy="316307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1" name="矩形 50"/>
          <p:cNvSpPr/>
          <p:nvPr>
            <p:custDataLst>
              <p:tags r:id="rId9"/>
            </p:custDataLst>
          </p:nvPr>
        </p:nvSpPr>
        <p:spPr>
          <a:xfrm>
            <a:off x="4346138" y="4932720"/>
            <a:ext cx="38513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备课任务设计低效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考核批改学情分析重负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教学资源优化难</a:t>
            </a:r>
          </a:p>
        </p:txBody>
      </p:sp>
      <p:sp>
        <p:nvSpPr>
          <p:cNvPr id="52" name="矩形 51"/>
          <p:cNvSpPr/>
          <p:nvPr>
            <p:custDataLst>
              <p:tags r:id="rId10"/>
            </p:custDataLst>
          </p:nvPr>
        </p:nvSpPr>
        <p:spPr>
          <a:xfrm>
            <a:off x="8340683" y="4954042"/>
            <a:ext cx="38513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缺全时在线指导练习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缺针对性学习反馈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sz="2000" spc="300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资源获取匹配低效</a:t>
            </a:r>
          </a:p>
        </p:txBody>
      </p:sp>
      <p:sp>
        <p:nvSpPr>
          <p:cNvPr id="53" name="矩形 52"/>
          <p:cNvSpPr/>
          <p:nvPr/>
        </p:nvSpPr>
        <p:spPr>
          <a:xfrm>
            <a:off x="0" y="6114378"/>
            <a:ext cx="12192000" cy="759194"/>
          </a:xfrm>
          <a:prstGeom prst="rect">
            <a:avLst/>
          </a:prstGeom>
          <a:solidFill>
            <a:srgbClr val="123E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0798" y="6070472"/>
            <a:ext cx="12077608" cy="823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数据与</a:t>
            </a:r>
            <a:r>
              <a:rPr lang="en-US" alt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技术助力</a:t>
            </a:r>
            <a:r>
              <a:rPr lang="zh-CN" altLang="en-US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教学革新，覆盖“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</a:t>
            </a:r>
            <a:r>
              <a:rPr lang="en-US" alt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</a:t>
            </a:r>
            <a:r>
              <a:rPr lang="en-US" alt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</a:t>
            </a:r>
            <a:r>
              <a:rPr lang="en-US" alt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评</a:t>
            </a:r>
            <a:r>
              <a:rPr lang="zh-CN" altLang="en-US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”全流程，化解规模化与个性化矛盾，推动教育自适应转型。</a:t>
            </a:r>
            <a:endParaRPr lang="zh-CN" sz="2000" b="1" spc="300" noProof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" name="矩形: 圆角 54"/>
          <p:cNvSpPr/>
          <p:nvPr>
            <p:custDataLst>
              <p:tags r:id="rId11"/>
            </p:custDataLst>
          </p:nvPr>
        </p:nvSpPr>
        <p:spPr>
          <a:xfrm>
            <a:off x="8196290" y="4559975"/>
            <a:ext cx="3611965" cy="1409730"/>
          </a:xfrm>
          <a:prstGeom prst="roundRect">
            <a:avLst/>
          </a:prstGeom>
          <a:noFill/>
          <a:ln w="254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6" name="矩形: 圆角 55"/>
          <p:cNvSpPr/>
          <p:nvPr>
            <p:custDataLst>
              <p:tags r:id="rId12"/>
            </p:custDataLst>
          </p:nvPr>
        </p:nvSpPr>
        <p:spPr>
          <a:xfrm>
            <a:off x="345254" y="4559975"/>
            <a:ext cx="3611965" cy="1409730"/>
          </a:xfrm>
          <a:prstGeom prst="roundRect">
            <a:avLst/>
          </a:prstGeom>
          <a:noFill/>
          <a:ln w="254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293228" y="1181437"/>
            <a:ext cx="981597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24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基于开源 AI 大模型的教学实训智能体软件：技术现状与存在问题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357056" y="173970"/>
            <a:ext cx="5081718" cy="1016498"/>
            <a:chOff x="357056" y="173970"/>
            <a:chExt cx="5081718" cy="1016498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 rotWithShape="1">
            <a:blip r:embed="rId7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  <a:effectLst/>
          </p:spPr>
        </p:pic>
        <p:grpSp>
          <p:nvGrpSpPr>
            <p:cNvPr id="44" name="组合 43"/>
            <p:cNvGrpSpPr/>
            <p:nvPr/>
          </p:nvGrpSpPr>
          <p:grpSpPr>
            <a:xfrm>
              <a:off x="1030507" y="410088"/>
              <a:ext cx="4408267" cy="771636"/>
              <a:chOff x="7457870" y="1669479"/>
              <a:chExt cx="4408267" cy="771636"/>
            </a:xfrm>
          </p:grpSpPr>
          <p:sp>
            <p:nvSpPr>
              <p:cNvPr id="45" name="文本框 44"/>
              <p:cNvSpPr txBox="1"/>
              <p:nvPr/>
            </p:nvSpPr>
            <p:spPr>
              <a:xfrm flipH="1">
                <a:off x="7457870" y="1669479"/>
                <a:ext cx="440826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背景需求</a:t>
                </a:r>
                <a:endParaRPr lang="zh-CN" sz="2800" b="1" noProof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Background Requirements</a:t>
                </a: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-94620" y="1140674"/>
            <a:ext cx="3910158" cy="3918137"/>
            <a:chOff x="-17373" y="1473345"/>
            <a:chExt cx="3910158" cy="3918137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>
            <a:xfrm>
              <a:off x="-17373" y="1473345"/>
              <a:ext cx="3910158" cy="3918137"/>
            </a:xfrm>
            <a:custGeom>
              <a:avLst/>
              <a:gdLst>
                <a:gd name="connsiteX0" fmla="*/ 1459427 w 2987299"/>
                <a:gd name="connsiteY0" fmla="*/ 660111 h 2993395"/>
                <a:gd name="connsiteX1" fmla="*/ 647987 w 2987299"/>
                <a:gd name="connsiteY1" fmla="*/ 1471549 h 2993395"/>
                <a:gd name="connsiteX2" fmla="*/ 1459427 w 2987299"/>
                <a:gd name="connsiteY2" fmla="*/ 2282987 h 2993395"/>
                <a:gd name="connsiteX3" fmla="*/ 2270867 w 2987299"/>
                <a:gd name="connsiteY3" fmla="*/ 1471549 h 2993395"/>
                <a:gd name="connsiteX4" fmla="*/ 1459427 w 2987299"/>
                <a:gd name="connsiteY4" fmla="*/ 660111 h 2993395"/>
                <a:gd name="connsiteX5" fmla="*/ 0 w 2987299"/>
                <a:gd name="connsiteY5" fmla="*/ 0 h 2993395"/>
                <a:gd name="connsiteX6" fmla="*/ 2987299 w 2987299"/>
                <a:gd name="connsiteY6" fmla="*/ 0 h 2993395"/>
                <a:gd name="connsiteX7" fmla="*/ 2987299 w 2987299"/>
                <a:gd name="connsiteY7" fmla="*/ 2993395 h 2993395"/>
                <a:gd name="connsiteX8" fmla="*/ 0 w 2987299"/>
                <a:gd name="connsiteY8" fmla="*/ 2993395 h 299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87299" h="2993395">
                  <a:moveTo>
                    <a:pt x="1459427" y="660111"/>
                  </a:moveTo>
                  <a:cubicBezTo>
                    <a:pt x="1011281" y="660111"/>
                    <a:pt x="647987" y="1023404"/>
                    <a:pt x="647987" y="1471549"/>
                  </a:cubicBezTo>
                  <a:cubicBezTo>
                    <a:pt x="647987" y="1919694"/>
                    <a:pt x="1011281" y="2282987"/>
                    <a:pt x="1459427" y="2282987"/>
                  </a:cubicBezTo>
                  <a:cubicBezTo>
                    <a:pt x="1907573" y="2282987"/>
                    <a:pt x="2270867" y="1919694"/>
                    <a:pt x="2270867" y="1471549"/>
                  </a:cubicBezTo>
                  <a:cubicBezTo>
                    <a:pt x="2270867" y="1023404"/>
                    <a:pt x="1907573" y="660111"/>
                    <a:pt x="1459427" y="660111"/>
                  </a:cubicBezTo>
                  <a:close/>
                  <a:moveTo>
                    <a:pt x="0" y="0"/>
                  </a:moveTo>
                  <a:lnTo>
                    <a:pt x="2987299" y="0"/>
                  </a:lnTo>
                  <a:lnTo>
                    <a:pt x="2987299" y="2993395"/>
                  </a:lnTo>
                  <a:lnTo>
                    <a:pt x="0" y="2993395"/>
                  </a:lnTo>
                  <a:close/>
                </a:path>
              </a:pathLst>
            </a:cu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31334" y="2330476"/>
              <a:ext cx="2158337" cy="2156776"/>
            </a:xfrm>
            <a:custGeom>
              <a:avLst/>
              <a:gdLst>
                <a:gd name="connsiteX0" fmla="*/ 956310 w 1912620"/>
                <a:gd name="connsiteY0" fmla="*/ 0 h 1912620"/>
                <a:gd name="connsiteX1" fmla="*/ 1912620 w 1912620"/>
                <a:gd name="connsiteY1" fmla="*/ 956310 h 1912620"/>
                <a:gd name="connsiteX2" fmla="*/ 956310 w 1912620"/>
                <a:gd name="connsiteY2" fmla="*/ 1912620 h 1912620"/>
                <a:gd name="connsiteX3" fmla="*/ 0 w 1912620"/>
                <a:gd name="connsiteY3" fmla="*/ 956310 h 1912620"/>
                <a:gd name="connsiteX4" fmla="*/ 956310 w 1912620"/>
                <a:gd name="connsiteY4" fmla="*/ 0 h 191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620" h="1912620">
                  <a:moveTo>
                    <a:pt x="956310" y="0"/>
                  </a:moveTo>
                  <a:cubicBezTo>
                    <a:pt x="1484466" y="0"/>
                    <a:pt x="1912620" y="428155"/>
                    <a:pt x="1912620" y="956310"/>
                  </a:cubicBezTo>
                  <a:cubicBezTo>
                    <a:pt x="1912620" y="1484466"/>
                    <a:pt x="1484466" y="1912620"/>
                    <a:pt x="956310" y="1912620"/>
                  </a:cubicBezTo>
                  <a:cubicBezTo>
                    <a:pt x="428155" y="1912620"/>
                    <a:pt x="0" y="1484466"/>
                    <a:pt x="0" y="956310"/>
                  </a:cubicBezTo>
                  <a:cubicBezTo>
                    <a:pt x="0" y="428155"/>
                    <a:pt x="428155" y="0"/>
                    <a:pt x="956310" y="0"/>
                  </a:cubicBezTo>
                  <a:close/>
                </a:path>
              </a:pathLst>
            </a:custGeom>
            <a:ln w="19050">
              <a:solidFill>
                <a:srgbClr val="F4F4FF"/>
              </a:solidFill>
            </a:ln>
          </p:spPr>
        </p:pic>
        <p:grpSp>
          <p:nvGrpSpPr>
            <p:cNvPr id="72" name="组合 71"/>
            <p:cNvGrpSpPr/>
            <p:nvPr/>
          </p:nvGrpSpPr>
          <p:grpSpPr>
            <a:xfrm>
              <a:off x="539936" y="2435224"/>
              <a:ext cx="929640" cy="706588"/>
              <a:chOff x="3483574" y="2869688"/>
              <a:chExt cx="929640" cy="706588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3588561" y="2869688"/>
                <a:ext cx="706588" cy="706588"/>
              </a:xfrm>
              <a:prstGeom prst="ellipse">
                <a:avLst/>
              </a:prstGeom>
              <a:gradFill>
                <a:gsLst>
                  <a:gs pos="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200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4" name="文本框 35"/>
              <p:cNvSpPr txBox="1"/>
              <p:nvPr/>
            </p:nvSpPr>
            <p:spPr>
              <a:xfrm>
                <a:off x="3483574" y="3004736"/>
                <a:ext cx="92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sz="20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zh-CN" sz="12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2649576" y="1140673"/>
            <a:ext cx="3910158" cy="3918137"/>
            <a:chOff x="2748563" y="1488093"/>
            <a:chExt cx="3910158" cy="3918137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>
            <a:xfrm>
              <a:off x="2748563" y="1488093"/>
              <a:ext cx="3910158" cy="3918137"/>
            </a:xfrm>
            <a:custGeom>
              <a:avLst/>
              <a:gdLst>
                <a:gd name="connsiteX0" fmla="*/ 1459427 w 2987299"/>
                <a:gd name="connsiteY0" fmla="*/ 660111 h 2993395"/>
                <a:gd name="connsiteX1" fmla="*/ 647987 w 2987299"/>
                <a:gd name="connsiteY1" fmla="*/ 1471549 h 2993395"/>
                <a:gd name="connsiteX2" fmla="*/ 1459427 w 2987299"/>
                <a:gd name="connsiteY2" fmla="*/ 2282987 h 2993395"/>
                <a:gd name="connsiteX3" fmla="*/ 2270867 w 2987299"/>
                <a:gd name="connsiteY3" fmla="*/ 1471549 h 2993395"/>
                <a:gd name="connsiteX4" fmla="*/ 1459427 w 2987299"/>
                <a:gd name="connsiteY4" fmla="*/ 660111 h 2993395"/>
                <a:gd name="connsiteX5" fmla="*/ 0 w 2987299"/>
                <a:gd name="connsiteY5" fmla="*/ 0 h 2993395"/>
                <a:gd name="connsiteX6" fmla="*/ 2987299 w 2987299"/>
                <a:gd name="connsiteY6" fmla="*/ 0 h 2993395"/>
                <a:gd name="connsiteX7" fmla="*/ 2987299 w 2987299"/>
                <a:gd name="connsiteY7" fmla="*/ 2993395 h 2993395"/>
                <a:gd name="connsiteX8" fmla="*/ 0 w 2987299"/>
                <a:gd name="connsiteY8" fmla="*/ 2993395 h 299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87299" h="2993395">
                  <a:moveTo>
                    <a:pt x="1459427" y="660111"/>
                  </a:moveTo>
                  <a:cubicBezTo>
                    <a:pt x="1011281" y="660111"/>
                    <a:pt x="647987" y="1023404"/>
                    <a:pt x="647987" y="1471549"/>
                  </a:cubicBezTo>
                  <a:cubicBezTo>
                    <a:pt x="647987" y="1919694"/>
                    <a:pt x="1011281" y="2282987"/>
                    <a:pt x="1459427" y="2282987"/>
                  </a:cubicBezTo>
                  <a:cubicBezTo>
                    <a:pt x="1907573" y="2282987"/>
                    <a:pt x="2270867" y="1919694"/>
                    <a:pt x="2270867" y="1471549"/>
                  </a:cubicBezTo>
                  <a:cubicBezTo>
                    <a:pt x="2270867" y="1023404"/>
                    <a:pt x="1907573" y="660111"/>
                    <a:pt x="1459427" y="660111"/>
                  </a:cubicBezTo>
                  <a:close/>
                  <a:moveTo>
                    <a:pt x="0" y="0"/>
                  </a:moveTo>
                  <a:lnTo>
                    <a:pt x="2987299" y="0"/>
                  </a:lnTo>
                  <a:lnTo>
                    <a:pt x="2987299" y="2993395"/>
                  </a:lnTo>
                  <a:lnTo>
                    <a:pt x="0" y="2993395"/>
                  </a:lnTo>
                  <a:close/>
                </a:path>
              </a:pathLst>
            </a:cu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618904" y="2343825"/>
              <a:ext cx="2185673" cy="2163600"/>
            </a:xfrm>
            <a:custGeom>
              <a:avLst/>
              <a:gdLst>
                <a:gd name="connsiteX0" fmla="*/ 956310 w 1912620"/>
                <a:gd name="connsiteY0" fmla="*/ 0 h 1912620"/>
                <a:gd name="connsiteX1" fmla="*/ 1912620 w 1912620"/>
                <a:gd name="connsiteY1" fmla="*/ 956310 h 1912620"/>
                <a:gd name="connsiteX2" fmla="*/ 956310 w 1912620"/>
                <a:gd name="connsiteY2" fmla="*/ 1912620 h 1912620"/>
                <a:gd name="connsiteX3" fmla="*/ 0 w 1912620"/>
                <a:gd name="connsiteY3" fmla="*/ 956310 h 1912620"/>
                <a:gd name="connsiteX4" fmla="*/ 956310 w 1912620"/>
                <a:gd name="connsiteY4" fmla="*/ 0 h 191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620" h="1912620">
                  <a:moveTo>
                    <a:pt x="956310" y="0"/>
                  </a:moveTo>
                  <a:cubicBezTo>
                    <a:pt x="1484466" y="0"/>
                    <a:pt x="1912620" y="428155"/>
                    <a:pt x="1912620" y="956310"/>
                  </a:cubicBezTo>
                  <a:cubicBezTo>
                    <a:pt x="1912620" y="1484466"/>
                    <a:pt x="1484466" y="1912620"/>
                    <a:pt x="956310" y="1912620"/>
                  </a:cubicBezTo>
                  <a:cubicBezTo>
                    <a:pt x="428155" y="1912620"/>
                    <a:pt x="0" y="1484466"/>
                    <a:pt x="0" y="956310"/>
                  </a:cubicBezTo>
                  <a:cubicBezTo>
                    <a:pt x="0" y="428155"/>
                    <a:pt x="428155" y="0"/>
                    <a:pt x="956310" y="0"/>
                  </a:cubicBezTo>
                  <a:close/>
                </a:path>
              </a:pathLst>
            </a:custGeom>
            <a:ln w="19050">
              <a:solidFill>
                <a:srgbClr val="F4F4FF"/>
              </a:solidFill>
            </a:ln>
          </p:spPr>
        </p:pic>
        <p:grpSp>
          <p:nvGrpSpPr>
            <p:cNvPr id="75" name="组合 74"/>
            <p:cNvGrpSpPr/>
            <p:nvPr/>
          </p:nvGrpSpPr>
          <p:grpSpPr>
            <a:xfrm>
              <a:off x="3368165" y="2435224"/>
              <a:ext cx="929640" cy="706588"/>
              <a:chOff x="3483574" y="2869688"/>
              <a:chExt cx="929640" cy="706588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3588561" y="2869688"/>
                <a:ext cx="706588" cy="706588"/>
              </a:xfrm>
              <a:prstGeom prst="ellipse">
                <a:avLst/>
              </a:prstGeom>
              <a:gradFill>
                <a:gsLst>
                  <a:gs pos="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200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" name="文本框 35"/>
              <p:cNvSpPr txBox="1"/>
              <p:nvPr/>
            </p:nvSpPr>
            <p:spPr>
              <a:xfrm>
                <a:off x="3483574" y="3004736"/>
                <a:ext cx="92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sz="20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zh-CN" sz="12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5521305" y="1177370"/>
            <a:ext cx="3910158" cy="3918137"/>
            <a:chOff x="5481411" y="1488093"/>
            <a:chExt cx="3910158" cy="3918137"/>
          </a:xfrm>
        </p:grpSpPr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>
            <a:xfrm>
              <a:off x="5481411" y="1488093"/>
              <a:ext cx="3910158" cy="3918137"/>
            </a:xfrm>
            <a:custGeom>
              <a:avLst/>
              <a:gdLst>
                <a:gd name="connsiteX0" fmla="*/ 1459427 w 2987299"/>
                <a:gd name="connsiteY0" fmla="*/ 660111 h 2993395"/>
                <a:gd name="connsiteX1" fmla="*/ 647987 w 2987299"/>
                <a:gd name="connsiteY1" fmla="*/ 1471549 h 2993395"/>
                <a:gd name="connsiteX2" fmla="*/ 1459427 w 2987299"/>
                <a:gd name="connsiteY2" fmla="*/ 2282987 h 2993395"/>
                <a:gd name="connsiteX3" fmla="*/ 2270867 w 2987299"/>
                <a:gd name="connsiteY3" fmla="*/ 1471549 h 2993395"/>
                <a:gd name="connsiteX4" fmla="*/ 1459427 w 2987299"/>
                <a:gd name="connsiteY4" fmla="*/ 660111 h 2993395"/>
                <a:gd name="connsiteX5" fmla="*/ 0 w 2987299"/>
                <a:gd name="connsiteY5" fmla="*/ 0 h 2993395"/>
                <a:gd name="connsiteX6" fmla="*/ 2987299 w 2987299"/>
                <a:gd name="connsiteY6" fmla="*/ 0 h 2993395"/>
                <a:gd name="connsiteX7" fmla="*/ 2987299 w 2987299"/>
                <a:gd name="connsiteY7" fmla="*/ 2993395 h 2993395"/>
                <a:gd name="connsiteX8" fmla="*/ 0 w 2987299"/>
                <a:gd name="connsiteY8" fmla="*/ 2993395 h 299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87299" h="2993395">
                  <a:moveTo>
                    <a:pt x="1459427" y="660111"/>
                  </a:moveTo>
                  <a:cubicBezTo>
                    <a:pt x="1011281" y="660111"/>
                    <a:pt x="647987" y="1023404"/>
                    <a:pt x="647987" y="1471549"/>
                  </a:cubicBezTo>
                  <a:cubicBezTo>
                    <a:pt x="647987" y="1919694"/>
                    <a:pt x="1011281" y="2282987"/>
                    <a:pt x="1459427" y="2282987"/>
                  </a:cubicBezTo>
                  <a:cubicBezTo>
                    <a:pt x="1907573" y="2282987"/>
                    <a:pt x="2270867" y="1919694"/>
                    <a:pt x="2270867" y="1471549"/>
                  </a:cubicBezTo>
                  <a:cubicBezTo>
                    <a:pt x="2270867" y="1023404"/>
                    <a:pt x="1907573" y="660111"/>
                    <a:pt x="1459427" y="660111"/>
                  </a:cubicBezTo>
                  <a:close/>
                  <a:moveTo>
                    <a:pt x="0" y="0"/>
                  </a:moveTo>
                  <a:lnTo>
                    <a:pt x="2987299" y="0"/>
                  </a:lnTo>
                  <a:lnTo>
                    <a:pt x="2987299" y="2993395"/>
                  </a:lnTo>
                  <a:lnTo>
                    <a:pt x="0" y="2993395"/>
                  </a:lnTo>
                  <a:close/>
                </a:path>
              </a:pathLst>
            </a:cu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3" t="1061" r="1346"/>
            <a:stretch>
              <a:fillRect/>
            </a:stretch>
          </p:blipFill>
          <p:spPr>
            <a:xfrm>
              <a:off x="6292968" y="2278510"/>
              <a:ext cx="2223274" cy="2255604"/>
            </a:xfrm>
            <a:prstGeom prst="ellipse">
              <a:avLst/>
            </a:prstGeom>
          </p:spPr>
        </p:pic>
        <p:grpSp>
          <p:nvGrpSpPr>
            <p:cNvPr id="87" name="组合 86"/>
            <p:cNvGrpSpPr/>
            <p:nvPr/>
          </p:nvGrpSpPr>
          <p:grpSpPr>
            <a:xfrm>
              <a:off x="6078428" y="2435224"/>
              <a:ext cx="929640" cy="706588"/>
              <a:chOff x="3483574" y="2869688"/>
              <a:chExt cx="929640" cy="706588"/>
            </a:xfrm>
          </p:grpSpPr>
          <p:sp>
            <p:nvSpPr>
              <p:cNvPr id="88" name="椭圆 87"/>
              <p:cNvSpPr/>
              <p:nvPr/>
            </p:nvSpPr>
            <p:spPr>
              <a:xfrm>
                <a:off x="3588561" y="2869688"/>
                <a:ext cx="706588" cy="706588"/>
              </a:xfrm>
              <a:prstGeom prst="ellipse">
                <a:avLst/>
              </a:prstGeom>
              <a:gradFill>
                <a:gsLst>
                  <a:gs pos="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200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9" name="文本框 35"/>
              <p:cNvSpPr txBox="1"/>
              <p:nvPr/>
            </p:nvSpPr>
            <p:spPr>
              <a:xfrm>
                <a:off x="3483574" y="3004736"/>
                <a:ext cx="92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sz="20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zh-CN" sz="12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8332497" y="1138828"/>
            <a:ext cx="3910158" cy="3918137"/>
            <a:chOff x="8287056" y="1488093"/>
            <a:chExt cx="3910158" cy="3918137"/>
          </a:xfrm>
        </p:grpSpPr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>
            <a:xfrm>
              <a:off x="8287056" y="1488093"/>
              <a:ext cx="3910158" cy="3918137"/>
            </a:xfrm>
            <a:custGeom>
              <a:avLst/>
              <a:gdLst>
                <a:gd name="connsiteX0" fmla="*/ 1459427 w 2987299"/>
                <a:gd name="connsiteY0" fmla="*/ 660111 h 2993395"/>
                <a:gd name="connsiteX1" fmla="*/ 647987 w 2987299"/>
                <a:gd name="connsiteY1" fmla="*/ 1471549 h 2993395"/>
                <a:gd name="connsiteX2" fmla="*/ 1459427 w 2987299"/>
                <a:gd name="connsiteY2" fmla="*/ 2282987 h 2993395"/>
                <a:gd name="connsiteX3" fmla="*/ 2270867 w 2987299"/>
                <a:gd name="connsiteY3" fmla="*/ 1471549 h 2993395"/>
                <a:gd name="connsiteX4" fmla="*/ 1459427 w 2987299"/>
                <a:gd name="connsiteY4" fmla="*/ 660111 h 2993395"/>
                <a:gd name="connsiteX5" fmla="*/ 0 w 2987299"/>
                <a:gd name="connsiteY5" fmla="*/ 0 h 2993395"/>
                <a:gd name="connsiteX6" fmla="*/ 2987299 w 2987299"/>
                <a:gd name="connsiteY6" fmla="*/ 0 h 2993395"/>
                <a:gd name="connsiteX7" fmla="*/ 2987299 w 2987299"/>
                <a:gd name="connsiteY7" fmla="*/ 2993395 h 2993395"/>
                <a:gd name="connsiteX8" fmla="*/ 0 w 2987299"/>
                <a:gd name="connsiteY8" fmla="*/ 2993395 h 299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87299" h="2993395">
                  <a:moveTo>
                    <a:pt x="1459427" y="660111"/>
                  </a:moveTo>
                  <a:cubicBezTo>
                    <a:pt x="1011281" y="660111"/>
                    <a:pt x="647987" y="1023404"/>
                    <a:pt x="647987" y="1471549"/>
                  </a:cubicBezTo>
                  <a:cubicBezTo>
                    <a:pt x="647987" y="1919694"/>
                    <a:pt x="1011281" y="2282987"/>
                    <a:pt x="1459427" y="2282987"/>
                  </a:cubicBezTo>
                  <a:cubicBezTo>
                    <a:pt x="1907573" y="2282987"/>
                    <a:pt x="2270867" y="1919694"/>
                    <a:pt x="2270867" y="1471549"/>
                  </a:cubicBezTo>
                  <a:cubicBezTo>
                    <a:pt x="2270867" y="1023404"/>
                    <a:pt x="1907573" y="660111"/>
                    <a:pt x="1459427" y="660111"/>
                  </a:cubicBezTo>
                  <a:close/>
                  <a:moveTo>
                    <a:pt x="0" y="0"/>
                  </a:moveTo>
                  <a:lnTo>
                    <a:pt x="2987299" y="0"/>
                  </a:lnTo>
                  <a:lnTo>
                    <a:pt x="2987299" y="2993395"/>
                  </a:lnTo>
                  <a:lnTo>
                    <a:pt x="0" y="2993395"/>
                  </a:lnTo>
                  <a:close/>
                </a:path>
              </a:pathLst>
            </a:custGeom>
          </p:spPr>
        </p:pic>
        <p:pic>
          <p:nvPicPr>
            <p:cNvPr id="108" name="图片 107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129393" y="2330476"/>
              <a:ext cx="2185673" cy="2150725"/>
            </a:xfrm>
            <a:custGeom>
              <a:avLst/>
              <a:gdLst>
                <a:gd name="connsiteX0" fmla="*/ 956310 w 1912620"/>
                <a:gd name="connsiteY0" fmla="*/ 0 h 1912620"/>
                <a:gd name="connsiteX1" fmla="*/ 1912620 w 1912620"/>
                <a:gd name="connsiteY1" fmla="*/ 956310 h 1912620"/>
                <a:gd name="connsiteX2" fmla="*/ 956310 w 1912620"/>
                <a:gd name="connsiteY2" fmla="*/ 1912620 h 1912620"/>
                <a:gd name="connsiteX3" fmla="*/ 0 w 1912620"/>
                <a:gd name="connsiteY3" fmla="*/ 956310 h 1912620"/>
                <a:gd name="connsiteX4" fmla="*/ 956310 w 1912620"/>
                <a:gd name="connsiteY4" fmla="*/ 0 h 191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620" h="1912620">
                  <a:moveTo>
                    <a:pt x="956310" y="0"/>
                  </a:moveTo>
                  <a:cubicBezTo>
                    <a:pt x="1484466" y="0"/>
                    <a:pt x="1912620" y="428155"/>
                    <a:pt x="1912620" y="956310"/>
                  </a:cubicBezTo>
                  <a:cubicBezTo>
                    <a:pt x="1912620" y="1484466"/>
                    <a:pt x="1484466" y="1912620"/>
                    <a:pt x="956310" y="1912620"/>
                  </a:cubicBezTo>
                  <a:cubicBezTo>
                    <a:pt x="428154" y="1912620"/>
                    <a:pt x="0" y="1484466"/>
                    <a:pt x="0" y="956310"/>
                  </a:cubicBezTo>
                  <a:cubicBezTo>
                    <a:pt x="0" y="428155"/>
                    <a:pt x="428154" y="0"/>
                    <a:pt x="956310" y="0"/>
                  </a:cubicBezTo>
                  <a:close/>
                </a:path>
              </a:pathLst>
            </a:custGeom>
            <a:ln w="19050">
              <a:solidFill>
                <a:srgbClr val="F4F4FF"/>
              </a:solidFill>
            </a:ln>
          </p:spPr>
        </p:pic>
        <p:grpSp>
          <p:nvGrpSpPr>
            <p:cNvPr id="90" name="组合 89"/>
            <p:cNvGrpSpPr/>
            <p:nvPr/>
          </p:nvGrpSpPr>
          <p:grpSpPr>
            <a:xfrm>
              <a:off x="8917475" y="2435224"/>
              <a:ext cx="929640" cy="706588"/>
              <a:chOff x="3483574" y="2869688"/>
              <a:chExt cx="929640" cy="706588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3588561" y="2869688"/>
                <a:ext cx="706588" cy="706588"/>
              </a:xfrm>
              <a:prstGeom prst="ellipse">
                <a:avLst/>
              </a:prstGeom>
              <a:gradFill>
                <a:gsLst>
                  <a:gs pos="0">
                    <a:srgbClr val="15FFFF"/>
                  </a:gs>
                  <a:gs pos="100000">
                    <a:srgbClr val="0059F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200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2" name="文本框 35"/>
              <p:cNvSpPr txBox="1"/>
              <p:nvPr/>
            </p:nvSpPr>
            <p:spPr>
              <a:xfrm>
                <a:off x="3483574" y="3004736"/>
                <a:ext cx="929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sz="20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zh-CN" sz="12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481965" y="4260023"/>
            <a:ext cx="11370029" cy="1630872"/>
            <a:chOff x="481965" y="4498148"/>
            <a:chExt cx="11370029" cy="1630872"/>
          </a:xfrm>
        </p:grpSpPr>
        <p:sp>
          <p:nvSpPr>
            <p:cNvPr id="94" name="矩形 93"/>
            <p:cNvSpPr/>
            <p:nvPr/>
          </p:nvSpPr>
          <p:spPr>
            <a:xfrm>
              <a:off x="775870" y="4498148"/>
              <a:ext cx="20774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自然语言处理</a:t>
              </a: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350793" y="4502859"/>
              <a:ext cx="267046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大模型本地知识库</a:t>
              </a:r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99040" y="4498148"/>
              <a:ext cx="20774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自动化评估</a:t>
              </a:r>
            </a:p>
          </p:txBody>
        </p:sp>
        <p:sp>
          <p:nvSpPr>
            <p:cNvPr id="118" name="矩形 117"/>
            <p:cNvSpPr/>
            <p:nvPr/>
          </p:nvSpPr>
          <p:spPr>
            <a:xfrm>
              <a:off x="9212923" y="4498148"/>
              <a:ext cx="20774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人机混合增强</a:t>
              </a:r>
            </a:p>
          </p:txBody>
        </p:sp>
        <p:sp>
          <p:nvSpPr>
            <p:cNvPr id="2" name="矩形: 圆角 14"/>
            <p:cNvSpPr/>
            <p:nvPr>
              <p:custDataLst>
                <p:tags r:id="rId1"/>
              </p:custDataLst>
            </p:nvPr>
          </p:nvSpPr>
          <p:spPr>
            <a:xfrm>
              <a:off x="481965" y="4953000"/>
              <a:ext cx="2677160" cy="1171575"/>
            </a:xfrm>
            <a:prstGeom prst="roundRect">
              <a:avLst/>
            </a:prstGeom>
            <a:noFill/>
            <a:ln w="25400"/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/>
            </a:p>
          </p:txBody>
        </p:sp>
        <p:sp>
          <p:nvSpPr>
            <p:cNvPr id="3" name="矩形: 圆角 14"/>
            <p:cNvSpPr/>
            <p:nvPr>
              <p:custDataLst>
                <p:tags r:id="rId2"/>
              </p:custDataLst>
            </p:nvPr>
          </p:nvSpPr>
          <p:spPr>
            <a:xfrm>
              <a:off x="3312160" y="4957445"/>
              <a:ext cx="2677160" cy="1171575"/>
            </a:xfrm>
            <a:prstGeom prst="roundRect">
              <a:avLst/>
            </a:prstGeom>
            <a:noFill/>
            <a:ln w="25400"/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/>
            </a:p>
          </p:txBody>
        </p:sp>
        <p:sp>
          <p:nvSpPr>
            <p:cNvPr id="4" name="矩形: 圆角 14"/>
            <p:cNvSpPr/>
            <p:nvPr>
              <p:custDataLst>
                <p:tags r:id="rId3"/>
              </p:custDataLst>
            </p:nvPr>
          </p:nvSpPr>
          <p:spPr>
            <a:xfrm>
              <a:off x="6200775" y="4957445"/>
              <a:ext cx="2677160" cy="1171575"/>
            </a:xfrm>
            <a:prstGeom prst="roundRect">
              <a:avLst/>
            </a:prstGeom>
            <a:noFill/>
            <a:ln w="25400"/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/>
            </a:p>
          </p:txBody>
        </p:sp>
        <p:sp>
          <p:nvSpPr>
            <p:cNvPr id="5" name="矩形: 圆角 14"/>
            <p:cNvSpPr/>
            <p:nvPr>
              <p:custDataLst>
                <p:tags r:id="rId4"/>
              </p:custDataLst>
            </p:nvPr>
          </p:nvSpPr>
          <p:spPr>
            <a:xfrm>
              <a:off x="9089390" y="4924976"/>
              <a:ext cx="2677160" cy="1171575"/>
            </a:xfrm>
            <a:prstGeom prst="roundRect">
              <a:avLst/>
            </a:prstGeom>
            <a:noFill/>
            <a:ln w="25400"/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/>
            </a:p>
          </p:txBody>
        </p:sp>
        <p:sp>
          <p:nvSpPr>
            <p:cNvPr id="6" name="矩形 5"/>
            <p:cNvSpPr/>
            <p:nvPr/>
          </p:nvSpPr>
          <p:spPr>
            <a:xfrm>
              <a:off x="662980" y="5017825"/>
              <a:ext cx="239235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智能体行为不可：</a:t>
              </a:r>
            </a:p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行为随机、结果难预测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9174834" y="5006804"/>
              <a:ext cx="267716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调试纠错难度高：</a:t>
              </a:r>
            </a:p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集成开发量大、灵活性差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3370580" y="5040324"/>
              <a:ext cx="25278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调试纠错难度高：</a:t>
              </a:r>
            </a:p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定位困难、效率低下</a:t>
              </a:r>
            </a:p>
          </p:txBody>
        </p:sp>
        <p:sp>
          <p:nvSpPr>
            <p:cNvPr id="78" name="矩形 77"/>
            <p:cNvSpPr/>
            <p:nvPr/>
          </p:nvSpPr>
          <p:spPr>
            <a:xfrm>
              <a:off x="6269148" y="5014741"/>
              <a:ext cx="254041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数据安全与隐私保护问题：</a:t>
              </a:r>
            </a:p>
            <a:p>
              <a:r>
                <a:rPr lang="zh-CN" sz="20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数据泄露、隐私威胁</a:t>
              </a:r>
            </a:p>
          </p:txBody>
        </p:sp>
      </p:grpSp>
      <p:sp>
        <p:nvSpPr>
          <p:cNvPr id="83" name="矩形 82"/>
          <p:cNvSpPr/>
          <p:nvPr/>
        </p:nvSpPr>
        <p:spPr>
          <a:xfrm>
            <a:off x="0" y="6112758"/>
            <a:ext cx="12192000" cy="759194"/>
          </a:xfrm>
          <a:prstGeom prst="rect">
            <a:avLst/>
          </a:prstGeom>
          <a:solidFill>
            <a:srgbClr val="123E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0" y="6072908"/>
            <a:ext cx="12077608" cy="808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开源大模型技术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开发智能化教学实训智能体软件，实现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教师智能备课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考核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学情分析可视化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学生实时问答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资源推荐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练习纠错</a:t>
            </a:r>
            <a:r>
              <a:rPr lang="zh-CN" sz="20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等功能，推动教育资源智能化升级。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12" name="文本框 11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方案设计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Scheme Design</a:t>
                </a:r>
              </a:p>
            </p:txBody>
          </p:sp>
        </p:grpSp>
      </p:grpSp>
      <p:sp>
        <p:nvSpPr>
          <p:cNvPr id="168" name="矩形 167"/>
          <p:cNvSpPr/>
          <p:nvPr/>
        </p:nvSpPr>
        <p:spPr>
          <a:xfrm>
            <a:off x="293228" y="1181437"/>
            <a:ext cx="981597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24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业务-数据-技术三维联动</a:t>
            </a:r>
          </a:p>
        </p:txBody>
      </p:sp>
      <p:sp>
        <p:nvSpPr>
          <p:cNvPr id="237" name="Body-3"/>
          <p:cNvSpPr txBox="1"/>
          <p:nvPr/>
        </p:nvSpPr>
        <p:spPr>
          <a:xfrm>
            <a:off x="8983710" y="3549024"/>
            <a:ext cx="1940514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大模型底座</a:t>
            </a:r>
          </a:p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RAG增强</a:t>
            </a:r>
          </a:p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代码沙箱</a:t>
            </a:r>
          </a:p>
        </p:txBody>
      </p:sp>
      <p:sp>
        <p:nvSpPr>
          <p:cNvPr id="238" name="Body-2"/>
          <p:cNvSpPr txBox="1"/>
          <p:nvPr/>
        </p:nvSpPr>
        <p:spPr>
          <a:xfrm>
            <a:off x="8983710" y="5335753"/>
            <a:ext cx="1959610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知识图谱</a:t>
            </a:r>
          </a:p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学情画像</a:t>
            </a:r>
          </a:p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资源画像</a:t>
            </a:r>
          </a:p>
        </p:txBody>
      </p:sp>
      <p:sp>
        <p:nvSpPr>
          <p:cNvPr id="239" name="Body-1"/>
          <p:cNvSpPr txBox="1"/>
          <p:nvPr/>
        </p:nvSpPr>
        <p:spPr>
          <a:xfrm>
            <a:off x="8965354" y="1704335"/>
            <a:ext cx="2144927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智能备课</a:t>
            </a:r>
            <a:b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实时答疑</a:t>
            </a:r>
          </a:p>
          <a:p>
            <a:pPr>
              <a:lnSpc>
                <a:spcPct val="150000"/>
              </a:lnSpc>
            </a:pPr>
            <a:r>
              <a:rPr kumimoji="1" lang="zh-CN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学情可视化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5617339" y="2337562"/>
            <a:ext cx="2778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教师、学生、管理员三大角色及其核心功能模块</a:t>
            </a:r>
            <a:endParaRPr lang="zh-CN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5643467" y="4254669"/>
            <a:ext cx="250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框架、算法、外部服务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5648663" y="6059808"/>
            <a:ext cx="2608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场景核心实体与数据流</a:t>
            </a:r>
          </a:p>
        </p:txBody>
      </p:sp>
      <p:sp>
        <p:nvSpPr>
          <p:cNvPr id="250" name="矩形: 圆角 249"/>
          <p:cNvSpPr/>
          <p:nvPr/>
        </p:nvSpPr>
        <p:spPr>
          <a:xfrm>
            <a:off x="5607401" y="3510521"/>
            <a:ext cx="1993828" cy="503433"/>
          </a:xfrm>
          <a:prstGeom prst="roundRect">
            <a:avLst>
              <a:gd name="adj" fmla="val 50000"/>
            </a:avLst>
          </a:prstGeom>
          <a:gradFill>
            <a:gsLst>
              <a:gs pos="67000">
                <a:srgbClr val="0059F5">
                  <a:alpha val="52000"/>
                </a:srgbClr>
              </a:gs>
              <a:gs pos="100000">
                <a:srgbClr val="15FFFF">
                  <a:alpha val="46000"/>
                </a:srgbClr>
              </a:gs>
            </a:gsLst>
            <a:lin ang="5400000" scaled="0"/>
          </a:gradFill>
          <a:ln w="12700">
            <a:solidFill>
              <a:srgbClr val="15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2" name="文本框 32"/>
          <p:cNvSpPr txBox="1"/>
          <p:nvPr/>
        </p:nvSpPr>
        <p:spPr>
          <a:xfrm>
            <a:off x="5833643" y="3586455"/>
            <a:ext cx="1530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技术支撑层</a:t>
            </a:r>
          </a:p>
        </p:txBody>
      </p:sp>
      <p:sp>
        <p:nvSpPr>
          <p:cNvPr id="253" name="矩形: 圆角 252"/>
          <p:cNvSpPr/>
          <p:nvPr/>
        </p:nvSpPr>
        <p:spPr>
          <a:xfrm>
            <a:off x="5607401" y="1646179"/>
            <a:ext cx="1993828" cy="503433"/>
          </a:xfrm>
          <a:prstGeom prst="roundRect">
            <a:avLst>
              <a:gd name="adj" fmla="val 50000"/>
            </a:avLst>
          </a:prstGeom>
          <a:gradFill>
            <a:gsLst>
              <a:gs pos="71000">
                <a:srgbClr val="0059F5">
                  <a:alpha val="52000"/>
                </a:srgbClr>
              </a:gs>
              <a:gs pos="100000">
                <a:srgbClr val="15FFFF">
                  <a:alpha val="46000"/>
                </a:srgbClr>
              </a:gs>
            </a:gsLst>
            <a:lin ang="5400000" scaled="0"/>
          </a:gradFill>
          <a:ln w="12700">
            <a:solidFill>
              <a:srgbClr val="15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4" name="文本框 32"/>
          <p:cNvSpPr txBox="1"/>
          <p:nvPr/>
        </p:nvSpPr>
        <p:spPr>
          <a:xfrm>
            <a:off x="5833643" y="1722113"/>
            <a:ext cx="1530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业务场景层</a:t>
            </a:r>
            <a:endParaRPr lang="zh-CN" sz="1100" b="1" noProof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5" name="矩形: 圆角 254"/>
          <p:cNvSpPr/>
          <p:nvPr/>
        </p:nvSpPr>
        <p:spPr>
          <a:xfrm>
            <a:off x="5607401" y="5342821"/>
            <a:ext cx="1993828" cy="503433"/>
          </a:xfrm>
          <a:prstGeom prst="roundRect">
            <a:avLst>
              <a:gd name="adj" fmla="val 50000"/>
            </a:avLst>
          </a:prstGeom>
          <a:gradFill>
            <a:gsLst>
              <a:gs pos="64000">
                <a:srgbClr val="0059F5">
                  <a:alpha val="52000"/>
                </a:srgbClr>
              </a:gs>
              <a:gs pos="100000">
                <a:srgbClr val="15FFFF">
                  <a:alpha val="46000"/>
                </a:srgbClr>
              </a:gs>
            </a:gsLst>
            <a:lin ang="5400000" scaled="0"/>
          </a:gradFill>
          <a:ln w="12700">
            <a:solidFill>
              <a:srgbClr val="15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6" name="文本框 32"/>
          <p:cNvSpPr txBox="1"/>
          <p:nvPr/>
        </p:nvSpPr>
        <p:spPr>
          <a:xfrm>
            <a:off x="5833643" y="5418755"/>
            <a:ext cx="1530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数据驱动层</a:t>
            </a:r>
          </a:p>
        </p:txBody>
      </p:sp>
      <p:grpSp>
        <p:nvGrpSpPr>
          <p:cNvPr id="266" name="组合 265"/>
          <p:cNvGrpSpPr/>
          <p:nvPr/>
        </p:nvGrpSpPr>
        <p:grpSpPr>
          <a:xfrm>
            <a:off x="8736609" y="1423606"/>
            <a:ext cx="2002334" cy="1832687"/>
            <a:chOff x="8774610" y="1944284"/>
            <a:chExt cx="2002334" cy="1832687"/>
          </a:xfrm>
        </p:grpSpPr>
        <p:grpSp>
          <p:nvGrpSpPr>
            <p:cNvPr id="265" name="组合 264"/>
            <p:cNvGrpSpPr/>
            <p:nvPr/>
          </p:nvGrpSpPr>
          <p:grpSpPr>
            <a:xfrm>
              <a:off x="8774610" y="1944284"/>
              <a:ext cx="1925924" cy="1676400"/>
              <a:chOff x="8774610" y="1944284"/>
              <a:chExt cx="1925924" cy="1676400"/>
            </a:xfrm>
          </p:grpSpPr>
          <p:sp>
            <p:nvSpPr>
              <p:cNvPr id="263" name="矩形 262"/>
              <p:cNvSpPr/>
              <p:nvPr/>
            </p:nvSpPr>
            <p:spPr>
              <a:xfrm>
                <a:off x="8851236" y="2183338"/>
                <a:ext cx="1849298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262" name="图片 261"/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026410" y="2692484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264" name="图片 263"/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9988904" y="2988931"/>
              <a:ext cx="1423260" cy="152820"/>
            </a:xfrm>
            <a:prstGeom prst="rect">
              <a:avLst/>
            </a:prstGeom>
          </p:spPr>
        </p:pic>
      </p:grpSp>
      <p:grpSp>
        <p:nvGrpSpPr>
          <p:cNvPr id="267" name="组合 266"/>
          <p:cNvGrpSpPr/>
          <p:nvPr/>
        </p:nvGrpSpPr>
        <p:grpSpPr>
          <a:xfrm>
            <a:off x="8736609" y="3290908"/>
            <a:ext cx="2002334" cy="1832687"/>
            <a:chOff x="8774610" y="1944284"/>
            <a:chExt cx="2002334" cy="1832687"/>
          </a:xfrm>
        </p:grpSpPr>
        <p:grpSp>
          <p:nvGrpSpPr>
            <p:cNvPr id="268" name="组合 267"/>
            <p:cNvGrpSpPr/>
            <p:nvPr/>
          </p:nvGrpSpPr>
          <p:grpSpPr>
            <a:xfrm>
              <a:off x="8774610" y="1944284"/>
              <a:ext cx="1925924" cy="1676400"/>
              <a:chOff x="8774610" y="1944284"/>
              <a:chExt cx="1925924" cy="1676400"/>
            </a:xfrm>
          </p:grpSpPr>
          <p:sp>
            <p:nvSpPr>
              <p:cNvPr id="270" name="矩形 269"/>
              <p:cNvSpPr/>
              <p:nvPr/>
            </p:nvSpPr>
            <p:spPr>
              <a:xfrm>
                <a:off x="8851236" y="2183338"/>
                <a:ext cx="1849298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271" name="图片 270"/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026410" y="2692484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269" name="图片 268"/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9988904" y="2988931"/>
              <a:ext cx="1423260" cy="152820"/>
            </a:xfrm>
            <a:prstGeom prst="rect">
              <a:avLst/>
            </a:prstGeom>
          </p:spPr>
        </p:pic>
      </p:grpSp>
      <p:grpSp>
        <p:nvGrpSpPr>
          <p:cNvPr id="272" name="组合 271"/>
          <p:cNvGrpSpPr/>
          <p:nvPr/>
        </p:nvGrpSpPr>
        <p:grpSpPr>
          <a:xfrm>
            <a:off x="8736609" y="5083657"/>
            <a:ext cx="2002334" cy="1832687"/>
            <a:chOff x="8774610" y="1944284"/>
            <a:chExt cx="2002334" cy="1832687"/>
          </a:xfrm>
        </p:grpSpPr>
        <p:grpSp>
          <p:nvGrpSpPr>
            <p:cNvPr id="273" name="组合 272"/>
            <p:cNvGrpSpPr/>
            <p:nvPr/>
          </p:nvGrpSpPr>
          <p:grpSpPr>
            <a:xfrm>
              <a:off x="8774610" y="1944284"/>
              <a:ext cx="1925924" cy="1676400"/>
              <a:chOff x="8774610" y="1944284"/>
              <a:chExt cx="1925924" cy="1676400"/>
            </a:xfrm>
          </p:grpSpPr>
          <p:sp>
            <p:nvSpPr>
              <p:cNvPr id="275" name="矩形 274"/>
              <p:cNvSpPr/>
              <p:nvPr/>
            </p:nvSpPr>
            <p:spPr>
              <a:xfrm>
                <a:off x="8851236" y="2183338"/>
                <a:ext cx="1849298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276" name="图片 275"/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026410" y="2692484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274" name="图片 273"/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9988904" y="2988931"/>
              <a:ext cx="1423260" cy="152820"/>
            </a:xfrm>
            <a:prstGeom prst="rect">
              <a:avLst/>
            </a:prstGeom>
          </p:spPr>
        </p:pic>
      </p:grpSp>
      <p:grpSp>
        <p:nvGrpSpPr>
          <p:cNvPr id="234" name="组合 233"/>
          <p:cNvGrpSpPr/>
          <p:nvPr/>
        </p:nvGrpSpPr>
        <p:grpSpPr>
          <a:xfrm>
            <a:off x="526474" y="1799095"/>
            <a:ext cx="4776788" cy="4913923"/>
            <a:chOff x="764599" y="1834738"/>
            <a:chExt cx="4776788" cy="4913923"/>
          </a:xfrm>
        </p:grpSpPr>
        <p:sp>
          <p:nvSpPr>
            <p:cNvPr id="7" name="矩形 6"/>
            <p:cNvSpPr/>
            <p:nvPr/>
          </p:nvSpPr>
          <p:spPr>
            <a:xfrm flipH="1">
              <a:off x="1053964" y="3011841"/>
              <a:ext cx="642118" cy="2735855"/>
            </a:xfrm>
            <a:prstGeom prst="rect">
              <a:avLst/>
            </a:prstGeom>
            <a:gradFill flip="none" rotWithShape="1">
              <a:gsLst>
                <a:gs pos="49000">
                  <a:srgbClr val="FAFBFF">
                    <a:alpha val="0"/>
                  </a:srgbClr>
                </a:gs>
                <a:gs pos="100000">
                  <a:srgbClr val="8E9CEF">
                    <a:alpha val="53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isometricLeft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 flipH="1">
              <a:off x="4627064" y="3013811"/>
              <a:ext cx="642118" cy="2735855"/>
            </a:xfrm>
            <a:prstGeom prst="rect">
              <a:avLst/>
            </a:prstGeom>
            <a:gradFill flip="none" rotWithShape="1">
              <a:gsLst>
                <a:gs pos="49000">
                  <a:srgbClr val="FAFBFF">
                    <a:alpha val="0"/>
                  </a:srgbClr>
                </a:gs>
                <a:gs pos="100000">
                  <a:srgbClr val="8E9CEF">
                    <a:alpha val="51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flipH="1">
              <a:off x="1272354" y="2683264"/>
              <a:ext cx="2202113" cy="2735855"/>
            </a:xfrm>
            <a:prstGeom prst="rect">
              <a:avLst/>
            </a:prstGeom>
            <a:gradFill flip="none" rotWithShape="1">
              <a:gsLst>
                <a:gs pos="49000">
                  <a:srgbClr val="FAFBFF">
                    <a:alpha val="0"/>
                  </a:srgbClr>
                </a:gs>
                <a:gs pos="100000">
                  <a:srgbClr val="8E9CEF">
                    <a:alpha val="53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836486" y="2675768"/>
              <a:ext cx="2202113" cy="2735855"/>
            </a:xfrm>
            <a:prstGeom prst="rect">
              <a:avLst/>
            </a:prstGeom>
            <a:gradFill flip="none" rotWithShape="1">
              <a:gsLst>
                <a:gs pos="49000">
                  <a:srgbClr val="FAFBFF">
                    <a:alpha val="0"/>
                  </a:srgbClr>
                </a:gs>
                <a:gs pos="100000">
                  <a:srgbClr val="CDD2F8">
                    <a:alpha val="50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isometricLeft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143218" y="1834738"/>
              <a:ext cx="4033837" cy="1557338"/>
              <a:chOff x="4297363" y="941388"/>
              <a:chExt cx="4033837" cy="1557338"/>
            </a:xfrm>
          </p:grpSpPr>
          <p:sp>
            <p:nvSpPr>
              <p:cNvPr id="160" name="Freeform 14"/>
              <p:cNvSpPr/>
              <p:nvPr/>
            </p:nvSpPr>
            <p:spPr bwMode="auto">
              <a:xfrm>
                <a:off x="7878763" y="2108201"/>
                <a:ext cx="452437" cy="390525"/>
              </a:xfrm>
              <a:custGeom>
                <a:avLst/>
                <a:gdLst>
                  <a:gd name="T0" fmla="*/ 285 w 285"/>
                  <a:gd name="T1" fmla="*/ 0 h 246"/>
                  <a:gd name="T2" fmla="*/ 285 w 285"/>
                  <a:gd name="T3" fmla="*/ 79 h 246"/>
                  <a:gd name="T4" fmla="*/ 0 w 285"/>
                  <a:gd name="T5" fmla="*/ 246 h 246"/>
                  <a:gd name="T6" fmla="*/ 0 w 285"/>
                  <a:gd name="T7" fmla="*/ 167 h 246"/>
                  <a:gd name="T8" fmla="*/ 285 w 285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5" h="246">
                    <a:moveTo>
                      <a:pt x="285" y="0"/>
                    </a:moveTo>
                    <a:lnTo>
                      <a:pt x="285" y="79"/>
                    </a:lnTo>
                    <a:lnTo>
                      <a:pt x="0" y="246"/>
                    </a:lnTo>
                    <a:lnTo>
                      <a:pt x="0" y="167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E7EB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1" name="Freeform 15"/>
              <p:cNvSpPr/>
              <p:nvPr/>
            </p:nvSpPr>
            <p:spPr bwMode="auto">
              <a:xfrm>
                <a:off x="6311900" y="1466851"/>
                <a:ext cx="1566862" cy="1031875"/>
              </a:xfrm>
              <a:custGeom>
                <a:avLst/>
                <a:gdLst>
                  <a:gd name="T0" fmla="*/ 987 w 987"/>
                  <a:gd name="T1" fmla="*/ 571 h 650"/>
                  <a:gd name="T2" fmla="*/ 987 w 987"/>
                  <a:gd name="T3" fmla="*/ 650 h 650"/>
                  <a:gd name="T4" fmla="*/ 0 w 987"/>
                  <a:gd name="T5" fmla="*/ 78 h 650"/>
                  <a:gd name="T6" fmla="*/ 0 w 987"/>
                  <a:gd name="T7" fmla="*/ 0 h 650"/>
                  <a:gd name="T8" fmla="*/ 987 w 987"/>
                  <a:gd name="T9" fmla="*/ 571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7" h="650">
                    <a:moveTo>
                      <a:pt x="987" y="571"/>
                    </a:moveTo>
                    <a:lnTo>
                      <a:pt x="987" y="650"/>
                    </a:lnTo>
                    <a:lnTo>
                      <a:pt x="0" y="78"/>
                    </a:lnTo>
                    <a:lnTo>
                      <a:pt x="0" y="0"/>
                    </a:lnTo>
                    <a:lnTo>
                      <a:pt x="987" y="571"/>
                    </a:lnTo>
                    <a:close/>
                  </a:path>
                </a:pathLst>
              </a:custGeom>
              <a:solidFill>
                <a:srgbClr val="CDD2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2" name="Freeform 16"/>
              <p:cNvSpPr/>
              <p:nvPr/>
            </p:nvSpPr>
            <p:spPr bwMode="auto">
              <a:xfrm>
                <a:off x="4754563" y="1466851"/>
                <a:ext cx="1557337" cy="1031875"/>
              </a:xfrm>
              <a:custGeom>
                <a:avLst/>
                <a:gdLst>
                  <a:gd name="T0" fmla="*/ 981 w 981"/>
                  <a:gd name="T1" fmla="*/ 0 h 650"/>
                  <a:gd name="T2" fmla="*/ 981 w 981"/>
                  <a:gd name="T3" fmla="*/ 78 h 650"/>
                  <a:gd name="T4" fmla="*/ 0 w 981"/>
                  <a:gd name="T5" fmla="*/ 650 h 650"/>
                  <a:gd name="T6" fmla="*/ 0 w 981"/>
                  <a:gd name="T7" fmla="*/ 571 h 650"/>
                  <a:gd name="T8" fmla="*/ 981 w 981"/>
                  <a:gd name="T9" fmla="*/ 0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1" h="650">
                    <a:moveTo>
                      <a:pt x="981" y="0"/>
                    </a:moveTo>
                    <a:lnTo>
                      <a:pt x="981" y="78"/>
                    </a:lnTo>
                    <a:lnTo>
                      <a:pt x="0" y="650"/>
                    </a:lnTo>
                    <a:lnTo>
                      <a:pt x="0" y="571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rgbClr val="E7EB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3" name="Freeform 17"/>
              <p:cNvSpPr/>
              <p:nvPr/>
            </p:nvSpPr>
            <p:spPr bwMode="auto">
              <a:xfrm>
                <a:off x="4297363" y="2108201"/>
                <a:ext cx="457200" cy="390525"/>
              </a:xfrm>
              <a:custGeom>
                <a:avLst/>
                <a:gdLst>
                  <a:gd name="T0" fmla="*/ 288 w 288"/>
                  <a:gd name="T1" fmla="*/ 167 h 246"/>
                  <a:gd name="T2" fmla="*/ 288 w 288"/>
                  <a:gd name="T3" fmla="*/ 246 h 246"/>
                  <a:gd name="T4" fmla="*/ 0 w 288"/>
                  <a:gd name="T5" fmla="*/ 79 h 246"/>
                  <a:gd name="T6" fmla="*/ 0 w 288"/>
                  <a:gd name="T7" fmla="*/ 0 h 246"/>
                  <a:gd name="T8" fmla="*/ 288 w 288"/>
                  <a:gd name="T9" fmla="*/ 167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246">
                    <a:moveTo>
                      <a:pt x="288" y="167"/>
                    </a:moveTo>
                    <a:lnTo>
                      <a:pt x="288" y="246"/>
                    </a:lnTo>
                    <a:lnTo>
                      <a:pt x="0" y="79"/>
                    </a:lnTo>
                    <a:lnTo>
                      <a:pt x="0" y="0"/>
                    </a:lnTo>
                    <a:lnTo>
                      <a:pt x="288" y="167"/>
                    </a:lnTo>
                    <a:close/>
                  </a:path>
                </a:pathLst>
              </a:custGeom>
              <a:solidFill>
                <a:srgbClr val="CDD2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4" name="Freeform 18"/>
              <p:cNvSpPr/>
              <p:nvPr/>
            </p:nvSpPr>
            <p:spPr bwMode="auto">
              <a:xfrm>
                <a:off x="4297363" y="941388"/>
                <a:ext cx="4033837" cy="1431925"/>
              </a:xfrm>
              <a:custGeom>
                <a:avLst/>
                <a:gdLst>
                  <a:gd name="T0" fmla="*/ 2541 w 2541"/>
                  <a:gd name="T1" fmla="*/ 735 h 902"/>
                  <a:gd name="T2" fmla="*/ 2256 w 2541"/>
                  <a:gd name="T3" fmla="*/ 902 h 902"/>
                  <a:gd name="T4" fmla="*/ 1269 w 2541"/>
                  <a:gd name="T5" fmla="*/ 331 h 902"/>
                  <a:gd name="T6" fmla="*/ 288 w 2541"/>
                  <a:gd name="T7" fmla="*/ 902 h 902"/>
                  <a:gd name="T8" fmla="*/ 0 w 2541"/>
                  <a:gd name="T9" fmla="*/ 735 h 902"/>
                  <a:gd name="T10" fmla="*/ 982 w 2541"/>
                  <a:gd name="T11" fmla="*/ 164 h 902"/>
                  <a:gd name="T12" fmla="*/ 1267 w 2541"/>
                  <a:gd name="T13" fmla="*/ 0 h 902"/>
                  <a:gd name="T14" fmla="*/ 1555 w 2541"/>
                  <a:gd name="T15" fmla="*/ 164 h 902"/>
                  <a:gd name="T16" fmla="*/ 2541 w 2541"/>
                  <a:gd name="T17" fmla="*/ 735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1" h="902">
                    <a:moveTo>
                      <a:pt x="2541" y="735"/>
                    </a:moveTo>
                    <a:lnTo>
                      <a:pt x="2256" y="902"/>
                    </a:lnTo>
                    <a:lnTo>
                      <a:pt x="1269" y="331"/>
                    </a:lnTo>
                    <a:lnTo>
                      <a:pt x="288" y="902"/>
                    </a:lnTo>
                    <a:lnTo>
                      <a:pt x="0" y="735"/>
                    </a:lnTo>
                    <a:lnTo>
                      <a:pt x="982" y="164"/>
                    </a:lnTo>
                    <a:lnTo>
                      <a:pt x="1267" y="0"/>
                    </a:lnTo>
                    <a:lnTo>
                      <a:pt x="1555" y="164"/>
                    </a:lnTo>
                    <a:lnTo>
                      <a:pt x="2541" y="735"/>
                    </a:lnTo>
                    <a:close/>
                  </a:path>
                </a:pathLst>
              </a:custGeom>
              <a:solidFill>
                <a:srgbClr val="DADFFE">
                  <a:alpha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7" name="Freeform 21"/>
            <p:cNvSpPr/>
            <p:nvPr/>
          </p:nvSpPr>
          <p:spPr bwMode="auto">
            <a:xfrm>
              <a:off x="2681137" y="4171342"/>
              <a:ext cx="909637" cy="525463"/>
            </a:xfrm>
            <a:custGeom>
              <a:avLst/>
              <a:gdLst>
                <a:gd name="T0" fmla="*/ 573 w 573"/>
                <a:gd name="T1" fmla="*/ 167 h 331"/>
                <a:gd name="T2" fmla="*/ 288 w 573"/>
                <a:gd name="T3" fmla="*/ 331 h 331"/>
                <a:gd name="T4" fmla="*/ 0 w 573"/>
                <a:gd name="T5" fmla="*/ 167 h 331"/>
                <a:gd name="T6" fmla="*/ 285 w 573"/>
                <a:gd name="T7" fmla="*/ 0 h 331"/>
                <a:gd name="T8" fmla="*/ 573 w 573"/>
                <a:gd name="T9" fmla="*/ 16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331">
                  <a:moveTo>
                    <a:pt x="573" y="167"/>
                  </a:moveTo>
                  <a:lnTo>
                    <a:pt x="288" y="331"/>
                  </a:lnTo>
                  <a:lnTo>
                    <a:pt x="0" y="167"/>
                  </a:lnTo>
                  <a:lnTo>
                    <a:pt x="285" y="0"/>
                  </a:lnTo>
                  <a:lnTo>
                    <a:pt x="573" y="167"/>
                  </a:lnTo>
                  <a:close/>
                </a:path>
              </a:pathLst>
            </a:custGeom>
            <a:solidFill>
              <a:srgbClr val="E7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8" name="Freeform 21"/>
            <p:cNvSpPr/>
            <p:nvPr/>
          </p:nvSpPr>
          <p:spPr bwMode="auto">
            <a:xfrm>
              <a:off x="2681137" y="4066967"/>
              <a:ext cx="909637" cy="525463"/>
            </a:xfrm>
            <a:custGeom>
              <a:avLst/>
              <a:gdLst>
                <a:gd name="T0" fmla="*/ 573 w 573"/>
                <a:gd name="T1" fmla="*/ 167 h 331"/>
                <a:gd name="T2" fmla="*/ 288 w 573"/>
                <a:gd name="T3" fmla="*/ 331 h 331"/>
                <a:gd name="T4" fmla="*/ 0 w 573"/>
                <a:gd name="T5" fmla="*/ 167 h 331"/>
                <a:gd name="T6" fmla="*/ 285 w 573"/>
                <a:gd name="T7" fmla="*/ 0 h 331"/>
                <a:gd name="T8" fmla="*/ 573 w 573"/>
                <a:gd name="T9" fmla="*/ 16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331">
                  <a:moveTo>
                    <a:pt x="573" y="167"/>
                  </a:moveTo>
                  <a:lnTo>
                    <a:pt x="288" y="331"/>
                  </a:lnTo>
                  <a:lnTo>
                    <a:pt x="0" y="167"/>
                  </a:lnTo>
                  <a:lnTo>
                    <a:pt x="285" y="0"/>
                  </a:lnTo>
                  <a:lnTo>
                    <a:pt x="573" y="167"/>
                  </a:lnTo>
                  <a:close/>
                </a:path>
              </a:pathLst>
            </a:custGeom>
            <a:solidFill>
              <a:srgbClr val="CDD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764599" y="3117917"/>
              <a:ext cx="4776788" cy="2771775"/>
            </a:xfrm>
            <a:custGeom>
              <a:avLst/>
              <a:gdLst>
                <a:gd name="T0" fmla="*/ 1500 w 3009"/>
                <a:gd name="T1" fmla="*/ 0 h 1746"/>
                <a:gd name="T2" fmla="*/ 3009 w 3009"/>
                <a:gd name="T3" fmla="*/ 875 h 1746"/>
                <a:gd name="T4" fmla="*/ 1509 w 3009"/>
                <a:gd name="T5" fmla="*/ 1746 h 1746"/>
                <a:gd name="T6" fmla="*/ 0 w 3009"/>
                <a:gd name="T7" fmla="*/ 875 h 1746"/>
                <a:gd name="T8" fmla="*/ 1500 w 3009"/>
                <a:gd name="T9" fmla="*/ 0 h 1746"/>
                <a:gd name="T10" fmla="*/ 1506 w 3009"/>
                <a:gd name="T11" fmla="*/ 1354 h 1746"/>
                <a:gd name="T12" fmla="*/ 2331 w 3009"/>
                <a:gd name="T13" fmla="*/ 875 h 1746"/>
                <a:gd name="T14" fmla="*/ 1500 w 3009"/>
                <a:gd name="T15" fmla="*/ 392 h 1746"/>
                <a:gd name="T16" fmla="*/ 676 w 3009"/>
                <a:gd name="T17" fmla="*/ 875 h 1746"/>
                <a:gd name="T18" fmla="*/ 1506 w 3009"/>
                <a:gd name="T19" fmla="*/ 1354 h 1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9" h="1746">
                  <a:moveTo>
                    <a:pt x="1500" y="0"/>
                  </a:moveTo>
                  <a:lnTo>
                    <a:pt x="3009" y="875"/>
                  </a:lnTo>
                  <a:lnTo>
                    <a:pt x="1509" y="1746"/>
                  </a:lnTo>
                  <a:lnTo>
                    <a:pt x="0" y="875"/>
                  </a:lnTo>
                  <a:lnTo>
                    <a:pt x="1500" y="0"/>
                  </a:lnTo>
                  <a:close/>
                  <a:moveTo>
                    <a:pt x="1506" y="1354"/>
                  </a:moveTo>
                  <a:lnTo>
                    <a:pt x="2331" y="875"/>
                  </a:lnTo>
                  <a:lnTo>
                    <a:pt x="1500" y="392"/>
                  </a:lnTo>
                  <a:lnTo>
                    <a:pt x="676" y="875"/>
                  </a:lnTo>
                  <a:lnTo>
                    <a:pt x="1506" y="1354"/>
                  </a:lnTo>
                  <a:close/>
                </a:path>
              </a:pathLst>
            </a:custGeom>
            <a:solidFill>
              <a:srgbClr val="E7E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0" name="Freeform 9"/>
            <p:cNvSpPr>
              <a:spLocks noEditPoints="1"/>
            </p:cNvSpPr>
            <p:nvPr/>
          </p:nvSpPr>
          <p:spPr bwMode="auto">
            <a:xfrm>
              <a:off x="764599" y="3004520"/>
              <a:ext cx="4776788" cy="2771775"/>
            </a:xfrm>
            <a:custGeom>
              <a:avLst/>
              <a:gdLst>
                <a:gd name="T0" fmla="*/ 1500 w 3009"/>
                <a:gd name="T1" fmla="*/ 0 h 1746"/>
                <a:gd name="T2" fmla="*/ 3009 w 3009"/>
                <a:gd name="T3" fmla="*/ 875 h 1746"/>
                <a:gd name="T4" fmla="*/ 1509 w 3009"/>
                <a:gd name="T5" fmla="*/ 1746 h 1746"/>
                <a:gd name="T6" fmla="*/ 0 w 3009"/>
                <a:gd name="T7" fmla="*/ 875 h 1746"/>
                <a:gd name="T8" fmla="*/ 1500 w 3009"/>
                <a:gd name="T9" fmla="*/ 0 h 1746"/>
                <a:gd name="T10" fmla="*/ 1506 w 3009"/>
                <a:gd name="T11" fmla="*/ 1354 h 1746"/>
                <a:gd name="T12" fmla="*/ 2331 w 3009"/>
                <a:gd name="T13" fmla="*/ 875 h 1746"/>
                <a:gd name="T14" fmla="*/ 1500 w 3009"/>
                <a:gd name="T15" fmla="*/ 392 h 1746"/>
                <a:gd name="T16" fmla="*/ 676 w 3009"/>
                <a:gd name="T17" fmla="*/ 875 h 1746"/>
                <a:gd name="T18" fmla="*/ 1506 w 3009"/>
                <a:gd name="T19" fmla="*/ 1354 h 1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09" h="1746">
                  <a:moveTo>
                    <a:pt x="1500" y="0"/>
                  </a:moveTo>
                  <a:lnTo>
                    <a:pt x="3009" y="875"/>
                  </a:lnTo>
                  <a:lnTo>
                    <a:pt x="1509" y="1746"/>
                  </a:lnTo>
                  <a:lnTo>
                    <a:pt x="0" y="875"/>
                  </a:lnTo>
                  <a:lnTo>
                    <a:pt x="1500" y="0"/>
                  </a:lnTo>
                  <a:close/>
                  <a:moveTo>
                    <a:pt x="1506" y="1354"/>
                  </a:moveTo>
                  <a:lnTo>
                    <a:pt x="2331" y="875"/>
                  </a:lnTo>
                  <a:lnTo>
                    <a:pt x="1500" y="392"/>
                  </a:lnTo>
                  <a:lnTo>
                    <a:pt x="676" y="875"/>
                  </a:lnTo>
                  <a:lnTo>
                    <a:pt x="1506" y="1354"/>
                  </a:lnTo>
                  <a:close/>
                </a:path>
              </a:pathLst>
            </a:custGeom>
            <a:solidFill>
              <a:srgbClr val="CDD2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64599" y="2743778"/>
              <a:ext cx="4776788" cy="2919412"/>
              <a:chOff x="5299075" y="2516188"/>
              <a:chExt cx="4776788" cy="2919412"/>
            </a:xfrm>
          </p:grpSpPr>
          <p:sp>
            <p:nvSpPr>
              <p:cNvPr id="154" name="Freeform 5"/>
              <p:cNvSpPr/>
              <p:nvPr/>
            </p:nvSpPr>
            <p:spPr bwMode="auto">
              <a:xfrm>
                <a:off x="7680325" y="3138488"/>
                <a:ext cx="1319213" cy="909638"/>
              </a:xfrm>
              <a:custGeom>
                <a:avLst/>
                <a:gdLst>
                  <a:gd name="T0" fmla="*/ 831 w 831"/>
                  <a:gd name="T1" fmla="*/ 483 h 573"/>
                  <a:gd name="T2" fmla="*/ 831 w 831"/>
                  <a:gd name="T3" fmla="*/ 573 h 573"/>
                  <a:gd name="T4" fmla="*/ 0 w 831"/>
                  <a:gd name="T5" fmla="*/ 93 h 573"/>
                  <a:gd name="T6" fmla="*/ 0 w 831"/>
                  <a:gd name="T7" fmla="*/ 0 h 573"/>
                  <a:gd name="T8" fmla="*/ 831 w 831"/>
                  <a:gd name="T9" fmla="*/ 48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1" h="573">
                    <a:moveTo>
                      <a:pt x="831" y="483"/>
                    </a:moveTo>
                    <a:lnTo>
                      <a:pt x="831" y="573"/>
                    </a:lnTo>
                    <a:lnTo>
                      <a:pt x="0" y="93"/>
                    </a:lnTo>
                    <a:lnTo>
                      <a:pt x="0" y="0"/>
                    </a:lnTo>
                    <a:lnTo>
                      <a:pt x="831" y="483"/>
                    </a:lnTo>
                    <a:close/>
                  </a:path>
                </a:pathLst>
              </a:custGeom>
              <a:solidFill>
                <a:srgbClr val="8E9CE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5" name="Freeform 6"/>
              <p:cNvSpPr/>
              <p:nvPr/>
            </p:nvSpPr>
            <p:spPr bwMode="auto">
              <a:xfrm>
                <a:off x="6372225" y="3138488"/>
                <a:ext cx="1308100" cy="909638"/>
              </a:xfrm>
              <a:custGeom>
                <a:avLst/>
                <a:gdLst>
                  <a:gd name="T0" fmla="*/ 824 w 824"/>
                  <a:gd name="T1" fmla="*/ 0 h 573"/>
                  <a:gd name="T2" fmla="*/ 824 w 824"/>
                  <a:gd name="T3" fmla="*/ 93 h 573"/>
                  <a:gd name="T4" fmla="*/ 0 w 824"/>
                  <a:gd name="T5" fmla="*/ 573 h 573"/>
                  <a:gd name="T6" fmla="*/ 0 w 824"/>
                  <a:gd name="T7" fmla="*/ 483 h 573"/>
                  <a:gd name="T8" fmla="*/ 824 w 824"/>
                  <a:gd name="T9" fmla="*/ 0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4" h="573">
                    <a:moveTo>
                      <a:pt x="824" y="0"/>
                    </a:moveTo>
                    <a:lnTo>
                      <a:pt x="824" y="93"/>
                    </a:lnTo>
                    <a:lnTo>
                      <a:pt x="0" y="573"/>
                    </a:lnTo>
                    <a:lnTo>
                      <a:pt x="0" y="483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rgbClr val="3749C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6" name="Freeform 7"/>
              <p:cNvSpPr/>
              <p:nvPr/>
            </p:nvSpPr>
            <p:spPr bwMode="auto">
              <a:xfrm>
                <a:off x="5299075" y="3905250"/>
                <a:ext cx="2395538" cy="1530350"/>
              </a:xfrm>
              <a:custGeom>
                <a:avLst/>
                <a:gdLst>
                  <a:gd name="T0" fmla="*/ 1509 w 1509"/>
                  <a:gd name="T1" fmla="*/ 871 h 964"/>
                  <a:gd name="T2" fmla="*/ 1509 w 1509"/>
                  <a:gd name="T3" fmla="*/ 964 h 964"/>
                  <a:gd name="T4" fmla="*/ 0 w 1509"/>
                  <a:gd name="T5" fmla="*/ 90 h 964"/>
                  <a:gd name="T6" fmla="*/ 0 w 1509"/>
                  <a:gd name="T7" fmla="*/ 0 h 964"/>
                  <a:gd name="T8" fmla="*/ 1509 w 1509"/>
                  <a:gd name="T9" fmla="*/ 871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9" h="964">
                    <a:moveTo>
                      <a:pt x="1509" y="871"/>
                    </a:moveTo>
                    <a:lnTo>
                      <a:pt x="1509" y="964"/>
                    </a:lnTo>
                    <a:lnTo>
                      <a:pt x="0" y="90"/>
                    </a:lnTo>
                    <a:lnTo>
                      <a:pt x="0" y="0"/>
                    </a:lnTo>
                    <a:lnTo>
                      <a:pt x="1509" y="871"/>
                    </a:lnTo>
                    <a:close/>
                  </a:path>
                </a:pathLst>
              </a:custGeom>
              <a:solidFill>
                <a:srgbClr val="8E9CE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7" name="Freeform 8"/>
              <p:cNvSpPr/>
              <p:nvPr/>
            </p:nvSpPr>
            <p:spPr bwMode="auto">
              <a:xfrm>
                <a:off x="7694613" y="3905250"/>
                <a:ext cx="2381250" cy="1530350"/>
              </a:xfrm>
              <a:custGeom>
                <a:avLst/>
                <a:gdLst>
                  <a:gd name="T0" fmla="*/ 1500 w 1500"/>
                  <a:gd name="T1" fmla="*/ 0 h 964"/>
                  <a:gd name="T2" fmla="*/ 1500 w 1500"/>
                  <a:gd name="T3" fmla="*/ 90 h 964"/>
                  <a:gd name="T4" fmla="*/ 0 w 1500"/>
                  <a:gd name="T5" fmla="*/ 964 h 964"/>
                  <a:gd name="T6" fmla="*/ 0 w 1500"/>
                  <a:gd name="T7" fmla="*/ 871 h 964"/>
                  <a:gd name="T8" fmla="*/ 1500 w 1500"/>
                  <a:gd name="T9" fmla="*/ 0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0" h="964">
                    <a:moveTo>
                      <a:pt x="1500" y="0"/>
                    </a:moveTo>
                    <a:lnTo>
                      <a:pt x="1500" y="90"/>
                    </a:lnTo>
                    <a:lnTo>
                      <a:pt x="0" y="964"/>
                    </a:lnTo>
                    <a:lnTo>
                      <a:pt x="0" y="871"/>
                    </a:lnTo>
                    <a:lnTo>
                      <a:pt x="1500" y="0"/>
                    </a:lnTo>
                    <a:close/>
                  </a:path>
                </a:pathLst>
              </a:custGeom>
              <a:solidFill>
                <a:srgbClr val="3749C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9" name="Freeform 10"/>
              <p:cNvSpPr>
                <a:spLocks noEditPoints="1"/>
              </p:cNvSpPr>
              <p:nvPr/>
            </p:nvSpPr>
            <p:spPr bwMode="auto">
              <a:xfrm>
                <a:off x="5299075" y="2516188"/>
                <a:ext cx="4776788" cy="2771775"/>
              </a:xfrm>
              <a:custGeom>
                <a:avLst/>
                <a:gdLst>
                  <a:gd name="T0" fmla="*/ 1500 w 3009"/>
                  <a:gd name="T1" fmla="*/ 0 h 1746"/>
                  <a:gd name="T2" fmla="*/ 3009 w 3009"/>
                  <a:gd name="T3" fmla="*/ 875 h 1746"/>
                  <a:gd name="T4" fmla="*/ 1509 w 3009"/>
                  <a:gd name="T5" fmla="*/ 1746 h 1746"/>
                  <a:gd name="T6" fmla="*/ 0 w 3009"/>
                  <a:gd name="T7" fmla="*/ 875 h 1746"/>
                  <a:gd name="T8" fmla="*/ 1500 w 3009"/>
                  <a:gd name="T9" fmla="*/ 0 h 1746"/>
                  <a:gd name="T10" fmla="*/ 1506 w 3009"/>
                  <a:gd name="T11" fmla="*/ 1354 h 1746"/>
                  <a:gd name="T12" fmla="*/ 2331 w 3009"/>
                  <a:gd name="T13" fmla="*/ 875 h 1746"/>
                  <a:gd name="T14" fmla="*/ 1500 w 3009"/>
                  <a:gd name="T15" fmla="*/ 392 h 1746"/>
                  <a:gd name="T16" fmla="*/ 676 w 3009"/>
                  <a:gd name="T17" fmla="*/ 875 h 1746"/>
                  <a:gd name="T18" fmla="*/ 1506 w 3009"/>
                  <a:gd name="T19" fmla="*/ 1354 h 1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9" h="1746">
                    <a:moveTo>
                      <a:pt x="1500" y="0"/>
                    </a:moveTo>
                    <a:lnTo>
                      <a:pt x="3009" y="875"/>
                    </a:lnTo>
                    <a:lnTo>
                      <a:pt x="1509" y="1746"/>
                    </a:lnTo>
                    <a:lnTo>
                      <a:pt x="0" y="875"/>
                    </a:lnTo>
                    <a:lnTo>
                      <a:pt x="1500" y="0"/>
                    </a:lnTo>
                    <a:moveTo>
                      <a:pt x="1506" y="1354"/>
                    </a:moveTo>
                    <a:lnTo>
                      <a:pt x="2331" y="875"/>
                    </a:lnTo>
                    <a:lnTo>
                      <a:pt x="1500" y="392"/>
                    </a:lnTo>
                    <a:lnTo>
                      <a:pt x="676" y="875"/>
                    </a:lnTo>
                    <a:lnTo>
                      <a:pt x="1506" y="135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8" name="Freeform 9"/>
              <p:cNvSpPr>
                <a:spLocks noEditPoints="1"/>
              </p:cNvSpPr>
              <p:nvPr/>
            </p:nvSpPr>
            <p:spPr bwMode="auto">
              <a:xfrm>
                <a:off x="5299075" y="2516188"/>
                <a:ext cx="4776788" cy="2771775"/>
              </a:xfrm>
              <a:custGeom>
                <a:avLst/>
                <a:gdLst>
                  <a:gd name="T0" fmla="*/ 1500 w 3009"/>
                  <a:gd name="T1" fmla="*/ 0 h 1746"/>
                  <a:gd name="T2" fmla="*/ 3009 w 3009"/>
                  <a:gd name="T3" fmla="*/ 875 h 1746"/>
                  <a:gd name="T4" fmla="*/ 1509 w 3009"/>
                  <a:gd name="T5" fmla="*/ 1746 h 1746"/>
                  <a:gd name="T6" fmla="*/ 0 w 3009"/>
                  <a:gd name="T7" fmla="*/ 875 h 1746"/>
                  <a:gd name="T8" fmla="*/ 1500 w 3009"/>
                  <a:gd name="T9" fmla="*/ 0 h 1746"/>
                  <a:gd name="T10" fmla="*/ 1506 w 3009"/>
                  <a:gd name="T11" fmla="*/ 1354 h 1746"/>
                  <a:gd name="T12" fmla="*/ 2331 w 3009"/>
                  <a:gd name="T13" fmla="*/ 875 h 1746"/>
                  <a:gd name="T14" fmla="*/ 1500 w 3009"/>
                  <a:gd name="T15" fmla="*/ 392 h 1746"/>
                  <a:gd name="T16" fmla="*/ 676 w 3009"/>
                  <a:gd name="T17" fmla="*/ 875 h 1746"/>
                  <a:gd name="T18" fmla="*/ 1506 w 3009"/>
                  <a:gd name="T19" fmla="*/ 1354 h 1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09" h="1746">
                    <a:moveTo>
                      <a:pt x="1500" y="0"/>
                    </a:moveTo>
                    <a:lnTo>
                      <a:pt x="3009" y="875"/>
                    </a:lnTo>
                    <a:lnTo>
                      <a:pt x="1509" y="1746"/>
                    </a:lnTo>
                    <a:lnTo>
                      <a:pt x="0" y="875"/>
                    </a:lnTo>
                    <a:lnTo>
                      <a:pt x="1500" y="0"/>
                    </a:lnTo>
                    <a:close/>
                    <a:moveTo>
                      <a:pt x="1506" y="1354"/>
                    </a:moveTo>
                    <a:lnTo>
                      <a:pt x="2331" y="875"/>
                    </a:lnTo>
                    <a:lnTo>
                      <a:pt x="1500" y="392"/>
                    </a:lnTo>
                    <a:lnTo>
                      <a:pt x="676" y="875"/>
                    </a:lnTo>
                    <a:lnTo>
                      <a:pt x="1506" y="1354"/>
                    </a:lnTo>
                    <a:close/>
                  </a:path>
                </a:pathLst>
              </a:custGeom>
              <a:solidFill>
                <a:srgbClr val="6578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2" name="Freeform 19"/>
            <p:cNvSpPr/>
            <p:nvPr/>
          </p:nvSpPr>
          <p:spPr bwMode="auto">
            <a:xfrm>
              <a:off x="3138337" y="4119629"/>
              <a:ext cx="452437" cy="384175"/>
            </a:xfrm>
            <a:custGeom>
              <a:avLst/>
              <a:gdLst>
                <a:gd name="T0" fmla="*/ 285 w 285"/>
                <a:gd name="T1" fmla="*/ 0 h 242"/>
                <a:gd name="T2" fmla="*/ 285 w 285"/>
                <a:gd name="T3" fmla="*/ 76 h 242"/>
                <a:gd name="T4" fmla="*/ 0 w 285"/>
                <a:gd name="T5" fmla="*/ 242 h 242"/>
                <a:gd name="T6" fmla="*/ 0 w 285"/>
                <a:gd name="T7" fmla="*/ 164 h 242"/>
                <a:gd name="T8" fmla="*/ 285 w 285"/>
                <a:gd name="T9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242">
                  <a:moveTo>
                    <a:pt x="285" y="0"/>
                  </a:moveTo>
                  <a:lnTo>
                    <a:pt x="285" y="76"/>
                  </a:lnTo>
                  <a:lnTo>
                    <a:pt x="0" y="242"/>
                  </a:lnTo>
                  <a:lnTo>
                    <a:pt x="0" y="16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74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2681137" y="4119629"/>
              <a:ext cx="457200" cy="384175"/>
            </a:xfrm>
            <a:custGeom>
              <a:avLst/>
              <a:gdLst>
                <a:gd name="T0" fmla="*/ 288 w 288"/>
                <a:gd name="T1" fmla="*/ 164 h 242"/>
                <a:gd name="T2" fmla="*/ 288 w 288"/>
                <a:gd name="T3" fmla="*/ 242 h 242"/>
                <a:gd name="T4" fmla="*/ 0 w 288"/>
                <a:gd name="T5" fmla="*/ 76 h 242"/>
                <a:gd name="T6" fmla="*/ 0 w 288"/>
                <a:gd name="T7" fmla="*/ 0 h 242"/>
                <a:gd name="T8" fmla="*/ 288 w 288"/>
                <a:gd name="T9" fmla="*/ 16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242">
                  <a:moveTo>
                    <a:pt x="288" y="164"/>
                  </a:moveTo>
                  <a:lnTo>
                    <a:pt x="288" y="242"/>
                  </a:lnTo>
                  <a:lnTo>
                    <a:pt x="0" y="76"/>
                  </a:lnTo>
                  <a:lnTo>
                    <a:pt x="0" y="0"/>
                  </a:lnTo>
                  <a:lnTo>
                    <a:pt x="288" y="164"/>
                  </a:lnTo>
                  <a:close/>
                </a:path>
              </a:pathLst>
            </a:custGeom>
            <a:solidFill>
              <a:srgbClr val="8E9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2681137" y="3854517"/>
              <a:ext cx="909637" cy="525463"/>
            </a:xfrm>
            <a:custGeom>
              <a:avLst/>
              <a:gdLst>
                <a:gd name="T0" fmla="*/ 573 w 573"/>
                <a:gd name="T1" fmla="*/ 167 h 331"/>
                <a:gd name="T2" fmla="*/ 288 w 573"/>
                <a:gd name="T3" fmla="*/ 331 h 331"/>
                <a:gd name="T4" fmla="*/ 0 w 573"/>
                <a:gd name="T5" fmla="*/ 167 h 331"/>
                <a:gd name="T6" fmla="*/ 285 w 573"/>
                <a:gd name="T7" fmla="*/ 0 h 331"/>
                <a:gd name="T8" fmla="*/ 573 w 573"/>
                <a:gd name="T9" fmla="*/ 16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331">
                  <a:moveTo>
                    <a:pt x="573" y="167"/>
                  </a:moveTo>
                  <a:lnTo>
                    <a:pt x="288" y="331"/>
                  </a:lnTo>
                  <a:lnTo>
                    <a:pt x="0" y="167"/>
                  </a:lnTo>
                  <a:lnTo>
                    <a:pt x="285" y="0"/>
                  </a:lnTo>
                  <a:lnTo>
                    <a:pt x="573" y="167"/>
                  </a:lnTo>
                  <a:close/>
                </a:path>
              </a:pathLst>
            </a:custGeom>
            <a:solidFill>
              <a:srgbClr val="6578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275322" y="2559983"/>
              <a:ext cx="1162544" cy="582664"/>
              <a:chOff x="3521276" y="2456972"/>
              <a:chExt cx="1598502" cy="801163"/>
            </a:xfrm>
          </p:grpSpPr>
          <p:sp>
            <p:nvSpPr>
              <p:cNvPr id="142" name="菱形 141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43" name="文本框 39"/>
              <p:cNvSpPr txBox="1"/>
              <p:nvPr/>
            </p:nvSpPr>
            <p:spPr>
              <a:xfrm>
                <a:off x="3521276" y="2919581"/>
                <a:ext cx="798338" cy="338554"/>
              </a:xfrm>
              <a:prstGeom prst="rect">
                <a:avLst/>
              </a:prstGeom>
              <a:noFill/>
              <a:scene3d>
                <a:camera prst="isometricBottomDown">
                  <a:rot lat="1967874" lon="19192741" rev="18163914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AI教师</a:t>
                </a:r>
              </a:p>
            </p:txBody>
          </p:sp>
          <p:grpSp>
            <p:nvGrpSpPr>
              <p:cNvPr id="144" name="组合 143"/>
              <p:cNvGrpSpPr/>
              <p:nvPr/>
            </p:nvGrpSpPr>
            <p:grpSpPr>
              <a:xfrm>
                <a:off x="3923647" y="2528236"/>
                <a:ext cx="620947" cy="495548"/>
                <a:chOff x="2883571" y="2528236"/>
                <a:chExt cx="620947" cy="495548"/>
              </a:xfrm>
            </p:grpSpPr>
            <p:grpSp>
              <p:nvGrpSpPr>
                <p:cNvPr id="146" name="组合 145"/>
                <p:cNvGrpSpPr/>
                <p:nvPr/>
              </p:nvGrpSpPr>
              <p:grpSpPr>
                <a:xfrm>
                  <a:off x="2883574" y="2621661"/>
                  <a:ext cx="620944" cy="402123"/>
                  <a:chOff x="6512018" y="615964"/>
                  <a:chExt cx="1370012" cy="930275"/>
                </a:xfrm>
              </p:grpSpPr>
              <p:sp>
                <p:nvSpPr>
                  <p:cNvPr id="151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52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53" name="Freeform 16"/>
                  <p:cNvSpPr/>
                  <p:nvPr/>
                </p:nvSpPr>
                <p:spPr bwMode="auto">
                  <a:xfrm>
                    <a:off x="6512018" y="615964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147" name="组合 146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148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49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50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145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9" name="文本框 39"/>
              <p:cNvSpPr txBox="1"/>
              <p:nvPr/>
            </p:nvSpPr>
            <p:spPr>
              <a:xfrm>
                <a:off x="4865772" y="2919581"/>
                <a:ext cx="254006" cy="338554"/>
              </a:xfrm>
              <a:prstGeom prst="rect">
                <a:avLst/>
              </a:prstGeom>
              <a:noFill/>
              <a:scene3d>
                <a:camera prst="isometricBottomDown">
                  <a:rot lat="1967874" lon="19192741" rev="18163914"/>
                </a:camera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996687" y="2106372"/>
              <a:ext cx="832543" cy="595994"/>
              <a:chOff x="3500733" y="2456972"/>
              <a:chExt cx="1144748" cy="819492"/>
            </a:xfrm>
          </p:grpSpPr>
          <p:sp>
            <p:nvSpPr>
              <p:cNvPr id="130" name="菱形 129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31" name="文本框 55"/>
              <p:cNvSpPr txBox="1"/>
              <p:nvPr/>
            </p:nvSpPr>
            <p:spPr>
              <a:xfrm>
                <a:off x="3500733" y="2937910"/>
                <a:ext cx="959239" cy="338554"/>
              </a:xfrm>
              <a:prstGeom prst="rect">
                <a:avLst/>
              </a:prstGeom>
              <a:noFill/>
              <a:scene3d>
                <a:camera prst="isometricBottomDown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智能备课</a:t>
                </a:r>
              </a:p>
            </p:txBody>
          </p:sp>
          <p:grpSp>
            <p:nvGrpSpPr>
              <p:cNvPr id="132" name="组合 131"/>
              <p:cNvGrpSpPr/>
              <p:nvPr/>
            </p:nvGrpSpPr>
            <p:grpSpPr>
              <a:xfrm>
                <a:off x="3923647" y="2528236"/>
                <a:ext cx="620947" cy="495548"/>
                <a:chOff x="2883571" y="2528236"/>
                <a:chExt cx="620947" cy="495548"/>
              </a:xfrm>
            </p:grpSpPr>
            <p:grpSp>
              <p:nvGrpSpPr>
                <p:cNvPr id="134" name="组合 133"/>
                <p:cNvGrpSpPr/>
                <p:nvPr/>
              </p:nvGrpSpPr>
              <p:grpSpPr>
                <a:xfrm>
                  <a:off x="2883574" y="2621661"/>
                  <a:ext cx="620944" cy="402123"/>
                  <a:chOff x="6512018" y="615964"/>
                  <a:chExt cx="1370012" cy="930275"/>
                </a:xfrm>
              </p:grpSpPr>
              <p:sp>
                <p:nvSpPr>
                  <p:cNvPr id="139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40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41" name="Freeform 16"/>
                  <p:cNvSpPr/>
                  <p:nvPr/>
                </p:nvSpPr>
                <p:spPr bwMode="auto">
                  <a:xfrm>
                    <a:off x="6512018" y="615964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135" name="组合 134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136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37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38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133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20459" y="2106495"/>
              <a:ext cx="919361" cy="584398"/>
              <a:chOff x="3829687" y="2456972"/>
              <a:chExt cx="1264125" cy="803550"/>
            </a:xfrm>
          </p:grpSpPr>
          <p:sp>
            <p:nvSpPr>
              <p:cNvPr id="118" name="菱形 117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19" name="文本框 68"/>
              <p:cNvSpPr txBox="1"/>
              <p:nvPr/>
            </p:nvSpPr>
            <p:spPr>
              <a:xfrm>
                <a:off x="4134573" y="2921967"/>
                <a:ext cx="959239" cy="338555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练习生成</a:t>
                </a:r>
              </a:p>
            </p:txBody>
          </p:sp>
          <p:grpSp>
            <p:nvGrpSpPr>
              <p:cNvPr id="120" name="组合 119"/>
              <p:cNvGrpSpPr/>
              <p:nvPr/>
            </p:nvGrpSpPr>
            <p:grpSpPr>
              <a:xfrm>
                <a:off x="3923647" y="2528236"/>
                <a:ext cx="620945" cy="495549"/>
                <a:chOff x="2883571" y="2528236"/>
                <a:chExt cx="620945" cy="495549"/>
              </a:xfrm>
            </p:grpSpPr>
            <p:grpSp>
              <p:nvGrpSpPr>
                <p:cNvPr id="122" name="组合 121"/>
                <p:cNvGrpSpPr/>
                <p:nvPr/>
              </p:nvGrpSpPr>
              <p:grpSpPr>
                <a:xfrm>
                  <a:off x="2883571" y="2621661"/>
                  <a:ext cx="620945" cy="402124"/>
                  <a:chOff x="6512015" y="615963"/>
                  <a:chExt cx="1370015" cy="930276"/>
                </a:xfrm>
              </p:grpSpPr>
              <p:sp>
                <p:nvSpPr>
                  <p:cNvPr id="127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28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29" name="Freeform 16"/>
                  <p:cNvSpPr/>
                  <p:nvPr/>
                </p:nvSpPr>
                <p:spPr bwMode="auto">
                  <a:xfrm>
                    <a:off x="6512015" y="615963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123" name="组合 122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124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25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26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121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4191947" y="2560108"/>
              <a:ext cx="938412" cy="603448"/>
              <a:chOff x="3829687" y="2456972"/>
              <a:chExt cx="1290319" cy="829743"/>
            </a:xfrm>
          </p:grpSpPr>
          <p:sp>
            <p:nvSpPr>
              <p:cNvPr id="106" name="菱形 105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7" name="文本框 81"/>
              <p:cNvSpPr txBox="1"/>
              <p:nvPr/>
            </p:nvSpPr>
            <p:spPr>
              <a:xfrm>
                <a:off x="4160767" y="2948160"/>
                <a:ext cx="959239" cy="338555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学情分析</a:t>
                </a:r>
              </a:p>
            </p:txBody>
          </p:sp>
          <p:grpSp>
            <p:nvGrpSpPr>
              <p:cNvPr id="108" name="组合 107"/>
              <p:cNvGrpSpPr/>
              <p:nvPr/>
            </p:nvGrpSpPr>
            <p:grpSpPr>
              <a:xfrm>
                <a:off x="3923647" y="2528236"/>
                <a:ext cx="620945" cy="495549"/>
                <a:chOff x="2883571" y="2528236"/>
                <a:chExt cx="620945" cy="495549"/>
              </a:xfrm>
            </p:grpSpPr>
            <p:grpSp>
              <p:nvGrpSpPr>
                <p:cNvPr id="110" name="组合 109"/>
                <p:cNvGrpSpPr/>
                <p:nvPr/>
              </p:nvGrpSpPr>
              <p:grpSpPr>
                <a:xfrm>
                  <a:off x="2883571" y="2621661"/>
                  <a:ext cx="620945" cy="402124"/>
                  <a:chOff x="6512015" y="615963"/>
                  <a:chExt cx="1370015" cy="930276"/>
                </a:xfrm>
              </p:grpSpPr>
              <p:sp>
                <p:nvSpPr>
                  <p:cNvPr id="115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16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17" name="Freeform 16"/>
                  <p:cNvSpPr/>
                  <p:nvPr/>
                </p:nvSpPr>
                <p:spPr bwMode="auto">
                  <a:xfrm>
                    <a:off x="6512015" y="615963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111" name="组合 110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112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13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14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109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9" name="矩形: 圆角 28"/>
            <p:cNvSpPr/>
            <p:nvPr/>
          </p:nvSpPr>
          <p:spPr>
            <a:xfrm>
              <a:off x="2106420" y="2985701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2878135" y="2494532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3306482" y="2494532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>
              <a:off x="4085502" y="2985701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>
              <a:off x="3100387" y="4552011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" name="矩形: 圆角 33"/>
            <p:cNvSpPr/>
            <p:nvPr/>
          </p:nvSpPr>
          <p:spPr>
            <a:xfrm>
              <a:off x="4121155" y="3926087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5" name="矩形: 圆角 34"/>
            <p:cNvSpPr/>
            <p:nvPr/>
          </p:nvSpPr>
          <p:spPr>
            <a:xfrm>
              <a:off x="2100615" y="3926087"/>
              <a:ext cx="90923" cy="67992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AFBFF">
                    <a:alpha val="0"/>
                  </a:srgb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3350238" y="2478697"/>
              <a:ext cx="182013" cy="632713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" name="AutoShape 28"/>
            <p:cNvSpPr>
              <a:spLocks noChangeAspect="1" noChangeArrowheads="1" noTextEdit="1"/>
            </p:cNvSpPr>
            <p:nvPr/>
          </p:nvSpPr>
          <p:spPr bwMode="auto">
            <a:xfrm>
              <a:off x="1143218" y="5189735"/>
              <a:ext cx="4029075" cy="155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  <p:sp>
          <p:nvSpPr>
            <p:cNvPr id="38" name="Freeform 30"/>
            <p:cNvSpPr/>
            <p:nvPr/>
          </p:nvSpPr>
          <p:spPr bwMode="auto">
            <a:xfrm>
              <a:off x="1140043" y="5451673"/>
              <a:ext cx="2020888" cy="1296988"/>
            </a:xfrm>
            <a:custGeom>
              <a:avLst/>
              <a:gdLst>
                <a:gd name="T0" fmla="*/ 988 w 1273"/>
                <a:gd name="T1" fmla="*/ 573 h 817"/>
                <a:gd name="T2" fmla="*/ 0 w 1273"/>
                <a:gd name="T3" fmla="*/ 0 h 817"/>
                <a:gd name="T4" fmla="*/ 0 w 1273"/>
                <a:gd name="T5" fmla="*/ 79 h 817"/>
                <a:gd name="T6" fmla="*/ 988 w 1273"/>
                <a:gd name="T7" fmla="*/ 652 h 817"/>
                <a:gd name="T8" fmla="*/ 1273 w 1273"/>
                <a:gd name="T9" fmla="*/ 817 h 817"/>
                <a:gd name="T10" fmla="*/ 1273 w 1273"/>
                <a:gd name="T11" fmla="*/ 741 h 817"/>
                <a:gd name="T12" fmla="*/ 988 w 1273"/>
                <a:gd name="T13" fmla="*/ 573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3" h="817">
                  <a:moveTo>
                    <a:pt x="988" y="573"/>
                  </a:moveTo>
                  <a:lnTo>
                    <a:pt x="0" y="0"/>
                  </a:lnTo>
                  <a:lnTo>
                    <a:pt x="0" y="79"/>
                  </a:lnTo>
                  <a:lnTo>
                    <a:pt x="988" y="652"/>
                  </a:lnTo>
                  <a:lnTo>
                    <a:pt x="1273" y="817"/>
                  </a:lnTo>
                  <a:lnTo>
                    <a:pt x="1273" y="741"/>
                  </a:lnTo>
                  <a:lnTo>
                    <a:pt x="988" y="573"/>
                  </a:lnTo>
                  <a:close/>
                </a:path>
              </a:pathLst>
            </a:custGeom>
            <a:solidFill>
              <a:srgbClr val="CDD2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" name="Freeform 31"/>
            <p:cNvSpPr/>
            <p:nvPr/>
          </p:nvSpPr>
          <p:spPr bwMode="auto">
            <a:xfrm>
              <a:off x="3160931" y="5451673"/>
              <a:ext cx="2011363" cy="1296988"/>
            </a:xfrm>
            <a:custGeom>
              <a:avLst/>
              <a:gdLst>
                <a:gd name="T0" fmla="*/ 286 w 1267"/>
                <a:gd name="T1" fmla="*/ 573 h 817"/>
                <a:gd name="T2" fmla="*/ 0 w 1267"/>
                <a:gd name="T3" fmla="*/ 741 h 817"/>
                <a:gd name="T4" fmla="*/ 0 w 1267"/>
                <a:gd name="T5" fmla="*/ 817 h 817"/>
                <a:gd name="T6" fmla="*/ 286 w 1267"/>
                <a:gd name="T7" fmla="*/ 652 h 817"/>
                <a:gd name="T8" fmla="*/ 1267 w 1267"/>
                <a:gd name="T9" fmla="*/ 79 h 817"/>
                <a:gd name="T10" fmla="*/ 1267 w 1267"/>
                <a:gd name="T11" fmla="*/ 0 h 817"/>
                <a:gd name="T12" fmla="*/ 286 w 1267"/>
                <a:gd name="T13" fmla="*/ 573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7" h="817">
                  <a:moveTo>
                    <a:pt x="286" y="573"/>
                  </a:moveTo>
                  <a:lnTo>
                    <a:pt x="0" y="741"/>
                  </a:lnTo>
                  <a:lnTo>
                    <a:pt x="0" y="817"/>
                  </a:lnTo>
                  <a:lnTo>
                    <a:pt x="286" y="652"/>
                  </a:lnTo>
                  <a:lnTo>
                    <a:pt x="1267" y="79"/>
                  </a:lnTo>
                  <a:lnTo>
                    <a:pt x="1267" y="0"/>
                  </a:lnTo>
                  <a:lnTo>
                    <a:pt x="286" y="573"/>
                  </a:lnTo>
                  <a:close/>
                </a:path>
              </a:pathLst>
            </a:custGeom>
            <a:solidFill>
              <a:srgbClr val="E7E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" name="Freeform 32"/>
            <p:cNvSpPr/>
            <p:nvPr/>
          </p:nvSpPr>
          <p:spPr bwMode="auto">
            <a:xfrm>
              <a:off x="1140043" y="5186560"/>
              <a:ext cx="4032250" cy="1441450"/>
            </a:xfrm>
            <a:custGeom>
              <a:avLst/>
              <a:gdLst>
                <a:gd name="T0" fmla="*/ 2540 w 2540"/>
                <a:gd name="T1" fmla="*/ 167 h 908"/>
                <a:gd name="T2" fmla="*/ 1559 w 2540"/>
                <a:gd name="T3" fmla="*/ 740 h 908"/>
                <a:gd name="T4" fmla="*/ 1273 w 2540"/>
                <a:gd name="T5" fmla="*/ 908 h 908"/>
                <a:gd name="T6" fmla="*/ 988 w 2540"/>
                <a:gd name="T7" fmla="*/ 740 h 908"/>
                <a:gd name="T8" fmla="*/ 0 w 2540"/>
                <a:gd name="T9" fmla="*/ 167 h 908"/>
                <a:gd name="T10" fmla="*/ 285 w 2540"/>
                <a:gd name="T11" fmla="*/ 0 h 908"/>
                <a:gd name="T12" fmla="*/ 1273 w 2540"/>
                <a:gd name="T13" fmla="*/ 573 h 908"/>
                <a:gd name="T14" fmla="*/ 2255 w 2540"/>
                <a:gd name="T15" fmla="*/ 0 h 908"/>
                <a:gd name="T16" fmla="*/ 2540 w 2540"/>
                <a:gd name="T17" fmla="*/ 167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40" h="908">
                  <a:moveTo>
                    <a:pt x="2540" y="167"/>
                  </a:moveTo>
                  <a:lnTo>
                    <a:pt x="1559" y="740"/>
                  </a:lnTo>
                  <a:lnTo>
                    <a:pt x="1273" y="908"/>
                  </a:lnTo>
                  <a:lnTo>
                    <a:pt x="988" y="740"/>
                  </a:lnTo>
                  <a:lnTo>
                    <a:pt x="0" y="167"/>
                  </a:lnTo>
                  <a:lnTo>
                    <a:pt x="285" y="0"/>
                  </a:lnTo>
                  <a:lnTo>
                    <a:pt x="1273" y="573"/>
                  </a:lnTo>
                  <a:lnTo>
                    <a:pt x="2255" y="0"/>
                  </a:lnTo>
                  <a:lnTo>
                    <a:pt x="2540" y="167"/>
                  </a:lnTo>
                  <a:close/>
                </a:path>
              </a:pathLst>
            </a:custGeom>
            <a:solidFill>
              <a:srgbClr val="E1E5F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447141" y="5242227"/>
              <a:ext cx="880282" cy="669667"/>
              <a:chOff x="3829687" y="2456972"/>
              <a:chExt cx="1210389" cy="920795"/>
            </a:xfrm>
          </p:grpSpPr>
          <p:sp>
            <p:nvSpPr>
              <p:cNvPr id="94" name="菱形 93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95" name="文本框 122"/>
              <p:cNvSpPr txBox="1"/>
              <p:nvPr/>
            </p:nvSpPr>
            <p:spPr>
              <a:xfrm>
                <a:off x="4257168" y="2827614"/>
                <a:ext cx="782908" cy="55015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本地知</a:t>
                </a:r>
              </a:p>
              <a:p>
                <a:pPr algn="ctr"/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识库</a:t>
                </a: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3923647" y="2528236"/>
                <a:ext cx="620945" cy="495549"/>
                <a:chOff x="2883571" y="2528236"/>
                <a:chExt cx="620945" cy="495549"/>
              </a:xfrm>
            </p:grpSpPr>
            <p:grpSp>
              <p:nvGrpSpPr>
                <p:cNvPr id="98" name="组合 97"/>
                <p:cNvGrpSpPr/>
                <p:nvPr/>
              </p:nvGrpSpPr>
              <p:grpSpPr>
                <a:xfrm>
                  <a:off x="2883571" y="2621661"/>
                  <a:ext cx="620945" cy="402124"/>
                  <a:chOff x="6512015" y="615963"/>
                  <a:chExt cx="1370015" cy="930276"/>
                </a:xfrm>
              </p:grpSpPr>
              <p:sp>
                <p:nvSpPr>
                  <p:cNvPr id="103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04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05" name="Freeform 16"/>
                  <p:cNvSpPr/>
                  <p:nvPr/>
                </p:nvSpPr>
                <p:spPr bwMode="auto">
                  <a:xfrm>
                    <a:off x="6512015" y="615963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99" name="组合 98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100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01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02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97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234776" y="5672365"/>
              <a:ext cx="593304" cy="477735"/>
              <a:chOff x="3829687" y="2456972"/>
              <a:chExt cx="815794" cy="656886"/>
            </a:xfrm>
          </p:grpSpPr>
          <p:sp>
            <p:nvSpPr>
              <p:cNvPr id="82" name="菱形 81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84" name="组合 83"/>
              <p:cNvGrpSpPr/>
              <p:nvPr/>
            </p:nvGrpSpPr>
            <p:grpSpPr>
              <a:xfrm>
                <a:off x="3923647" y="2528236"/>
                <a:ext cx="620945" cy="495549"/>
                <a:chOff x="2883571" y="2528236"/>
                <a:chExt cx="620945" cy="495549"/>
              </a:xfrm>
            </p:grpSpPr>
            <p:grpSp>
              <p:nvGrpSpPr>
                <p:cNvPr id="86" name="组合 85"/>
                <p:cNvGrpSpPr/>
                <p:nvPr/>
              </p:nvGrpSpPr>
              <p:grpSpPr>
                <a:xfrm>
                  <a:off x="2883571" y="2621661"/>
                  <a:ext cx="620945" cy="402124"/>
                  <a:chOff x="6512015" y="615963"/>
                  <a:chExt cx="1370015" cy="930276"/>
                </a:xfrm>
              </p:grpSpPr>
              <p:sp>
                <p:nvSpPr>
                  <p:cNvPr id="91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92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93" name="Freeform 16"/>
                  <p:cNvSpPr/>
                  <p:nvPr/>
                </p:nvSpPr>
                <p:spPr bwMode="auto">
                  <a:xfrm>
                    <a:off x="6512015" y="615963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87" name="组合 86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88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89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90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85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3292062" y="5676405"/>
              <a:ext cx="781534" cy="603712"/>
              <a:chOff x="3570870" y="2456972"/>
              <a:chExt cx="1074611" cy="830104"/>
            </a:xfrm>
          </p:grpSpPr>
          <p:sp>
            <p:nvSpPr>
              <p:cNvPr id="70" name="菱形 69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1" name="文本框 148"/>
              <p:cNvSpPr txBox="1"/>
              <p:nvPr/>
            </p:nvSpPr>
            <p:spPr>
              <a:xfrm>
                <a:off x="3570870" y="2948522"/>
                <a:ext cx="685927" cy="338554"/>
              </a:xfrm>
              <a:prstGeom prst="rect">
                <a:avLst/>
              </a:prstGeom>
              <a:noFill/>
              <a:scene3d>
                <a:camera prst="isometricBottomDown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ORM</a:t>
                </a: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923647" y="2528236"/>
                <a:ext cx="620947" cy="495548"/>
                <a:chOff x="2883571" y="2528236"/>
                <a:chExt cx="620947" cy="495548"/>
              </a:xfrm>
            </p:grpSpPr>
            <p:grpSp>
              <p:nvGrpSpPr>
                <p:cNvPr id="74" name="组合 73"/>
                <p:cNvGrpSpPr/>
                <p:nvPr/>
              </p:nvGrpSpPr>
              <p:grpSpPr>
                <a:xfrm>
                  <a:off x="2883574" y="2621661"/>
                  <a:ext cx="620944" cy="402123"/>
                  <a:chOff x="6512018" y="615964"/>
                  <a:chExt cx="1370012" cy="930275"/>
                </a:xfrm>
              </p:grpSpPr>
              <p:sp>
                <p:nvSpPr>
                  <p:cNvPr id="79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80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81" name="Freeform 16"/>
                  <p:cNvSpPr/>
                  <p:nvPr/>
                </p:nvSpPr>
                <p:spPr bwMode="auto">
                  <a:xfrm>
                    <a:off x="6512018" y="615964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75" name="组合 74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76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77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78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73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3912976" y="5222797"/>
              <a:ext cx="896923" cy="687076"/>
              <a:chOff x="3412210" y="2456972"/>
              <a:chExt cx="1233271" cy="944729"/>
            </a:xfrm>
          </p:grpSpPr>
          <p:sp>
            <p:nvSpPr>
              <p:cNvPr id="58" name="菱形 57"/>
              <p:cNvSpPr/>
              <p:nvPr/>
            </p:nvSpPr>
            <p:spPr>
              <a:xfrm>
                <a:off x="3829687" y="2661297"/>
                <a:ext cx="815794" cy="452561"/>
              </a:xfrm>
              <a:prstGeom prst="diamond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文本框 161"/>
              <p:cNvSpPr txBox="1"/>
              <p:nvPr/>
            </p:nvSpPr>
            <p:spPr>
              <a:xfrm>
                <a:off x="3412210" y="2851550"/>
                <a:ext cx="871073" cy="550151"/>
              </a:xfrm>
              <a:prstGeom prst="rect">
                <a:avLst/>
              </a:prstGeom>
              <a:noFill/>
              <a:scene3d>
                <a:camera prst="isometricBottomDown"/>
                <a:lightRig rig="threePt" dir="t"/>
              </a:scene3d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b="1" dirty="0" err="1">
                    <a:latin typeface="黑体" panose="02010609060101010101" pitchFamily="49" charset="-122"/>
                    <a:ea typeface="黑体" panose="02010609060101010101" pitchFamily="49" charset="-122"/>
                  </a:rPr>
                  <a:t>GaussDB</a:t>
                </a:r>
                <a:b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:r>
                  <a:rPr lang="zh-CN" altLang="en-US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适配层</a:t>
                </a:r>
                <a:endParaRPr lang="zh-CN" sz="1000" b="1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3923647" y="2528236"/>
                <a:ext cx="620950" cy="495549"/>
                <a:chOff x="2883571" y="2528236"/>
                <a:chExt cx="620950" cy="495549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2883576" y="2621661"/>
                  <a:ext cx="620945" cy="402124"/>
                  <a:chOff x="6512017" y="615964"/>
                  <a:chExt cx="1370013" cy="930279"/>
                </a:xfrm>
              </p:grpSpPr>
              <p:sp>
                <p:nvSpPr>
                  <p:cNvPr id="67" name="Freeform 14"/>
                  <p:cNvSpPr/>
                  <p:nvPr/>
                </p:nvSpPr>
                <p:spPr bwMode="auto">
                  <a:xfrm>
                    <a:off x="7199405" y="1019189"/>
                    <a:ext cx="682625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8" name="Freeform 15"/>
                  <p:cNvSpPr/>
                  <p:nvPr/>
                </p:nvSpPr>
                <p:spPr bwMode="auto">
                  <a:xfrm>
                    <a:off x="6512017" y="1019193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9" name="Freeform 16"/>
                  <p:cNvSpPr/>
                  <p:nvPr/>
                </p:nvSpPr>
                <p:spPr bwMode="auto">
                  <a:xfrm>
                    <a:off x="6512018" y="615964"/>
                    <a:ext cx="1370012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2883571" y="2528236"/>
                  <a:ext cx="620944" cy="402124"/>
                  <a:chOff x="6512018" y="615961"/>
                  <a:chExt cx="1370013" cy="930278"/>
                </a:xfrm>
              </p:grpSpPr>
              <p:sp>
                <p:nvSpPr>
                  <p:cNvPr id="64" name="Freeform 14"/>
                  <p:cNvSpPr/>
                  <p:nvPr/>
                </p:nvSpPr>
                <p:spPr bwMode="auto">
                  <a:xfrm>
                    <a:off x="7199402" y="1019187"/>
                    <a:ext cx="682624" cy="527050"/>
                  </a:xfrm>
                  <a:custGeom>
                    <a:avLst/>
                    <a:gdLst>
                      <a:gd name="T0" fmla="*/ 430 w 430"/>
                      <a:gd name="T1" fmla="*/ 0 h 332"/>
                      <a:gd name="T2" fmla="*/ 430 w 430"/>
                      <a:gd name="T3" fmla="*/ 77 h 332"/>
                      <a:gd name="T4" fmla="*/ 0 w 430"/>
                      <a:gd name="T5" fmla="*/ 332 h 332"/>
                      <a:gd name="T6" fmla="*/ 0 w 430"/>
                      <a:gd name="T7" fmla="*/ 253 h 332"/>
                      <a:gd name="T8" fmla="*/ 430 w 430"/>
                      <a:gd name="T9" fmla="*/ 0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0" h="332">
                        <a:moveTo>
                          <a:pt x="430" y="0"/>
                        </a:moveTo>
                        <a:lnTo>
                          <a:pt x="430" y="77"/>
                        </a:lnTo>
                        <a:lnTo>
                          <a:pt x="0" y="332"/>
                        </a:lnTo>
                        <a:lnTo>
                          <a:pt x="0" y="253"/>
                        </a:lnTo>
                        <a:lnTo>
                          <a:pt x="43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8E9CEF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5" name="Freeform 15"/>
                  <p:cNvSpPr/>
                  <p:nvPr/>
                </p:nvSpPr>
                <p:spPr bwMode="auto">
                  <a:xfrm>
                    <a:off x="6512018" y="1019189"/>
                    <a:ext cx="687388" cy="527050"/>
                  </a:xfrm>
                  <a:custGeom>
                    <a:avLst/>
                    <a:gdLst>
                      <a:gd name="T0" fmla="*/ 433 w 433"/>
                      <a:gd name="T1" fmla="*/ 253 h 332"/>
                      <a:gd name="T2" fmla="*/ 433 w 433"/>
                      <a:gd name="T3" fmla="*/ 332 h 332"/>
                      <a:gd name="T4" fmla="*/ 0 w 433"/>
                      <a:gd name="T5" fmla="*/ 77 h 332"/>
                      <a:gd name="T6" fmla="*/ 0 w 433"/>
                      <a:gd name="T7" fmla="*/ 0 h 332"/>
                      <a:gd name="T8" fmla="*/ 433 w 433"/>
                      <a:gd name="T9" fmla="*/ 253 h 3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3" h="332">
                        <a:moveTo>
                          <a:pt x="433" y="253"/>
                        </a:moveTo>
                        <a:lnTo>
                          <a:pt x="433" y="332"/>
                        </a:lnTo>
                        <a:lnTo>
                          <a:pt x="0" y="77"/>
                        </a:lnTo>
                        <a:lnTo>
                          <a:pt x="0" y="0"/>
                        </a:lnTo>
                        <a:lnTo>
                          <a:pt x="433" y="25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B1BBFE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6" name="Freeform 16"/>
                  <p:cNvSpPr/>
                  <p:nvPr/>
                </p:nvSpPr>
                <p:spPr bwMode="auto">
                  <a:xfrm>
                    <a:off x="6512018" y="615961"/>
                    <a:ext cx="1370013" cy="804863"/>
                  </a:xfrm>
                  <a:custGeom>
                    <a:avLst/>
                    <a:gdLst>
                      <a:gd name="T0" fmla="*/ 863 w 863"/>
                      <a:gd name="T1" fmla="*/ 254 h 507"/>
                      <a:gd name="T2" fmla="*/ 433 w 863"/>
                      <a:gd name="T3" fmla="*/ 507 h 507"/>
                      <a:gd name="T4" fmla="*/ 0 w 863"/>
                      <a:gd name="T5" fmla="*/ 254 h 507"/>
                      <a:gd name="T6" fmla="*/ 431 w 863"/>
                      <a:gd name="T7" fmla="*/ 0 h 507"/>
                      <a:gd name="T8" fmla="*/ 863 w 863"/>
                      <a:gd name="T9" fmla="*/ 254 h 5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63" h="507">
                        <a:moveTo>
                          <a:pt x="863" y="254"/>
                        </a:moveTo>
                        <a:lnTo>
                          <a:pt x="433" y="507"/>
                        </a:lnTo>
                        <a:lnTo>
                          <a:pt x="0" y="254"/>
                        </a:lnTo>
                        <a:lnTo>
                          <a:pt x="431" y="0"/>
                        </a:lnTo>
                        <a:lnTo>
                          <a:pt x="863" y="25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DADFFE"/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61" name="Freeform 45"/>
              <p:cNvSpPr>
                <a:spLocks noEditPoints="1"/>
              </p:cNvSpPr>
              <p:nvPr/>
            </p:nvSpPr>
            <p:spPr bwMode="auto">
              <a:xfrm>
                <a:off x="4108965" y="2456972"/>
                <a:ext cx="233169" cy="233169"/>
              </a:xfrm>
              <a:custGeom>
                <a:avLst/>
                <a:gdLst/>
                <a:ahLst/>
                <a:cxnLst>
                  <a:cxn ang="0">
                    <a:pos x="27" y="55"/>
                  </a:cxn>
                  <a:cxn ang="0">
                    <a:pos x="0" y="27"/>
                  </a:cxn>
                  <a:cxn ang="0">
                    <a:pos x="27" y="0"/>
                  </a:cxn>
                  <a:cxn ang="0">
                    <a:pos x="55" y="27"/>
                  </a:cxn>
                  <a:cxn ang="0">
                    <a:pos x="27" y="55"/>
                  </a:cxn>
                  <a:cxn ang="0">
                    <a:pos x="45" y="20"/>
                  </a:cxn>
                  <a:cxn ang="0">
                    <a:pos x="42" y="17"/>
                  </a:cxn>
                  <a:cxn ang="0">
                    <a:pos x="40" y="16"/>
                  </a:cxn>
                  <a:cxn ang="0">
                    <a:pos x="38" y="17"/>
                  </a:cxn>
                  <a:cxn ang="0">
                    <a:pos x="24" y="31"/>
                  </a:cxn>
                  <a:cxn ang="0">
                    <a:pos x="16" y="23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9" y="26"/>
                  </a:cxn>
                  <a:cxn ang="0">
                    <a:pos x="9" y="28"/>
                  </a:cxn>
                  <a:cxn ang="0">
                    <a:pos x="9" y="30"/>
                  </a:cxn>
                  <a:cxn ang="0">
                    <a:pos x="22" y="43"/>
                  </a:cxn>
                  <a:cxn ang="0">
                    <a:pos x="24" y="43"/>
                  </a:cxn>
                  <a:cxn ang="0">
                    <a:pos x="26" y="43"/>
                  </a:cxn>
                  <a:cxn ang="0">
                    <a:pos x="45" y="23"/>
                  </a:cxn>
                  <a:cxn ang="0">
                    <a:pos x="46" y="22"/>
                  </a:cxn>
                  <a:cxn ang="0">
                    <a:pos x="45" y="20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5" name="任意多边形: 形状 44"/>
            <p:cNvSpPr/>
            <p:nvPr/>
          </p:nvSpPr>
          <p:spPr>
            <a:xfrm flipH="1">
              <a:off x="2735088" y="2478697"/>
              <a:ext cx="182013" cy="632713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" name="矩形 175"/>
            <p:cNvSpPr/>
            <p:nvPr/>
          </p:nvSpPr>
          <p:spPr>
            <a:xfrm>
              <a:off x="2936961" y="2058694"/>
              <a:ext cx="452532" cy="452532"/>
            </a:xfrm>
            <a:custGeom>
              <a:avLst/>
              <a:gdLst>
                <a:gd name="connsiteX0" fmla="*/ 0 w 452532"/>
                <a:gd name="connsiteY0" fmla="*/ 0 h 452532"/>
                <a:gd name="connsiteX1" fmla="*/ 452532 w 452532"/>
                <a:gd name="connsiteY1" fmla="*/ 0 h 452532"/>
                <a:gd name="connsiteX2" fmla="*/ 452532 w 452532"/>
                <a:gd name="connsiteY2" fmla="*/ 452532 h 452532"/>
                <a:gd name="connsiteX3" fmla="*/ 0 w 452532"/>
                <a:gd name="connsiteY3" fmla="*/ 452532 h 452532"/>
                <a:gd name="connsiteX4" fmla="*/ 0 w 452532"/>
                <a:gd name="connsiteY4" fmla="*/ 0 h 452532"/>
                <a:gd name="connsiteX0-1" fmla="*/ 452532 w 543972"/>
                <a:gd name="connsiteY0-2" fmla="*/ 452532 h 543972"/>
                <a:gd name="connsiteX1-3" fmla="*/ 0 w 543972"/>
                <a:gd name="connsiteY1-4" fmla="*/ 452532 h 543972"/>
                <a:gd name="connsiteX2-5" fmla="*/ 0 w 543972"/>
                <a:gd name="connsiteY2-6" fmla="*/ 0 h 543972"/>
                <a:gd name="connsiteX3-7" fmla="*/ 452532 w 543972"/>
                <a:gd name="connsiteY3-8" fmla="*/ 0 h 543972"/>
                <a:gd name="connsiteX4-9" fmla="*/ 543972 w 543972"/>
                <a:gd name="connsiteY4-10" fmla="*/ 543972 h 543972"/>
                <a:gd name="connsiteX0-11" fmla="*/ 452532 w 452532"/>
                <a:gd name="connsiteY0-12" fmla="*/ 452532 h 452532"/>
                <a:gd name="connsiteX1-13" fmla="*/ 0 w 452532"/>
                <a:gd name="connsiteY1-14" fmla="*/ 452532 h 452532"/>
                <a:gd name="connsiteX2-15" fmla="*/ 0 w 452532"/>
                <a:gd name="connsiteY2-16" fmla="*/ 0 h 452532"/>
                <a:gd name="connsiteX3-17" fmla="*/ 452532 w 452532"/>
                <a:gd name="connsiteY3-18" fmla="*/ 0 h 452532"/>
                <a:gd name="connsiteX0-19" fmla="*/ 0 w 452532"/>
                <a:gd name="connsiteY0-20" fmla="*/ 452532 h 452532"/>
                <a:gd name="connsiteX1-21" fmla="*/ 0 w 452532"/>
                <a:gd name="connsiteY1-22" fmla="*/ 0 h 452532"/>
                <a:gd name="connsiteX2-23" fmla="*/ 452532 w 452532"/>
                <a:gd name="connsiteY2-24" fmla="*/ 0 h 4525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452532" h="452532">
                  <a:moveTo>
                    <a:pt x="0" y="452532"/>
                  </a:moveTo>
                  <a:lnTo>
                    <a:pt x="0" y="0"/>
                  </a:lnTo>
                  <a:lnTo>
                    <a:pt x="452532" y="0"/>
                  </a:lnTo>
                </a:path>
              </a:pathLst>
            </a:custGeom>
            <a:noFill/>
            <a:ln w="25400">
              <a:gradFill flip="none" rotWithShape="1">
                <a:gsLst>
                  <a:gs pos="0">
                    <a:srgbClr val="3749CC">
                      <a:alpha val="0"/>
                    </a:srgbClr>
                  </a:gs>
                  <a:gs pos="63000">
                    <a:srgbClr val="3749CC"/>
                  </a:gs>
                </a:gsLst>
                <a:lin ang="16200000" scaled="1"/>
                <a:tileRect/>
              </a:gradFill>
              <a:tailEnd type="triangle"/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4130469" y="2964381"/>
              <a:ext cx="182013" cy="632713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 flipH="1">
              <a:off x="1969091" y="2964203"/>
              <a:ext cx="182013" cy="632713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3940391" y="2670884"/>
              <a:ext cx="343425" cy="0"/>
            </a:xfrm>
            <a:prstGeom prst="line">
              <a:avLst/>
            </a:prstGeom>
            <a:noFill/>
            <a:ln w="25400">
              <a:gradFill flip="none" rotWithShape="1">
                <a:gsLst>
                  <a:gs pos="0">
                    <a:srgbClr val="3749CC">
                      <a:alpha val="0"/>
                    </a:srgbClr>
                  </a:gs>
                  <a:gs pos="63000">
                    <a:srgbClr val="3749CC"/>
                  </a:gs>
                </a:gsLst>
                <a:lin ang="0" scaled="1"/>
                <a:tileRect/>
              </a:gradFill>
              <a:tailEnd type="triangle"/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1891350" y="2670884"/>
              <a:ext cx="343425" cy="0"/>
            </a:xfrm>
            <a:prstGeom prst="line">
              <a:avLst/>
            </a:prstGeom>
            <a:noFill/>
            <a:ln w="25400">
              <a:gradFill flip="none" rotWithShape="1">
                <a:gsLst>
                  <a:gs pos="0">
                    <a:srgbClr val="3749CC">
                      <a:alpha val="0"/>
                    </a:srgbClr>
                  </a:gs>
                  <a:gs pos="63000">
                    <a:srgbClr val="3749CC"/>
                  </a:gs>
                </a:gsLst>
                <a:lin ang="0" scaled="1"/>
                <a:tileRect/>
              </a:gradFill>
              <a:tailEnd type="triangle"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1" name="任意多边形: 形状 50"/>
            <p:cNvSpPr/>
            <p:nvPr/>
          </p:nvSpPr>
          <p:spPr>
            <a:xfrm flipV="1">
              <a:off x="4161585" y="4534487"/>
              <a:ext cx="269422" cy="722696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 flipH="1" flipV="1">
              <a:off x="1881437" y="4534486"/>
              <a:ext cx="262836" cy="778286"/>
            </a:xfrm>
            <a:custGeom>
              <a:avLst/>
              <a:gdLst>
                <a:gd name="connsiteX0" fmla="*/ 182013 w 182013"/>
                <a:gd name="connsiteY0" fmla="*/ 0 h 632713"/>
                <a:gd name="connsiteX1" fmla="*/ 0 w 182013"/>
                <a:gd name="connsiteY1" fmla="*/ 112675 h 632713"/>
                <a:gd name="connsiteX2" fmla="*/ 0 w 182013"/>
                <a:gd name="connsiteY2" fmla="*/ 632713 h 63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013" h="632713">
                  <a:moveTo>
                    <a:pt x="182013" y="0"/>
                  </a:moveTo>
                  <a:lnTo>
                    <a:pt x="0" y="112675"/>
                  </a:lnTo>
                  <a:lnTo>
                    <a:pt x="0" y="632713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5400000" scaled="1"/>
                <a:tileRect/>
              </a:gradFill>
              <a:prstDash val="dash"/>
              <a:headEnd type="none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376665" y="4327497"/>
              <a:ext cx="269422" cy="1412422"/>
            </a:xfrm>
            <a:custGeom>
              <a:avLst/>
              <a:gdLst>
                <a:gd name="connsiteX0" fmla="*/ 0 w 269422"/>
                <a:gd name="connsiteY0" fmla="*/ 0 h 1412422"/>
                <a:gd name="connsiteX1" fmla="*/ 106136 w 269422"/>
                <a:gd name="connsiteY1" fmla="*/ 57150 h 1412422"/>
                <a:gd name="connsiteX2" fmla="*/ 106136 w 269422"/>
                <a:gd name="connsiteY2" fmla="*/ 1322615 h 1412422"/>
                <a:gd name="connsiteX3" fmla="*/ 269422 w 269422"/>
                <a:gd name="connsiteY3" fmla="*/ 1412422 h 1412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422" h="1412422">
                  <a:moveTo>
                    <a:pt x="0" y="0"/>
                  </a:moveTo>
                  <a:lnTo>
                    <a:pt x="106136" y="57150"/>
                  </a:lnTo>
                  <a:lnTo>
                    <a:pt x="106136" y="1322615"/>
                  </a:lnTo>
                  <a:lnTo>
                    <a:pt x="269422" y="1412422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16200000" scaled="1"/>
                <a:tileRect/>
              </a:gradFill>
              <a:prstDash val="dash"/>
              <a:headEnd type="oval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 flipH="1">
              <a:off x="2631561" y="4327497"/>
              <a:ext cx="269422" cy="1412422"/>
            </a:xfrm>
            <a:custGeom>
              <a:avLst/>
              <a:gdLst>
                <a:gd name="connsiteX0" fmla="*/ 0 w 269422"/>
                <a:gd name="connsiteY0" fmla="*/ 0 h 1412422"/>
                <a:gd name="connsiteX1" fmla="*/ 106136 w 269422"/>
                <a:gd name="connsiteY1" fmla="*/ 57150 h 1412422"/>
                <a:gd name="connsiteX2" fmla="*/ 106136 w 269422"/>
                <a:gd name="connsiteY2" fmla="*/ 1322615 h 1412422"/>
                <a:gd name="connsiteX3" fmla="*/ 269422 w 269422"/>
                <a:gd name="connsiteY3" fmla="*/ 1412422 h 1412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422" h="1412422">
                  <a:moveTo>
                    <a:pt x="0" y="0"/>
                  </a:moveTo>
                  <a:lnTo>
                    <a:pt x="106136" y="57150"/>
                  </a:lnTo>
                  <a:lnTo>
                    <a:pt x="106136" y="1322615"/>
                  </a:lnTo>
                  <a:lnTo>
                    <a:pt x="269422" y="1412422"/>
                  </a:lnTo>
                </a:path>
              </a:pathLst>
            </a:custGeom>
            <a:noFill/>
            <a:ln w="12700">
              <a:gradFill flip="none" rotWithShape="1">
                <a:gsLst>
                  <a:gs pos="0">
                    <a:srgbClr val="7584E5"/>
                  </a:gs>
                  <a:gs pos="100000">
                    <a:srgbClr val="02F276"/>
                  </a:gs>
                </a:gsLst>
                <a:lin ang="16200000" scaled="1"/>
                <a:tileRect/>
              </a:gradFill>
              <a:prstDash val="dash"/>
              <a:headEnd type="oval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5" name="图形 15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/>
            <p:cNvSpPr/>
            <p:nvPr/>
          </p:nvSpPr>
          <p:spPr>
            <a:xfrm>
              <a:off x="2983042" y="3929913"/>
              <a:ext cx="246077" cy="300761"/>
            </a:xfrm>
            <a:custGeom>
              <a:avLst/>
              <a:gdLst>
                <a:gd name="connsiteX0" fmla="*/ 85725 w 171450"/>
                <a:gd name="connsiteY0" fmla="*/ 0 h 209550"/>
                <a:gd name="connsiteX1" fmla="*/ 0 w 171450"/>
                <a:gd name="connsiteY1" fmla="*/ 38100 h 209550"/>
                <a:gd name="connsiteX2" fmla="*/ 0 w 171450"/>
                <a:gd name="connsiteY2" fmla="*/ 95250 h 209550"/>
                <a:gd name="connsiteX3" fmla="*/ 85725 w 171450"/>
                <a:gd name="connsiteY3" fmla="*/ 209550 h 209550"/>
                <a:gd name="connsiteX4" fmla="*/ 171450 w 171450"/>
                <a:gd name="connsiteY4" fmla="*/ 95250 h 209550"/>
                <a:gd name="connsiteX5" fmla="*/ 171450 w 171450"/>
                <a:gd name="connsiteY5" fmla="*/ 38100 h 209550"/>
                <a:gd name="connsiteX6" fmla="*/ 85725 w 171450"/>
                <a:gd name="connsiteY6" fmla="*/ 0 h 209550"/>
                <a:gd name="connsiteX7" fmla="*/ 66675 w 171450"/>
                <a:gd name="connsiteY7" fmla="*/ 152400 h 209550"/>
                <a:gd name="connsiteX8" fmla="*/ 28575 w 171450"/>
                <a:gd name="connsiteY8" fmla="*/ 114300 h 209550"/>
                <a:gd name="connsiteX9" fmla="*/ 42005 w 171450"/>
                <a:gd name="connsiteY9" fmla="*/ 100870 h 209550"/>
                <a:gd name="connsiteX10" fmla="*/ 66675 w 171450"/>
                <a:gd name="connsiteY10" fmla="*/ 125444 h 209550"/>
                <a:gd name="connsiteX11" fmla="*/ 129445 w 171450"/>
                <a:gd name="connsiteY11" fmla="*/ 62675 h 209550"/>
                <a:gd name="connsiteX12" fmla="*/ 142875 w 171450"/>
                <a:gd name="connsiteY12" fmla="*/ 76200 h 209550"/>
                <a:gd name="connsiteX13" fmla="*/ 66675 w 171450"/>
                <a:gd name="connsiteY13" fmla="*/ 1524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1450" h="209550">
                  <a:moveTo>
                    <a:pt x="85725" y="0"/>
                  </a:moveTo>
                  <a:lnTo>
                    <a:pt x="0" y="38100"/>
                  </a:lnTo>
                  <a:lnTo>
                    <a:pt x="0" y="95250"/>
                  </a:lnTo>
                  <a:cubicBezTo>
                    <a:pt x="0" y="148114"/>
                    <a:pt x="36576" y="197549"/>
                    <a:pt x="85725" y="209550"/>
                  </a:cubicBezTo>
                  <a:cubicBezTo>
                    <a:pt x="134874" y="197549"/>
                    <a:pt x="171450" y="148114"/>
                    <a:pt x="171450" y="95250"/>
                  </a:cubicBezTo>
                  <a:lnTo>
                    <a:pt x="171450" y="38100"/>
                  </a:lnTo>
                  <a:lnTo>
                    <a:pt x="85725" y="0"/>
                  </a:lnTo>
                  <a:close/>
                  <a:moveTo>
                    <a:pt x="66675" y="152400"/>
                  </a:moveTo>
                  <a:lnTo>
                    <a:pt x="28575" y="114300"/>
                  </a:lnTo>
                  <a:lnTo>
                    <a:pt x="42005" y="100870"/>
                  </a:lnTo>
                  <a:lnTo>
                    <a:pt x="66675" y="125444"/>
                  </a:lnTo>
                  <a:lnTo>
                    <a:pt x="129445" y="62675"/>
                  </a:lnTo>
                  <a:lnTo>
                    <a:pt x="142875" y="76200"/>
                  </a:lnTo>
                  <a:lnTo>
                    <a:pt x="66675" y="152400"/>
                  </a:lnTo>
                  <a:close/>
                </a:path>
              </a:pathLst>
            </a:custGeom>
            <a:solidFill>
              <a:srgbClr val="02F276"/>
            </a:solidFill>
            <a:ln w="9525" cap="flat">
              <a:noFill/>
              <a:prstDash val="solid"/>
              <a:miter/>
            </a:ln>
            <a:scene3d>
              <a:camera prst="isometricTopUp"/>
              <a:lightRig rig="threePt" dir="t"/>
            </a:scene3d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7" name="菱形 56"/>
            <p:cNvSpPr/>
            <p:nvPr/>
          </p:nvSpPr>
          <p:spPr>
            <a:xfrm>
              <a:off x="1322298" y="3006316"/>
              <a:ext cx="3647099" cy="2112984"/>
            </a:xfrm>
            <a:prstGeom prst="diamond">
              <a:avLst/>
            </a:prstGeom>
            <a:noFill/>
            <a:ln w="6350">
              <a:solidFill>
                <a:srgbClr val="8E9C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5" name="文本框 12"/>
            <p:cNvSpPr txBox="1"/>
            <p:nvPr/>
          </p:nvSpPr>
          <p:spPr>
            <a:xfrm>
              <a:off x="2992501" y="6250729"/>
              <a:ext cx="595035" cy="338554"/>
            </a:xfrm>
            <a:prstGeom prst="rect">
              <a:avLst/>
            </a:prstGeom>
            <a:noFill/>
            <a:scene3d>
              <a:camera prst="isometricTopUp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6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数据</a:t>
              </a:r>
            </a:p>
          </p:txBody>
        </p:sp>
        <p:sp>
          <p:nvSpPr>
            <p:cNvPr id="172" name="文本框 39"/>
            <p:cNvSpPr txBox="1"/>
            <p:nvPr/>
          </p:nvSpPr>
          <p:spPr>
            <a:xfrm rot="19787778">
              <a:off x="1064549" y="3759384"/>
              <a:ext cx="1082348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FastAPI Router</a:t>
              </a:r>
            </a:p>
          </p:txBody>
        </p:sp>
        <p:sp>
          <p:nvSpPr>
            <p:cNvPr id="205" name="文本框 39"/>
            <p:cNvSpPr txBox="1"/>
            <p:nvPr/>
          </p:nvSpPr>
          <p:spPr>
            <a:xfrm rot="1788894">
              <a:off x="1344854" y="4578227"/>
              <a:ext cx="1467068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Sentence Transformer</a:t>
              </a:r>
            </a:p>
          </p:txBody>
        </p:sp>
        <p:sp>
          <p:nvSpPr>
            <p:cNvPr id="206" name="文本框 39"/>
            <p:cNvSpPr txBox="1"/>
            <p:nvPr/>
          </p:nvSpPr>
          <p:spPr>
            <a:xfrm rot="19787778">
              <a:off x="2191058" y="3230023"/>
              <a:ext cx="718466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JWT鉴权</a:t>
              </a:r>
            </a:p>
          </p:txBody>
        </p:sp>
        <p:sp>
          <p:nvSpPr>
            <p:cNvPr id="207" name="文本框 39"/>
            <p:cNvSpPr txBox="1"/>
            <p:nvPr/>
          </p:nvSpPr>
          <p:spPr>
            <a:xfrm rot="1768312">
              <a:off x="3325971" y="3188436"/>
              <a:ext cx="726481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RAG检索</a:t>
              </a:r>
            </a:p>
          </p:txBody>
        </p:sp>
        <p:sp>
          <p:nvSpPr>
            <p:cNvPr id="209" name="文本框 39"/>
            <p:cNvSpPr txBox="1"/>
            <p:nvPr/>
          </p:nvSpPr>
          <p:spPr>
            <a:xfrm rot="19695356">
              <a:off x="3171033" y="4654569"/>
              <a:ext cx="1552028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Pdfkit/Markdown转PDF</a:t>
              </a:r>
            </a:p>
          </p:txBody>
        </p:sp>
        <p:sp>
          <p:nvSpPr>
            <p:cNvPr id="210" name="文本框 39"/>
            <p:cNvSpPr txBox="1"/>
            <p:nvPr/>
          </p:nvSpPr>
          <p:spPr>
            <a:xfrm rot="1942019">
              <a:off x="4241299" y="3789380"/>
              <a:ext cx="973343" cy="246221"/>
            </a:xfrm>
            <a:prstGeom prst="rect">
              <a:avLst/>
            </a:prstGeom>
            <a:noFill/>
            <a:scene3d>
              <a:camera prst="perspectiveFront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0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DeepSeek API</a:t>
              </a:r>
            </a:p>
          </p:txBody>
        </p:sp>
        <p:sp>
          <p:nvSpPr>
            <p:cNvPr id="212" name="文本框 135"/>
            <p:cNvSpPr txBox="1"/>
            <p:nvPr/>
          </p:nvSpPr>
          <p:spPr>
            <a:xfrm>
              <a:off x="2505207" y="5921065"/>
              <a:ext cx="697627" cy="553998"/>
            </a:xfrm>
            <a:prstGeom prst="rect">
              <a:avLst/>
            </a:prstGeom>
            <a:noFill/>
            <a:scene3d>
              <a:camera prst="isometricTopUp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b="1" dirty="0" err="1"/>
                <a:t>GaussDB</a:t>
              </a:r>
              <a:r>
                <a:rPr lang="en-US" altLang="zh-CN" sz="1000" b="1" dirty="0"/>
                <a:t> </a:t>
              </a:r>
            </a:p>
            <a:p>
              <a:pPr algn="ctr"/>
              <a:r>
                <a:rPr lang="zh-CN" altLang="en-US" sz="1000" b="1" dirty="0"/>
                <a:t>分析引擎</a:t>
              </a:r>
              <a:endParaRPr lang="zh-CN" altLang="en-US" sz="1000" dirty="0"/>
            </a:p>
            <a:p>
              <a:pPr algn="ctr"/>
              <a:endParaRPr lang="zh-CN" sz="1000" b="1" noProof="1"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6" name="文本框 12"/>
            <p:cNvSpPr txBox="1"/>
            <p:nvPr/>
          </p:nvSpPr>
          <p:spPr>
            <a:xfrm>
              <a:off x="2965412" y="4046364"/>
              <a:ext cx="595036" cy="338554"/>
            </a:xfrm>
            <a:prstGeom prst="rect">
              <a:avLst/>
            </a:prstGeom>
            <a:noFill/>
            <a:scene3d>
              <a:camera prst="isometricTopUp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6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技术</a:t>
              </a:r>
            </a:p>
          </p:txBody>
        </p:sp>
        <p:sp>
          <p:nvSpPr>
            <p:cNvPr id="217" name="文本框 12"/>
            <p:cNvSpPr txBox="1"/>
            <p:nvPr/>
          </p:nvSpPr>
          <p:spPr>
            <a:xfrm>
              <a:off x="2781629" y="2079581"/>
              <a:ext cx="595036" cy="338554"/>
            </a:xfrm>
            <a:prstGeom prst="rect">
              <a:avLst/>
            </a:prstGeom>
            <a:noFill/>
            <a:scene3d>
              <a:camera prst="isometricTopUp"/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6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业务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0FC90DBE-E569-47A9-987E-A8A254F61963}"/>
              </a:ext>
            </a:extLst>
          </p:cNvPr>
          <p:cNvGrpSpPr/>
          <p:nvPr/>
        </p:nvGrpSpPr>
        <p:grpSpPr>
          <a:xfrm>
            <a:off x="1027061" y="2213697"/>
            <a:ext cx="4721279" cy="1207342"/>
            <a:chOff x="2106613" y="1500187"/>
            <a:chExt cx="7426324" cy="4559300"/>
          </a:xfrm>
        </p:grpSpPr>
        <p:sp>
          <p:nvSpPr>
            <p:cNvPr id="178" name="Freeform 5">
              <a:extLst>
                <a:ext uri="{FF2B5EF4-FFF2-40B4-BE49-F238E27FC236}">
                  <a16:creationId xmlns:a16="http://schemas.microsoft.com/office/drawing/2014/main" id="{9646BB83-5BDA-42EC-AF1E-79625863F574}"/>
                </a:ext>
              </a:extLst>
            </p:cNvPr>
            <p:cNvSpPr/>
            <p:nvPr/>
          </p:nvSpPr>
          <p:spPr bwMode="auto">
            <a:xfrm>
              <a:off x="2436813" y="3640137"/>
              <a:ext cx="6761162" cy="2419350"/>
            </a:xfrm>
            <a:custGeom>
              <a:avLst/>
              <a:gdLst>
                <a:gd name="T0" fmla="*/ 8434 w 8434"/>
                <a:gd name="T1" fmla="*/ 24 h 3018"/>
                <a:gd name="T2" fmla="*/ 8433 w 8434"/>
                <a:gd name="T3" fmla="*/ 350 h 3018"/>
                <a:gd name="T4" fmla="*/ 7208 w 8434"/>
                <a:gd name="T5" fmla="*/ 2065 h 3018"/>
                <a:gd name="T6" fmla="*/ 1246 w 8434"/>
                <a:gd name="T7" fmla="*/ 2065 h 3018"/>
                <a:gd name="T8" fmla="*/ 2 w 8434"/>
                <a:gd name="T9" fmla="*/ 326 h 3018"/>
                <a:gd name="T10" fmla="*/ 3 w 8434"/>
                <a:gd name="T11" fmla="*/ 0 h 3018"/>
                <a:gd name="T12" fmla="*/ 1247 w 8434"/>
                <a:gd name="T13" fmla="*/ 1739 h 3018"/>
                <a:gd name="T14" fmla="*/ 7209 w 8434"/>
                <a:gd name="T15" fmla="*/ 1739 h 3018"/>
                <a:gd name="T16" fmla="*/ 8434 w 8434"/>
                <a:gd name="T17" fmla="*/ 24 h 3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34" h="3018">
                  <a:moveTo>
                    <a:pt x="8434" y="24"/>
                  </a:moveTo>
                  <a:cubicBezTo>
                    <a:pt x="8433" y="350"/>
                    <a:pt x="8433" y="350"/>
                    <a:pt x="8433" y="350"/>
                  </a:cubicBezTo>
                  <a:cubicBezTo>
                    <a:pt x="8431" y="971"/>
                    <a:pt x="8023" y="1591"/>
                    <a:pt x="7208" y="2065"/>
                  </a:cubicBezTo>
                  <a:cubicBezTo>
                    <a:pt x="5567" y="3018"/>
                    <a:pt x="2898" y="3018"/>
                    <a:pt x="1246" y="2065"/>
                  </a:cubicBezTo>
                  <a:cubicBezTo>
                    <a:pt x="415" y="1585"/>
                    <a:pt x="0" y="955"/>
                    <a:pt x="2" y="32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629"/>
                    <a:pt x="416" y="1259"/>
                    <a:pt x="1247" y="1739"/>
                  </a:cubicBezTo>
                  <a:cubicBezTo>
                    <a:pt x="2899" y="2692"/>
                    <a:pt x="5568" y="2692"/>
                    <a:pt x="7209" y="1739"/>
                  </a:cubicBezTo>
                  <a:cubicBezTo>
                    <a:pt x="8024" y="1265"/>
                    <a:pt x="8432" y="645"/>
                    <a:pt x="8434" y="2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7584E5"/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9" name="Freeform 6">
              <a:extLst>
                <a:ext uri="{FF2B5EF4-FFF2-40B4-BE49-F238E27FC236}">
                  <a16:creationId xmlns:a16="http://schemas.microsoft.com/office/drawing/2014/main" id="{D2376BDF-D949-4283-9B92-3CB99FD95EBC}"/>
                </a:ext>
              </a:extLst>
            </p:cNvPr>
            <p:cNvSpPr/>
            <p:nvPr/>
          </p:nvSpPr>
          <p:spPr bwMode="auto">
            <a:xfrm>
              <a:off x="2106613" y="1500187"/>
              <a:ext cx="7426324" cy="4298950"/>
            </a:xfrm>
            <a:custGeom>
              <a:avLst/>
              <a:gdLst>
                <a:gd name="T0" fmla="*/ 7602 w 9263"/>
                <a:gd name="T1" fmla="*/ 953 h 5360"/>
                <a:gd name="T2" fmla="*/ 7622 w 9263"/>
                <a:gd name="T3" fmla="*/ 4407 h 5360"/>
                <a:gd name="T4" fmla="*/ 1660 w 9263"/>
                <a:gd name="T5" fmla="*/ 4407 h 5360"/>
                <a:gd name="T6" fmla="*/ 1641 w 9263"/>
                <a:gd name="T7" fmla="*/ 953 h 5360"/>
                <a:gd name="T8" fmla="*/ 7602 w 9263"/>
                <a:gd name="T9" fmla="*/ 953 h 5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63" h="5360">
                  <a:moveTo>
                    <a:pt x="7602" y="953"/>
                  </a:moveTo>
                  <a:cubicBezTo>
                    <a:pt x="9254" y="1907"/>
                    <a:pt x="9263" y="3453"/>
                    <a:pt x="7622" y="4407"/>
                  </a:cubicBezTo>
                  <a:cubicBezTo>
                    <a:pt x="5981" y="5360"/>
                    <a:pt x="3312" y="5360"/>
                    <a:pt x="1660" y="4407"/>
                  </a:cubicBezTo>
                  <a:cubicBezTo>
                    <a:pt x="8" y="3453"/>
                    <a:pt x="0" y="1907"/>
                    <a:pt x="1641" y="953"/>
                  </a:cubicBezTo>
                  <a:cubicBezTo>
                    <a:pt x="3281" y="0"/>
                    <a:pt x="5951" y="0"/>
                    <a:pt x="7602" y="9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EB3D4"/>
                </a:gs>
                <a:gs pos="100000">
                  <a:srgbClr val="FAFBFF"/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12" name="文本框 11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方案设计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Scheme Design</a:t>
                </a:r>
              </a:p>
            </p:txBody>
          </p:sp>
        </p:grpSp>
      </p:grpSp>
      <p:sp>
        <p:nvSpPr>
          <p:cNvPr id="184" name="矩形 183">
            <a:extLst>
              <a:ext uri="{FF2B5EF4-FFF2-40B4-BE49-F238E27FC236}">
                <a16:creationId xmlns:a16="http://schemas.microsoft.com/office/drawing/2014/main" id="{9DA4D885-7DCE-4422-8755-497747C286E6}"/>
              </a:ext>
            </a:extLst>
          </p:cNvPr>
          <p:cNvSpPr/>
          <p:nvPr/>
        </p:nvSpPr>
        <p:spPr>
          <a:xfrm>
            <a:off x="293228" y="1181437"/>
            <a:ext cx="981597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24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业务场景层</a:t>
            </a:r>
          </a:p>
        </p:txBody>
      </p:sp>
      <p:sp>
        <p:nvSpPr>
          <p:cNvPr id="186" name="箭头: 下 185">
            <a:extLst>
              <a:ext uri="{FF2B5EF4-FFF2-40B4-BE49-F238E27FC236}">
                <a16:creationId xmlns:a16="http://schemas.microsoft.com/office/drawing/2014/main" id="{EADBC558-B5D1-4297-A7EB-147BF32FE450}"/>
              </a:ext>
            </a:extLst>
          </p:cNvPr>
          <p:cNvSpPr/>
          <p:nvPr/>
        </p:nvSpPr>
        <p:spPr>
          <a:xfrm>
            <a:off x="4252228" y="3167251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BF65A827-917A-4D27-A6B9-ECD9BCDAE642}"/>
              </a:ext>
            </a:extLst>
          </p:cNvPr>
          <p:cNvGrpSpPr/>
          <p:nvPr/>
        </p:nvGrpSpPr>
        <p:grpSpPr>
          <a:xfrm rot="19792926">
            <a:off x="170735" y="2567111"/>
            <a:ext cx="6318562" cy="3721083"/>
            <a:chOff x="3135055" y="1088527"/>
            <a:chExt cx="7084882" cy="4172379"/>
          </a:xfrm>
        </p:grpSpPr>
        <p:sp>
          <p:nvSpPr>
            <p:cNvPr id="361" name="Freeform 20">
              <a:extLst>
                <a:ext uri="{FF2B5EF4-FFF2-40B4-BE49-F238E27FC236}">
                  <a16:creationId xmlns:a16="http://schemas.microsoft.com/office/drawing/2014/main" id="{4D9D68C2-6275-4B27-B850-AECB3DFA6A4B}"/>
                </a:ext>
              </a:extLst>
            </p:cNvPr>
            <p:cNvSpPr/>
            <p:nvPr/>
          </p:nvSpPr>
          <p:spPr bwMode="auto">
            <a:xfrm>
              <a:off x="3150234" y="1968921"/>
              <a:ext cx="7054524" cy="3291985"/>
            </a:xfrm>
            <a:custGeom>
              <a:avLst/>
              <a:gdLst>
                <a:gd name="T0" fmla="*/ 3174 w 3196"/>
                <a:gd name="T1" fmla="*/ 1088 h 1489"/>
                <a:gd name="T2" fmla="*/ 2568 w 3196"/>
                <a:gd name="T3" fmla="*/ 1440 h 1489"/>
                <a:gd name="T4" fmla="*/ 2463 w 3196"/>
                <a:gd name="T5" fmla="*/ 1440 h 1489"/>
                <a:gd name="T6" fmla="*/ 22 w 3196"/>
                <a:gd name="T7" fmla="*/ 30 h 1489"/>
                <a:gd name="T8" fmla="*/ 0 w 3196"/>
                <a:gd name="T9" fmla="*/ 0 h 1489"/>
                <a:gd name="T10" fmla="*/ 0 w 3196"/>
                <a:gd name="T11" fmla="*/ 32 h 1489"/>
                <a:gd name="T12" fmla="*/ 22 w 3196"/>
                <a:gd name="T13" fmla="*/ 63 h 1489"/>
                <a:gd name="T14" fmla="*/ 2463 w 3196"/>
                <a:gd name="T15" fmla="*/ 1473 h 1489"/>
                <a:gd name="T16" fmla="*/ 2568 w 3196"/>
                <a:gd name="T17" fmla="*/ 1473 h 1489"/>
                <a:gd name="T18" fmla="*/ 3174 w 3196"/>
                <a:gd name="T19" fmla="*/ 1120 h 1489"/>
                <a:gd name="T20" fmla="*/ 3196 w 3196"/>
                <a:gd name="T21" fmla="*/ 1090 h 1489"/>
                <a:gd name="T22" fmla="*/ 3196 w 3196"/>
                <a:gd name="T23" fmla="*/ 1057 h 1489"/>
                <a:gd name="T24" fmla="*/ 3174 w 3196"/>
                <a:gd name="T25" fmla="*/ 1088 h 1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96" h="1489">
                  <a:moveTo>
                    <a:pt x="3174" y="1088"/>
                  </a:moveTo>
                  <a:cubicBezTo>
                    <a:pt x="2568" y="1440"/>
                    <a:pt x="2568" y="1440"/>
                    <a:pt x="2568" y="1440"/>
                  </a:cubicBezTo>
                  <a:cubicBezTo>
                    <a:pt x="2539" y="1457"/>
                    <a:pt x="2492" y="1457"/>
                    <a:pt x="2463" y="144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7" y="22"/>
                    <a:pt x="0" y="11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44"/>
                    <a:pt x="7" y="55"/>
                    <a:pt x="22" y="63"/>
                  </a:cubicBezTo>
                  <a:cubicBezTo>
                    <a:pt x="2463" y="1473"/>
                    <a:pt x="2463" y="1473"/>
                    <a:pt x="2463" y="1473"/>
                  </a:cubicBezTo>
                  <a:cubicBezTo>
                    <a:pt x="2492" y="1489"/>
                    <a:pt x="2539" y="1489"/>
                    <a:pt x="2568" y="1473"/>
                  </a:cubicBezTo>
                  <a:cubicBezTo>
                    <a:pt x="3174" y="1120"/>
                    <a:pt x="3174" y="1120"/>
                    <a:pt x="3174" y="1120"/>
                  </a:cubicBezTo>
                  <a:cubicBezTo>
                    <a:pt x="3188" y="1112"/>
                    <a:pt x="3196" y="1101"/>
                    <a:pt x="3196" y="1090"/>
                  </a:cubicBezTo>
                  <a:cubicBezTo>
                    <a:pt x="3196" y="1057"/>
                    <a:pt x="3196" y="1057"/>
                    <a:pt x="3196" y="1057"/>
                  </a:cubicBezTo>
                  <a:cubicBezTo>
                    <a:pt x="3196" y="1068"/>
                    <a:pt x="3188" y="1079"/>
                    <a:pt x="3174" y="1088"/>
                  </a:cubicBezTo>
                  <a:close/>
                </a:path>
              </a:pathLst>
            </a:custGeom>
            <a:solidFill>
              <a:srgbClr val="5767D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/>
            </a:p>
          </p:txBody>
        </p:sp>
        <p:sp>
          <p:nvSpPr>
            <p:cNvPr id="362" name="Freeform 21">
              <a:extLst>
                <a:ext uri="{FF2B5EF4-FFF2-40B4-BE49-F238E27FC236}">
                  <a16:creationId xmlns:a16="http://schemas.microsoft.com/office/drawing/2014/main" id="{4ADA8E41-856F-458D-AA5F-EAB1062DEAB4}"/>
                </a:ext>
              </a:extLst>
            </p:cNvPr>
            <p:cNvSpPr/>
            <p:nvPr/>
          </p:nvSpPr>
          <p:spPr bwMode="auto">
            <a:xfrm>
              <a:off x="3135055" y="1088527"/>
              <a:ext cx="7084882" cy="4100277"/>
            </a:xfrm>
            <a:custGeom>
              <a:avLst/>
              <a:gdLst>
                <a:gd name="T0" fmla="*/ 3181 w 3210"/>
                <a:gd name="T1" fmla="*/ 1426 h 1856"/>
                <a:gd name="T2" fmla="*/ 3181 w 3210"/>
                <a:gd name="T3" fmla="*/ 1487 h 1856"/>
                <a:gd name="T4" fmla="*/ 2575 w 3210"/>
                <a:gd name="T5" fmla="*/ 1839 h 1856"/>
                <a:gd name="T6" fmla="*/ 2470 w 3210"/>
                <a:gd name="T7" fmla="*/ 1839 h 1856"/>
                <a:gd name="T8" fmla="*/ 29 w 3210"/>
                <a:gd name="T9" fmla="*/ 429 h 1856"/>
                <a:gd name="T10" fmla="*/ 28 w 3210"/>
                <a:gd name="T11" fmla="*/ 369 h 1856"/>
                <a:gd name="T12" fmla="*/ 635 w 3210"/>
                <a:gd name="T13" fmla="*/ 16 h 1856"/>
                <a:gd name="T14" fmla="*/ 739 w 3210"/>
                <a:gd name="T15" fmla="*/ 16 h 1856"/>
                <a:gd name="T16" fmla="*/ 3181 w 3210"/>
                <a:gd name="T17" fmla="*/ 1426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10" h="1856">
                  <a:moveTo>
                    <a:pt x="3181" y="1426"/>
                  </a:moveTo>
                  <a:cubicBezTo>
                    <a:pt x="3210" y="1443"/>
                    <a:pt x="3210" y="1470"/>
                    <a:pt x="3181" y="1487"/>
                  </a:cubicBezTo>
                  <a:cubicBezTo>
                    <a:pt x="2575" y="1839"/>
                    <a:pt x="2575" y="1839"/>
                    <a:pt x="2575" y="1839"/>
                  </a:cubicBezTo>
                  <a:cubicBezTo>
                    <a:pt x="2546" y="1856"/>
                    <a:pt x="2499" y="1856"/>
                    <a:pt x="2470" y="1839"/>
                  </a:cubicBezTo>
                  <a:cubicBezTo>
                    <a:pt x="29" y="429"/>
                    <a:pt x="29" y="429"/>
                    <a:pt x="29" y="429"/>
                  </a:cubicBezTo>
                  <a:cubicBezTo>
                    <a:pt x="0" y="413"/>
                    <a:pt x="0" y="385"/>
                    <a:pt x="28" y="369"/>
                  </a:cubicBezTo>
                  <a:cubicBezTo>
                    <a:pt x="635" y="16"/>
                    <a:pt x="635" y="16"/>
                    <a:pt x="635" y="16"/>
                  </a:cubicBezTo>
                  <a:cubicBezTo>
                    <a:pt x="664" y="0"/>
                    <a:pt x="710" y="0"/>
                    <a:pt x="739" y="16"/>
                  </a:cubicBezTo>
                  <a:lnTo>
                    <a:pt x="3181" y="142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/>
            </a:p>
          </p:txBody>
        </p: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0AF86C41-8197-4F10-B5CC-C415B930D5BE}"/>
              </a:ext>
            </a:extLst>
          </p:cNvPr>
          <p:cNvGrpSpPr/>
          <p:nvPr/>
        </p:nvGrpSpPr>
        <p:grpSpPr>
          <a:xfrm rot="19762716">
            <a:off x="1099245" y="4994737"/>
            <a:ext cx="3747022" cy="2226919"/>
            <a:chOff x="2753318" y="3841218"/>
            <a:chExt cx="3487738" cy="2072822"/>
          </a:xfrm>
        </p:grpSpPr>
        <p:sp>
          <p:nvSpPr>
            <p:cNvPr id="359" name="Freeform 22">
              <a:extLst>
                <a:ext uri="{FF2B5EF4-FFF2-40B4-BE49-F238E27FC236}">
                  <a16:creationId xmlns:a16="http://schemas.microsoft.com/office/drawing/2014/main" id="{E9A5569C-F9BB-45C7-AF1F-C69D3735B50C}"/>
                </a:ext>
              </a:extLst>
            </p:cNvPr>
            <p:cNvSpPr/>
            <p:nvPr/>
          </p:nvSpPr>
          <p:spPr bwMode="auto">
            <a:xfrm>
              <a:off x="2753902" y="4231290"/>
              <a:ext cx="3460750" cy="1682750"/>
            </a:xfrm>
            <a:custGeom>
              <a:avLst/>
              <a:gdLst>
                <a:gd name="T0" fmla="*/ 1853 w 1874"/>
                <a:gd name="T1" fmla="*/ 692 h 910"/>
                <a:gd name="T2" fmla="*/ 1564 w 1874"/>
                <a:gd name="T3" fmla="*/ 860 h 910"/>
                <a:gd name="T4" fmla="*/ 1459 w 1874"/>
                <a:gd name="T5" fmla="*/ 860 h 910"/>
                <a:gd name="T6" fmla="*/ 22 w 1874"/>
                <a:gd name="T7" fmla="*/ 30 h 910"/>
                <a:gd name="T8" fmla="*/ 0 w 1874"/>
                <a:gd name="T9" fmla="*/ 0 h 910"/>
                <a:gd name="T10" fmla="*/ 0 w 1874"/>
                <a:gd name="T11" fmla="*/ 33 h 910"/>
                <a:gd name="T12" fmla="*/ 22 w 1874"/>
                <a:gd name="T13" fmla="*/ 63 h 910"/>
                <a:gd name="T14" fmla="*/ 1459 w 1874"/>
                <a:gd name="T15" fmla="*/ 893 h 910"/>
                <a:gd name="T16" fmla="*/ 1564 w 1874"/>
                <a:gd name="T17" fmla="*/ 893 h 910"/>
                <a:gd name="T18" fmla="*/ 1853 w 1874"/>
                <a:gd name="T19" fmla="*/ 725 h 910"/>
                <a:gd name="T20" fmla="*/ 1874 w 1874"/>
                <a:gd name="T21" fmla="*/ 695 h 910"/>
                <a:gd name="T22" fmla="*/ 1874 w 1874"/>
                <a:gd name="T23" fmla="*/ 662 h 910"/>
                <a:gd name="T24" fmla="*/ 1853 w 1874"/>
                <a:gd name="T25" fmla="*/ 692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74" h="910">
                  <a:moveTo>
                    <a:pt x="1853" y="692"/>
                  </a:moveTo>
                  <a:cubicBezTo>
                    <a:pt x="1564" y="860"/>
                    <a:pt x="1564" y="860"/>
                    <a:pt x="1564" y="860"/>
                  </a:cubicBezTo>
                  <a:cubicBezTo>
                    <a:pt x="1535" y="877"/>
                    <a:pt x="1488" y="877"/>
                    <a:pt x="1459" y="86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8" y="22"/>
                    <a:pt x="0" y="11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44"/>
                    <a:pt x="7" y="55"/>
                    <a:pt x="22" y="63"/>
                  </a:cubicBezTo>
                  <a:cubicBezTo>
                    <a:pt x="1459" y="893"/>
                    <a:pt x="1459" y="893"/>
                    <a:pt x="1459" y="893"/>
                  </a:cubicBezTo>
                  <a:cubicBezTo>
                    <a:pt x="1488" y="910"/>
                    <a:pt x="1535" y="910"/>
                    <a:pt x="1564" y="893"/>
                  </a:cubicBezTo>
                  <a:cubicBezTo>
                    <a:pt x="1853" y="725"/>
                    <a:pt x="1853" y="725"/>
                    <a:pt x="1853" y="725"/>
                  </a:cubicBezTo>
                  <a:cubicBezTo>
                    <a:pt x="1867" y="717"/>
                    <a:pt x="1874" y="706"/>
                    <a:pt x="1874" y="695"/>
                  </a:cubicBezTo>
                  <a:cubicBezTo>
                    <a:pt x="1874" y="662"/>
                    <a:pt x="1874" y="662"/>
                    <a:pt x="1874" y="662"/>
                  </a:cubicBezTo>
                  <a:cubicBezTo>
                    <a:pt x="1874" y="673"/>
                    <a:pt x="1867" y="684"/>
                    <a:pt x="1853" y="692"/>
                  </a:cubicBezTo>
                  <a:close/>
                </a:path>
              </a:pathLst>
            </a:custGeom>
            <a:solidFill>
              <a:srgbClr val="5667D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/>
            </a:p>
          </p:txBody>
        </p:sp>
        <p:sp>
          <p:nvSpPr>
            <p:cNvPr id="360" name="Freeform 23">
              <a:extLst>
                <a:ext uri="{FF2B5EF4-FFF2-40B4-BE49-F238E27FC236}">
                  <a16:creationId xmlns:a16="http://schemas.microsoft.com/office/drawing/2014/main" id="{9D0ABAE2-4BDF-45C7-89DA-D30654AEAA23}"/>
                </a:ext>
              </a:extLst>
            </p:cNvPr>
            <p:cNvSpPr/>
            <p:nvPr/>
          </p:nvSpPr>
          <p:spPr bwMode="auto">
            <a:xfrm>
              <a:off x="2753318" y="3841218"/>
              <a:ext cx="3487738" cy="2019300"/>
            </a:xfrm>
            <a:custGeom>
              <a:avLst/>
              <a:gdLst>
                <a:gd name="T0" fmla="*/ 1859 w 1889"/>
                <a:gd name="T1" fmla="*/ 847 h 1092"/>
                <a:gd name="T2" fmla="*/ 1860 w 1889"/>
                <a:gd name="T3" fmla="*/ 907 h 1092"/>
                <a:gd name="T4" fmla="*/ 1571 w 1889"/>
                <a:gd name="T5" fmla="*/ 1075 h 1092"/>
                <a:gd name="T6" fmla="*/ 1466 w 1889"/>
                <a:gd name="T7" fmla="*/ 1075 h 1092"/>
                <a:gd name="T8" fmla="*/ 29 w 1889"/>
                <a:gd name="T9" fmla="*/ 245 h 1092"/>
                <a:gd name="T10" fmla="*/ 29 w 1889"/>
                <a:gd name="T11" fmla="*/ 185 h 1092"/>
                <a:gd name="T12" fmla="*/ 317 w 1889"/>
                <a:gd name="T13" fmla="*/ 17 h 1092"/>
                <a:gd name="T14" fmla="*/ 422 w 1889"/>
                <a:gd name="T15" fmla="*/ 17 h 1092"/>
                <a:gd name="T16" fmla="*/ 1859 w 1889"/>
                <a:gd name="T17" fmla="*/ 847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9" h="1092">
                  <a:moveTo>
                    <a:pt x="1859" y="847"/>
                  </a:moveTo>
                  <a:cubicBezTo>
                    <a:pt x="1888" y="864"/>
                    <a:pt x="1889" y="891"/>
                    <a:pt x="1860" y="907"/>
                  </a:cubicBezTo>
                  <a:cubicBezTo>
                    <a:pt x="1571" y="1075"/>
                    <a:pt x="1571" y="1075"/>
                    <a:pt x="1571" y="1075"/>
                  </a:cubicBezTo>
                  <a:cubicBezTo>
                    <a:pt x="1542" y="1092"/>
                    <a:pt x="1495" y="1092"/>
                    <a:pt x="1466" y="1075"/>
                  </a:cubicBezTo>
                  <a:cubicBezTo>
                    <a:pt x="29" y="245"/>
                    <a:pt x="29" y="245"/>
                    <a:pt x="29" y="245"/>
                  </a:cubicBezTo>
                  <a:cubicBezTo>
                    <a:pt x="0" y="229"/>
                    <a:pt x="0" y="202"/>
                    <a:pt x="29" y="185"/>
                  </a:cubicBezTo>
                  <a:cubicBezTo>
                    <a:pt x="317" y="17"/>
                    <a:pt x="317" y="17"/>
                    <a:pt x="317" y="17"/>
                  </a:cubicBezTo>
                  <a:cubicBezTo>
                    <a:pt x="346" y="0"/>
                    <a:pt x="393" y="0"/>
                    <a:pt x="422" y="17"/>
                  </a:cubicBezTo>
                  <a:lnTo>
                    <a:pt x="1859" y="847"/>
                  </a:lnTo>
                  <a:close/>
                </a:path>
              </a:pathLst>
            </a:custGeom>
            <a:solidFill>
              <a:srgbClr val="CED1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/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4E59AB76-75F6-4C12-A3CC-45F5C5000A47}"/>
              </a:ext>
            </a:extLst>
          </p:cNvPr>
          <p:cNvGrpSpPr/>
          <p:nvPr/>
        </p:nvGrpSpPr>
        <p:grpSpPr>
          <a:xfrm>
            <a:off x="1979127" y="4030274"/>
            <a:ext cx="1024032" cy="695345"/>
            <a:chOff x="6512018" y="615964"/>
            <a:chExt cx="1370013" cy="930275"/>
          </a:xfrm>
        </p:grpSpPr>
        <p:sp>
          <p:nvSpPr>
            <p:cNvPr id="356" name="Freeform 14">
              <a:extLst>
                <a:ext uri="{FF2B5EF4-FFF2-40B4-BE49-F238E27FC236}">
                  <a16:creationId xmlns:a16="http://schemas.microsoft.com/office/drawing/2014/main" id="{D2CC7522-E297-47A4-AA81-0F8FB87528BF}"/>
                </a:ext>
              </a:extLst>
            </p:cNvPr>
            <p:cNvSpPr/>
            <p:nvPr/>
          </p:nvSpPr>
          <p:spPr bwMode="auto">
            <a:xfrm>
              <a:off x="7199405" y="1019189"/>
              <a:ext cx="682625" cy="527050"/>
            </a:xfrm>
            <a:custGeom>
              <a:avLst/>
              <a:gdLst>
                <a:gd name="T0" fmla="*/ 430 w 430"/>
                <a:gd name="T1" fmla="*/ 0 h 332"/>
                <a:gd name="T2" fmla="*/ 430 w 430"/>
                <a:gd name="T3" fmla="*/ 77 h 332"/>
                <a:gd name="T4" fmla="*/ 0 w 430"/>
                <a:gd name="T5" fmla="*/ 332 h 332"/>
                <a:gd name="T6" fmla="*/ 0 w 430"/>
                <a:gd name="T7" fmla="*/ 253 h 332"/>
                <a:gd name="T8" fmla="*/ 430 w 430"/>
                <a:gd name="T9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" h="332">
                  <a:moveTo>
                    <a:pt x="430" y="0"/>
                  </a:moveTo>
                  <a:lnTo>
                    <a:pt x="430" y="77"/>
                  </a:lnTo>
                  <a:lnTo>
                    <a:pt x="0" y="332"/>
                  </a:lnTo>
                  <a:lnTo>
                    <a:pt x="0" y="253"/>
                  </a:lnTo>
                  <a:lnTo>
                    <a:pt x="43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AFBFF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57" name="Freeform 15">
              <a:extLst>
                <a:ext uri="{FF2B5EF4-FFF2-40B4-BE49-F238E27FC236}">
                  <a16:creationId xmlns:a16="http://schemas.microsoft.com/office/drawing/2014/main" id="{C9774FB9-91EA-4D37-AA3B-937E9ABEC0B8}"/>
                </a:ext>
              </a:extLst>
            </p:cNvPr>
            <p:cNvSpPr/>
            <p:nvPr/>
          </p:nvSpPr>
          <p:spPr bwMode="auto">
            <a:xfrm>
              <a:off x="6512018" y="1019189"/>
              <a:ext cx="687388" cy="527050"/>
            </a:xfrm>
            <a:custGeom>
              <a:avLst/>
              <a:gdLst>
                <a:gd name="T0" fmla="*/ 433 w 433"/>
                <a:gd name="T1" fmla="*/ 253 h 332"/>
                <a:gd name="T2" fmla="*/ 433 w 433"/>
                <a:gd name="T3" fmla="*/ 332 h 332"/>
                <a:gd name="T4" fmla="*/ 0 w 433"/>
                <a:gd name="T5" fmla="*/ 77 h 332"/>
                <a:gd name="T6" fmla="*/ 0 w 433"/>
                <a:gd name="T7" fmla="*/ 0 h 332"/>
                <a:gd name="T8" fmla="*/ 433 w 433"/>
                <a:gd name="T9" fmla="*/ 253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3" h="332">
                  <a:moveTo>
                    <a:pt x="433" y="253"/>
                  </a:moveTo>
                  <a:lnTo>
                    <a:pt x="433" y="332"/>
                  </a:lnTo>
                  <a:lnTo>
                    <a:pt x="0" y="77"/>
                  </a:lnTo>
                  <a:lnTo>
                    <a:pt x="0" y="0"/>
                  </a:lnTo>
                  <a:lnTo>
                    <a:pt x="433" y="25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AFBFF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58" name="Freeform 16">
              <a:extLst>
                <a:ext uri="{FF2B5EF4-FFF2-40B4-BE49-F238E27FC236}">
                  <a16:creationId xmlns:a16="http://schemas.microsoft.com/office/drawing/2014/main" id="{BD346F3A-85F7-4984-BDA5-E7BA1E661D8E}"/>
                </a:ext>
              </a:extLst>
            </p:cNvPr>
            <p:cNvSpPr/>
            <p:nvPr/>
          </p:nvSpPr>
          <p:spPr bwMode="auto">
            <a:xfrm>
              <a:off x="6512018" y="615964"/>
              <a:ext cx="1370013" cy="804863"/>
            </a:xfrm>
            <a:custGeom>
              <a:avLst/>
              <a:gdLst>
                <a:gd name="T0" fmla="*/ 863 w 863"/>
                <a:gd name="T1" fmla="*/ 254 h 507"/>
                <a:gd name="T2" fmla="*/ 433 w 863"/>
                <a:gd name="T3" fmla="*/ 507 h 507"/>
                <a:gd name="T4" fmla="*/ 0 w 863"/>
                <a:gd name="T5" fmla="*/ 254 h 507"/>
                <a:gd name="T6" fmla="*/ 431 w 863"/>
                <a:gd name="T7" fmla="*/ 0 h 507"/>
                <a:gd name="T8" fmla="*/ 863 w 863"/>
                <a:gd name="T9" fmla="*/ 254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3" h="507">
                  <a:moveTo>
                    <a:pt x="863" y="254"/>
                  </a:moveTo>
                  <a:lnTo>
                    <a:pt x="433" y="507"/>
                  </a:lnTo>
                  <a:lnTo>
                    <a:pt x="0" y="254"/>
                  </a:lnTo>
                  <a:lnTo>
                    <a:pt x="431" y="0"/>
                  </a:lnTo>
                  <a:lnTo>
                    <a:pt x="863" y="25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AFBFF"/>
                </a:gs>
                <a:gs pos="100000">
                  <a:srgbClr val="D4D9F7"/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94" name="菱形 193">
            <a:extLst>
              <a:ext uri="{FF2B5EF4-FFF2-40B4-BE49-F238E27FC236}">
                <a16:creationId xmlns:a16="http://schemas.microsoft.com/office/drawing/2014/main" id="{28540B7B-7AD3-46BA-901F-FF1D76857F5C}"/>
              </a:ext>
            </a:extLst>
          </p:cNvPr>
          <p:cNvSpPr/>
          <p:nvPr/>
        </p:nvSpPr>
        <p:spPr>
          <a:xfrm>
            <a:off x="418271" y="4539286"/>
            <a:ext cx="876440" cy="486206"/>
          </a:xfrm>
          <a:prstGeom prst="diamond">
            <a:avLst/>
          </a:prstGeom>
          <a:solidFill>
            <a:srgbClr val="E7EBFF"/>
          </a:solidFill>
          <a:ln>
            <a:solidFill>
              <a:srgbClr val="B1BBFE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4B4CC143-D7FD-4F87-81E5-D621A8C5C3D8}"/>
              </a:ext>
            </a:extLst>
          </p:cNvPr>
          <p:cNvGrpSpPr/>
          <p:nvPr/>
        </p:nvGrpSpPr>
        <p:grpSpPr>
          <a:xfrm>
            <a:off x="2347371" y="4000077"/>
            <a:ext cx="338216" cy="458055"/>
            <a:chOff x="5015665" y="3704732"/>
            <a:chExt cx="2016126" cy="2730500"/>
          </a:xfrm>
        </p:grpSpPr>
        <p:sp>
          <p:nvSpPr>
            <p:cNvPr id="354" name="Freeform 35">
              <a:extLst>
                <a:ext uri="{FF2B5EF4-FFF2-40B4-BE49-F238E27FC236}">
                  <a16:creationId xmlns:a16="http://schemas.microsoft.com/office/drawing/2014/main" id="{7550B011-868C-4241-B9F6-445DCEECA81F}"/>
                </a:ext>
              </a:extLst>
            </p:cNvPr>
            <p:cNvSpPr/>
            <p:nvPr/>
          </p:nvSpPr>
          <p:spPr bwMode="auto">
            <a:xfrm>
              <a:off x="5045828" y="3704732"/>
              <a:ext cx="1985963" cy="2708275"/>
            </a:xfrm>
            <a:custGeom>
              <a:avLst/>
              <a:gdLst>
                <a:gd name="T0" fmla="*/ 502 w 525"/>
                <a:gd name="T1" fmla="*/ 261 h 717"/>
                <a:gd name="T2" fmla="*/ 58 w 525"/>
                <a:gd name="T3" fmla="*/ 5 h 717"/>
                <a:gd name="T4" fmla="*/ 42 w 525"/>
                <a:gd name="T5" fmla="*/ 3 h 717"/>
                <a:gd name="T6" fmla="*/ 0 w 525"/>
                <a:gd name="T7" fmla="*/ 27 h 717"/>
                <a:gd name="T8" fmla="*/ 16 w 525"/>
                <a:gd name="T9" fmla="*/ 29 h 717"/>
                <a:gd name="T10" fmla="*/ 460 w 525"/>
                <a:gd name="T11" fmla="*/ 286 h 717"/>
                <a:gd name="T12" fmla="*/ 483 w 525"/>
                <a:gd name="T13" fmla="*/ 325 h 717"/>
                <a:gd name="T14" fmla="*/ 482 w 525"/>
                <a:gd name="T15" fmla="*/ 702 h 717"/>
                <a:gd name="T16" fmla="*/ 476 w 525"/>
                <a:gd name="T17" fmla="*/ 717 h 717"/>
                <a:gd name="T18" fmla="*/ 518 w 525"/>
                <a:gd name="T19" fmla="*/ 693 h 717"/>
                <a:gd name="T20" fmla="*/ 524 w 525"/>
                <a:gd name="T21" fmla="*/ 678 h 717"/>
                <a:gd name="T22" fmla="*/ 524 w 525"/>
                <a:gd name="T23" fmla="*/ 678 h 717"/>
                <a:gd name="T24" fmla="*/ 525 w 525"/>
                <a:gd name="T25" fmla="*/ 301 h 717"/>
                <a:gd name="T26" fmla="*/ 502 w 525"/>
                <a:gd name="T27" fmla="*/ 261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717">
                  <a:moveTo>
                    <a:pt x="502" y="261"/>
                  </a:moveTo>
                  <a:cubicBezTo>
                    <a:pt x="502" y="261"/>
                    <a:pt x="502" y="261"/>
                    <a:pt x="58" y="5"/>
                  </a:cubicBezTo>
                  <a:cubicBezTo>
                    <a:pt x="52" y="1"/>
                    <a:pt x="46" y="0"/>
                    <a:pt x="42" y="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25"/>
                    <a:pt x="9" y="25"/>
                    <a:pt x="16" y="29"/>
                  </a:cubicBezTo>
                  <a:cubicBezTo>
                    <a:pt x="460" y="286"/>
                    <a:pt x="460" y="286"/>
                    <a:pt x="460" y="286"/>
                  </a:cubicBezTo>
                  <a:cubicBezTo>
                    <a:pt x="474" y="293"/>
                    <a:pt x="483" y="310"/>
                    <a:pt x="483" y="325"/>
                  </a:cubicBezTo>
                  <a:cubicBezTo>
                    <a:pt x="482" y="702"/>
                    <a:pt x="482" y="702"/>
                    <a:pt x="482" y="702"/>
                  </a:cubicBezTo>
                  <a:cubicBezTo>
                    <a:pt x="482" y="710"/>
                    <a:pt x="480" y="715"/>
                    <a:pt x="476" y="717"/>
                  </a:cubicBezTo>
                  <a:cubicBezTo>
                    <a:pt x="518" y="693"/>
                    <a:pt x="518" y="693"/>
                    <a:pt x="518" y="693"/>
                  </a:cubicBezTo>
                  <a:cubicBezTo>
                    <a:pt x="522" y="691"/>
                    <a:pt x="524" y="685"/>
                    <a:pt x="524" y="678"/>
                  </a:cubicBezTo>
                  <a:cubicBezTo>
                    <a:pt x="524" y="678"/>
                    <a:pt x="524" y="678"/>
                    <a:pt x="524" y="678"/>
                  </a:cubicBezTo>
                  <a:cubicBezTo>
                    <a:pt x="524" y="678"/>
                    <a:pt x="524" y="678"/>
                    <a:pt x="525" y="301"/>
                  </a:cubicBezTo>
                  <a:cubicBezTo>
                    <a:pt x="525" y="285"/>
                    <a:pt x="516" y="269"/>
                    <a:pt x="502" y="26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>
                    <a:alpha val="7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55" name="Freeform 36">
              <a:extLst>
                <a:ext uri="{FF2B5EF4-FFF2-40B4-BE49-F238E27FC236}">
                  <a16:creationId xmlns:a16="http://schemas.microsoft.com/office/drawing/2014/main" id="{B3A279CC-366C-4E84-AA15-22A89A1ECAD9}"/>
                </a:ext>
              </a:extLst>
            </p:cNvPr>
            <p:cNvSpPr/>
            <p:nvPr/>
          </p:nvSpPr>
          <p:spPr bwMode="auto">
            <a:xfrm>
              <a:off x="5015665" y="3787282"/>
              <a:ext cx="1857375" cy="2647950"/>
            </a:xfrm>
            <a:custGeom>
              <a:avLst/>
              <a:gdLst>
                <a:gd name="T0" fmla="*/ 468 w 491"/>
                <a:gd name="T1" fmla="*/ 264 h 701"/>
                <a:gd name="T2" fmla="*/ 491 w 491"/>
                <a:gd name="T3" fmla="*/ 303 h 701"/>
                <a:gd name="T4" fmla="*/ 490 w 491"/>
                <a:gd name="T5" fmla="*/ 680 h 701"/>
                <a:gd name="T6" fmla="*/ 467 w 491"/>
                <a:gd name="T7" fmla="*/ 693 h 701"/>
                <a:gd name="T8" fmla="*/ 276 w 491"/>
                <a:gd name="T9" fmla="*/ 583 h 701"/>
                <a:gd name="T10" fmla="*/ 184 w 491"/>
                <a:gd name="T11" fmla="*/ 530 h 701"/>
                <a:gd name="T12" fmla="*/ 161 w 491"/>
                <a:gd name="T13" fmla="*/ 517 h 701"/>
                <a:gd name="T14" fmla="*/ 155 w 491"/>
                <a:gd name="T15" fmla="*/ 513 h 701"/>
                <a:gd name="T16" fmla="*/ 92 w 491"/>
                <a:gd name="T17" fmla="*/ 547 h 701"/>
                <a:gd name="T18" fmla="*/ 76 w 491"/>
                <a:gd name="T19" fmla="*/ 547 h 701"/>
                <a:gd name="T20" fmla="*/ 61 w 491"/>
                <a:gd name="T21" fmla="*/ 529 h 701"/>
                <a:gd name="T22" fmla="*/ 59 w 491"/>
                <a:gd name="T23" fmla="*/ 528 h 701"/>
                <a:gd name="T24" fmla="*/ 57 w 491"/>
                <a:gd name="T25" fmla="*/ 525 h 701"/>
                <a:gd name="T26" fmla="*/ 57 w 491"/>
                <a:gd name="T27" fmla="*/ 523 h 701"/>
                <a:gd name="T28" fmla="*/ 55 w 491"/>
                <a:gd name="T29" fmla="*/ 519 h 701"/>
                <a:gd name="T30" fmla="*/ 55 w 491"/>
                <a:gd name="T31" fmla="*/ 517 h 701"/>
                <a:gd name="T32" fmla="*/ 53 w 491"/>
                <a:gd name="T33" fmla="*/ 512 h 701"/>
                <a:gd name="T34" fmla="*/ 53 w 491"/>
                <a:gd name="T35" fmla="*/ 507 h 701"/>
                <a:gd name="T36" fmla="*/ 54 w 491"/>
                <a:gd name="T37" fmla="*/ 455 h 701"/>
                <a:gd name="T38" fmla="*/ 50 w 491"/>
                <a:gd name="T39" fmla="*/ 453 h 701"/>
                <a:gd name="T40" fmla="*/ 23 w 491"/>
                <a:gd name="T41" fmla="*/ 437 h 701"/>
                <a:gd name="T42" fmla="*/ 0 w 491"/>
                <a:gd name="T43" fmla="*/ 398 h 701"/>
                <a:gd name="T44" fmla="*/ 1 w 491"/>
                <a:gd name="T45" fmla="*/ 20 h 701"/>
                <a:gd name="T46" fmla="*/ 24 w 491"/>
                <a:gd name="T47" fmla="*/ 7 h 701"/>
                <a:gd name="T48" fmla="*/ 468 w 491"/>
                <a:gd name="T49" fmla="*/ 26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1" h="701">
                  <a:moveTo>
                    <a:pt x="468" y="264"/>
                  </a:moveTo>
                  <a:cubicBezTo>
                    <a:pt x="482" y="271"/>
                    <a:pt x="491" y="288"/>
                    <a:pt x="491" y="303"/>
                  </a:cubicBezTo>
                  <a:cubicBezTo>
                    <a:pt x="490" y="680"/>
                    <a:pt x="490" y="680"/>
                    <a:pt x="490" y="680"/>
                  </a:cubicBezTo>
                  <a:cubicBezTo>
                    <a:pt x="490" y="696"/>
                    <a:pt x="480" y="701"/>
                    <a:pt x="467" y="693"/>
                  </a:cubicBezTo>
                  <a:cubicBezTo>
                    <a:pt x="276" y="583"/>
                    <a:pt x="276" y="583"/>
                    <a:pt x="276" y="583"/>
                  </a:cubicBezTo>
                  <a:cubicBezTo>
                    <a:pt x="184" y="530"/>
                    <a:pt x="184" y="530"/>
                    <a:pt x="184" y="530"/>
                  </a:cubicBezTo>
                  <a:cubicBezTo>
                    <a:pt x="161" y="517"/>
                    <a:pt x="161" y="517"/>
                    <a:pt x="161" y="517"/>
                  </a:cubicBezTo>
                  <a:cubicBezTo>
                    <a:pt x="155" y="513"/>
                    <a:pt x="155" y="513"/>
                    <a:pt x="155" y="513"/>
                  </a:cubicBezTo>
                  <a:cubicBezTo>
                    <a:pt x="92" y="547"/>
                    <a:pt x="92" y="547"/>
                    <a:pt x="92" y="547"/>
                  </a:cubicBezTo>
                  <a:cubicBezTo>
                    <a:pt x="88" y="551"/>
                    <a:pt x="82" y="550"/>
                    <a:pt x="76" y="547"/>
                  </a:cubicBezTo>
                  <a:cubicBezTo>
                    <a:pt x="71" y="544"/>
                    <a:pt x="65" y="538"/>
                    <a:pt x="61" y="529"/>
                  </a:cubicBezTo>
                  <a:cubicBezTo>
                    <a:pt x="59" y="528"/>
                    <a:pt x="59" y="528"/>
                    <a:pt x="59" y="528"/>
                  </a:cubicBezTo>
                  <a:cubicBezTo>
                    <a:pt x="57" y="525"/>
                    <a:pt x="57" y="525"/>
                    <a:pt x="57" y="525"/>
                  </a:cubicBezTo>
                  <a:cubicBezTo>
                    <a:pt x="57" y="523"/>
                    <a:pt x="57" y="523"/>
                    <a:pt x="57" y="523"/>
                  </a:cubicBezTo>
                  <a:cubicBezTo>
                    <a:pt x="55" y="522"/>
                    <a:pt x="55" y="520"/>
                    <a:pt x="55" y="519"/>
                  </a:cubicBezTo>
                  <a:cubicBezTo>
                    <a:pt x="55" y="517"/>
                    <a:pt x="55" y="517"/>
                    <a:pt x="55" y="517"/>
                  </a:cubicBezTo>
                  <a:cubicBezTo>
                    <a:pt x="55" y="515"/>
                    <a:pt x="53" y="514"/>
                    <a:pt x="53" y="512"/>
                  </a:cubicBezTo>
                  <a:cubicBezTo>
                    <a:pt x="53" y="512"/>
                    <a:pt x="53" y="510"/>
                    <a:pt x="53" y="507"/>
                  </a:cubicBezTo>
                  <a:cubicBezTo>
                    <a:pt x="54" y="455"/>
                    <a:pt x="54" y="455"/>
                    <a:pt x="54" y="455"/>
                  </a:cubicBezTo>
                  <a:cubicBezTo>
                    <a:pt x="50" y="453"/>
                    <a:pt x="50" y="453"/>
                    <a:pt x="50" y="453"/>
                  </a:cubicBezTo>
                  <a:cubicBezTo>
                    <a:pt x="23" y="437"/>
                    <a:pt x="23" y="437"/>
                    <a:pt x="23" y="437"/>
                  </a:cubicBezTo>
                  <a:cubicBezTo>
                    <a:pt x="10" y="429"/>
                    <a:pt x="0" y="413"/>
                    <a:pt x="0" y="398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5"/>
                    <a:pt x="11" y="0"/>
                    <a:pt x="24" y="7"/>
                  </a:cubicBezTo>
                  <a:cubicBezTo>
                    <a:pt x="468" y="264"/>
                    <a:pt x="468" y="264"/>
                    <a:pt x="468" y="26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96" name="Freeform 40">
            <a:extLst>
              <a:ext uri="{FF2B5EF4-FFF2-40B4-BE49-F238E27FC236}">
                <a16:creationId xmlns:a16="http://schemas.microsoft.com/office/drawing/2014/main" id="{A705D52E-58CE-489D-9B85-DCE038A17B4E}"/>
              </a:ext>
            </a:extLst>
          </p:cNvPr>
          <p:cNvSpPr/>
          <p:nvPr/>
        </p:nvSpPr>
        <p:spPr bwMode="auto">
          <a:xfrm>
            <a:off x="2447397" y="4132378"/>
            <a:ext cx="124005" cy="164871"/>
          </a:xfrm>
          <a:custGeom>
            <a:avLst/>
            <a:gdLst>
              <a:gd name="T0" fmla="*/ 24 w 37"/>
              <a:gd name="T1" fmla="*/ 6 h 49"/>
              <a:gd name="T2" fmla="*/ 25 w 37"/>
              <a:gd name="T3" fmla="*/ 8 h 49"/>
              <a:gd name="T4" fmla="*/ 26 w 37"/>
              <a:gd name="T5" fmla="*/ 14 h 49"/>
              <a:gd name="T6" fmla="*/ 31 w 37"/>
              <a:gd name="T7" fmla="*/ 15 h 49"/>
              <a:gd name="T8" fmla="*/ 31 w 37"/>
              <a:gd name="T9" fmla="*/ 15 h 49"/>
              <a:gd name="T10" fmla="*/ 32 w 37"/>
              <a:gd name="T11" fmla="*/ 16 h 49"/>
              <a:gd name="T12" fmla="*/ 33 w 37"/>
              <a:gd name="T13" fmla="*/ 19 h 49"/>
              <a:gd name="T14" fmla="*/ 31 w 37"/>
              <a:gd name="T15" fmla="*/ 23 h 49"/>
              <a:gd name="T16" fmla="*/ 36 w 37"/>
              <a:gd name="T17" fmla="*/ 27 h 49"/>
              <a:gd name="T18" fmla="*/ 37 w 37"/>
              <a:gd name="T19" fmla="*/ 29 h 49"/>
              <a:gd name="T20" fmla="*/ 37 w 37"/>
              <a:gd name="T21" fmla="*/ 31 h 49"/>
              <a:gd name="T22" fmla="*/ 33 w 37"/>
              <a:gd name="T23" fmla="*/ 32 h 49"/>
              <a:gd name="T24" fmla="*/ 37 w 37"/>
              <a:gd name="T25" fmla="*/ 38 h 49"/>
              <a:gd name="T26" fmla="*/ 37 w 37"/>
              <a:gd name="T27" fmla="*/ 41 h 49"/>
              <a:gd name="T28" fmla="*/ 36 w 37"/>
              <a:gd name="T29" fmla="*/ 41 h 49"/>
              <a:gd name="T30" fmla="*/ 31 w 37"/>
              <a:gd name="T31" fmla="*/ 40 h 49"/>
              <a:gd name="T32" fmla="*/ 33 w 37"/>
              <a:gd name="T33" fmla="*/ 46 h 49"/>
              <a:gd name="T34" fmla="*/ 32 w 37"/>
              <a:gd name="T35" fmla="*/ 47 h 49"/>
              <a:gd name="T36" fmla="*/ 31 w 37"/>
              <a:gd name="T37" fmla="*/ 47 h 49"/>
              <a:gd name="T38" fmla="*/ 26 w 37"/>
              <a:gd name="T39" fmla="*/ 43 h 49"/>
              <a:gd name="T40" fmla="*/ 24 w 37"/>
              <a:gd name="T41" fmla="*/ 47 h 49"/>
              <a:gd name="T42" fmla="*/ 24 w 37"/>
              <a:gd name="T43" fmla="*/ 49 h 49"/>
              <a:gd name="T44" fmla="*/ 23 w 37"/>
              <a:gd name="T45" fmla="*/ 48 h 49"/>
              <a:gd name="T46" fmla="*/ 22 w 37"/>
              <a:gd name="T47" fmla="*/ 47 h 49"/>
              <a:gd name="T48" fmla="*/ 18 w 37"/>
              <a:gd name="T49" fmla="*/ 41 h 49"/>
              <a:gd name="T50" fmla="*/ 15 w 37"/>
              <a:gd name="T51" fmla="*/ 43 h 49"/>
              <a:gd name="T52" fmla="*/ 14 w 37"/>
              <a:gd name="T53" fmla="*/ 43 h 49"/>
              <a:gd name="T54" fmla="*/ 12 w 37"/>
              <a:gd name="T55" fmla="*/ 40 h 49"/>
              <a:gd name="T56" fmla="*/ 11 w 37"/>
              <a:gd name="T57" fmla="*/ 34 h 49"/>
              <a:gd name="T58" fmla="*/ 7 w 37"/>
              <a:gd name="T59" fmla="*/ 33 h 49"/>
              <a:gd name="T60" fmla="*/ 5 w 37"/>
              <a:gd name="T61" fmla="*/ 31 h 49"/>
              <a:gd name="T62" fmla="*/ 5 w 37"/>
              <a:gd name="T63" fmla="*/ 30 h 49"/>
              <a:gd name="T64" fmla="*/ 5 w 37"/>
              <a:gd name="T65" fmla="*/ 25 h 49"/>
              <a:gd name="T66" fmla="*/ 1 w 37"/>
              <a:gd name="T67" fmla="*/ 21 h 49"/>
              <a:gd name="T68" fmla="*/ 0 w 37"/>
              <a:gd name="T69" fmla="*/ 19 h 49"/>
              <a:gd name="T70" fmla="*/ 1 w 37"/>
              <a:gd name="T71" fmla="*/ 17 h 49"/>
              <a:gd name="T72" fmla="*/ 4 w 37"/>
              <a:gd name="T73" fmla="*/ 15 h 49"/>
              <a:gd name="T74" fmla="*/ 1 w 37"/>
              <a:gd name="T75" fmla="*/ 10 h 49"/>
              <a:gd name="T76" fmla="*/ 0 w 37"/>
              <a:gd name="T77" fmla="*/ 8 h 49"/>
              <a:gd name="T78" fmla="*/ 2 w 37"/>
              <a:gd name="T79" fmla="*/ 7 h 49"/>
              <a:gd name="T80" fmla="*/ 6 w 37"/>
              <a:gd name="T81" fmla="*/ 8 h 49"/>
              <a:gd name="T82" fmla="*/ 5 w 37"/>
              <a:gd name="T83" fmla="*/ 3 h 49"/>
              <a:gd name="T84" fmla="*/ 5 w 37"/>
              <a:gd name="T85" fmla="*/ 0 h 49"/>
              <a:gd name="T86" fmla="*/ 6 w 37"/>
              <a:gd name="T87" fmla="*/ 1 h 49"/>
              <a:gd name="T88" fmla="*/ 7 w 37"/>
              <a:gd name="T89" fmla="*/ 1 h 49"/>
              <a:gd name="T90" fmla="*/ 11 w 37"/>
              <a:gd name="T91" fmla="*/ 5 h 49"/>
              <a:gd name="T92" fmla="*/ 12 w 37"/>
              <a:gd name="T93" fmla="*/ 1 h 49"/>
              <a:gd name="T94" fmla="*/ 14 w 37"/>
              <a:gd name="T95" fmla="*/ 0 h 49"/>
              <a:gd name="T96" fmla="*/ 15 w 37"/>
              <a:gd name="T97" fmla="*/ 2 h 49"/>
              <a:gd name="T98" fmla="*/ 18 w 37"/>
              <a:gd name="T99" fmla="*/ 7 h 49"/>
              <a:gd name="T100" fmla="*/ 22 w 37"/>
              <a:gd name="T101" fmla="*/ 5 h 49"/>
              <a:gd name="T102" fmla="*/ 24 w 37"/>
              <a:gd name="T103" fmla="*/ 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7" h="49">
                <a:moveTo>
                  <a:pt x="24" y="6"/>
                </a:moveTo>
                <a:cubicBezTo>
                  <a:pt x="24" y="6"/>
                  <a:pt x="25" y="7"/>
                  <a:pt x="25" y="8"/>
                </a:cubicBezTo>
                <a:cubicBezTo>
                  <a:pt x="26" y="14"/>
                  <a:pt x="26" y="14"/>
                  <a:pt x="26" y="14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2" y="15"/>
                  <a:pt x="32" y="16"/>
                  <a:pt x="32" y="16"/>
                </a:cubicBezTo>
                <a:cubicBezTo>
                  <a:pt x="33" y="17"/>
                  <a:pt x="33" y="18"/>
                  <a:pt x="33" y="19"/>
                </a:cubicBezTo>
                <a:cubicBezTo>
                  <a:pt x="31" y="23"/>
                  <a:pt x="31" y="23"/>
                  <a:pt x="31" y="23"/>
                </a:cubicBezTo>
                <a:cubicBezTo>
                  <a:pt x="36" y="27"/>
                  <a:pt x="36" y="27"/>
                  <a:pt x="36" y="27"/>
                </a:cubicBezTo>
                <a:cubicBezTo>
                  <a:pt x="37" y="27"/>
                  <a:pt x="37" y="28"/>
                  <a:pt x="37" y="29"/>
                </a:cubicBezTo>
                <a:cubicBezTo>
                  <a:pt x="37" y="30"/>
                  <a:pt x="37" y="30"/>
                  <a:pt x="37" y="31"/>
                </a:cubicBezTo>
                <a:cubicBezTo>
                  <a:pt x="33" y="32"/>
                  <a:pt x="33" y="32"/>
                  <a:pt x="33" y="32"/>
                </a:cubicBezTo>
                <a:cubicBezTo>
                  <a:pt x="37" y="38"/>
                  <a:pt x="37" y="38"/>
                  <a:pt x="37" y="38"/>
                </a:cubicBezTo>
                <a:cubicBezTo>
                  <a:pt x="37" y="39"/>
                  <a:pt x="37" y="40"/>
                  <a:pt x="37" y="41"/>
                </a:cubicBezTo>
                <a:cubicBezTo>
                  <a:pt x="37" y="41"/>
                  <a:pt x="37" y="41"/>
                  <a:pt x="36" y="41"/>
                </a:cubicBezTo>
                <a:cubicBezTo>
                  <a:pt x="31" y="40"/>
                  <a:pt x="31" y="40"/>
                  <a:pt x="31" y="40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47"/>
                  <a:pt x="33" y="47"/>
                  <a:pt x="32" y="47"/>
                </a:cubicBezTo>
                <a:cubicBezTo>
                  <a:pt x="32" y="48"/>
                  <a:pt x="31" y="47"/>
                  <a:pt x="31" y="47"/>
                </a:cubicBezTo>
                <a:cubicBezTo>
                  <a:pt x="26" y="43"/>
                  <a:pt x="26" y="43"/>
                  <a:pt x="26" y="43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48"/>
                  <a:pt x="24" y="48"/>
                  <a:pt x="24" y="49"/>
                </a:cubicBezTo>
                <a:cubicBezTo>
                  <a:pt x="23" y="48"/>
                  <a:pt x="23" y="48"/>
                  <a:pt x="23" y="48"/>
                </a:cubicBezTo>
                <a:cubicBezTo>
                  <a:pt x="22" y="48"/>
                  <a:pt x="22" y="47"/>
                  <a:pt x="22" y="47"/>
                </a:cubicBezTo>
                <a:cubicBezTo>
                  <a:pt x="18" y="41"/>
                  <a:pt x="18" y="41"/>
                  <a:pt x="18" y="41"/>
                </a:cubicBezTo>
                <a:cubicBezTo>
                  <a:pt x="15" y="43"/>
                  <a:pt x="15" y="43"/>
                  <a:pt x="15" y="43"/>
                </a:cubicBezTo>
                <a:cubicBezTo>
                  <a:pt x="15" y="44"/>
                  <a:pt x="14" y="43"/>
                  <a:pt x="14" y="43"/>
                </a:cubicBezTo>
                <a:cubicBezTo>
                  <a:pt x="13" y="42"/>
                  <a:pt x="12" y="41"/>
                  <a:pt x="12" y="40"/>
                </a:cubicBezTo>
                <a:cubicBezTo>
                  <a:pt x="11" y="34"/>
                  <a:pt x="11" y="34"/>
                  <a:pt x="11" y="34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3"/>
                  <a:pt x="5" y="33"/>
                  <a:pt x="5" y="31"/>
                </a:cubicBezTo>
                <a:cubicBezTo>
                  <a:pt x="5" y="31"/>
                  <a:pt x="4" y="30"/>
                  <a:pt x="5" y="30"/>
                </a:cubicBezTo>
                <a:cubicBezTo>
                  <a:pt x="5" y="25"/>
                  <a:pt x="5" y="25"/>
                  <a:pt x="5" y="25"/>
                </a:cubicBezTo>
                <a:cubicBezTo>
                  <a:pt x="1" y="21"/>
                  <a:pt x="1" y="21"/>
                  <a:pt x="1" y="21"/>
                </a:cubicBezTo>
                <a:cubicBezTo>
                  <a:pt x="1" y="21"/>
                  <a:pt x="0" y="20"/>
                  <a:pt x="0" y="19"/>
                </a:cubicBezTo>
                <a:cubicBezTo>
                  <a:pt x="0" y="19"/>
                  <a:pt x="0" y="18"/>
                  <a:pt x="1" y="17"/>
                </a:cubicBezTo>
                <a:cubicBezTo>
                  <a:pt x="4" y="15"/>
                  <a:pt x="4" y="15"/>
                  <a:pt x="4" y="15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0" y="8"/>
                  <a:pt x="0" y="8"/>
                </a:cubicBezTo>
                <a:cubicBezTo>
                  <a:pt x="0" y="7"/>
                  <a:pt x="1" y="7"/>
                  <a:pt x="2" y="7"/>
                </a:cubicBezTo>
                <a:cubicBezTo>
                  <a:pt x="6" y="8"/>
                  <a:pt x="6" y="8"/>
                  <a:pt x="6" y="8"/>
                </a:cubicBezTo>
                <a:cubicBezTo>
                  <a:pt x="5" y="3"/>
                  <a:pt x="5" y="3"/>
                  <a:pt x="5" y="3"/>
                </a:cubicBezTo>
                <a:cubicBezTo>
                  <a:pt x="4" y="2"/>
                  <a:pt x="5" y="1"/>
                  <a:pt x="5" y="0"/>
                </a:cubicBezTo>
                <a:cubicBezTo>
                  <a:pt x="5" y="1"/>
                  <a:pt x="6" y="1"/>
                  <a:pt x="6" y="1"/>
                </a:cubicBezTo>
                <a:cubicBezTo>
                  <a:pt x="6" y="1"/>
                  <a:pt x="7" y="1"/>
                  <a:pt x="7" y="1"/>
                </a:cubicBezTo>
                <a:cubicBezTo>
                  <a:pt x="11" y="5"/>
                  <a:pt x="11" y="5"/>
                  <a:pt x="11" y="5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0"/>
                  <a:pt x="13" y="0"/>
                  <a:pt x="14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8" y="7"/>
                  <a:pt x="18" y="7"/>
                  <a:pt x="18" y="7"/>
                </a:cubicBezTo>
                <a:cubicBezTo>
                  <a:pt x="22" y="5"/>
                  <a:pt x="22" y="5"/>
                  <a:pt x="22" y="5"/>
                </a:cubicBezTo>
                <a:cubicBezTo>
                  <a:pt x="23" y="5"/>
                  <a:pt x="23" y="5"/>
                  <a:pt x="24" y="6"/>
                </a:cubicBezTo>
                <a:close/>
              </a:path>
            </a:pathLst>
          </a:custGeom>
          <a:solidFill>
            <a:srgbClr val="0EF08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5" name="箭头: 左 204">
            <a:extLst>
              <a:ext uri="{FF2B5EF4-FFF2-40B4-BE49-F238E27FC236}">
                <a16:creationId xmlns:a16="http://schemas.microsoft.com/office/drawing/2014/main" id="{2598F0F2-A71D-490C-9BEA-5C88B7AF57E1}"/>
              </a:ext>
            </a:extLst>
          </p:cNvPr>
          <p:cNvSpPr/>
          <p:nvPr/>
        </p:nvSpPr>
        <p:spPr>
          <a:xfrm rot="10800000">
            <a:off x="1476710" y="4294904"/>
            <a:ext cx="333081" cy="286022"/>
          </a:xfrm>
          <a:prstGeom prst="lef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7" name="文本框 246">
            <a:extLst>
              <a:ext uri="{FF2B5EF4-FFF2-40B4-BE49-F238E27FC236}">
                <a16:creationId xmlns:a16="http://schemas.microsoft.com/office/drawing/2014/main" id="{3B4A2167-C388-49CD-AB54-22359A7DCAA3}"/>
              </a:ext>
            </a:extLst>
          </p:cNvPr>
          <p:cNvSpPr txBox="1"/>
          <p:nvPr/>
        </p:nvSpPr>
        <p:spPr>
          <a:xfrm>
            <a:off x="1773258" y="4480466"/>
            <a:ext cx="697627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用户页面</a:t>
            </a:r>
          </a:p>
        </p:txBody>
      </p:sp>
      <p:sp>
        <p:nvSpPr>
          <p:cNvPr id="208" name="文本框 247">
            <a:extLst>
              <a:ext uri="{FF2B5EF4-FFF2-40B4-BE49-F238E27FC236}">
                <a16:creationId xmlns:a16="http://schemas.microsoft.com/office/drawing/2014/main" id="{E707FE52-C94C-4FB8-B5AC-A755D9DCFFC6}"/>
              </a:ext>
            </a:extLst>
          </p:cNvPr>
          <p:cNvSpPr txBox="1"/>
          <p:nvPr/>
        </p:nvSpPr>
        <p:spPr>
          <a:xfrm>
            <a:off x="712233" y="4187125"/>
            <a:ext cx="413896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Vite</a:t>
            </a:r>
          </a:p>
        </p:txBody>
      </p:sp>
      <p:sp>
        <p:nvSpPr>
          <p:cNvPr id="209" name="文本框 248">
            <a:extLst>
              <a:ext uri="{FF2B5EF4-FFF2-40B4-BE49-F238E27FC236}">
                <a16:creationId xmlns:a16="http://schemas.microsoft.com/office/drawing/2014/main" id="{FAA19ADA-C607-42BF-AB25-D78B7A7622E5}"/>
              </a:ext>
            </a:extLst>
          </p:cNvPr>
          <p:cNvSpPr txBox="1"/>
          <p:nvPr/>
        </p:nvSpPr>
        <p:spPr>
          <a:xfrm>
            <a:off x="101432" y="4804243"/>
            <a:ext cx="761747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Chakra Ul</a:t>
            </a:r>
          </a:p>
        </p:txBody>
      </p:sp>
      <p:sp>
        <p:nvSpPr>
          <p:cNvPr id="210" name="文本框 249">
            <a:extLst>
              <a:ext uri="{FF2B5EF4-FFF2-40B4-BE49-F238E27FC236}">
                <a16:creationId xmlns:a16="http://schemas.microsoft.com/office/drawing/2014/main" id="{F75BF963-A58A-4716-A0BC-0A51B55C20C2}"/>
              </a:ext>
            </a:extLst>
          </p:cNvPr>
          <p:cNvSpPr txBox="1"/>
          <p:nvPr/>
        </p:nvSpPr>
        <p:spPr>
          <a:xfrm>
            <a:off x="3608256" y="4185732"/>
            <a:ext cx="917239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remark.math</a:t>
            </a:r>
          </a:p>
        </p:txBody>
      </p:sp>
      <p:sp>
        <p:nvSpPr>
          <p:cNvPr id="211" name="文本框 250">
            <a:extLst>
              <a:ext uri="{FF2B5EF4-FFF2-40B4-BE49-F238E27FC236}">
                <a16:creationId xmlns:a16="http://schemas.microsoft.com/office/drawing/2014/main" id="{236748DB-3F44-4628-9DA8-2D9E81C79F39}"/>
              </a:ext>
            </a:extLst>
          </p:cNvPr>
          <p:cNvSpPr txBox="1"/>
          <p:nvPr/>
        </p:nvSpPr>
        <p:spPr>
          <a:xfrm>
            <a:off x="3019278" y="4784714"/>
            <a:ext cx="742511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reacticons</a:t>
            </a:r>
          </a:p>
        </p:txBody>
      </p:sp>
      <p:sp>
        <p:nvSpPr>
          <p:cNvPr id="212" name="文本框 251">
            <a:extLst>
              <a:ext uri="{FF2B5EF4-FFF2-40B4-BE49-F238E27FC236}">
                <a16:creationId xmlns:a16="http://schemas.microsoft.com/office/drawing/2014/main" id="{7212383A-9E6B-4C67-9F2F-E87335066B08}"/>
              </a:ext>
            </a:extLst>
          </p:cNvPr>
          <p:cNvSpPr txBox="1"/>
          <p:nvPr/>
        </p:nvSpPr>
        <p:spPr>
          <a:xfrm>
            <a:off x="4877174" y="4288174"/>
            <a:ext cx="1141659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React-markdown</a:t>
            </a:r>
          </a:p>
        </p:txBody>
      </p:sp>
      <p:sp>
        <p:nvSpPr>
          <p:cNvPr id="213" name="文本框 252">
            <a:extLst>
              <a:ext uri="{FF2B5EF4-FFF2-40B4-BE49-F238E27FC236}">
                <a16:creationId xmlns:a16="http://schemas.microsoft.com/office/drawing/2014/main" id="{D5B91C0F-EF95-4CA3-8A3D-3ED0AC9D8B8D}"/>
              </a:ext>
            </a:extLst>
          </p:cNvPr>
          <p:cNvSpPr txBox="1"/>
          <p:nvPr/>
        </p:nvSpPr>
        <p:spPr>
          <a:xfrm>
            <a:off x="4402468" y="4784279"/>
            <a:ext cx="699230" cy="24622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Mermaid</a:t>
            </a:r>
          </a:p>
        </p:txBody>
      </p:sp>
      <p:sp>
        <p:nvSpPr>
          <p:cNvPr id="216" name="文本框 255">
            <a:extLst>
              <a:ext uri="{FF2B5EF4-FFF2-40B4-BE49-F238E27FC236}">
                <a16:creationId xmlns:a16="http://schemas.microsoft.com/office/drawing/2014/main" id="{DA122574-4FE6-4B19-A979-FCBF844456F6}"/>
              </a:ext>
            </a:extLst>
          </p:cNvPr>
          <p:cNvSpPr txBox="1"/>
          <p:nvPr/>
        </p:nvSpPr>
        <p:spPr>
          <a:xfrm>
            <a:off x="4061739" y="2933198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JavaScript</a:t>
            </a:r>
          </a:p>
        </p:txBody>
      </p:sp>
      <p:sp>
        <p:nvSpPr>
          <p:cNvPr id="217" name="文本框 256">
            <a:extLst>
              <a:ext uri="{FF2B5EF4-FFF2-40B4-BE49-F238E27FC236}">
                <a16:creationId xmlns:a16="http://schemas.microsoft.com/office/drawing/2014/main" id="{1B402335-731E-402A-9F4A-45145CDA99EF}"/>
              </a:ext>
            </a:extLst>
          </p:cNvPr>
          <p:cNvSpPr txBox="1"/>
          <p:nvPr/>
        </p:nvSpPr>
        <p:spPr>
          <a:xfrm>
            <a:off x="2976173" y="2923472"/>
            <a:ext cx="505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Axios</a:t>
            </a: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762FC286-D924-4B99-A64C-EF1AA2705475}"/>
              </a:ext>
            </a:extLst>
          </p:cNvPr>
          <p:cNvGrpSpPr/>
          <p:nvPr/>
        </p:nvGrpSpPr>
        <p:grpSpPr>
          <a:xfrm>
            <a:off x="521270" y="4394808"/>
            <a:ext cx="667106" cy="532387"/>
            <a:chOff x="2883571" y="2528237"/>
            <a:chExt cx="620944" cy="495547"/>
          </a:xfrm>
        </p:grpSpPr>
        <p:grpSp>
          <p:nvGrpSpPr>
            <p:cNvPr id="311" name="组合 310">
              <a:extLst>
                <a:ext uri="{FF2B5EF4-FFF2-40B4-BE49-F238E27FC236}">
                  <a16:creationId xmlns:a16="http://schemas.microsoft.com/office/drawing/2014/main" id="{24225951-2178-4B47-9AE7-C8E227BCB77B}"/>
                </a:ext>
              </a:extLst>
            </p:cNvPr>
            <p:cNvGrpSpPr/>
            <p:nvPr/>
          </p:nvGrpSpPr>
          <p:grpSpPr>
            <a:xfrm>
              <a:off x="2883571" y="2621661"/>
              <a:ext cx="620944" cy="402123"/>
              <a:chOff x="6512018" y="615964"/>
              <a:chExt cx="1370013" cy="930275"/>
            </a:xfrm>
          </p:grpSpPr>
          <p:sp>
            <p:nvSpPr>
              <p:cNvPr id="316" name="Freeform 14">
                <a:extLst>
                  <a:ext uri="{FF2B5EF4-FFF2-40B4-BE49-F238E27FC236}">
                    <a16:creationId xmlns:a16="http://schemas.microsoft.com/office/drawing/2014/main" id="{5776DBAB-4171-4F71-9FC8-EBCB6E5CB89F}"/>
                  </a:ext>
                </a:extLst>
              </p:cNvPr>
              <p:cNvSpPr/>
              <p:nvPr/>
            </p:nvSpPr>
            <p:spPr bwMode="auto">
              <a:xfrm>
                <a:off x="7199405" y="1019189"/>
                <a:ext cx="682625" cy="527050"/>
              </a:xfrm>
              <a:custGeom>
                <a:avLst/>
                <a:gdLst>
                  <a:gd name="T0" fmla="*/ 430 w 430"/>
                  <a:gd name="T1" fmla="*/ 0 h 332"/>
                  <a:gd name="T2" fmla="*/ 430 w 430"/>
                  <a:gd name="T3" fmla="*/ 77 h 332"/>
                  <a:gd name="T4" fmla="*/ 0 w 430"/>
                  <a:gd name="T5" fmla="*/ 332 h 332"/>
                  <a:gd name="T6" fmla="*/ 0 w 430"/>
                  <a:gd name="T7" fmla="*/ 253 h 332"/>
                  <a:gd name="T8" fmla="*/ 430 w 430"/>
                  <a:gd name="T9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32">
                    <a:moveTo>
                      <a:pt x="430" y="0"/>
                    </a:moveTo>
                    <a:lnTo>
                      <a:pt x="430" y="77"/>
                    </a:lnTo>
                    <a:lnTo>
                      <a:pt x="0" y="332"/>
                    </a:lnTo>
                    <a:lnTo>
                      <a:pt x="0" y="253"/>
                    </a:lnTo>
                    <a:lnTo>
                      <a:pt x="43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7" name="Freeform 15">
                <a:extLst>
                  <a:ext uri="{FF2B5EF4-FFF2-40B4-BE49-F238E27FC236}">
                    <a16:creationId xmlns:a16="http://schemas.microsoft.com/office/drawing/2014/main" id="{5A10D578-8122-475A-88DE-640976160304}"/>
                  </a:ext>
                </a:extLst>
              </p:cNvPr>
              <p:cNvSpPr/>
              <p:nvPr/>
            </p:nvSpPr>
            <p:spPr bwMode="auto">
              <a:xfrm>
                <a:off x="6512018" y="1019189"/>
                <a:ext cx="687388" cy="527050"/>
              </a:xfrm>
              <a:custGeom>
                <a:avLst/>
                <a:gdLst>
                  <a:gd name="T0" fmla="*/ 433 w 433"/>
                  <a:gd name="T1" fmla="*/ 253 h 332"/>
                  <a:gd name="T2" fmla="*/ 433 w 433"/>
                  <a:gd name="T3" fmla="*/ 332 h 332"/>
                  <a:gd name="T4" fmla="*/ 0 w 433"/>
                  <a:gd name="T5" fmla="*/ 77 h 332"/>
                  <a:gd name="T6" fmla="*/ 0 w 433"/>
                  <a:gd name="T7" fmla="*/ 0 h 332"/>
                  <a:gd name="T8" fmla="*/ 433 w 433"/>
                  <a:gd name="T9" fmla="*/ 253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3" h="332">
                    <a:moveTo>
                      <a:pt x="433" y="253"/>
                    </a:moveTo>
                    <a:lnTo>
                      <a:pt x="433" y="332"/>
                    </a:lnTo>
                    <a:lnTo>
                      <a:pt x="0" y="77"/>
                    </a:lnTo>
                    <a:lnTo>
                      <a:pt x="0" y="0"/>
                    </a:lnTo>
                    <a:lnTo>
                      <a:pt x="433" y="25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B1BBFE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8" name="Freeform 16">
                <a:extLst>
                  <a:ext uri="{FF2B5EF4-FFF2-40B4-BE49-F238E27FC236}">
                    <a16:creationId xmlns:a16="http://schemas.microsoft.com/office/drawing/2014/main" id="{2C458439-63F5-4F51-96B8-3ADF6D0113D7}"/>
                  </a:ext>
                </a:extLst>
              </p:cNvPr>
              <p:cNvSpPr/>
              <p:nvPr/>
            </p:nvSpPr>
            <p:spPr bwMode="auto">
              <a:xfrm>
                <a:off x="6512018" y="615964"/>
                <a:ext cx="1370013" cy="804863"/>
              </a:xfrm>
              <a:custGeom>
                <a:avLst/>
                <a:gdLst>
                  <a:gd name="T0" fmla="*/ 863 w 863"/>
                  <a:gd name="T1" fmla="*/ 254 h 507"/>
                  <a:gd name="T2" fmla="*/ 433 w 863"/>
                  <a:gd name="T3" fmla="*/ 507 h 507"/>
                  <a:gd name="T4" fmla="*/ 0 w 863"/>
                  <a:gd name="T5" fmla="*/ 254 h 507"/>
                  <a:gd name="T6" fmla="*/ 431 w 863"/>
                  <a:gd name="T7" fmla="*/ 0 h 507"/>
                  <a:gd name="T8" fmla="*/ 863 w 863"/>
                  <a:gd name="T9" fmla="*/ 254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3" h="507">
                    <a:moveTo>
                      <a:pt x="863" y="254"/>
                    </a:moveTo>
                    <a:lnTo>
                      <a:pt x="433" y="507"/>
                    </a:lnTo>
                    <a:lnTo>
                      <a:pt x="0" y="254"/>
                    </a:lnTo>
                    <a:lnTo>
                      <a:pt x="431" y="0"/>
                    </a:lnTo>
                    <a:lnTo>
                      <a:pt x="863" y="25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DADFFE"/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12" name="组合 311">
              <a:extLst>
                <a:ext uri="{FF2B5EF4-FFF2-40B4-BE49-F238E27FC236}">
                  <a16:creationId xmlns:a16="http://schemas.microsoft.com/office/drawing/2014/main" id="{9B025685-388B-4C23-8D67-1F5A50D0D6E8}"/>
                </a:ext>
              </a:extLst>
            </p:cNvPr>
            <p:cNvGrpSpPr/>
            <p:nvPr/>
          </p:nvGrpSpPr>
          <p:grpSpPr>
            <a:xfrm>
              <a:off x="2883571" y="2528237"/>
              <a:ext cx="620944" cy="402123"/>
              <a:chOff x="6512018" y="615964"/>
              <a:chExt cx="1370013" cy="930275"/>
            </a:xfrm>
          </p:grpSpPr>
          <p:sp>
            <p:nvSpPr>
              <p:cNvPr id="313" name="Freeform 14">
                <a:extLst>
                  <a:ext uri="{FF2B5EF4-FFF2-40B4-BE49-F238E27FC236}">
                    <a16:creationId xmlns:a16="http://schemas.microsoft.com/office/drawing/2014/main" id="{6EA3FEA0-925E-4143-A5BE-79661254D825}"/>
                  </a:ext>
                </a:extLst>
              </p:cNvPr>
              <p:cNvSpPr/>
              <p:nvPr/>
            </p:nvSpPr>
            <p:spPr bwMode="auto">
              <a:xfrm>
                <a:off x="7199405" y="1019189"/>
                <a:ext cx="682625" cy="527050"/>
              </a:xfrm>
              <a:custGeom>
                <a:avLst/>
                <a:gdLst>
                  <a:gd name="T0" fmla="*/ 430 w 430"/>
                  <a:gd name="T1" fmla="*/ 0 h 332"/>
                  <a:gd name="T2" fmla="*/ 430 w 430"/>
                  <a:gd name="T3" fmla="*/ 77 h 332"/>
                  <a:gd name="T4" fmla="*/ 0 w 430"/>
                  <a:gd name="T5" fmla="*/ 332 h 332"/>
                  <a:gd name="T6" fmla="*/ 0 w 430"/>
                  <a:gd name="T7" fmla="*/ 253 h 332"/>
                  <a:gd name="T8" fmla="*/ 430 w 430"/>
                  <a:gd name="T9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32">
                    <a:moveTo>
                      <a:pt x="430" y="0"/>
                    </a:moveTo>
                    <a:lnTo>
                      <a:pt x="430" y="77"/>
                    </a:lnTo>
                    <a:lnTo>
                      <a:pt x="0" y="332"/>
                    </a:lnTo>
                    <a:lnTo>
                      <a:pt x="0" y="253"/>
                    </a:lnTo>
                    <a:lnTo>
                      <a:pt x="43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4" name="Freeform 15">
                <a:extLst>
                  <a:ext uri="{FF2B5EF4-FFF2-40B4-BE49-F238E27FC236}">
                    <a16:creationId xmlns:a16="http://schemas.microsoft.com/office/drawing/2014/main" id="{248F4D7A-F516-4804-8931-0EBEBE7DB049}"/>
                  </a:ext>
                </a:extLst>
              </p:cNvPr>
              <p:cNvSpPr/>
              <p:nvPr/>
            </p:nvSpPr>
            <p:spPr bwMode="auto">
              <a:xfrm>
                <a:off x="6512018" y="1019189"/>
                <a:ext cx="687388" cy="527050"/>
              </a:xfrm>
              <a:custGeom>
                <a:avLst/>
                <a:gdLst>
                  <a:gd name="T0" fmla="*/ 433 w 433"/>
                  <a:gd name="T1" fmla="*/ 253 h 332"/>
                  <a:gd name="T2" fmla="*/ 433 w 433"/>
                  <a:gd name="T3" fmla="*/ 332 h 332"/>
                  <a:gd name="T4" fmla="*/ 0 w 433"/>
                  <a:gd name="T5" fmla="*/ 77 h 332"/>
                  <a:gd name="T6" fmla="*/ 0 w 433"/>
                  <a:gd name="T7" fmla="*/ 0 h 332"/>
                  <a:gd name="T8" fmla="*/ 433 w 433"/>
                  <a:gd name="T9" fmla="*/ 253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3" h="332">
                    <a:moveTo>
                      <a:pt x="433" y="253"/>
                    </a:moveTo>
                    <a:lnTo>
                      <a:pt x="433" y="332"/>
                    </a:lnTo>
                    <a:lnTo>
                      <a:pt x="0" y="77"/>
                    </a:lnTo>
                    <a:lnTo>
                      <a:pt x="0" y="0"/>
                    </a:lnTo>
                    <a:lnTo>
                      <a:pt x="433" y="25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B1BBFE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5" name="Freeform 16">
                <a:extLst>
                  <a:ext uri="{FF2B5EF4-FFF2-40B4-BE49-F238E27FC236}">
                    <a16:creationId xmlns:a16="http://schemas.microsoft.com/office/drawing/2014/main" id="{60DCBC9E-C449-4A17-99CE-E9E48339BFCD}"/>
                  </a:ext>
                </a:extLst>
              </p:cNvPr>
              <p:cNvSpPr/>
              <p:nvPr/>
            </p:nvSpPr>
            <p:spPr bwMode="auto">
              <a:xfrm>
                <a:off x="6512018" y="615964"/>
                <a:ext cx="1370013" cy="804863"/>
              </a:xfrm>
              <a:custGeom>
                <a:avLst/>
                <a:gdLst>
                  <a:gd name="T0" fmla="*/ 863 w 863"/>
                  <a:gd name="T1" fmla="*/ 254 h 507"/>
                  <a:gd name="T2" fmla="*/ 433 w 863"/>
                  <a:gd name="T3" fmla="*/ 507 h 507"/>
                  <a:gd name="T4" fmla="*/ 0 w 863"/>
                  <a:gd name="T5" fmla="*/ 254 h 507"/>
                  <a:gd name="T6" fmla="*/ 431 w 863"/>
                  <a:gd name="T7" fmla="*/ 0 h 507"/>
                  <a:gd name="T8" fmla="*/ 863 w 863"/>
                  <a:gd name="T9" fmla="*/ 254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3" h="507">
                    <a:moveTo>
                      <a:pt x="863" y="254"/>
                    </a:moveTo>
                    <a:lnTo>
                      <a:pt x="433" y="507"/>
                    </a:lnTo>
                    <a:lnTo>
                      <a:pt x="0" y="254"/>
                    </a:lnTo>
                    <a:lnTo>
                      <a:pt x="431" y="0"/>
                    </a:lnTo>
                    <a:lnTo>
                      <a:pt x="863" y="25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DADFFE"/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07E0D508-98BE-4B5A-96BE-C80422B9E0BF}"/>
              </a:ext>
            </a:extLst>
          </p:cNvPr>
          <p:cNvGrpSpPr/>
          <p:nvPr/>
        </p:nvGrpSpPr>
        <p:grpSpPr>
          <a:xfrm>
            <a:off x="754830" y="3757033"/>
            <a:ext cx="876440" cy="625845"/>
            <a:chOff x="4778117" y="1400487"/>
            <a:chExt cx="815793" cy="582538"/>
          </a:xfrm>
        </p:grpSpPr>
        <p:sp>
          <p:nvSpPr>
            <p:cNvPr id="301" name="菱形 300">
              <a:extLst>
                <a:ext uri="{FF2B5EF4-FFF2-40B4-BE49-F238E27FC236}">
                  <a16:creationId xmlns:a16="http://schemas.microsoft.com/office/drawing/2014/main" id="{B46AB7EE-CF22-4FC5-AA11-17F8A20215E0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853D0342-E0C5-4BB7-9043-502D96C66E56}"/>
                </a:ext>
              </a:extLst>
            </p:cNvPr>
            <p:cNvGrpSpPr/>
            <p:nvPr/>
          </p:nvGrpSpPr>
          <p:grpSpPr>
            <a:xfrm>
              <a:off x="4876549" y="1400487"/>
              <a:ext cx="620944" cy="495547"/>
              <a:chOff x="2883571" y="2528237"/>
              <a:chExt cx="620944" cy="495547"/>
            </a:xfrm>
          </p:grpSpPr>
          <p:grpSp>
            <p:nvGrpSpPr>
              <p:cNvPr id="303" name="组合 302">
                <a:extLst>
                  <a:ext uri="{FF2B5EF4-FFF2-40B4-BE49-F238E27FC236}">
                    <a16:creationId xmlns:a16="http://schemas.microsoft.com/office/drawing/2014/main" id="{A7F6472D-DF99-42B3-AB1D-BDE64B86AECF}"/>
                  </a:ext>
                </a:extLst>
              </p:cNvPr>
              <p:cNvGrpSpPr/>
              <p:nvPr/>
            </p:nvGrpSpPr>
            <p:grpSpPr>
              <a:xfrm>
                <a:off x="2883571" y="2621661"/>
                <a:ext cx="620944" cy="402123"/>
                <a:chOff x="6512018" y="615964"/>
                <a:chExt cx="1370013" cy="930275"/>
              </a:xfrm>
            </p:grpSpPr>
            <p:sp>
              <p:nvSpPr>
                <p:cNvPr id="308" name="Freeform 14">
                  <a:extLst>
                    <a:ext uri="{FF2B5EF4-FFF2-40B4-BE49-F238E27FC236}">
                      <a16:creationId xmlns:a16="http://schemas.microsoft.com/office/drawing/2014/main" id="{7F8B1791-4EA0-4194-AD78-A6C06277AEE2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9" name="Freeform 15">
                  <a:extLst>
                    <a:ext uri="{FF2B5EF4-FFF2-40B4-BE49-F238E27FC236}">
                      <a16:creationId xmlns:a16="http://schemas.microsoft.com/office/drawing/2014/main" id="{F353D721-F904-4E57-B234-4AE67C77D589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10" name="Freeform 16">
                  <a:extLst>
                    <a:ext uri="{FF2B5EF4-FFF2-40B4-BE49-F238E27FC236}">
                      <a16:creationId xmlns:a16="http://schemas.microsoft.com/office/drawing/2014/main" id="{BDCDB885-968D-4751-8A96-5896E4682287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E55BA76A-1011-4EBA-976B-8969493AA4FE}"/>
                  </a:ext>
                </a:extLst>
              </p:cNvPr>
              <p:cNvGrpSpPr/>
              <p:nvPr/>
            </p:nvGrpSpPr>
            <p:grpSpPr>
              <a:xfrm>
                <a:off x="2883571" y="2528237"/>
                <a:ext cx="620944" cy="402123"/>
                <a:chOff x="6512018" y="615964"/>
                <a:chExt cx="1370013" cy="930275"/>
              </a:xfrm>
            </p:grpSpPr>
            <p:sp>
              <p:nvSpPr>
                <p:cNvPr id="305" name="Freeform 14">
                  <a:extLst>
                    <a:ext uri="{FF2B5EF4-FFF2-40B4-BE49-F238E27FC236}">
                      <a16:creationId xmlns:a16="http://schemas.microsoft.com/office/drawing/2014/main" id="{73E6F273-FCC4-4296-8549-8A4AC5C97488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6" name="Freeform 15">
                  <a:extLst>
                    <a:ext uri="{FF2B5EF4-FFF2-40B4-BE49-F238E27FC236}">
                      <a16:creationId xmlns:a16="http://schemas.microsoft.com/office/drawing/2014/main" id="{4F7BDF63-92B7-46EE-8BFB-35F00B1938C1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7" name="Freeform 16">
                  <a:extLst>
                    <a:ext uri="{FF2B5EF4-FFF2-40B4-BE49-F238E27FC236}">
                      <a16:creationId xmlns:a16="http://schemas.microsoft.com/office/drawing/2014/main" id="{8898401C-3148-449B-BE35-603688EB2813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B71B8562-E8FF-45E2-B867-893E966E59C3}"/>
              </a:ext>
            </a:extLst>
          </p:cNvPr>
          <p:cNvGrpSpPr/>
          <p:nvPr/>
        </p:nvGrpSpPr>
        <p:grpSpPr>
          <a:xfrm>
            <a:off x="3962971" y="3723909"/>
            <a:ext cx="876440" cy="625845"/>
            <a:chOff x="4778117" y="1400487"/>
            <a:chExt cx="815793" cy="582538"/>
          </a:xfrm>
        </p:grpSpPr>
        <p:sp>
          <p:nvSpPr>
            <p:cNvPr id="291" name="菱形 290">
              <a:extLst>
                <a:ext uri="{FF2B5EF4-FFF2-40B4-BE49-F238E27FC236}">
                  <a16:creationId xmlns:a16="http://schemas.microsoft.com/office/drawing/2014/main" id="{E7314783-6F43-4CE7-8DCF-12A8C9BF4D59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FB91B941-4F02-484C-9031-367839D85FDC}"/>
                </a:ext>
              </a:extLst>
            </p:cNvPr>
            <p:cNvGrpSpPr/>
            <p:nvPr/>
          </p:nvGrpSpPr>
          <p:grpSpPr>
            <a:xfrm>
              <a:off x="4876549" y="1400487"/>
              <a:ext cx="620944" cy="495547"/>
              <a:chOff x="2883571" y="2528237"/>
              <a:chExt cx="620944" cy="495547"/>
            </a:xfrm>
          </p:grpSpPr>
          <p:grpSp>
            <p:nvGrpSpPr>
              <p:cNvPr id="293" name="组合 292">
                <a:extLst>
                  <a:ext uri="{FF2B5EF4-FFF2-40B4-BE49-F238E27FC236}">
                    <a16:creationId xmlns:a16="http://schemas.microsoft.com/office/drawing/2014/main" id="{DA8CBD54-D81B-4BE7-87BB-46C98FF63F5A}"/>
                  </a:ext>
                </a:extLst>
              </p:cNvPr>
              <p:cNvGrpSpPr/>
              <p:nvPr/>
            </p:nvGrpSpPr>
            <p:grpSpPr>
              <a:xfrm>
                <a:off x="2883571" y="2621661"/>
                <a:ext cx="620944" cy="402123"/>
                <a:chOff x="6512018" y="615964"/>
                <a:chExt cx="1370013" cy="930275"/>
              </a:xfrm>
            </p:grpSpPr>
            <p:sp>
              <p:nvSpPr>
                <p:cNvPr id="298" name="Freeform 14">
                  <a:extLst>
                    <a:ext uri="{FF2B5EF4-FFF2-40B4-BE49-F238E27FC236}">
                      <a16:creationId xmlns:a16="http://schemas.microsoft.com/office/drawing/2014/main" id="{11F94586-B022-4398-B88E-090A51D65F09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99" name="Freeform 15">
                  <a:extLst>
                    <a:ext uri="{FF2B5EF4-FFF2-40B4-BE49-F238E27FC236}">
                      <a16:creationId xmlns:a16="http://schemas.microsoft.com/office/drawing/2014/main" id="{9599B29E-4206-49C9-863A-44A525249E96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0" name="Freeform 16">
                  <a:extLst>
                    <a:ext uri="{FF2B5EF4-FFF2-40B4-BE49-F238E27FC236}">
                      <a16:creationId xmlns:a16="http://schemas.microsoft.com/office/drawing/2014/main" id="{E208C806-DA1B-4C85-8D69-AE0976F7CB21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94" name="组合 293">
                <a:extLst>
                  <a:ext uri="{FF2B5EF4-FFF2-40B4-BE49-F238E27FC236}">
                    <a16:creationId xmlns:a16="http://schemas.microsoft.com/office/drawing/2014/main" id="{52919215-474A-4D17-8777-671D4F260FD4}"/>
                  </a:ext>
                </a:extLst>
              </p:cNvPr>
              <p:cNvGrpSpPr/>
              <p:nvPr/>
            </p:nvGrpSpPr>
            <p:grpSpPr>
              <a:xfrm>
                <a:off x="2883571" y="2528237"/>
                <a:ext cx="620944" cy="402123"/>
                <a:chOff x="6512018" y="615964"/>
                <a:chExt cx="1370013" cy="930275"/>
              </a:xfrm>
            </p:grpSpPr>
            <p:sp>
              <p:nvSpPr>
                <p:cNvPr id="295" name="Freeform 14">
                  <a:extLst>
                    <a:ext uri="{FF2B5EF4-FFF2-40B4-BE49-F238E27FC236}">
                      <a16:creationId xmlns:a16="http://schemas.microsoft.com/office/drawing/2014/main" id="{023FCA47-45E6-418B-97FA-F9DDF589CECC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96" name="Freeform 15">
                  <a:extLst>
                    <a:ext uri="{FF2B5EF4-FFF2-40B4-BE49-F238E27FC236}">
                      <a16:creationId xmlns:a16="http://schemas.microsoft.com/office/drawing/2014/main" id="{1AB8A409-691E-4F2D-92D0-A3490D8AB763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97" name="Freeform 16">
                  <a:extLst>
                    <a:ext uri="{FF2B5EF4-FFF2-40B4-BE49-F238E27FC236}">
                      <a16:creationId xmlns:a16="http://schemas.microsoft.com/office/drawing/2014/main" id="{68B0E3DD-9526-47EE-B718-64A472257331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27" name="Freeform 71">
            <a:extLst>
              <a:ext uri="{FF2B5EF4-FFF2-40B4-BE49-F238E27FC236}">
                <a16:creationId xmlns:a16="http://schemas.microsoft.com/office/drawing/2014/main" id="{BF9AC2AB-769A-4C5F-B510-36E70F9C391B}"/>
              </a:ext>
            </a:extLst>
          </p:cNvPr>
          <p:cNvSpPr>
            <a:spLocks noEditPoints="1"/>
          </p:cNvSpPr>
          <p:nvPr/>
        </p:nvSpPr>
        <p:spPr bwMode="auto">
          <a:xfrm>
            <a:off x="4286979" y="3817708"/>
            <a:ext cx="216601" cy="202957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97144B0C-46D5-48AF-A54F-21A8663BD56D}"/>
              </a:ext>
            </a:extLst>
          </p:cNvPr>
          <p:cNvGrpSpPr/>
          <p:nvPr/>
        </p:nvGrpSpPr>
        <p:grpSpPr>
          <a:xfrm>
            <a:off x="5272567" y="3804164"/>
            <a:ext cx="876440" cy="625845"/>
            <a:chOff x="4778117" y="1400487"/>
            <a:chExt cx="815793" cy="582538"/>
          </a:xfrm>
        </p:grpSpPr>
        <p:sp>
          <p:nvSpPr>
            <p:cNvPr id="281" name="菱形 280">
              <a:extLst>
                <a:ext uri="{FF2B5EF4-FFF2-40B4-BE49-F238E27FC236}">
                  <a16:creationId xmlns:a16="http://schemas.microsoft.com/office/drawing/2014/main" id="{39A282C5-7718-4A95-88C8-5E97DEF6FFE7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69D589EA-25CF-4AAD-8947-B8BB51FB72FB}"/>
                </a:ext>
              </a:extLst>
            </p:cNvPr>
            <p:cNvGrpSpPr/>
            <p:nvPr/>
          </p:nvGrpSpPr>
          <p:grpSpPr>
            <a:xfrm>
              <a:off x="4876549" y="1400487"/>
              <a:ext cx="620944" cy="495547"/>
              <a:chOff x="2883571" y="2528237"/>
              <a:chExt cx="620944" cy="495547"/>
            </a:xfrm>
          </p:grpSpPr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DB112314-E5DF-4A88-9838-016F56EAF355}"/>
                  </a:ext>
                </a:extLst>
              </p:cNvPr>
              <p:cNvGrpSpPr/>
              <p:nvPr/>
            </p:nvGrpSpPr>
            <p:grpSpPr>
              <a:xfrm>
                <a:off x="2883571" y="2621661"/>
                <a:ext cx="620944" cy="402123"/>
                <a:chOff x="6512018" y="615964"/>
                <a:chExt cx="1370013" cy="930275"/>
              </a:xfrm>
            </p:grpSpPr>
            <p:sp>
              <p:nvSpPr>
                <p:cNvPr id="288" name="Freeform 14">
                  <a:extLst>
                    <a:ext uri="{FF2B5EF4-FFF2-40B4-BE49-F238E27FC236}">
                      <a16:creationId xmlns:a16="http://schemas.microsoft.com/office/drawing/2014/main" id="{C9676733-A0E3-4515-ACA8-FE77A66B872C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9" name="Freeform 15">
                  <a:extLst>
                    <a:ext uri="{FF2B5EF4-FFF2-40B4-BE49-F238E27FC236}">
                      <a16:creationId xmlns:a16="http://schemas.microsoft.com/office/drawing/2014/main" id="{92958D30-EC21-4381-A935-950490D12803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90" name="Freeform 16">
                  <a:extLst>
                    <a:ext uri="{FF2B5EF4-FFF2-40B4-BE49-F238E27FC236}">
                      <a16:creationId xmlns:a16="http://schemas.microsoft.com/office/drawing/2014/main" id="{8C1A8A85-851D-440C-B4EE-9CDDAD74B9C5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1EA4E48A-20C2-4D97-AF78-84AA2E2F2B99}"/>
                  </a:ext>
                </a:extLst>
              </p:cNvPr>
              <p:cNvGrpSpPr/>
              <p:nvPr/>
            </p:nvGrpSpPr>
            <p:grpSpPr>
              <a:xfrm>
                <a:off x="2883571" y="2528237"/>
                <a:ext cx="620944" cy="402123"/>
                <a:chOff x="6512018" y="615964"/>
                <a:chExt cx="1370013" cy="930275"/>
              </a:xfrm>
            </p:grpSpPr>
            <p:sp>
              <p:nvSpPr>
                <p:cNvPr id="285" name="Freeform 14">
                  <a:extLst>
                    <a:ext uri="{FF2B5EF4-FFF2-40B4-BE49-F238E27FC236}">
                      <a16:creationId xmlns:a16="http://schemas.microsoft.com/office/drawing/2014/main" id="{C8225FA5-7C07-4425-ACD1-18E47EEAFEEC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6" name="Freeform 15">
                  <a:extLst>
                    <a:ext uri="{FF2B5EF4-FFF2-40B4-BE49-F238E27FC236}">
                      <a16:creationId xmlns:a16="http://schemas.microsoft.com/office/drawing/2014/main" id="{0B49F268-DD4B-4770-BCE2-EB12C33104D7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7" name="Freeform 16">
                  <a:extLst>
                    <a:ext uri="{FF2B5EF4-FFF2-40B4-BE49-F238E27FC236}">
                      <a16:creationId xmlns:a16="http://schemas.microsoft.com/office/drawing/2014/main" id="{94762047-63BF-43DF-8FAB-9F1166562CBA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2C360CF3-2B40-4564-B20A-6815DDC2D516}"/>
              </a:ext>
            </a:extLst>
          </p:cNvPr>
          <p:cNvGrpSpPr/>
          <p:nvPr/>
        </p:nvGrpSpPr>
        <p:grpSpPr>
          <a:xfrm>
            <a:off x="3388398" y="4400525"/>
            <a:ext cx="876440" cy="625845"/>
            <a:chOff x="4778117" y="1400487"/>
            <a:chExt cx="815793" cy="582538"/>
          </a:xfrm>
        </p:grpSpPr>
        <p:sp>
          <p:nvSpPr>
            <p:cNvPr id="271" name="菱形 270">
              <a:extLst>
                <a:ext uri="{FF2B5EF4-FFF2-40B4-BE49-F238E27FC236}">
                  <a16:creationId xmlns:a16="http://schemas.microsoft.com/office/drawing/2014/main" id="{9D3D6577-F7B8-46A4-BBAD-A1B3798C4894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A7437EC6-8C01-4042-AF39-8874D41A7C27}"/>
                </a:ext>
              </a:extLst>
            </p:cNvPr>
            <p:cNvGrpSpPr/>
            <p:nvPr/>
          </p:nvGrpSpPr>
          <p:grpSpPr>
            <a:xfrm>
              <a:off x="4876549" y="1400487"/>
              <a:ext cx="620944" cy="495547"/>
              <a:chOff x="2883571" y="2528237"/>
              <a:chExt cx="620944" cy="495547"/>
            </a:xfrm>
          </p:grpSpPr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1C78CDAD-BBE8-454E-94A9-B5EC301247B0}"/>
                  </a:ext>
                </a:extLst>
              </p:cNvPr>
              <p:cNvGrpSpPr/>
              <p:nvPr/>
            </p:nvGrpSpPr>
            <p:grpSpPr>
              <a:xfrm>
                <a:off x="2883571" y="2621661"/>
                <a:ext cx="620944" cy="402123"/>
                <a:chOff x="6512018" y="615964"/>
                <a:chExt cx="1370013" cy="930275"/>
              </a:xfrm>
            </p:grpSpPr>
            <p:sp>
              <p:nvSpPr>
                <p:cNvPr id="278" name="Freeform 14">
                  <a:extLst>
                    <a:ext uri="{FF2B5EF4-FFF2-40B4-BE49-F238E27FC236}">
                      <a16:creationId xmlns:a16="http://schemas.microsoft.com/office/drawing/2014/main" id="{B89521BE-EAB8-4C9B-90A8-E604B25C20FE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9" name="Freeform 15">
                  <a:extLst>
                    <a:ext uri="{FF2B5EF4-FFF2-40B4-BE49-F238E27FC236}">
                      <a16:creationId xmlns:a16="http://schemas.microsoft.com/office/drawing/2014/main" id="{1D902986-E835-4456-B31F-174A8123E68A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0" name="Freeform 16">
                  <a:extLst>
                    <a:ext uri="{FF2B5EF4-FFF2-40B4-BE49-F238E27FC236}">
                      <a16:creationId xmlns:a16="http://schemas.microsoft.com/office/drawing/2014/main" id="{E1CF2FD2-68A4-4DC5-8585-A087A0751F87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D1C65DBA-E14D-4866-A4DF-8EEB46697274}"/>
                  </a:ext>
                </a:extLst>
              </p:cNvPr>
              <p:cNvGrpSpPr/>
              <p:nvPr/>
            </p:nvGrpSpPr>
            <p:grpSpPr>
              <a:xfrm>
                <a:off x="2883571" y="2528237"/>
                <a:ext cx="620944" cy="402123"/>
                <a:chOff x="6512018" y="615964"/>
                <a:chExt cx="1370013" cy="930275"/>
              </a:xfrm>
            </p:grpSpPr>
            <p:sp>
              <p:nvSpPr>
                <p:cNvPr id="275" name="Freeform 14">
                  <a:extLst>
                    <a:ext uri="{FF2B5EF4-FFF2-40B4-BE49-F238E27FC236}">
                      <a16:creationId xmlns:a16="http://schemas.microsoft.com/office/drawing/2014/main" id="{68678D19-5760-49A4-84CF-D7BA92B11D5F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6" name="Freeform 15">
                  <a:extLst>
                    <a:ext uri="{FF2B5EF4-FFF2-40B4-BE49-F238E27FC236}">
                      <a16:creationId xmlns:a16="http://schemas.microsoft.com/office/drawing/2014/main" id="{BB0DB825-5099-49D1-B10B-0950E1FA5D6A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" name="Freeform 16">
                  <a:extLst>
                    <a:ext uri="{FF2B5EF4-FFF2-40B4-BE49-F238E27FC236}">
                      <a16:creationId xmlns:a16="http://schemas.microsoft.com/office/drawing/2014/main" id="{5470DD6A-9468-40B3-AE33-9B43FD1B0044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3CBE071A-B16E-485F-AA9C-E98AEF9AFE50}"/>
              </a:ext>
            </a:extLst>
          </p:cNvPr>
          <p:cNvGrpSpPr/>
          <p:nvPr/>
        </p:nvGrpSpPr>
        <p:grpSpPr>
          <a:xfrm>
            <a:off x="4658328" y="4340568"/>
            <a:ext cx="876440" cy="625845"/>
            <a:chOff x="4778117" y="1400487"/>
            <a:chExt cx="815793" cy="582538"/>
          </a:xfrm>
        </p:grpSpPr>
        <p:sp>
          <p:nvSpPr>
            <p:cNvPr id="261" name="菱形 260">
              <a:extLst>
                <a:ext uri="{FF2B5EF4-FFF2-40B4-BE49-F238E27FC236}">
                  <a16:creationId xmlns:a16="http://schemas.microsoft.com/office/drawing/2014/main" id="{BD852AE8-D63B-4427-B2D3-CD4F877B725B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8D2AF8C8-90BC-41F7-B5EB-3A41A9706EF2}"/>
                </a:ext>
              </a:extLst>
            </p:cNvPr>
            <p:cNvGrpSpPr/>
            <p:nvPr/>
          </p:nvGrpSpPr>
          <p:grpSpPr>
            <a:xfrm>
              <a:off x="4876549" y="1400487"/>
              <a:ext cx="620944" cy="495547"/>
              <a:chOff x="2883571" y="2528237"/>
              <a:chExt cx="620944" cy="495547"/>
            </a:xfrm>
          </p:grpSpPr>
          <p:grpSp>
            <p:nvGrpSpPr>
              <p:cNvPr id="263" name="组合 262">
                <a:extLst>
                  <a:ext uri="{FF2B5EF4-FFF2-40B4-BE49-F238E27FC236}">
                    <a16:creationId xmlns:a16="http://schemas.microsoft.com/office/drawing/2014/main" id="{281125DC-75A6-4299-8501-BEC43BCE3445}"/>
                  </a:ext>
                </a:extLst>
              </p:cNvPr>
              <p:cNvGrpSpPr/>
              <p:nvPr/>
            </p:nvGrpSpPr>
            <p:grpSpPr>
              <a:xfrm>
                <a:off x="2883571" y="2621661"/>
                <a:ext cx="620944" cy="402123"/>
                <a:chOff x="6512018" y="615964"/>
                <a:chExt cx="1370013" cy="930275"/>
              </a:xfrm>
            </p:grpSpPr>
            <p:sp>
              <p:nvSpPr>
                <p:cNvPr id="268" name="Freeform 14">
                  <a:extLst>
                    <a:ext uri="{FF2B5EF4-FFF2-40B4-BE49-F238E27FC236}">
                      <a16:creationId xmlns:a16="http://schemas.microsoft.com/office/drawing/2014/main" id="{703D6BF5-2411-4E18-8692-078B0F7E03C8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69" name="Freeform 15">
                  <a:extLst>
                    <a:ext uri="{FF2B5EF4-FFF2-40B4-BE49-F238E27FC236}">
                      <a16:creationId xmlns:a16="http://schemas.microsoft.com/office/drawing/2014/main" id="{A67B1371-53F9-488F-9B92-6C5276FB70DA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0" name="Freeform 16">
                  <a:extLst>
                    <a:ext uri="{FF2B5EF4-FFF2-40B4-BE49-F238E27FC236}">
                      <a16:creationId xmlns:a16="http://schemas.microsoft.com/office/drawing/2014/main" id="{E155EF30-58E7-4CFE-9E1D-8C1D9C96F9BF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64" name="组合 263">
                <a:extLst>
                  <a:ext uri="{FF2B5EF4-FFF2-40B4-BE49-F238E27FC236}">
                    <a16:creationId xmlns:a16="http://schemas.microsoft.com/office/drawing/2014/main" id="{63DCD606-6E59-418B-B08D-6184D4FAF741}"/>
                  </a:ext>
                </a:extLst>
              </p:cNvPr>
              <p:cNvGrpSpPr/>
              <p:nvPr/>
            </p:nvGrpSpPr>
            <p:grpSpPr>
              <a:xfrm>
                <a:off x="2883571" y="2528237"/>
                <a:ext cx="620944" cy="402123"/>
                <a:chOff x="6512018" y="615964"/>
                <a:chExt cx="1370013" cy="930275"/>
              </a:xfrm>
            </p:grpSpPr>
            <p:sp>
              <p:nvSpPr>
                <p:cNvPr id="265" name="Freeform 14">
                  <a:extLst>
                    <a:ext uri="{FF2B5EF4-FFF2-40B4-BE49-F238E27FC236}">
                      <a16:creationId xmlns:a16="http://schemas.microsoft.com/office/drawing/2014/main" id="{2D6A715F-D928-449C-B1BE-547957422869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66" name="Freeform 15">
                  <a:extLst>
                    <a:ext uri="{FF2B5EF4-FFF2-40B4-BE49-F238E27FC236}">
                      <a16:creationId xmlns:a16="http://schemas.microsoft.com/office/drawing/2014/main" id="{35E08F18-9CB6-476A-82E6-603D49B1AC47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67" name="Freeform 16">
                  <a:extLst>
                    <a:ext uri="{FF2B5EF4-FFF2-40B4-BE49-F238E27FC236}">
                      <a16:creationId xmlns:a16="http://schemas.microsoft.com/office/drawing/2014/main" id="{F7C82FDD-C988-410B-A067-076E972D20FB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235" name="Freeform 54">
            <a:extLst>
              <a:ext uri="{FF2B5EF4-FFF2-40B4-BE49-F238E27FC236}">
                <a16:creationId xmlns:a16="http://schemas.microsoft.com/office/drawing/2014/main" id="{3F09F7FC-AEC1-468C-BA0C-60FA474FA92D}"/>
              </a:ext>
            </a:extLst>
          </p:cNvPr>
          <p:cNvSpPr>
            <a:spLocks noEditPoints="1"/>
          </p:cNvSpPr>
          <p:nvPr/>
        </p:nvSpPr>
        <p:spPr bwMode="auto">
          <a:xfrm>
            <a:off x="5585431" y="3827206"/>
            <a:ext cx="250712" cy="185902"/>
          </a:xfrm>
          <a:custGeom>
            <a:avLst/>
            <a:gdLst/>
            <a:ahLst/>
            <a:cxnLst>
              <a:cxn ang="0">
                <a:pos x="55" y="50"/>
              </a:cxn>
              <a:cxn ang="0">
                <a:pos x="16" y="50"/>
              </a:cxn>
              <a:cxn ang="0">
                <a:pos x="0" y="34"/>
              </a:cxn>
              <a:cxn ang="0">
                <a:pos x="9" y="20"/>
              </a:cxn>
              <a:cxn ang="0">
                <a:pos x="9" y="18"/>
              </a:cxn>
              <a:cxn ang="0">
                <a:pos x="27" y="0"/>
              </a:cxn>
              <a:cxn ang="0">
                <a:pos x="44" y="11"/>
              </a:cxn>
              <a:cxn ang="0">
                <a:pos x="50" y="9"/>
              </a:cxn>
              <a:cxn ang="0">
                <a:pos x="59" y="18"/>
              </a:cxn>
              <a:cxn ang="0">
                <a:pos x="58" y="23"/>
              </a:cxn>
              <a:cxn ang="0">
                <a:pos x="68" y="36"/>
              </a:cxn>
              <a:cxn ang="0">
                <a:pos x="55" y="50"/>
              </a:cxn>
              <a:cxn ang="0">
                <a:pos x="45" y="25"/>
              </a:cxn>
              <a:cxn ang="0">
                <a:pos x="33" y="13"/>
              </a:cxn>
              <a:cxn ang="0">
                <a:pos x="32" y="12"/>
              </a:cxn>
              <a:cxn ang="0">
                <a:pos x="31" y="13"/>
              </a:cxn>
              <a:cxn ang="0">
                <a:pos x="18" y="25"/>
              </a:cxn>
              <a:cxn ang="0">
                <a:pos x="18" y="26"/>
              </a:cxn>
              <a:cxn ang="0">
                <a:pos x="19" y="27"/>
              </a:cxn>
              <a:cxn ang="0">
                <a:pos x="27" y="27"/>
              </a:cxn>
              <a:cxn ang="0">
                <a:pos x="27" y="40"/>
              </a:cxn>
              <a:cxn ang="0">
                <a:pos x="28" y="41"/>
              </a:cxn>
              <a:cxn ang="0">
                <a:pos x="35" y="41"/>
              </a:cxn>
              <a:cxn ang="0">
                <a:pos x="36" y="40"/>
              </a:cxn>
              <a:cxn ang="0">
                <a:pos x="36" y="27"/>
              </a:cxn>
              <a:cxn ang="0">
                <a:pos x="44" y="27"/>
              </a:cxn>
              <a:cxn ang="0">
                <a:pos x="45" y="26"/>
              </a:cxn>
              <a:cxn ang="0">
                <a:pos x="45" y="25"/>
              </a:cxn>
            </a:cxnLst>
            <a:rect l="0" t="0" r="r" b="b"/>
            <a:pathLst>
              <a:path w="68" h="50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3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4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  <a:moveTo>
                  <a:pt x="45" y="25"/>
                </a:moveTo>
                <a:cubicBezTo>
                  <a:pt x="33" y="13"/>
                  <a:pt x="33" y="13"/>
                  <a:pt x="33" y="13"/>
                </a:cubicBezTo>
                <a:cubicBezTo>
                  <a:pt x="32" y="13"/>
                  <a:pt x="32" y="12"/>
                  <a:pt x="32" y="12"/>
                </a:cubicBezTo>
                <a:cubicBezTo>
                  <a:pt x="31" y="12"/>
                  <a:pt x="31" y="13"/>
                  <a:pt x="31" y="13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7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40"/>
                  <a:pt x="27" y="40"/>
                  <a:pt x="27" y="40"/>
                </a:cubicBezTo>
                <a:cubicBezTo>
                  <a:pt x="27" y="41"/>
                  <a:pt x="28" y="41"/>
                  <a:pt x="28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1"/>
                  <a:pt x="36" y="40"/>
                </a:cubicBezTo>
                <a:cubicBezTo>
                  <a:pt x="36" y="27"/>
                  <a:pt x="36" y="27"/>
                  <a:pt x="36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5" y="27"/>
                  <a:pt x="45" y="27"/>
                  <a:pt x="45" y="26"/>
                </a:cubicBezTo>
                <a:cubicBezTo>
                  <a:pt x="45" y="26"/>
                  <a:pt x="45" y="26"/>
                  <a:pt x="45" y="25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6" name="Freeform 113">
            <a:extLst>
              <a:ext uri="{FF2B5EF4-FFF2-40B4-BE49-F238E27FC236}">
                <a16:creationId xmlns:a16="http://schemas.microsoft.com/office/drawing/2014/main" id="{69CD3843-606B-471E-B479-1C8370E1ACE1}"/>
              </a:ext>
            </a:extLst>
          </p:cNvPr>
          <p:cNvSpPr>
            <a:spLocks noEditPoints="1"/>
          </p:cNvSpPr>
          <p:nvPr/>
        </p:nvSpPr>
        <p:spPr bwMode="auto">
          <a:xfrm>
            <a:off x="4959367" y="4361938"/>
            <a:ext cx="237067" cy="185902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44" y="43"/>
              </a:cxn>
              <a:cxn ang="0">
                <a:pos x="28" y="47"/>
              </a:cxn>
              <a:cxn ang="0">
                <a:pos x="18" y="46"/>
              </a:cxn>
              <a:cxn ang="0">
                <a:pos x="11" y="43"/>
              </a:cxn>
              <a:cxn ang="0">
                <a:pos x="4" y="50"/>
              </a:cxn>
              <a:cxn ang="0">
                <a:pos x="0" y="47"/>
              </a:cxn>
              <a:cxn ang="0">
                <a:pos x="0" y="46"/>
              </a:cxn>
              <a:cxn ang="0">
                <a:pos x="7" y="37"/>
              </a:cxn>
              <a:cxn ang="0">
                <a:pos x="6" y="34"/>
              </a:cxn>
              <a:cxn ang="0">
                <a:pos x="5" y="30"/>
              </a:cxn>
              <a:cxn ang="0">
                <a:pos x="25" y="8"/>
              </a:cxn>
              <a:cxn ang="0">
                <a:pos x="52" y="3"/>
              </a:cxn>
              <a:cxn ang="0">
                <a:pos x="58" y="0"/>
              </a:cxn>
              <a:cxn ang="0">
                <a:pos x="64" y="13"/>
              </a:cxn>
              <a:cxn ang="0">
                <a:pos x="63" y="20"/>
              </a:cxn>
              <a:cxn ang="0">
                <a:pos x="43" y="18"/>
              </a:cxn>
              <a:cxn ang="0">
                <a:pos x="14" y="32"/>
              </a:cxn>
              <a:cxn ang="0">
                <a:pos x="13" y="34"/>
              </a:cxn>
              <a:cxn ang="0">
                <a:pos x="16" y="36"/>
              </a:cxn>
              <a:cxn ang="0">
                <a:pos x="17" y="36"/>
              </a:cxn>
              <a:cxn ang="0">
                <a:pos x="22" y="31"/>
              </a:cxn>
              <a:cxn ang="0">
                <a:pos x="43" y="23"/>
              </a:cxn>
              <a:cxn ang="0">
                <a:pos x="45" y="20"/>
              </a:cxn>
              <a:cxn ang="0">
                <a:pos x="43" y="18"/>
              </a:cxn>
            </a:cxnLst>
            <a:rect l="0" t="0" r="r" b="b"/>
            <a:pathLst>
              <a:path w="64" h="50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7" name="Freeform 109">
            <a:extLst>
              <a:ext uri="{FF2B5EF4-FFF2-40B4-BE49-F238E27FC236}">
                <a16:creationId xmlns:a16="http://schemas.microsoft.com/office/drawing/2014/main" id="{E69EF17B-2188-46DF-B85D-3C8BECCA932F}"/>
              </a:ext>
            </a:extLst>
          </p:cNvPr>
          <p:cNvSpPr>
            <a:spLocks noEditPoints="1"/>
          </p:cNvSpPr>
          <p:nvPr/>
        </p:nvSpPr>
        <p:spPr bwMode="auto">
          <a:xfrm>
            <a:off x="3710619" y="4453072"/>
            <a:ext cx="202957" cy="202957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36" y="39"/>
              </a:cxn>
              <a:cxn ang="0">
                <a:pos x="35" y="37"/>
              </a:cxn>
              <a:cxn ang="0">
                <a:pos x="32" y="37"/>
              </a:cxn>
              <a:cxn ang="0">
                <a:pos x="32" y="19"/>
              </a:cxn>
              <a:cxn ang="0">
                <a:pos x="31" y="18"/>
              </a:cxn>
              <a:cxn ang="0">
                <a:pos x="19" y="18"/>
              </a:cxn>
              <a:cxn ang="0">
                <a:pos x="18" y="19"/>
              </a:cxn>
              <a:cxn ang="0">
                <a:pos x="18" y="25"/>
              </a:cxn>
              <a:cxn ang="0">
                <a:pos x="19" y="26"/>
              </a:cxn>
              <a:cxn ang="0">
                <a:pos x="23" y="26"/>
              </a:cxn>
              <a:cxn ang="0">
                <a:pos x="23" y="37"/>
              </a:cxn>
              <a:cxn ang="0">
                <a:pos x="19" y="37"/>
              </a:cxn>
              <a:cxn ang="0">
                <a:pos x="18" y="39"/>
              </a:cxn>
              <a:cxn ang="0">
                <a:pos x="18" y="44"/>
              </a:cxn>
              <a:cxn ang="0">
                <a:pos x="19" y="45"/>
              </a:cxn>
              <a:cxn ang="0">
                <a:pos x="35" y="45"/>
              </a:cxn>
              <a:cxn ang="0">
                <a:pos x="36" y="44"/>
              </a:cxn>
              <a:cxn ang="0">
                <a:pos x="36" y="39"/>
              </a:cxn>
              <a:cxn ang="0">
                <a:pos x="32" y="7"/>
              </a:cxn>
              <a:cxn ang="0">
                <a:pos x="31" y="5"/>
              </a:cxn>
              <a:cxn ang="0">
                <a:pos x="24" y="5"/>
              </a:cxn>
              <a:cxn ang="0">
                <a:pos x="23" y="7"/>
              </a:cxn>
              <a:cxn ang="0">
                <a:pos x="23" y="12"/>
              </a:cxn>
              <a:cxn ang="0">
                <a:pos x="24" y="13"/>
              </a:cxn>
              <a:cxn ang="0">
                <a:pos x="31" y="13"/>
              </a:cxn>
              <a:cxn ang="0">
                <a:pos x="32" y="12"/>
              </a:cxn>
              <a:cxn ang="0">
                <a:pos x="32" y="7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36" y="39"/>
                </a:moveTo>
                <a:cubicBezTo>
                  <a:pt x="36" y="38"/>
                  <a:pt x="36" y="37"/>
                  <a:pt x="35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1" y="18"/>
                  <a:pt x="31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8" y="19"/>
                  <a:pt x="18" y="19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9" y="26"/>
                  <a:pt x="19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7"/>
                  <a:pt x="23" y="37"/>
                  <a:pt x="23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9" y="37"/>
                  <a:pt x="18" y="38"/>
                  <a:pt x="18" y="39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5"/>
                  <a:pt x="19" y="45"/>
                  <a:pt x="19" y="45"/>
                </a:cubicBezTo>
                <a:cubicBezTo>
                  <a:pt x="35" y="45"/>
                  <a:pt x="35" y="45"/>
                  <a:pt x="35" y="45"/>
                </a:cubicBezTo>
                <a:cubicBezTo>
                  <a:pt x="36" y="45"/>
                  <a:pt x="36" y="45"/>
                  <a:pt x="36" y="44"/>
                </a:cubicBezTo>
                <a:lnTo>
                  <a:pt x="36" y="39"/>
                </a:lnTo>
                <a:close/>
                <a:moveTo>
                  <a:pt x="32" y="7"/>
                </a:moveTo>
                <a:cubicBezTo>
                  <a:pt x="32" y="6"/>
                  <a:pt x="31" y="5"/>
                  <a:pt x="31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3" y="5"/>
                  <a:pt x="23" y="6"/>
                  <a:pt x="23" y="7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3"/>
                  <a:pt x="23" y="13"/>
                  <a:pt x="24" y="13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2" y="13"/>
                  <a:pt x="32" y="12"/>
                </a:cubicBezTo>
                <a:lnTo>
                  <a:pt x="32" y="7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8" name="Freeform 45">
            <a:extLst>
              <a:ext uri="{FF2B5EF4-FFF2-40B4-BE49-F238E27FC236}">
                <a16:creationId xmlns:a16="http://schemas.microsoft.com/office/drawing/2014/main" id="{FACBC8AB-4158-4CC2-9126-1B7B19EC39D3}"/>
              </a:ext>
            </a:extLst>
          </p:cNvPr>
          <p:cNvSpPr>
            <a:spLocks noEditPoints="1"/>
          </p:cNvSpPr>
          <p:nvPr/>
        </p:nvSpPr>
        <p:spPr bwMode="auto">
          <a:xfrm>
            <a:off x="1089450" y="3829772"/>
            <a:ext cx="202957" cy="202957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9" name="Freeform 64">
            <a:extLst>
              <a:ext uri="{FF2B5EF4-FFF2-40B4-BE49-F238E27FC236}">
                <a16:creationId xmlns:a16="http://schemas.microsoft.com/office/drawing/2014/main" id="{ED88608D-5DF9-4BE7-9490-6E451541B87A}"/>
              </a:ext>
            </a:extLst>
          </p:cNvPr>
          <p:cNvSpPr>
            <a:spLocks noEditPoints="1"/>
          </p:cNvSpPr>
          <p:nvPr/>
        </p:nvSpPr>
        <p:spPr bwMode="auto">
          <a:xfrm>
            <a:off x="699115" y="4425086"/>
            <a:ext cx="284822" cy="237067"/>
          </a:xfrm>
          <a:custGeom>
            <a:avLst/>
            <a:gdLst/>
            <a:ahLst/>
            <a:cxnLst>
              <a:cxn ang="0">
                <a:pos x="77" y="51"/>
              </a:cxn>
              <a:cxn ang="0">
                <a:pos x="75" y="55"/>
              </a:cxn>
              <a:cxn ang="0">
                <a:pos x="59" y="63"/>
              </a:cxn>
              <a:cxn ang="0">
                <a:pos x="57" y="64"/>
              </a:cxn>
              <a:cxn ang="0">
                <a:pos x="55" y="63"/>
              </a:cxn>
              <a:cxn ang="0">
                <a:pos x="39" y="55"/>
              </a:cxn>
              <a:cxn ang="0">
                <a:pos x="39" y="55"/>
              </a:cxn>
              <a:cxn ang="0">
                <a:pos x="38" y="55"/>
              </a:cxn>
              <a:cxn ang="0">
                <a:pos x="22" y="63"/>
              </a:cxn>
              <a:cxn ang="0">
                <a:pos x="20" y="64"/>
              </a:cxn>
              <a:cxn ang="0">
                <a:pos x="18" y="63"/>
              </a:cxn>
              <a:cxn ang="0">
                <a:pos x="2" y="55"/>
              </a:cxn>
              <a:cxn ang="0">
                <a:pos x="0" y="51"/>
              </a:cxn>
              <a:cxn ang="0">
                <a:pos x="0" y="37"/>
              </a:cxn>
              <a:cxn ang="0">
                <a:pos x="3" y="32"/>
              </a:cxn>
              <a:cxn ang="0">
                <a:pos x="18" y="26"/>
              </a:cxn>
              <a:cxn ang="0">
                <a:pos x="18" y="11"/>
              </a:cxn>
              <a:cxn ang="0">
                <a:pos x="21" y="7"/>
              </a:cxn>
              <a:cxn ang="0">
                <a:pos x="37" y="0"/>
              </a:cxn>
              <a:cxn ang="0">
                <a:pos x="39" y="0"/>
              </a:cxn>
              <a:cxn ang="0">
                <a:pos x="40" y="0"/>
              </a:cxn>
              <a:cxn ang="0">
                <a:pos x="56" y="7"/>
              </a:cxn>
              <a:cxn ang="0">
                <a:pos x="59" y="11"/>
              </a:cxn>
              <a:cxn ang="0">
                <a:pos x="59" y="26"/>
              </a:cxn>
              <a:cxn ang="0">
                <a:pos x="75" y="32"/>
              </a:cxn>
              <a:cxn ang="0">
                <a:pos x="77" y="37"/>
              </a:cxn>
              <a:cxn ang="0">
                <a:pos x="77" y="51"/>
              </a:cxn>
              <a:cxn ang="0">
                <a:pos x="35" y="36"/>
              </a:cxn>
              <a:cxn ang="0">
                <a:pos x="20" y="30"/>
              </a:cxn>
              <a:cxn ang="0">
                <a:pos x="6" y="36"/>
              </a:cxn>
              <a:cxn ang="0">
                <a:pos x="20" y="42"/>
              </a:cxn>
              <a:cxn ang="0">
                <a:pos x="35" y="36"/>
              </a:cxn>
              <a:cxn ang="0">
                <a:pos x="36" y="51"/>
              </a:cxn>
              <a:cxn ang="0">
                <a:pos x="36" y="40"/>
              </a:cxn>
              <a:cxn ang="0">
                <a:pos x="23" y="46"/>
              </a:cxn>
              <a:cxn ang="0">
                <a:pos x="23" y="58"/>
              </a:cxn>
              <a:cxn ang="0">
                <a:pos x="36" y="51"/>
              </a:cxn>
              <a:cxn ang="0">
                <a:pos x="54" y="11"/>
              </a:cxn>
              <a:cxn ang="0">
                <a:pos x="39" y="5"/>
              </a:cxn>
              <a:cxn ang="0">
                <a:pos x="23" y="11"/>
              </a:cxn>
              <a:cxn ang="0">
                <a:pos x="39" y="18"/>
              </a:cxn>
              <a:cxn ang="0">
                <a:pos x="54" y="11"/>
              </a:cxn>
              <a:cxn ang="0">
                <a:pos x="55" y="26"/>
              </a:cxn>
              <a:cxn ang="0">
                <a:pos x="55" y="16"/>
              </a:cxn>
              <a:cxn ang="0">
                <a:pos x="41" y="22"/>
              </a:cxn>
              <a:cxn ang="0">
                <a:pos x="41" y="32"/>
              </a:cxn>
              <a:cxn ang="0">
                <a:pos x="55" y="26"/>
              </a:cxn>
              <a:cxn ang="0">
                <a:pos x="71" y="36"/>
              </a:cxn>
              <a:cxn ang="0">
                <a:pos x="57" y="30"/>
              </a:cxn>
              <a:cxn ang="0">
                <a:pos x="42" y="36"/>
              </a:cxn>
              <a:cxn ang="0">
                <a:pos x="57" y="42"/>
              </a:cxn>
              <a:cxn ang="0">
                <a:pos x="71" y="36"/>
              </a:cxn>
              <a:cxn ang="0">
                <a:pos x="73" y="51"/>
              </a:cxn>
              <a:cxn ang="0">
                <a:pos x="73" y="40"/>
              </a:cxn>
              <a:cxn ang="0">
                <a:pos x="59" y="46"/>
              </a:cxn>
              <a:cxn ang="0">
                <a:pos x="59" y="58"/>
              </a:cxn>
              <a:cxn ang="0">
                <a:pos x="73" y="51"/>
              </a:cxn>
            </a:cxnLst>
            <a:rect l="0" t="0" r="r" b="b"/>
            <a:pathLst>
              <a:path w="77" h="64">
                <a:moveTo>
                  <a:pt x="77" y="51"/>
                </a:moveTo>
                <a:cubicBezTo>
                  <a:pt x="77" y="53"/>
                  <a:pt x="76" y="55"/>
                  <a:pt x="75" y="55"/>
                </a:cubicBezTo>
                <a:cubicBezTo>
                  <a:pt x="59" y="63"/>
                  <a:pt x="59" y="63"/>
                  <a:pt x="59" y="63"/>
                </a:cubicBezTo>
                <a:cubicBezTo>
                  <a:pt x="58" y="64"/>
                  <a:pt x="58" y="64"/>
                  <a:pt x="57" y="64"/>
                </a:cubicBezTo>
                <a:cubicBezTo>
                  <a:pt x="56" y="64"/>
                  <a:pt x="55" y="64"/>
                  <a:pt x="55" y="63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8" y="55"/>
                  <a:pt x="38" y="55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64"/>
                  <a:pt x="21" y="64"/>
                  <a:pt x="20" y="64"/>
                </a:cubicBezTo>
                <a:cubicBezTo>
                  <a:pt x="20" y="64"/>
                  <a:pt x="19" y="64"/>
                  <a:pt x="18" y="63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5"/>
                  <a:pt x="1" y="33"/>
                  <a:pt x="3" y="32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9" y="8"/>
                  <a:pt x="21" y="7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8" y="0"/>
                  <a:pt x="39" y="0"/>
                </a:cubicBezTo>
                <a:cubicBezTo>
                  <a:pt x="39" y="0"/>
                  <a:pt x="40" y="0"/>
                  <a:pt x="40" y="0"/>
                </a:cubicBezTo>
                <a:cubicBezTo>
                  <a:pt x="56" y="7"/>
                  <a:pt x="56" y="7"/>
                  <a:pt x="56" y="7"/>
                </a:cubicBezTo>
                <a:cubicBezTo>
                  <a:pt x="58" y="8"/>
                  <a:pt x="59" y="10"/>
                  <a:pt x="59" y="11"/>
                </a:cubicBezTo>
                <a:cubicBezTo>
                  <a:pt x="59" y="26"/>
                  <a:pt x="59" y="26"/>
                  <a:pt x="59" y="26"/>
                </a:cubicBezTo>
                <a:cubicBezTo>
                  <a:pt x="75" y="32"/>
                  <a:pt x="75" y="32"/>
                  <a:pt x="75" y="32"/>
                </a:cubicBezTo>
                <a:cubicBezTo>
                  <a:pt x="76" y="33"/>
                  <a:pt x="77" y="35"/>
                  <a:pt x="77" y="37"/>
                </a:cubicBezTo>
                <a:lnTo>
                  <a:pt x="77" y="51"/>
                </a:lnTo>
                <a:close/>
                <a:moveTo>
                  <a:pt x="35" y="36"/>
                </a:moveTo>
                <a:cubicBezTo>
                  <a:pt x="20" y="30"/>
                  <a:pt x="20" y="30"/>
                  <a:pt x="20" y="30"/>
                </a:cubicBezTo>
                <a:cubicBezTo>
                  <a:pt x="6" y="36"/>
                  <a:pt x="6" y="36"/>
                  <a:pt x="6" y="36"/>
                </a:cubicBezTo>
                <a:cubicBezTo>
                  <a:pt x="20" y="42"/>
                  <a:pt x="20" y="42"/>
                  <a:pt x="20" y="42"/>
                </a:cubicBezTo>
                <a:lnTo>
                  <a:pt x="35" y="36"/>
                </a:lnTo>
                <a:close/>
                <a:moveTo>
                  <a:pt x="36" y="51"/>
                </a:moveTo>
                <a:cubicBezTo>
                  <a:pt x="36" y="40"/>
                  <a:pt x="36" y="40"/>
                  <a:pt x="36" y="40"/>
                </a:cubicBezTo>
                <a:cubicBezTo>
                  <a:pt x="23" y="46"/>
                  <a:pt x="23" y="46"/>
                  <a:pt x="23" y="46"/>
                </a:cubicBezTo>
                <a:cubicBezTo>
                  <a:pt x="23" y="58"/>
                  <a:pt x="23" y="58"/>
                  <a:pt x="23" y="58"/>
                </a:cubicBezTo>
                <a:lnTo>
                  <a:pt x="36" y="51"/>
                </a:lnTo>
                <a:close/>
                <a:moveTo>
                  <a:pt x="54" y="11"/>
                </a:moveTo>
                <a:cubicBezTo>
                  <a:pt x="39" y="5"/>
                  <a:pt x="39" y="5"/>
                  <a:pt x="39" y="5"/>
                </a:cubicBezTo>
                <a:cubicBezTo>
                  <a:pt x="23" y="11"/>
                  <a:pt x="23" y="11"/>
                  <a:pt x="23" y="11"/>
                </a:cubicBezTo>
                <a:cubicBezTo>
                  <a:pt x="39" y="18"/>
                  <a:pt x="39" y="18"/>
                  <a:pt x="39" y="18"/>
                </a:cubicBezTo>
                <a:lnTo>
                  <a:pt x="54" y="11"/>
                </a:lnTo>
                <a:close/>
                <a:moveTo>
                  <a:pt x="55" y="26"/>
                </a:moveTo>
                <a:cubicBezTo>
                  <a:pt x="55" y="16"/>
                  <a:pt x="55" y="16"/>
                  <a:pt x="55" y="16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32"/>
                  <a:pt x="41" y="32"/>
                  <a:pt x="41" y="32"/>
                </a:cubicBezTo>
                <a:lnTo>
                  <a:pt x="55" y="26"/>
                </a:lnTo>
                <a:close/>
                <a:moveTo>
                  <a:pt x="71" y="36"/>
                </a:moveTo>
                <a:cubicBezTo>
                  <a:pt x="57" y="30"/>
                  <a:pt x="57" y="30"/>
                  <a:pt x="57" y="30"/>
                </a:cubicBezTo>
                <a:cubicBezTo>
                  <a:pt x="42" y="36"/>
                  <a:pt x="42" y="36"/>
                  <a:pt x="42" y="36"/>
                </a:cubicBezTo>
                <a:cubicBezTo>
                  <a:pt x="57" y="42"/>
                  <a:pt x="57" y="42"/>
                  <a:pt x="57" y="42"/>
                </a:cubicBezTo>
                <a:lnTo>
                  <a:pt x="71" y="36"/>
                </a:lnTo>
                <a:close/>
                <a:moveTo>
                  <a:pt x="73" y="51"/>
                </a:moveTo>
                <a:cubicBezTo>
                  <a:pt x="73" y="40"/>
                  <a:pt x="73" y="40"/>
                  <a:pt x="73" y="40"/>
                </a:cubicBezTo>
                <a:cubicBezTo>
                  <a:pt x="59" y="46"/>
                  <a:pt x="59" y="46"/>
                  <a:pt x="59" y="46"/>
                </a:cubicBezTo>
                <a:cubicBezTo>
                  <a:pt x="59" y="58"/>
                  <a:pt x="59" y="58"/>
                  <a:pt x="59" y="58"/>
                </a:cubicBezTo>
                <a:lnTo>
                  <a:pt x="73" y="51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C1E836B2-F528-4650-A91E-A674E4DF71D2}"/>
              </a:ext>
            </a:extLst>
          </p:cNvPr>
          <p:cNvGrpSpPr/>
          <p:nvPr/>
        </p:nvGrpSpPr>
        <p:grpSpPr>
          <a:xfrm>
            <a:off x="1670359" y="1981027"/>
            <a:ext cx="805207" cy="984738"/>
            <a:chOff x="7830742" y="849134"/>
            <a:chExt cx="749489" cy="916596"/>
          </a:xfrm>
        </p:grpSpPr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364A2F9B-2DF0-4A24-8EDC-6578B2B3C718}"/>
                </a:ext>
              </a:extLst>
            </p:cNvPr>
            <p:cNvGrpSpPr/>
            <p:nvPr/>
          </p:nvGrpSpPr>
          <p:grpSpPr>
            <a:xfrm>
              <a:off x="7830742" y="849134"/>
              <a:ext cx="749489" cy="916596"/>
              <a:chOff x="5985487" y="1179925"/>
              <a:chExt cx="749489" cy="916596"/>
            </a:xfrm>
          </p:grpSpPr>
          <p:grpSp>
            <p:nvGrpSpPr>
              <p:cNvPr id="349" name="组合 348">
                <a:extLst>
                  <a:ext uri="{FF2B5EF4-FFF2-40B4-BE49-F238E27FC236}">
                    <a16:creationId xmlns:a16="http://schemas.microsoft.com/office/drawing/2014/main" id="{50C18698-8B10-4422-AF2A-889BF0550D0B}"/>
                  </a:ext>
                </a:extLst>
              </p:cNvPr>
              <p:cNvGrpSpPr/>
              <p:nvPr/>
            </p:nvGrpSpPr>
            <p:grpSpPr>
              <a:xfrm>
                <a:off x="6021452" y="1702735"/>
                <a:ext cx="677381" cy="393786"/>
                <a:chOff x="6874203" y="2211450"/>
                <a:chExt cx="720758" cy="419003"/>
              </a:xfrm>
            </p:grpSpPr>
            <p:sp>
              <p:nvSpPr>
                <p:cNvPr id="352" name="Freeform 8">
                  <a:extLst>
                    <a:ext uri="{FF2B5EF4-FFF2-40B4-BE49-F238E27FC236}">
                      <a16:creationId xmlns:a16="http://schemas.microsoft.com/office/drawing/2014/main" id="{A4C45F30-021F-49D6-A260-57EC46F663AD}"/>
                    </a:ext>
                  </a:extLst>
                </p:cNvPr>
                <p:cNvSpPr/>
                <p:nvPr/>
              </p:nvSpPr>
              <p:spPr bwMode="auto">
                <a:xfrm>
                  <a:off x="6874203" y="2211450"/>
                  <a:ext cx="720758" cy="419003"/>
                </a:xfrm>
                <a:custGeom>
                  <a:avLst/>
                  <a:gdLst>
                    <a:gd name="T0" fmla="*/ 316 w 334"/>
                    <a:gd name="T1" fmla="*/ 78 h 194"/>
                    <a:gd name="T2" fmla="*/ 316 w 334"/>
                    <a:gd name="T3" fmla="*/ 116 h 194"/>
                    <a:gd name="T4" fmla="*/ 200 w 334"/>
                    <a:gd name="T5" fmla="*/ 184 h 194"/>
                    <a:gd name="T6" fmla="*/ 135 w 334"/>
                    <a:gd name="T7" fmla="*/ 184 h 194"/>
                    <a:gd name="T8" fmla="*/ 18 w 334"/>
                    <a:gd name="T9" fmla="*/ 116 h 194"/>
                    <a:gd name="T10" fmla="*/ 17 w 334"/>
                    <a:gd name="T11" fmla="*/ 78 h 194"/>
                    <a:gd name="T12" fmla="*/ 134 w 334"/>
                    <a:gd name="T13" fmla="*/ 11 h 194"/>
                    <a:gd name="T14" fmla="*/ 199 w 334"/>
                    <a:gd name="T15" fmla="*/ 11 h 194"/>
                    <a:gd name="T16" fmla="*/ 316 w 334"/>
                    <a:gd name="T17" fmla="*/ 7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4" h="194">
                      <a:moveTo>
                        <a:pt x="316" y="78"/>
                      </a:moveTo>
                      <a:cubicBezTo>
                        <a:pt x="334" y="89"/>
                        <a:pt x="334" y="106"/>
                        <a:pt x="316" y="116"/>
                      </a:cubicBezTo>
                      <a:cubicBezTo>
                        <a:pt x="200" y="184"/>
                        <a:pt x="200" y="184"/>
                        <a:pt x="200" y="184"/>
                      </a:cubicBezTo>
                      <a:cubicBezTo>
                        <a:pt x="182" y="194"/>
                        <a:pt x="153" y="194"/>
                        <a:pt x="135" y="184"/>
                      </a:cubicBezTo>
                      <a:cubicBezTo>
                        <a:pt x="18" y="116"/>
                        <a:pt x="18" y="116"/>
                        <a:pt x="18" y="116"/>
                      </a:cubicBezTo>
                      <a:cubicBezTo>
                        <a:pt x="0" y="106"/>
                        <a:pt x="0" y="89"/>
                        <a:pt x="17" y="78"/>
                      </a:cubicBezTo>
                      <a:cubicBezTo>
                        <a:pt x="134" y="11"/>
                        <a:pt x="134" y="11"/>
                        <a:pt x="134" y="11"/>
                      </a:cubicBezTo>
                      <a:cubicBezTo>
                        <a:pt x="152" y="0"/>
                        <a:pt x="181" y="0"/>
                        <a:pt x="199" y="11"/>
                      </a:cubicBezTo>
                      <a:lnTo>
                        <a:pt x="316" y="78"/>
                      </a:lnTo>
                      <a:close/>
                    </a:path>
                  </a:pathLst>
                </a:cu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53" name="Freeform 7">
                  <a:extLst>
                    <a:ext uri="{FF2B5EF4-FFF2-40B4-BE49-F238E27FC236}">
                      <a16:creationId xmlns:a16="http://schemas.microsoft.com/office/drawing/2014/main" id="{7E177626-141B-4A82-80B8-2D583F2DE819}"/>
                    </a:ext>
                  </a:extLst>
                </p:cNvPr>
                <p:cNvSpPr/>
                <p:nvPr/>
              </p:nvSpPr>
              <p:spPr bwMode="auto">
                <a:xfrm>
                  <a:off x="6944999" y="2324880"/>
                  <a:ext cx="579909" cy="230765"/>
                </a:xfrm>
                <a:custGeom>
                  <a:avLst/>
                  <a:gdLst>
                    <a:gd name="T0" fmla="*/ 312 w 326"/>
                    <a:gd name="T1" fmla="*/ 19 h 130"/>
                    <a:gd name="T2" fmla="*/ 196 w 326"/>
                    <a:gd name="T3" fmla="*/ 87 h 130"/>
                    <a:gd name="T4" fmla="*/ 131 w 326"/>
                    <a:gd name="T5" fmla="*/ 87 h 130"/>
                    <a:gd name="T6" fmla="*/ 14 w 326"/>
                    <a:gd name="T7" fmla="*/ 19 h 130"/>
                    <a:gd name="T8" fmla="*/ 0 w 326"/>
                    <a:gd name="T9" fmla="*/ 0 h 130"/>
                    <a:gd name="T10" fmla="*/ 0 w 326"/>
                    <a:gd name="T11" fmla="*/ 33 h 130"/>
                    <a:gd name="T12" fmla="*/ 14 w 326"/>
                    <a:gd name="T13" fmla="*/ 52 h 130"/>
                    <a:gd name="T14" fmla="*/ 131 w 326"/>
                    <a:gd name="T15" fmla="*/ 119 h 130"/>
                    <a:gd name="T16" fmla="*/ 196 w 326"/>
                    <a:gd name="T17" fmla="*/ 119 h 130"/>
                    <a:gd name="T18" fmla="*/ 312 w 326"/>
                    <a:gd name="T19" fmla="*/ 52 h 130"/>
                    <a:gd name="T20" fmla="*/ 325 w 326"/>
                    <a:gd name="T21" fmla="*/ 33 h 130"/>
                    <a:gd name="T22" fmla="*/ 326 w 326"/>
                    <a:gd name="T23" fmla="*/ 0 h 130"/>
                    <a:gd name="T24" fmla="*/ 312 w 326"/>
                    <a:gd name="T25" fmla="*/ 19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26" h="130">
                      <a:moveTo>
                        <a:pt x="312" y="19"/>
                      </a:moveTo>
                      <a:cubicBezTo>
                        <a:pt x="196" y="87"/>
                        <a:pt x="196" y="87"/>
                        <a:pt x="196" y="87"/>
                      </a:cubicBezTo>
                      <a:cubicBezTo>
                        <a:pt x="178" y="97"/>
                        <a:pt x="149" y="97"/>
                        <a:pt x="131" y="87"/>
                      </a:cubicBez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5" y="14"/>
                        <a:pt x="0" y="7"/>
                        <a:pt x="0" y="0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0"/>
                        <a:pt x="4" y="46"/>
                        <a:pt x="14" y="52"/>
                      </a:cubicBezTo>
                      <a:cubicBezTo>
                        <a:pt x="131" y="119"/>
                        <a:pt x="131" y="119"/>
                        <a:pt x="131" y="119"/>
                      </a:cubicBezTo>
                      <a:cubicBezTo>
                        <a:pt x="149" y="130"/>
                        <a:pt x="178" y="130"/>
                        <a:pt x="196" y="119"/>
                      </a:cubicBezTo>
                      <a:cubicBezTo>
                        <a:pt x="312" y="52"/>
                        <a:pt x="312" y="52"/>
                        <a:pt x="312" y="52"/>
                      </a:cubicBezTo>
                      <a:cubicBezTo>
                        <a:pt x="321" y="46"/>
                        <a:pt x="325" y="40"/>
                        <a:pt x="325" y="33"/>
                      </a:cubicBezTo>
                      <a:cubicBezTo>
                        <a:pt x="326" y="0"/>
                        <a:pt x="326" y="0"/>
                        <a:pt x="326" y="0"/>
                      </a:cubicBezTo>
                      <a:cubicBezTo>
                        <a:pt x="326" y="7"/>
                        <a:pt x="321" y="14"/>
                        <a:pt x="312" y="1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1BBFE"/>
                    </a:gs>
                    <a:gs pos="58000">
                      <a:srgbClr val="B1BBFE">
                        <a:lumMod val="94000"/>
                      </a:srgbClr>
                    </a:gs>
                    <a:gs pos="100000">
                      <a:srgbClr val="B1BBFE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50" name="梯形 349">
                <a:extLst>
                  <a:ext uri="{FF2B5EF4-FFF2-40B4-BE49-F238E27FC236}">
                    <a16:creationId xmlns:a16="http://schemas.microsoft.com/office/drawing/2014/main" id="{235DEA28-1A5F-42A4-B437-7DE5EED1EAF7}"/>
                  </a:ext>
                </a:extLst>
              </p:cNvPr>
              <p:cNvSpPr/>
              <p:nvPr/>
            </p:nvSpPr>
            <p:spPr>
              <a:xfrm rot="10800000">
                <a:off x="5985487" y="1179925"/>
                <a:ext cx="749489" cy="626385"/>
              </a:xfrm>
              <a:prstGeom prst="trapezoid">
                <a:avLst>
                  <a:gd name="adj" fmla="val 16006"/>
                </a:avLst>
              </a:prstGeom>
              <a:gradFill flip="none" rotWithShape="1">
                <a:gsLst>
                  <a:gs pos="0">
                    <a:srgbClr val="FAFBFF">
                      <a:alpha val="0"/>
                    </a:srgbClr>
                  </a:gs>
                  <a:gs pos="100000">
                    <a:srgbClr val="B1BBFE">
                      <a:alpha val="80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51" name="Freeform 8">
                <a:extLst>
                  <a:ext uri="{FF2B5EF4-FFF2-40B4-BE49-F238E27FC236}">
                    <a16:creationId xmlns:a16="http://schemas.microsoft.com/office/drawing/2014/main" id="{0714DA21-AA80-448D-AE90-1E94FE5F89D6}"/>
                  </a:ext>
                </a:extLst>
              </p:cNvPr>
              <p:cNvSpPr/>
              <p:nvPr/>
            </p:nvSpPr>
            <p:spPr bwMode="auto">
              <a:xfrm>
                <a:off x="6080949" y="1646686"/>
                <a:ext cx="558388" cy="324612"/>
              </a:xfrm>
              <a:custGeom>
                <a:avLst/>
                <a:gdLst>
                  <a:gd name="T0" fmla="*/ 316 w 334"/>
                  <a:gd name="T1" fmla="*/ 78 h 194"/>
                  <a:gd name="T2" fmla="*/ 316 w 334"/>
                  <a:gd name="T3" fmla="*/ 116 h 194"/>
                  <a:gd name="T4" fmla="*/ 200 w 334"/>
                  <a:gd name="T5" fmla="*/ 184 h 194"/>
                  <a:gd name="T6" fmla="*/ 135 w 334"/>
                  <a:gd name="T7" fmla="*/ 184 h 194"/>
                  <a:gd name="T8" fmla="*/ 18 w 334"/>
                  <a:gd name="T9" fmla="*/ 116 h 194"/>
                  <a:gd name="T10" fmla="*/ 17 w 334"/>
                  <a:gd name="T11" fmla="*/ 78 h 194"/>
                  <a:gd name="T12" fmla="*/ 134 w 334"/>
                  <a:gd name="T13" fmla="*/ 11 h 194"/>
                  <a:gd name="T14" fmla="*/ 199 w 334"/>
                  <a:gd name="T15" fmla="*/ 11 h 194"/>
                  <a:gd name="T16" fmla="*/ 316 w 334"/>
                  <a:gd name="T17" fmla="*/ 78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4" h="194">
                    <a:moveTo>
                      <a:pt x="316" y="78"/>
                    </a:moveTo>
                    <a:cubicBezTo>
                      <a:pt x="334" y="89"/>
                      <a:pt x="334" y="106"/>
                      <a:pt x="316" y="116"/>
                    </a:cubicBezTo>
                    <a:cubicBezTo>
                      <a:pt x="200" y="184"/>
                      <a:pt x="200" y="184"/>
                      <a:pt x="200" y="184"/>
                    </a:cubicBezTo>
                    <a:cubicBezTo>
                      <a:pt x="182" y="194"/>
                      <a:pt x="153" y="194"/>
                      <a:pt x="135" y="184"/>
                    </a:cubicBezTo>
                    <a:cubicBezTo>
                      <a:pt x="18" y="116"/>
                      <a:pt x="18" y="116"/>
                      <a:pt x="18" y="116"/>
                    </a:cubicBezTo>
                    <a:cubicBezTo>
                      <a:pt x="0" y="106"/>
                      <a:pt x="0" y="89"/>
                      <a:pt x="17" y="78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52" y="0"/>
                      <a:pt x="181" y="0"/>
                      <a:pt x="199" y="11"/>
                    </a:cubicBezTo>
                    <a:lnTo>
                      <a:pt x="316" y="78"/>
                    </a:lnTo>
                    <a:close/>
                  </a:path>
                </a:pathLst>
              </a:custGeom>
              <a:gradFill>
                <a:gsLst>
                  <a:gs pos="0">
                    <a:srgbClr val="E7EBFF"/>
                  </a:gs>
                  <a:gs pos="100000">
                    <a:srgbClr val="B1BBFE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46" name="组合 345">
              <a:extLst>
                <a:ext uri="{FF2B5EF4-FFF2-40B4-BE49-F238E27FC236}">
                  <a16:creationId xmlns:a16="http://schemas.microsoft.com/office/drawing/2014/main" id="{0B9CC7F5-6F46-421E-BC43-06B3AD47D5BB}"/>
                </a:ext>
              </a:extLst>
            </p:cNvPr>
            <p:cNvGrpSpPr/>
            <p:nvPr/>
          </p:nvGrpSpPr>
          <p:grpSpPr>
            <a:xfrm>
              <a:off x="8067707" y="1110273"/>
              <a:ext cx="314812" cy="426359"/>
              <a:chOff x="5015665" y="3704732"/>
              <a:chExt cx="2016126" cy="2730500"/>
            </a:xfrm>
          </p:grpSpPr>
          <p:sp>
            <p:nvSpPr>
              <p:cNvPr id="347" name="Freeform 35">
                <a:extLst>
                  <a:ext uri="{FF2B5EF4-FFF2-40B4-BE49-F238E27FC236}">
                    <a16:creationId xmlns:a16="http://schemas.microsoft.com/office/drawing/2014/main" id="{C663E715-D4DA-4FCA-B42D-517DA544B99E}"/>
                  </a:ext>
                </a:extLst>
              </p:cNvPr>
              <p:cNvSpPr/>
              <p:nvPr/>
            </p:nvSpPr>
            <p:spPr bwMode="auto">
              <a:xfrm>
                <a:off x="5045828" y="3704732"/>
                <a:ext cx="1985963" cy="2708275"/>
              </a:xfrm>
              <a:custGeom>
                <a:avLst/>
                <a:gdLst>
                  <a:gd name="T0" fmla="*/ 502 w 525"/>
                  <a:gd name="T1" fmla="*/ 261 h 717"/>
                  <a:gd name="T2" fmla="*/ 58 w 525"/>
                  <a:gd name="T3" fmla="*/ 5 h 717"/>
                  <a:gd name="T4" fmla="*/ 42 w 525"/>
                  <a:gd name="T5" fmla="*/ 3 h 717"/>
                  <a:gd name="T6" fmla="*/ 0 w 525"/>
                  <a:gd name="T7" fmla="*/ 27 h 717"/>
                  <a:gd name="T8" fmla="*/ 16 w 525"/>
                  <a:gd name="T9" fmla="*/ 29 h 717"/>
                  <a:gd name="T10" fmla="*/ 460 w 525"/>
                  <a:gd name="T11" fmla="*/ 286 h 717"/>
                  <a:gd name="T12" fmla="*/ 483 w 525"/>
                  <a:gd name="T13" fmla="*/ 325 h 717"/>
                  <a:gd name="T14" fmla="*/ 482 w 525"/>
                  <a:gd name="T15" fmla="*/ 702 h 717"/>
                  <a:gd name="T16" fmla="*/ 476 w 525"/>
                  <a:gd name="T17" fmla="*/ 717 h 717"/>
                  <a:gd name="T18" fmla="*/ 518 w 525"/>
                  <a:gd name="T19" fmla="*/ 693 h 717"/>
                  <a:gd name="T20" fmla="*/ 524 w 525"/>
                  <a:gd name="T21" fmla="*/ 678 h 717"/>
                  <a:gd name="T22" fmla="*/ 524 w 525"/>
                  <a:gd name="T23" fmla="*/ 678 h 717"/>
                  <a:gd name="T24" fmla="*/ 525 w 525"/>
                  <a:gd name="T25" fmla="*/ 301 h 717"/>
                  <a:gd name="T26" fmla="*/ 502 w 525"/>
                  <a:gd name="T27" fmla="*/ 261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717">
                    <a:moveTo>
                      <a:pt x="502" y="261"/>
                    </a:moveTo>
                    <a:cubicBezTo>
                      <a:pt x="502" y="261"/>
                      <a:pt x="502" y="261"/>
                      <a:pt x="58" y="5"/>
                    </a:cubicBezTo>
                    <a:cubicBezTo>
                      <a:pt x="52" y="1"/>
                      <a:pt x="46" y="0"/>
                      <a:pt x="42" y="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4" y="25"/>
                      <a:pt x="9" y="25"/>
                      <a:pt x="16" y="29"/>
                    </a:cubicBezTo>
                    <a:cubicBezTo>
                      <a:pt x="460" y="286"/>
                      <a:pt x="460" y="286"/>
                      <a:pt x="460" y="286"/>
                    </a:cubicBezTo>
                    <a:cubicBezTo>
                      <a:pt x="474" y="293"/>
                      <a:pt x="483" y="310"/>
                      <a:pt x="483" y="325"/>
                    </a:cubicBezTo>
                    <a:cubicBezTo>
                      <a:pt x="482" y="702"/>
                      <a:pt x="482" y="702"/>
                      <a:pt x="482" y="702"/>
                    </a:cubicBezTo>
                    <a:cubicBezTo>
                      <a:pt x="482" y="710"/>
                      <a:pt x="480" y="715"/>
                      <a:pt x="476" y="717"/>
                    </a:cubicBezTo>
                    <a:cubicBezTo>
                      <a:pt x="518" y="693"/>
                      <a:pt x="518" y="693"/>
                      <a:pt x="518" y="693"/>
                    </a:cubicBezTo>
                    <a:cubicBezTo>
                      <a:pt x="522" y="691"/>
                      <a:pt x="524" y="685"/>
                      <a:pt x="524" y="678"/>
                    </a:cubicBezTo>
                    <a:cubicBezTo>
                      <a:pt x="524" y="678"/>
                      <a:pt x="524" y="678"/>
                      <a:pt x="524" y="678"/>
                    </a:cubicBezTo>
                    <a:cubicBezTo>
                      <a:pt x="524" y="678"/>
                      <a:pt x="524" y="678"/>
                      <a:pt x="525" y="301"/>
                    </a:cubicBezTo>
                    <a:cubicBezTo>
                      <a:pt x="525" y="285"/>
                      <a:pt x="516" y="269"/>
                      <a:pt x="502" y="26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>
                      <a:alpha val="7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48" name="Freeform 36">
                <a:extLst>
                  <a:ext uri="{FF2B5EF4-FFF2-40B4-BE49-F238E27FC236}">
                    <a16:creationId xmlns:a16="http://schemas.microsoft.com/office/drawing/2014/main" id="{3712E910-2BD7-4EBA-BBDB-5BF98AA5E04D}"/>
                  </a:ext>
                </a:extLst>
              </p:cNvPr>
              <p:cNvSpPr/>
              <p:nvPr/>
            </p:nvSpPr>
            <p:spPr bwMode="auto">
              <a:xfrm>
                <a:off x="5015665" y="3787282"/>
                <a:ext cx="1857375" cy="2647950"/>
              </a:xfrm>
              <a:custGeom>
                <a:avLst/>
                <a:gdLst>
                  <a:gd name="T0" fmla="*/ 468 w 491"/>
                  <a:gd name="T1" fmla="*/ 264 h 701"/>
                  <a:gd name="T2" fmla="*/ 491 w 491"/>
                  <a:gd name="T3" fmla="*/ 303 h 701"/>
                  <a:gd name="T4" fmla="*/ 490 w 491"/>
                  <a:gd name="T5" fmla="*/ 680 h 701"/>
                  <a:gd name="T6" fmla="*/ 467 w 491"/>
                  <a:gd name="T7" fmla="*/ 693 h 701"/>
                  <a:gd name="T8" fmla="*/ 276 w 491"/>
                  <a:gd name="T9" fmla="*/ 583 h 701"/>
                  <a:gd name="T10" fmla="*/ 184 w 491"/>
                  <a:gd name="T11" fmla="*/ 530 h 701"/>
                  <a:gd name="T12" fmla="*/ 161 w 491"/>
                  <a:gd name="T13" fmla="*/ 517 h 701"/>
                  <a:gd name="T14" fmla="*/ 155 w 491"/>
                  <a:gd name="T15" fmla="*/ 513 h 701"/>
                  <a:gd name="T16" fmla="*/ 92 w 491"/>
                  <a:gd name="T17" fmla="*/ 547 h 701"/>
                  <a:gd name="T18" fmla="*/ 76 w 491"/>
                  <a:gd name="T19" fmla="*/ 547 h 701"/>
                  <a:gd name="T20" fmla="*/ 61 w 491"/>
                  <a:gd name="T21" fmla="*/ 529 h 701"/>
                  <a:gd name="T22" fmla="*/ 59 w 491"/>
                  <a:gd name="T23" fmla="*/ 528 h 701"/>
                  <a:gd name="T24" fmla="*/ 57 w 491"/>
                  <a:gd name="T25" fmla="*/ 525 h 701"/>
                  <a:gd name="T26" fmla="*/ 57 w 491"/>
                  <a:gd name="T27" fmla="*/ 523 h 701"/>
                  <a:gd name="T28" fmla="*/ 55 w 491"/>
                  <a:gd name="T29" fmla="*/ 519 h 701"/>
                  <a:gd name="T30" fmla="*/ 55 w 491"/>
                  <a:gd name="T31" fmla="*/ 517 h 701"/>
                  <a:gd name="T32" fmla="*/ 53 w 491"/>
                  <a:gd name="T33" fmla="*/ 512 h 701"/>
                  <a:gd name="T34" fmla="*/ 53 w 491"/>
                  <a:gd name="T35" fmla="*/ 507 h 701"/>
                  <a:gd name="T36" fmla="*/ 54 w 491"/>
                  <a:gd name="T37" fmla="*/ 455 h 701"/>
                  <a:gd name="T38" fmla="*/ 50 w 491"/>
                  <a:gd name="T39" fmla="*/ 453 h 701"/>
                  <a:gd name="T40" fmla="*/ 23 w 491"/>
                  <a:gd name="T41" fmla="*/ 437 h 701"/>
                  <a:gd name="T42" fmla="*/ 0 w 491"/>
                  <a:gd name="T43" fmla="*/ 398 h 701"/>
                  <a:gd name="T44" fmla="*/ 1 w 491"/>
                  <a:gd name="T45" fmla="*/ 20 h 701"/>
                  <a:gd name="T46" fmla="*/ 24 w 491"/>
                  <a:gd name="T47" fmla="*/ 7 h 701"/>
                  <a:gd name="T48" fmla="*/ 468 w 491"/>
                  <a:gd name="T49" fmla="*/ 264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91" h="701">
                    <a:moveTo>
                      <a:pt x="468" y="264"/>
                    </a:moveTo>
                    <a:cubicBezTo>
                      <a:pt x="482" y="271"/>
                      <a:pt x="491" y="288"/>
                      <a:pt x="491" y="303"/>
                    </a:cubicBezTo>
                    <a:cubicBezTo>
                      <a:pt x="490" y="680"/>
                      <a:pt x="490" y="680"/>
                      <a:pt x="490" y="680"/>
                    </a:cubicBezTo>
                    <a:cubicBezTo>
                      <a:pt x="490" y="696"/>
                      <a:pt x="480" y="701"/>
                      <a:pt x="467" y="693"/>
                    </a:cubicBezTo>
                    <a:cubicBezTo>
                      <a:pt x="276" y="583"/>
                      <a:pt x="276" y="583"/>
                      <a:pt x="276" y="583"/>
                    </a:cubicBezTo>
                    <a:cubicBezTo>
                      <a:pt x="184" y="530"/>
                      <a:pt x="184" y="530"/>
                      <a:pt x="184" y="530"/>
                    </a:cubicBezTo>
                    <a:cubicBezTo>
                      <a:pt x="161" y="517"/>
                      <a:pt x="161" y="517"/>
                      <a:pt x="161" y="517"/>
                    </a:cubicBezTo>
                    <a:cubicBezTo>
                      <a:pt x="155" y="513"/>
                      <a:pt x="155" y="513"/>
                      <a:pt x="155" y="513"/>
                    </a:cubicBezTo>
                    <a:cubicBezTo>
                      <a:pt x="92" y="547"/>
                      <a:pt x="92" y="547"/>
                      <a:pt x="92" y="547"/>
                    </a:cubicBezTo>
                    <a:cubicBezTo>
                      <a:pt x="88" y="551"/>
                      <a:pt x="82" y="550"/>
                      <a:pt x="76" y="547"/>
                    </a:cubicBezTo>
                    <a:cubicBezTo>
                      <a:pt x="71" y="544"/>
                      <a:pt x="65" y="538"/>
                      <a:pt x="61" y="529"/>
                    </a:cubicBezTo>
                    <a:cubicBezTo>
                      <a:pt x="59" y="528"/>
                      <a:pt x="59" y="528"/>
                      <a:pt x="59" y="528"/>
                    </a:cubicBezTo>
                    <a:cubicBezTo>
                      <a:pt x="57" y="525"/>
                      <a:pt x="57" y="525"/>
                      <a:pt x="57" y="525"/>
                    </a:cubicBezTo>
                    <a:cubicBezTo>
                      <a:pt x="57" y="523"/>
                      <a:pt x="57" y="523"/>
                      <a:pt x="57" y="523"/>
                    </a:cubicBezTo>
                    <a:cubicBezTo>
                      <a:pt x="55" y="522"/>
                      <a:pt x="55" y="520"/>
                      <a:pt x="55" y="519"/>
                    </a:cubicBezTo>
                    <a:cubicBezTo>
                      <a:pt x="55" y="517"/>
                      <a:pt x="55" y="517"/>
                      <a:pt x="55" y="517"/>
                    </a:cubicBezTo>
                    <a:cubicBezTo>
                      <a:pt x="55" y="515"/>
                      <a:pt x="53" y="514"/>
                      <a:pt x="53" y="512"/>
                    </a:cubicBezTo>
                    <a:cubicBezTo>
                      <a:pt x="53" y="512"/>
                      <a:pt x="53" y="510"/>
                      <a:pt x="53" y="507"/>
                    </a:cubicBezTo>
                    <a:cubicBezTo>
                      <a:pt x="54" y="455"/>
                      <a:pt x="54" y="455"/>
                      <a:pt x="54" y="455"/>
                    </a:cubicBezTo>
                    <a:cubicBezTo>
                      <a:pt x="50" y="453"/>
                      <a:pt x="50" y="453"/>
                      <a:pt x="50" y="453"/>
                    </a:cubicBezTo>
                    <a:cubicBezTo>
                      <a:pt x="23" y="437"/>
                      <a:pt x="23" y="437"/>
                      <a:pt x="23" y="437"/>
                    </a:cubicBezTo>
                    <a:cubicBezTo>
                      <a:pt x="10" y="429"/>
                      <a:pt x="0" y="413"/>
                      <a:pt x="0" y="39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5"/>
                      <a:pt x="11" y="0"/>
                      <a:pt x="24" y="7"/>
                    </a:cubicBezTo>
                    <a:cubicBezTo>
                      <a:pt x="468" y="264"/>
                      <a:pt x="468" y="264"/>
                      <a:pt x="468" y="26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6200000" scaled="1"/>
                <a:tileRect/>
              </a:gra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sz="20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218" name="文本框 257">
            <a:extLst>
              <a:ext uri="{FF2B5EF4-FFF2-40B4-BE49-F238E27FC236}">
                <a16:creationId xmlns:a16="http://schemas.microsoft.com/office/drawing/2014/main" id="{ACE5727F-7001-4656-8DD3-D1BB06F40FFE}"/>
              </a:ext>
            </a:extLst>
          </p:cNvPr>
          <p:cNvSpPr txBox="1"/>
          <p:nvPr/>
        </p:nvSpPr>
        <p:spPr>
          <a:xfrm>
            <a:off x="1120840" y="62505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教师端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A62B1E-E317-C5C5-8887-EA4EA2D425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6344">
            <a:off x="1940677" y="2399200"/>
            <a:ext cx="292464" cy="183157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E4E50AE-4DD1-4089-A950-8A622F48F11C}"/>
              </a:ext>
            </a:extLst>
          </p:cNvPr>
          <p:cNvGrpSpPr/>
          <p:nvPr/>
        </p:nvGrpSpPr>
        <p:grpSpPr>
          <a:xfrm>
            <a:off x="2822119" y="1978720"/>
            <a:ext cx="805207" cy="984738"/>
            <a:chOff x="2673240" y="2368981"/>
            <a:chExt cx="805207" cy="984738"/>
          </a:xfrm>
        </p:grpSpPr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4EE2502F-C1B2-42F0-A2C8-A10688BE7D12}"/>
                </a:ext>
              </a:extLst>
            </p:cNvPr>
            <p:cNvGrpSpPr/>
            <p:nvPr/>
          </p:nvGrpSpPr>
          <p:grpSpPr>
            <a:xfrm>
              <a:off x="2673240" y="2368981"/>
              <a:ext cx="805207" cy="984738"/>
              <a:chOff x="7830742" y="849134"/>
              <a:chExt cx="749489" cy="916596"/>
            </a:xfrm>
          </p:grpSpPr>
          <p:grpSp>
            <p:nvGrpSpPr>
              <p:cNvPr id="336" name="组合 335">
                <a:extLst>
                  <a:ext uri="{FF2B5EF4-FFF2-40B4-BE49-F238E27FC236}">
                    <a16:creationId xmlns:a16="http://schemas.microsoft.com/office/drawing/2014/main" id="{A4B4AAE3-6FA8-4128-8FDB-96259AD67A41}"/>
                  </a:ext>
                </a:extLst>
              </p:cNvPr>
              <p:cNvGrpSpPr/>
              <p:nvPr/>
            </p:nvGrpSpPr>
            <p:grpSpPr>
              <a:xfrm>
                <a:off x="7830742" y="849134"/>
                <a:ext cx="749489" cy="916596"/>
                <a:chOff x="5985487" y="1179925"/>
                <a:chExt cx="749489" cy="916596"/>
              </a:xfrm>
            </p:grpSpPr>
            <p:grpSp>
              <p:nvGrpSpPr>
                <p:cNvPr id="340" name="组合 339">
                  <a:extLst>
                    <a:ext uri="{FF2B5EF4-FFF2-40B4-BE49-F238E27FC236}">
                      <a16:creationId xmlns:a16="http://schemas.microsoft.com/office/drawing/2014/main" id="{ACDA0494-15D5-40BA-83A1-07B461572510}"/>
                    </a:ext>
                  </a:extLst>
                </p:cNvPr>
                <p:cNvGrpSpPr/>
                <p:nvPr/>
              </p:nvGrpSpPr>
              <p:grpSpPr>
                <a:xfrm>
                  <a:off x="6021452" y="1702735"/>
                  <a:ext cx="677381" cy="393786"/>
                  <a:chOff x="6874203" y="2211450"/>
                  <a:chExt cx="720758" cy="419003"/>
                </a:xfrm>
              </p:grpSpPr>
              <p:sp>
                <p:nvSpPr>
                  <p:cNvPr id="343" name="Freeform 8">
                    <a:extLst>
                      <a:ext uri="{FF2B5EF4-FFF2-40B4-BE49-F238E27FC236}">
                        <a16:creationId xmlns:a16="http://schemas.microsoft.com/office/drawing/2014/main" id="{25F02CFB-5B2F-4152-A64E-10D0AF81D1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874203" y="2211450"/>
                    <a:ext cx="720758" cy="419003"/>
                  </a:xfrm>
                  <a:custGeom>
                    <a:avLst/>
                    <a:gdLst>
                      <a:gd name="T0" fmla="*/ 316 w 334"/>
                      <a:gd name="T1" fmla="*/ 78 h 194"/>
                      <a:gd name="T2" fmla="*/ 316 w 334"/>
                      <a:gd name="T3" fmla="*/ 116 h 194"/>
                      <a:gd name="T4" fmla="*/ 200 w 334"/>
                      <a:gd name="T5" fmla="*/ 184 h 194"/>
                      <a:gd name="T6" fmla="*/ 135 w 334"/>
                      <a:gd name="T7" fmla="*/ 184 h 194"/>
                      <a:gd name="T8" fmla="*/ 18 w 334"/>
                      <a:gd name="T9" fmla="*/ 116 h 194"/>
                      <a:gd name="T10" fmla="*/ 17 w 334"/>
                      <a:gd name="T11" fmla="*/ 78 h 194"/>
                      <a:gd name="T12" fmla="*/ 134 w 334"/>
                      <a:gd name="T13" fmla="*/ 11 h 194"/>
                      <a:gd name="T14" fmla="*/ 199 w 334"/>
                      <a:gd name="T15" fmla="*/ 11 h 194"/>
                      <a:gd name="T16" fmla="*/ 316 w 334"/>
                      <a:gd name="T17" fmla="*/ 78 h 1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34" h="194">
                        <a:moveTo>
                          <a:pt x="316" y="78"/>
                        </a:moveTo>
                        <a:cubicBezTo>
                          <a:pt x="334" y="89"/>
                          <a:pt x="334" y="106"/>
                          <a:pt x="316" y="116"/>
                        </a:cubicBezTo>
                        <a:cubicBezTo>
                          <a:pt x="200" y="184"/>
                          <a:pt x="200" y="184"/>
                          <a:pt x="200" y="184"/>
                        </a:cubicBezTo>
                        <a:cubicBezTo>
                          <a:pt x="182" y="194"/>
                          <a:pt x="153" y="194"/>
                          <a:pt x="135" y="184"/>
                        </a:cubicBezTo>
                        <a:cubicBezTo>
                          <a:pt x="18" y="116"/>
                          <a:pt x="18" y="116"/>
                          <a:pt x="18" y="116"/>
                        </a:cubicBezTo>
                        <a:cubicBezTo>
                          <a:pt x="0" y="106"/>
                          <a:pt x="0" y="89"/>
                          <a:pt x="17" y="78"/>
                        </a:cubicBezTo>
                        <a:cubicBezTo>
                          <a:pt x="134" y="11"/>
                          <a:pt x="134" y="11"/>
                          <a:pt x="134" y="11"/>
                        </a:cubicBezTo>
                        <a:cubicBezTo>
                          <a:pt x="152" y="0"/>
                          <a:pt x="181" y="0"/>
                          <a:pt x="199" y="11"/>
                        </a:cubicBezTo>
                        <a:lnTo>
                          <a:pt x="316" y="78"/>
                        </a:lnTo>
                        <a:close/>
                      </a:path>
                    </a:pathLst>
                  </a:custGeom>
                  <a:solidFill>
                    <a:srgbClr val="E7EBFF"/>
                  </a:solidFill>
                  <a:ln>
                    <a:solidFill>
                      <a:srgbClr val="B1BBFE"/>
                    </a:solidFill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sz="2000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44" name="Freeform 7">
                    <a:extLst>
                      <a:ext uri="{FF2B5EF4-FFF2-40B4-BE49-F238E27FC236}">
                        <a16:creationId xmlns:a16="http://schemas.microsoft.com/office/drawing/2014/main" id="{C31B7382-B7DD-4F1B-8345-671FF3C361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44999" y="2324880"/>
                    <a:ext cx="579909" cy="230765"/>
                  </a:xfrm>
                  <a:custGeom>
                    <a:avLst/>
                    <a:gdLst>
                      <a:gd name="T0" fmla="*/ 312 w 326"/>
                      <a:gd name="T1" fmla="*/ 19 h 130"/>
                      <a:gd name="T2" fmla="*/ 196 w 326"/>
                      <a:gd name="T3" fmla="*/ 87 h 130"/>
                      <a:gd name="T4" fmla="*/ 131 w 326"/>
                      <a:gd name="T5" fmla="*/ 87 h 130"/>
                      <a:gd name="T6" fmla="*/ 14 w 326"/>
                      <a:gd name="T7" fmla="*/ 19 h 130"/>
                      <a:gd name="T8" fmla="*/ 0 w 326"/>
                      <a:gd name="T9" fmla="*/ 0 h 130"/>
                      <a:gd name="T10" fmla="*/ 0 w 326"/>
                      <a:gd name="T11" fmla="*/ 33 h 130"/>
                      <a:gd name="T12" fmla="*/ 14 w 326"/>
                      <a:gd name="T13" fmla="*/ 52 h 130"/>
                      <a:gd name="T14" fmla="*/ 131 w 326"/>
                      <a:gd name="T15" fmla="*/ 119 h 130"/>
                      <a:gd name="T16" fmla="*/ 196 w 326"/>
                      <a:gd name="T17" fmla="*/ 119 h 130"/>
                      <a:gd name="T18" fmla="*/ 312 w 326"/>
                      <a:gd name="T19" fmla="*/ 52 h 130"/>
                      <a:gd name="T20" fmla="*/ 325 w 326"/>
                      <a:gd name="T21" fmla="*/ 33 h 130"/>
                      <a:gd name="T22" fmla="*/ 326 w 326"/>
                      <a:gd name="T23" fmla="*/ 0 h 130"/>
                      <a:gd name="T24" fmla="*/ 312 w 326"/>
                      <a:gd name="T25" fmla="*/ 19 h 1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26" h="130">
                        <a:moveTo>
                          <a:pt x="312" y="19"/>
                        </a:moveTo>
                        <a:cubicBezTo>
                          <a:pt x="196" y="87"/>
                          <a:pt x="196" y="87"/>
                          <a:pt x="196" y="87"/>
                        </a:cubicBezTo>
                        <a:cubicBezTo>
                          <a:pt x="178" y="97"/>
                          <a:pt x="149" y="97"/>
                          <a:pt x="131" y="87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5" y="14"/>
                          <a:pt x="0" y="7"/>
                          <a:pt x="0" y="0"/>
                        </a:cubicBezTo>
                        <a:cubicBezTo>
                          <a:pt x="0" y="33"/>
                          <a:pt x="0" y="33"/>
                          <a:pt x="0" y="33"/>
                        </a:cubicBezTo>
                        <a:cubicBezTo>
                          <a:pt x="0" y="40"/>
                          <a:pt x="4" y="46"/>
                          <a:pt x="14" y="52"/>
                        </a:cubicBezTo>
                        <a:cubicBezTo>
                          <a:pt x="131" y="119"/>
                          <a:pt x="131" y="119"/>
                          <a:pt x="131" y="119"/>
                        </a:cubicBezTo>
                        <a:cubicBezTo>
                          <a:pt x="149" y="130"/>
                          <a:pt x="178" y="130"/>
                          <a:pt x="196" y="119"/>
                        </a:cubicBezTo>
                        <a:cubicBezTo>
                          <a:pt x="312" y="52"/>
                          <a:pt x="312" y="52"/>
                          <a:pt x="312" y="52"/>
                        </a:cubicBezTo>
                        <a:cubicBezTo>
                          <a:pt x="321" y="46"/>
                          <a:pt x="325" y="40"/>
                          <a:pt x="325" y="33"/>
                        </a:cubicBezTo>
                        <a:cubicBezTo>
                          <a:pt x="326" y="0"/>
                          <a:pt x="326" y="0"/>
                          <a:pt x="326" y="0"/>
                        </a:cubicBezTo>
                        <a:cubicBezTo>
                          <a:pt x="326" y="7"/>
                          <a:pt x="321" y="14"/>
                          <a:pt x="312" y="1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1BBFE"/>
                      </a:gs>
                      <a:gs pos="58000">
                        <a:srgbClr val="B1BBFE">
                          <a:lumMod val="94000"/>
                        </a:srgbClr>
                      </a:gs>
                      <a:gs pos="100000">
                        <a:srgbClr val="B1BBFE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sz="2000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341" name="梯形 340">
                  <a:extLst>
                    <a:ext uri="{FF2B5EF4-FFF2-40B4-BE49-F238E27FC236}">
                      <a16:creationId xmlns:a16="http://schemas.microsoft.com/office/drawing/2014/main" id="{5695500A-EB29-4404-B2F4-756C146375C6}"/>
                    </a:ext>
                  </a:extLst>
                </p:cNvPr>
                <p:cNvSpPr/>
                <p:nvPr/>
              </p:nvSpPr>
              <p:spPr>
                <a:xfrm rot="10800000">
                  <a:off x="5985487" y="1179925"/>
                  <a:ext cx="749489" cy="626385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42" name="Freeform 8">
                  <a:extLst>
                    <a:ext uri="{FF2B5EF4-FFF2-40B4-BE49-F238E27FC236}">
                      <a16:creationId xmlns:a16="http://schemas.microsoft.com/office/drawing/2014/main" id="{D46B24C8-5F10-457A-89C2-2B8E9C57999C}"/>
                    </a:ext>
                  </a:extLst>
                </p:cNvPr>
                <p:cNvSpPr/>
                <p:nvPr/>
              </p:nvSpPr>
              <p:spPr bwMode="auto">
                <a:xfrm>
                  <a:off x="6080949" y="1646686"/>
                  <a:ext cx="558388" cy="324612"/>
                </a:xfrm>
                <a:custGeom>
                  <a:avLst/>
                  <a:gdLst>
                    <a:gd name="T0" fmla="*/ 316 w 334"/>
                    <a:gd name="T1" fmla="*/ 78 h 194"/>
                    <a:gd name="T2" fmla="*/ 316 w 334"/>
                    <a:gd name="T3" fmla="*/ 116 h 194"/>
                    <a:gd name="T4" fmla="*/ 200 w 334"/>
                    <a:gd name="T5" fmla="*/ 184 h 194"/>
                    <a:gd name="T6" fmla="*/ 135 w 334"/>
                    <a:gd name="T7" fmla="*/ 184 h 194"/>
                    <a:gd name="T8" fmla="*/ 18 w 334"/>
                    <a:gd name="T9" fmla="*/ 116 h 194"/>
                    <a:gd name="T10" fmla="*/ 17 w 334"/>
                    <a:gd name="T11" fmla="*/ 78 h 194"/>
                    <a:gd name="T12" fmla="*/ 134 w 334"/>
                    <a:gd name="T13" fmla="*/ 11 h 194"/>
                    <a:gd name="T14" fmla="*/ 199 w 334"/>
                    <a:gd name="T15" fmla="*/ 11 h 194"/>
                    <a:gd name="T16" fmla="*/ 316 w 334"/>
                    <a:gd name="T17" fmla="*/ 7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4" h="194">
                      <a:moveTo>
                        <a:pt x="316" y="78"/>
                      </a:moveTo>
                      <a:cubicBezTo>
                        <a:pt x="334" y="89"/>
                        <a:pt x="334" y="106"/>
                        <a:pt x="316" y="116"/>
                      </a:cubicBezTo>
                      <a:cubicBezTo>
                        <a:pt x="200" y="184"/>
                        <a:pt x="200" y="184"/>
                        <a:pt x="200" y="184"/>
                      </a:cubicBezTo>
                      <a:cubicBezTo>
                        <a:pt x="182" y="194"/>
                        <a:pt x="153" y="194"/>
                        <a:pt x="135" y="184"/>
                      </a:cubicBezTo>
                      <a:cubicBezTo>
                        <a:pt x="18" y="116"/>
                        <a:pt x="18" y="116"/>
                        <a:pt x="18" y="116"/>
                      </a:cubicBezTo>
                      <a:cubicBezTo>
                        <a:pt x="0" y="106"/>
                        <a:pt x="0" y="89"/>
                        <a:pt x="17" y="78"/>
                      </a:cubicBezTo>
                      <a:cubicBezTo>
                        <a:pt x="134" y="11"/>
                        <a:pt x="134" y="11"/>
                        <a:pt x="134" y="11"/>
                      </a:cubicBezTo>
                      <a:cubicBezTo>
                        <a:pt x="152" y="0"/>
                        <a:pt x="181" y="0"/>
                        <a:pt x="199" y="11"/>
                      </a:cubicBezTo>
                      <a:lnTo>
                        <a:pt x="316" y="7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37" name="组合 336">
                <a:extLst>
                  <a:ext uri="{FF2B5EF4-FFF2-40B4-BE49-F238E27FC236}">
                    <a16:creationId xmlns:a16="http://schemas.microsoft.com/office/drawing/2014/main" id="{F769E239-51D0-4CAC-AA91-8BB37665309B}"/>
                  </a:ext>
                </a:extLst>
              </p:cNvPr>
              <p:cNvGrpSpPr/>
              <p:nvPr/>
            </p:nvGrpSpPr>
            <p:grpSpPr>
              <a:xfrm>
                <a:off x="8067707" y="1110273"/>
                <a:ext cx="314812" cy="426359"/>
                <a:chOff x="5015665" y="3704732"/>
                <a:chExt cx="2016126" cy="2730500"/>
              </a:xfrm>
            </p:grpSpPr>
            <p:sp>
              <p:nvSpPr>
                <p:cNvPr id="338" name="Freeform 35">
                  <a:extLst>
                    <a:ext uri="{FF2B5EF4-FFF2-40B4-BE49-F238E27FC236}">
                      <a16:creationId xmlns:a16="http://schemas.microsoft.com/office/drawing/2014/main" id="{F34D08F0-6EE8-4078-B18B-C1936B4EEE72}"/>
                    </a:ext>
                  </a:extLst>
                </p:cNvPr>
                <p:cNvSpPr/>
                <p:nvPr/>
              </p:nvSpPr>
              <p:spPr bwMode="auto">
                <a:xfrm>
                  <a:off x="5045828" y="3704732"/>
                  <a:ext cx="1985963" cy="2708275"/>
                </a:xfrm>
                <a:custGeom>
                  <a:avLst/>
                  <a:gdLst>
                    <a:gd name="T0" fmla="*/ 502 w 525"/>
                    <a:gd name="T1" fmla="*/ 261 h 717"/>
                    <a:gd name="T2" fmla="*/ 58 w 525"/>
                    <a:gd name="T3" fmla="*/ 5 h 717"/>
                    <a:gd name="T4" fmla="*/ 42 w 525"/>
                    <a:gd name="T5" fmla="*/ 3 h 717"/>
                    <a:gd name="T6" fmla="*/ 0 w 525"/>
                    <a:gd name="T7" fmla="*/ 27 h 717"/>
                    <a:gd name="T8" fmla="*/ 16 w 525"/>
                    <a:gd name="T9" fmla="*/ 29 h 717"/>
                    <a:gd name="T10" fmla="*/ 460 w 525"/>
                    <a:gd name="T11" fmla="*/ 286 h 717"/>
                    <a:gd name="T12" fmla="*/ 483 w 525"/>
                    <a:gd name="T13" fmla="*/ 325 h 717"/>
                    <a:gd name="T14" fmla="*/ 482 w 525"/>
                    <a:gd name="T15" fmla="*/ 702 h 717"/>
                    <a:gd name="T16" fmla="*/ 476 w 525"/>
                    <a:gd name="T17" fmla="*/ 717 h 717"/>
                    <a:gd name="T18" fmla="*/ 518 w 525"/>
                    <a:gd name="T19" fmla="*/ 693 h 717"/>
                    <a:gd name="T20" fmla="*/ 524 w 525"/>
                    <a:gd name="T21" fmla="*/ 678 h 717"/>
                    <a:gd name="T22" fmla="*/ 524 w 525"/>
                    <a:gd name="T23" fmla="*/ 678 h 717"/>
                    <a:gd name="T24" fmla="*/ 525 w 525"/>
                    <a:gd name="T25" fmla="*/ 301 h 717"/>
                    <a:gd name="T26" fmla="*/ 502 w 525"/>
                    <a:gd name="T27" fmla="*/ 261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25" h="717">
                      <a:moveTo>
                        <a:pt x="502" y="261"/>
                      </a:moveTo>
                      <a:cubicBezTo>
                        <a:pt x="502" y="261"/>
                        <a:pt x="502" y="261"/>
                        <a:pt x="58" y="5"/>
                      </a:cubicBezTo>
                      <a:cubicBezTo>
                        <a:pt x="52" y="1"/>
                        <a:pt x="46" y="0"/>
                        <a:pt x="42" y="3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4" y="25"/>
                        <a:pt x="9" y="25"/>
                        <a:pt x="16" y="29"/>
                      </a:cubicBezTo>
                      <a:cubicBezTo>
                        <a:pt x="460" y="286"/>
                        <a:pt x="460" y="286"/>
                        <a:pt x="460" y="286"/>
                      </a:cubicBezTo>
                      <a:cubicBezTo>
                        <a:pt x="474" y="293"/>
                        <a:pt x="483" y="310"/>
                        <a:pt x="483" y="325"/>
                      </a:cubicBezTo>
                      <a:cubicBezTo>
                        <a:pt x="482" y="702"/>
                        <a:pt x="482" y="702"/>
                        <a:pt x="482" y="702"/>
                      </a:cubicBezTo>
                      <a:cubicBezTo>
                        <a:pt x="482" y="710"/>
                        <a:pt x="480" y="715"/>
                        <a:pt x="476" y="717"/>
                      </a:cubicBezTo>
                      <a:cubicBezTo>
                        <a:pt x="518" y="693"/>
                        <a:pt x="518" y="693"/>
                        <a:pt x="518" y="693"/>
                      </a:cubicBezTo>
                      <a:cubicBezTo>
                        <a:pt x="522" y="691"/>
                        <a:pt x="524" y="685"/>
                        <a:pt x="524" y="678"/>
                      </a:cubicBezTo>
                      <a:cubicBezTo>
                        <a:pt x="524" y="678"/>
                        <a:pt x="524" y="678"/>
                        <a:pt x="524" y="678"/>
                      </a:cubicBezTo>
                      <a:cubicBezTo>
                        <a:pt x="524" y="678"/>
                        <a:pt x="524" y="678"/>
                        <a:pt x="525" y="301"/>
                      </a:cubicBezTo>
                      <a:cubicBezTo>
                        <a:pt x="525" y="285"/>
                        <a:pt x="516" y="269"/>
                        <a:pt x="502" y="26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/>
                    </a:gs>
                    <a:gs pos="100000">
                      <a:srgbClr val="6578F0">
                        <a:alpha val="70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39" name="Freeform 36">
                  <a:extLst>
                    <a:ext uri="{FF2B5EF4-FFF2-40B4-BE49-F238E27FC236}">
                      <a16:creationId xmlns:a16="http://schemas.microsoft.com/office/drawing/2014/main" id="{DC8DE60B-13CB-45CB-B23F-A3DA6B26B093}"/>
                    </a:ext>
                  </a:extLst>
                </p:cNvPr>
                <p:cNvSpPr/>
                <p:nvPr/>
              </p:nvSpPr>
              <p:spPr bwMode="auto">
                <a:xfrm>
                  <a:off x="5015665" y="3787282"/>
                  <a:ext cx="1857375" cy="2647950"/>
                </a:xfrm>
                <a:custGeom>
                  <a:avLst/>
                  <a:gdLst>
                    <a:gd name="T0" fmla="*/ 468 w 491"/>
                    <a:gd name="T1" fmla="*/ 264 h 701"/>
                    <a:gd name="T2" fmla="*/ 491 w 491"/>
                    <a:gd name="T3" fmla="*/ 303 h 701"/>
                    <a:gd name="T4" fmla="*/ 490 w 491"/>
                    <a:gd name="T5" fmla="*/ 680 h 701"/>
                    <a:gd name="T6" fmla="*/ 467 w 491"/>
                    <a:gd name="T7" fmla="*/ 693 h 701"/>
                    <a:gd name="T8" fmla="*/ 276 w 491"/>
                    <a:gd name="T9" fmla="*/ 583 h 701"/>
                    <a:gd name="T10" fmla="*/ 184 w 491"/>
                    <a:gd name="T11" fmla="*/ 530 h 701"/>
                    <a:gd name="T12" fmla="*/ 161 w 491"/>
                    <a:gd name="T13" fmla="*/ 517 h 701"/>
                    <a:gd name="T14" fmla="*/ 155 w 491"/>
                    <a:gd name="T15" fmla="*/ 513 h 701"/>
                    <a:gd name="T16" fmla="*/ 92 w 491"/>
                    <a:gd name="T17" fmla="*/ 547 h 701"/>
                    <a:gd name="T18" fmla="*/ 76 w 491"/>
                    <a:gd name="T19" fmla="*/ 547 h 701"/>
                    <a:gd name="T20" fmla="*/ 61 w 491"/>
                    <a:gd name="T21" fmla="*/ 529 h 701"/>
                    <a:gd name="T22" fmla="*/ 59 w 491"/>
                    <a:gd name="T23" fmla="*/ 528 h 701"/>
                    <a:gd name="T24" fmla="*/ 57 w 491"/>
                    <a:gd name="T25" fmla="*/ 525 h 701"/>
                    <a:gd name="T26" fmla="*/ 57 w 491"/>
                    <a:gd name="T27" fmla="*/ 523 h 701"/>
                    <a:gd name="T28" fmla="*/ 55 w 491"/>
                    <a:gd name="T29" fmla="*/ 519 h 701"/>
                    <a:gd name="T30" fmla="*/ 55 w 491"/>
                    <a:gd name="T31" fmla="*/ 517 h 701"/>
                    <a:gd name="T32" fmla="*/ 53 w 491"/>
                    <a:gd name="T33" fmla="*/ 512 h 701"/>
                    <a:gd name="T34" fmla="*/ 53 w 491"/>
                    <a:gd name="T35" fmla="*/ 507 h 701"/>
                    <a:gd name="T36" fmla="*/ 54 w 491"/>
                    <a:gd name="T37" fmla="*/ 455 h 701"/>
                    <a:gd name="T38" fmla="*/ 50 w 491"/>
                    <a:gd name="T39" fmla="*/ 453 h 701"/>
                    <a:gd name="T40" fmla="*/ 23 w 491"/>
                    <a:gd name="T41" fmla="*/ 437 h 701"/>
                    <a:gd name="T42" fmla="*/ 0 w 491"/>
                    <a:gd name="T43" fmla="*/ 398 h 701"/>
                    <a:gd name="T44" fmla="*/ 1 w 491"/>
                    <a:gd name="T45" fmla="*/ 20 h 701"/>
                    <a:gd name="T46" fmla="*/ 24 w 491"/>
                    <a:gd name="T47" fmla="*/ 7 h 701"/>
                    <a:gd name="T48" fmla="*/ 468 w 491"/>
                    <a:gd name="T49" fmla="*/ 264 h 7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491" h="701">
                      <a:moveTo>
                        <a:pt x="468" y="264"/>
                      </a:moveTo>
                      <a:cubicBezTo>
                        <a:pt x="482" y="271"/>
                        <a:pt x="491" y="288"/>
                        <a:pt x="491" y="303"/>
                      </a:cubicBezTo>
                      <a:cubicBezTo>
                        <a:pt x="490" y="680"/>
                        <a:pt x="490" y="680"/>
                        <a:pt x="490" y="680"/>
                      </a:cubicBezTo>
                      <a:cubicBezTo>
                        <a:pt x="490" y="696"/>
                        <a:pt x="480" y="701"/>
                        <a:pt x="467" y="693"/>
                      </a:cubicBezTo>
                      <a:cubicBezTo>
                        <a:pt x="276" y="583"/>
                        <a:pt x="276" y="583"/>
                        <a:pt x="276" y="583"/>
                      </a:cubicBezTo>
                      <a:cubicBezTo>
                        <a:pt x="184" y="530"/>
                        <a:pt x="184" y="530"/>
                        <a:pt x="184" y="530"/>
                      </a:cubicBezTo>
                      <a:cubicBezTo>
                        <a:pt x="161" y="517"/>
                        <a:pt x="161" y="517"/>
                        <a:pt x="161" y="517"/>
                      </a:cubicBezTo>
                      <a:cubicBezTo>
                        <a:pt x="155" y="513"/>
                        <a:pt x="155" y="513"/>
                        <a:pt x="155" y="513"/>
                      </a:cubicBezTo>
                      <a:cubicBezTo>
                        <a:pt x="92" y="547"/>
                        <a:pt x="92" y="547"/>
                        <a:pt x="92" y="547"/>
                      </a:cubicBezTo>
                      <a:cubicBezTo>
                        <a:pt x="88" y="551"/>
                        <a:pt x="82" y="550"/>
                        <a:pt x="76" y="547"/>
                      </a:cubicBezTo>
                      <a:cubicBezTo>
                        <a:pt x="71" y="544"/>
                        <a:pt x="65" y="538"/>
                        <a:pt x="61" y="529"/>
                      </a:cubicBezTo>
                      <a:cubicBezTo>
                        <a:pt x="59" y="528"/>
                        <a:pt x="59" y="528"/>
                        <a:pt x="59" y="528"/>
                      </a:cubicBezTo>
                      <a:cubicBezTo>
                        <a:pt x="57" y="525"/>
                        <a:pt x="57" y="525"/>
                        <a:pt x="57" y="525"/>
                      </a:cubicBezTo>
                      <a:cubicBezTo>
                        <a:pt x="57" y="523"/>
                        <a:pt x="57" y="523"/>
                        <a:pt x="57" y="523"/>
                      </a:cubicBezTo>
                      <a:cubicBezTo>
                        <a:pt x="55" y="522"/>
                        <a:pt x="55" y="520"/>
                        <a:pt x="55" y="519"/>
                      </a:cubicBezTo>
                      <a:cubicBezTo>
                        <a:pt x="55" y="517"/>
                        <a:pt x="55" y="517"/>
                        <a:pt x="55" y="517"/>
                      </a:cubicBezTo>
                      <a:cubicBezTo>
                        <a:pt x="55" y="515"/>
                        <a:pt x="53" y="514"/>
                        <a:pt x="53" y="512"/>
                      </a:cubicBezTo>
                      <a:cubicBezTo>
                        <a:pt x="53" y="512"/>
                        <a:pt x="53" y="510"/>
                        <a:pt x="53" y="507"/>
                      </a:cubicBezTo>
                      <a:cubicBezTo>
                        <a:pt x="54" y="455"/>
                        <a:pt x="54" y="455"/>
                        <a:pt x="54" y="455"/>
                      </a:cubicBezTo>
                      <a:cubicBezTo>
                        <a:pt x="50" y="453"/>
                        <a:pt x="50" y="453"/>
                        <a:pt x="50" y="453"/>
                      </a:cubicBezTo>
                      <a:cubicBezTo>
                        <a:pt x="23" y="437"/>
                        <a:pt x="23" y="437"/>
                        <a:pt x="23" y="437"/>
                      </a:cubicBezTo>
                      <a:cubicBezTo>
                        <a:pt x="10" y="429"/>
                        <a:pt x="0" y="413"/>
                        <a:pt x="0" y="398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1" y="5"/>
                        <a:pt x="11" y="0"/>
                        <a:pt x="24" y="7"/>
                      </a:cubicBezTo>
                      <a:cubicBezTo>
                        <a:pt x="468" y="264"/>
                        <a:pt x="468" y="264"/>
                        <a:pt x="468" y="26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6200000" scaled="1"/>
                  <a:tileRect/>
                </a:gra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E103DD8-9125-26AA-B2E5-AE99B3132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12" t="28430" r="24050" b="32415"/>
            <a:stretch>
              <a:fillRect/>
            </a:stretch>
          </p:blipFill>
          <p:spPr>
            <a:xfrm rot="1856978">
              <a:off x="2934619" y="2794357"/>
              <a:ext cx="308432" cy="127640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7E3D3A-8823-4C2D-A6E0-9826E2203D7D}"/>
              </a:ext>
            </a:extLst>
          </p:cNvPr>
          <p:cNvGrpSpPr/>
          <p:nvPr/>
        </p:nvGrpSpPr>
        <p:grpSpPr>
          <a:xfrm>
            <a:off x="4044435" y="1989708"/>
            <a:ext cx="805207" cy="984737"/>
            <a:chOff x="3503538" y="2859621"/>
            <a:chExt cx="805207" cy="984737"/>
          </a:xfrm>
        </p:grpSpPr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86F5AD73-C11A-4483-BE2B-83B966B7E23E}"/>
                </a:ext>
              </a:extLst>
            </p:cNvPr>
            <p:cNvGrpSpPr/>
            <p:nvPr/>
          </p:nvGrpSpPr>
          <p:grpSpPr>
            <a:xfrm>
              <a:off x="3503538" y="2859621"/>
              <a:ext cx="805207" cy="984737"/>
              <a:chOff x="7830743" y="849135"/>
              <a:chExt cx="749489" cy="916595"/>
            </a:xfrm>
          </p:grpSpPr>
          <p:grpSp>
            <p:nvGrpSpPr>
              <p:cNvPr id="327" name="组合 326">
                <a:extLst>
                  <a:ext uri="{FF2B5EF4-FFF2-40B4-BE49-F238E27FC236}">
                    <a16:creationId xmlns:a16="http://schemas.microsoft.com/office/drawing/2014/main" id="{B2A46D2C-656E-47D9-8F27-F19495081917}"/>
                  </a:ext>
                </a:extLst>
              </p:cNvPr>
              <p:cNvGrpSpPr/>
              <p:nvPr/>
            </p:nvGrpSpPr>
            <p:grpSpPr>
              <a:xfrm>
                <a:off x="7830743" y="849135"/>
                <a:ext cx="749489" cy="916595"/>
                <a:chOff x="5985488" y="1179926"/>
                <a:chExt cx="749489" cy="916595"/>
              </a:xfrm>
            </p:grpSpPr>
            <p:grpSp>
              <p:nvGrpSpPr>
                <p:cNvPr id="331" name="组合 330">
                  <a:extLst>
                    <a:ext uri="{FF2B5EF4-FFF2-40B4-BE49-F238E27FC236}">
                      <a16:creationId xmlns:a16="http://schemas.microsoft.com/office/drawing/2014/main" id="{88C098B6-DCBC-43F0-9EDA-A78ACEC7D088}"/>
                    </a:ext>
                  </a:extLst>
                </p:cNvPr>
                <p:cNvGrpSpPr/>
                <p:nvPr/>
              </p:nvGrpSpPr>
              <p:grpSpPr>
                <a:xfrm>
                  <a:off x="6021452" y="1702735"/>
                  <a:ext cx="677381" cy="393786"/>
                  <a:chOff x="6874203" y="2211450"/>
                  <a:chExt cx="720758" cy="419003"/>
                </a:xfrm>
              </p:grpSpPr>
              <p:sp>
                <p:nvSpPr>
                  <p:cNvPr id="334" name="Freeform 8">
                    <a:extLst>
                      <a:ext uri="{FF2B5EF4-FFF2-40B4-BE49-F238E27FC236}">
                        <a16:creationId xmlns:a16="http://schemas.microsoft.com/office/drawing/2014/main" id="{4C446C07-DCB6-4E06-9341-46D19E559F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874203" y="2211450"/>
                    <a:ext cx="720758" cy="419003"/>
                  </a:xfrm>
                  <a:custGeom>
                    <a:avLst/>
                    <a:gdLst>
                      <a:gd name="T0" fmla="*/ 316 w 334"/>
                      <a:gd name="T1" fmla="*/ 78 h 194"/>
                      <a:gd name="T2" fmla="*/ 316 w 334"/>
                      <a:gd name="T3" fmla="*/ 116 h 194"/>
                      <a:gd name="T4" fmla="*/ 200 w 334"/>
                      <a:gd name="T5" fmla="*/ 184 h 194"/>
                      <a:gd name="T6" fmla="*/ 135 w 334"/>
                      <a:gd name="T7" fmla="*/ 184 h 194"/>
                      <a:gd name="T8" fmla="*/ 18 w 334"/>
                      <a:gd name="T9" fmla="*/ 116 h 194"/>
                      <a:gd name="T10" fmla="*/ 17 w 334"/>
                      <a:gd name="T11" fmla="*/ 78 h 194"/>
                      <a:gd name="T12" fmla="*/ 134 w 334"/>
                      <a:gd name="T13" fmla="*/ 11 h 194"/>
                      <a:gd name="T14" fmla="*/ 199 w 334"/>
                      <a:gd name="T15" fmla="*/ 11 h 194"/>
                      <a:gd name="T16" fmla="*/ 316 w 334"/>
                      <a:gd name="T17" fmla="*/ 78 h 1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34" h="194">
                        <a:moveTo>
                          <a:pt x="316" y="78"/>
                        </a:moveTo>
                        <a:cubicBezTo>
                          <a:pt x="334" y="89"/>
                          <a:pt x="334" y="106"/>
                          <a:pt x="316" y="116"/>
                        </a:cubicBezTo>
                        <a:cubicBezTo>
                          <a:pt x="200" y="184"/>
                          <a:pt x="200" y="184"/>
                          <a:pt x="200" y="184"/>
                        </a:cubicBezTo>
                        <a:cubicBezTo>
                          <a:pt x="182" y="194"/>
                          <a:pt x="153" y="194"/>
                          <a:pt x="135" y="184"/>
                        </a:cubicBezTo>
                        <a:cubicBezTo>
                          <a:pt x="18" y="116"/>
                          <a:pt x="18" y="116"/>
                          <a:pt x="18" y="116"/>
                        </a:cubicBezTo>
                        <a:cubicBezTo>
                          <a:pt x="0" y="106"/>
                          <a:pt x="0" y="89"/>
                          <a:pt x="17" y="78"/>
                        </a:cubicBezTo>
                        <a:cubicBezTo>
                          <a:pt x="134" y="11"/>
                          <a:pt x="134" y="11"/>
                          <a:pt x="134" y="11"/>
                        </a:cubicBezTo>
                        <a:cubicBezTo>
                          <a:pt x="152" y="0"/>
                          <a:pt x="181" y="0"/>
                          <a:pt x="199" y="11"/>
                        </a:cubicBezTo>
                        <a:lnTo>
                          <a:pt x="316" y="78"/>
                        </a:lnTo>
                        <a:close/>
                      </a:path>
                    </a:pathLst>
                  </a:custGeom>
                  <a:solidFill>
                    <a:srgbClr val="E7EBFF"/>
                  </a:solidFill>
                  <a:ln>
                    <a:solidFill>
                      <a:srgbClr val="B1BBFE"/>
                    </a:solidFill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sz="2000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35" name="Freeform 7">
                    <a:extLst>
                      <a:ext uri="{FF2B5EF4-FFF2-40B4-BE49-F238E27FC236}">
                        <a16:creationId xmlns:a16="http://schemas.microsoft.com/office/drawing/2014/main" id="{AE20147C-6DE9-43D7-9882-A109D5408F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44999" y="2324880"/>
                    <a:ext cx="579909" cy="230765"/>
                  </a:xfrm>
                  <a:custGeom>
                    <a:avLst/>
                    <a:gdLst>
                      <a:gd name="T0" fmla="*/ 312 w 326"/>
                      <a:gd name="T1" fmla="*/ 19 h 130"/>
                      <a:gd name="T2" fmla="*/ 196 w 326"/>
                      <a:gd name="T3" fmla="*/ 87 h 130"/>
                      <a:gd name="T4" fmla="*/ 131 w 326"/>
                      <a:gd name="T5" fmla="*/ 87 h 130"/>
                      <a:gd name="T6" fmla="*/ 14 w 326"/>
                      <a:gd name="T7" fmla="*/ 19 h 130"/>
                      <a:gd name="T8" fmla="*/ 0 w 326"/>
                      <a:gd name="T9" fmla="*/ 0 h 130"/>
                      <a:gd name="T10" fmla="*/ 0 w 326"/>
                      <a:gd name="T11" fmla="*/ 33 h 130"/>
                      <a:gd name="T12" fmla="*/ 14 w 326"/>
                      <a:gd name="T13" fmla="*/ 52 h 130"/>
                      <a:gd name="T14" fmla="*/ 131 w 326"/>
                      <a:gd name="T15" fmla="*/ 119 h 130"/>
                      <a:gd name="T16" fmla="*/ 196 w 326"/>
                      <a:gd name="T17" fmla="*/ 119 h 130"/>
                      <a:gd name="T18" fmla="*/ 312 w 326"/>
                      <a:gd name="T19" fmla="*/ 52 h 130"/>
                      <a:gd name="T20" fmla="*/ 325 w 326"/>
                      <a:gd name="T21" fmla="*/ 33 h 130"/>
                      <a:gd name="T22" fmla="*/ 326 w 326"/>
                      <a:gd name="T23" fmla="*/ 0 h 130"/>
                      <a:gd name="T24" fmla="*/ 312 w 326"/>
                      <a:gd name="T25" fmla="*/ 19 h 1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26" h="130">
                        <a:moveTo>
                          <a:pt x="312" y="19"/>
                        </a:moveTo>
                        <a:cubicBezTo>
                          <a:pt x="196" y="87"/>
                          <a:pt x="196" y="87"/>
                          <a:pt x="196" y="87"/>
                        </a:cubicBezTo>
                        <a:cubicBezTo>
                          <a:pt x="178" y="97"/>
                          <a:pt x="149" y="97"/>
                          <a:pt x="131" y="87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5" y="14"/>
                          <a:pt x="0" y="7"/>
                          <a:pt x="0" y="0"/>
                        </a:cubicBezTo>
                        <a:cubicBezTo>
                          <a:pt x="0" y="33"/>
                          <a:pt x="0" y="33"/>
                          <a:pt x="0" y="33"/>
                        </a:cubicBezTo>
                        <a:cubicBezTo>
                          <a:pt x="0" y="40"/>
                          <a:pt x="4" y="46"/>
                          <a:pt x="14" y="52"/>
                        </a:cubicBezTo>
                        <a:cubicBezTo>
                          <a:pt x="131" y="119"/>
                          <a:pt x="131" y="119"/>
                          <a:pt x="131" y="119"/>
                        </a:cubicBezTo>
                        <a:cubicBezTo>
                          <a:pt x="149" y="130"/>
                          <a:pt x="178" y="130"/>
                          <a:pt x="196" y="119"/>
                        </a:cubicBezTo>
                        <a:cubicBezTo>
                          <a:pt x="312" y="52"/>
                          <a:pt x="312" y="52"/>
                          <a:pt x="312" y="52"/>
                        </a:cubicBezTo>
                        <a:cubicBezTo>
                          <a:pt x="321" y="46"/>
                          <a:pt x="325" y="40"/>
                          <a:pt x="325" y="33"/>
                        </a:cubicBezTo>
                        <a:cubicBezTo>
                          <a:pt x="326" y="0"/>
                          <a:pt x="326" y="0"/>
                          <a:pt x="326" y="0"/>
                        </a:cubicBezTo>
                        <a:cubicBezTo>
                          <a:pt x="326" y="7"/>
                          <a:pt x="321" y="14"/>
                          <a:pt x="312" y="1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1BBFE"/>
                      </a:gs>
                      <a:gs pos="58000">
                        <a:srgbClr val="B1BBFE">
                          <a:lumMod val="94000"/>
                        </a:srgbClr>
                      </a:gs>
                      <a:gs pos="100000">
                        <a:srgbClr val="B1BBFE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sz="2000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332" name="梯形 331">
                  <a:extLst>
                    <a:ext uri="{FF2B5EF4-FFF2-40B4-BE49-F238E27FC236}">
                      <a16:creationId xmlns:a16="http://schemas.microsoft.com/office/drawing/2014/main" id="{0BE79D75-FFC2-4A2A-AC5C-5DECB0BC378D}"/>
                    </a:ext>
                  </a:extLst>
                </p:cNvPr>
                <p:cNvSpPr/>
                <p:nvPr/>
              </p:nvSpPr>
              <p:spPr>
                <a:xfrm rot="10800000">
                  <a:off x="5985488" y="1179926"/>
                  <a:ext cx="749489" cy="626385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33" name="Freeform 8">
                  <a:extLst>
                    <a:ext uri="{FF2B5EF4-FFF2-40B4-BE49-F238E27FC236}">
                      <a16:creationId xmlns:a16="http://schemas.microsoft.com/office/drawing/2014/main" id="{94320D9D-47B5-4FB0-9643-D8CBBEAAA064}"/>
                    </a:ext>
                  </a:extLst>
                </p:cNvPr>
                <p:cNvSpPr/>
                <p:nvPr/>
              </p:nvSpPr>
              <p:spPr bwMode="auto">
                <a:xfrm>
                  <a:off x="6080949" y="1646686"/>
                  <a:ext cx="558388" cy="324612"/>
                </a:xfrm>
                <a:custGeom>
                  <a:avLst/>
                  <a:gdLst>
                    <a:gd name="T0" fmla="*/ 316 w 334"/>
                    <a:gd name="T1" fmla="*/ 78 h 194"/>
                    <a:gd name="T2" fmla="*/ 316 w 334"/>
                    <a:gd name="T3" fmla="*/ 116 h 194"/>
                    <a:gd name="T4" fmla="*/ 200 w 334"/>
                    <a:gd name="T5" fmla="*/ 184 h 194"/>
                    <a:gd name="T6" fmla="*/ 135 w 334"/>
                    <a:gd name="T7" fmla="*/ 184 h 194"/>
                    <a:gd name="T8" fmla="*/ 18 w 334"/>
                    <a:gd name="T9" fmla="*/ 116 h 194"/>
                    <a:gd name="T10" fmla="*/ 17 w 334"/>
                    <a:gd name="T11" fmla="*/ 78 h 194"/>
                    <a:gd name="T12" fmla="*/ 134 w 334"/>
                    <a:gd name="T13" fmla="*/ 11 h 194"/>
                    <a:gd name="T14" fmla="*/ 199 w 334"/>
                    <a:gd name="T15" fmla="*/ 11 h 194"/>
                    <a:gd name="T16" fmla="*/ 316 w 334"/>
                    <a:gd name="T17" fmla="*/ 78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4" h="194">
                      <a:moveTo>
                        <a:pt x="316" y="78"/>
                      </a:moveTo>
                      <a:cubicBezTo>
                        <a:pt x="334" y="89"/>
                        <a:pt x="334" y="106"/>
                        <a:pt x="316" y="116"/>
                      </a:cubicBezTo>
                      <a:cubicBezTo>
                        <a:pt x="200" y="184"/>
                        <a:pt x="200" y="184"/>
                        <a:pt x="200" y="184"/>
                      </a:cubicBezTo>
                      <a:cubicBezTo>
                        <a:pt x="182" y="194"/>
                        <a:pt x="153" y="194"/>
                        <a:pt x="135" y="184"/>
                      </a:cubicBezTo>
                      <a:cubicBezTo>
                        <a:pt x="18" y="116"/>
                        <a:pt x="18" y="116"/>
                        <a:pt x="18" y="116"/>
                      </a:cubicBezTo>
                      <a:cubicBezTo>
                        <a:pt x="0" y="106"/>
                        <a:pt x="0" y="89"/>
                        <a:pt x="17" y="78"/>
                      </a:cubicBezTo>
                      <a:cubicBezTo>
                        <a:pt x="134" y="11"/>
                        <a:pt x="134" y="11"/>
                        <a:pt x="134" y="11"/>
                      </a:cubicBezTo>
                      <a:cubicBezTo>
                        <a:pt x="152" y="0"/>
                        <a:pt x="181" y="0"/>
                        <a:pt x="199" y="11"/>
                      </a:cubicBezTo>
                      <a:lnTo>
                        <a:pt x="316" y="7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28" name="组合 327">
                <a:extLst>
                  <a:ext uri="{FF2B5EF4-FFF2-40B4-BE49-F238E27FC236}">
                    <a16:creationId xmlns:a16="http://schemas.microsoft.com/office/drawing/2014/main" id="{B43E474E-8589-4393-AB43-41347606FC20}"/>
                  </a:ext>
                </a:extLst>
              </p:cNvPr>
              <p:cNvGrpSpPr/>
              <p:nvPr/>
            </p:nvGrpSpPr>
            <p:grpSpPr>
              <a:xfrm>
                <a:off x="8067707" y="1110273"/>
                <a:ext cx="314812" cy="426359"/>
                <a:chOff x="5015665" y="3704732"/>
                <a:chExt cx="2016126" cy="2730500"/>
              </a:xfrm>
            </p:grpSpPr>
            <p:sp>
              <p:nvSpPr>
                <p:cNvPr id="329" name="Freeform 35">
                  <a:extLst>
                    <a:ext uri="{FF2B5EF4-FFF2-40B4-BE49-F238E27FC236}">
                      <a16:creationId xmlns:a16="http://schemas.microsoft.com/office/drawing/2014/main" id="{96A4EA1A-A143-4A89-BDA3-8A406097E07A}"/>
                    </a:ext>
                  </a:extLst>
                </p:cNvPr>
                <p:cNvSpPr/>
                <p:nvPr/>
              </p:nvSpPr>
              <p:spPr bwMode="auto">
                <a:xfrm>
                  <a:off x="5045828" y="3704732"/>
                  <a:ext cx="1985963" cy="2708275"/>
                </a:xfrm>
                <a:custGeom>
                  <a:avLst/>
                  <a:gdLst>
                    <a:gd name="T0" fmla="*/ 502 w 525"/>
                    <a:gd name="T1" fmla="*/ 261 h 717"/>
                    <a:gd name="T2" fmla="*/ 58 w 525"/>
                    <a:gd name="T3" fmla="*/ 5 h 717"/>
                    <a:gd name="T4" fmla="*/ 42 w 525"/>
                    <a:gd name="T5" fmla="*/ 3 h 717"/>
                    <a:gd name="T6" fmla="*/ 0 w 525"/>
                    <a:gd name="T7" fmla="*/ 27 h 717"/>
                    <a:gd name="T8" fmla="*/ 16 w 525"/>
                    <a:gd name="T9" fmla="*/ 29 h 717"/>
                    <a:gd name="T10" fmla="*/ 460 w 525"/>
                    <a:gd name="T11" fmla="*/ 286 h 717"/>
                    <a:gd name="T12" fmla="*/ 483 w 525"/>
                    <a:gd name="T13" fmla="*/ 325 h 717"/>
                    <a:gd name="T14" fmla="*/ 482 w 525"/>
                    <a:gd name="T15" fmla="*/ 702 h 717"/>
                    <a:gd name="T16" fmla="*/ 476 w 525"/>
                    <a:gd name="T17" fmla="*/ 717 h 717"/>
                    <a:gd name="T18" fmla="*/ 518 w 525"/>
                    <a:gd name="T19" fmla="*/ 693 h 717"/>
                    <a:gd name="T20" fmla="*/ 524 w 525"/>
                    <a:gd name="T21" fmla="*/ 678 h 717"/>
                    <a:gd name="T22" fmla="*/ 524 w 525"/>
                    <a:gd name="T23" fmla="*/ 678 h 717"/>
                    <a:gd name="T24" fmla="*/ 525 w 525"/>
                    <a:gd name="T25" fmla="*/ 301 h 717"/>
                    <a:gd name="T26" fmla="*/ 502 w 525"/>
                    <a:gd name="T27" fmla="*/ 261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25" h="717">
                      <a:moveTo>
                        <a:pt x="502" y="261"/>
                      </a:moveTo>
                      <a:cubicBezTo>
                        <a:pt x="502" y="261"/>
                        <a:pt x="502" y="261"/>
                        <a:pt x="58" y="5"/>
                      </a:cubicBezTo>
                      <a:cubicBezTo>
                        <a:pt x="52" y="1"/>
                        <a:pt x="46" y="0"/>
                        <a:pt x="42" y="3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4" y="25"/>
                        <a:pt x="9" y="25"/>
                        <a:pt x="16" y="29"/>
                      </a:cubicBezTo>
                      <a:cubicBezTo>
                        <a:pt x="460" y="286"/>
                        <a:pt x="460" y="286"/>
                        <a:pt x="460" y="286"/>
                      </a:cubicBezTo>
                      <a:cubicBezTo>
                        <a:pt x="474" y="293"/>
                        <a:pt x="483" y="310"/>
                        <a:pt x="483" y="325"/>
                      </a:cubicBezTo>
                      <a:cubicBezTo>
                        <a:pt x="482" y="702"/>
                        <a:pt x="482" y="702"/>
                        <a:pt x="482" y="702"/>
                      </a:cubicBezTo>
                      <a:cubicBezTo>
                        <a:pt x="482" y="710"/>
                        <a:pt x="480" y="715"/>
                        <a:pt x="476" y="717"/>
                      </a:cubicBezTo>
                      <a:cubicBezTo>
                        <a:pt x="518" y="693"/>
                        <a:pt x="518" y="693"/>
                        <a:pt x="518" y="693"/>
                      </a:cubicBezTo>
                      <a:cubicBezTo>
                        <a:pt x="522" y="691"/>
                        <a:pt x="524" y="685"/>
                        <a:pt x="524" y="678"/>
                      </a:cubicBezTo>
                      <a:cubicBezTo>
                        <a:pt x="524" y="678"/>
                        <a:pt x="524" y="678"/>
                        <a:pt x="524" y="678"/>
                      </a:cubicBezTo>
                      <a:cubicBezTo>
                        <a:pt x="524" y="678"/>
                        <a:pt x="524" y="678"/>
                        <a:pt x="525" y="301"/>
                      </a:cubicBezTo>
                      <a:cubicBezTo>
                        <a:pt x="525" y="285"/>
                        <a:pt x="516" y="269"/>
                        <a:pt x="502" y="26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/>
                    </a:gs>
                    <a:gs pos="100000">
                      <a:srgbClr val="6578F0">
                        <a:alpha val="70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30" name="Freeform 36">
                  <a:extLst>
                    <a:ext uri="{FF2B5EF4-FFF2-40B4-BE49-F238E27FC236}">
                      <a16:creationId xmlns:a16="http://schemas.microsoft.com/office/drawing/2014/main" id="{78E7390F-27D3-4937-BAD1-2987ECFAF776}"/>
                    </a:ext>
                  </a:extLst>
                </p:cNvPr>
                <p:cNvSpPr/>
                <p:nvPr/>
              </p:nvSpPr>
              <p:spPr bwMode="auto">
                <a:xfrm>
                  <a:off x="5015665" y="3787282"/>
                  <a:ext cx="1857375" cy="2647950"/>
                </a:xfrm>
                <a:custGeom>
                  <a:avLst/>
                  <a:gdLst>
                    <a:gd name="T0" fmla="*/ 468 w 491"/>
                    <a:gd name="T1" fmla="*/ 264 h 701"/>
                    <a:gd name="T2" fmla="*/ 491 w 491"/>
                    <a:gd name="T3" fmla="*/ 303 h 701"/>
                    <a:gd name="T4" fmla="*/ 490 w 491"/>
                    <a:gd name="T5" fmla="*/ 680 h 701"/>
                    <a:gd name="T6" fmla="*/ 467 w 491"/>
                    <a:gd name="T7" fmla="*/ 693 h 701"/>
                    <a:gd name="T8" fmla="*/ 276 w 491"/>
                    <a:gd name="T9" fmla="*/ 583 h 701"/>
                    <a:gd name="T10" fmla="*/ 184 w 491"/>
                    <a:gd name="T11" fmla="*/ 530 h 701"/>
                    <a:gd name="T12" fmla="*/ 161 w 491"/>
                    <a:gd name="T13" fmla="*/ 517 h 701"/>
                    <a:gd name="T14" fmla="*/ 155 w 491"/>
                    <a:gd name="T15" fmla="*/ 513 h 701"/>
                    <a:gd name="T16" fmla="*/ 92 w 491"/>
                    <a:gd name="T17" fmla="*/ 547 h 701"/>
                    <a:gd name="T18" fmla="*/ 76 w 491"/>
                    <a:gd name="T19" fmla="*/ 547 h 701"/>
                    <a:gd name="T20" fmla="*/ 61 w 491"/>
                    <a:gd name="T21" fmla="*/ 529 h 701"/>
                    <a:gd name="T22" fmla="*/ 59 w 491"/>
                    <a:gd name="T23" fmla="*/ 528 h 701"/>
                    <a:gd name="T24" fmla="*/ 57 w 491"/>
                    <a:gd name="T25" fmla="*/ 525 h 701"/>
                    <a:gd name="T26" fmla="*/ 57 w 491"/>
                    <a:gd name="T27" fmla="*/ 523 h 701"/>
                    <a:gd name="T28" fmla="*/ 55 w 491"/>
                    <a:gd name="T29" fmla="*/ 519 h 701"/>
                    <a:gd name="T30" fmla="*/ 55 w 491"/>
                    <a:gd name="T31" fmla="*/ 517 h 701"/>
                    <a:gd name="T32" fmla="*/ 53 w 491"/>
                    <a:gd name="T33" fmla="*/ 512 h 701"/>
                    <a:gd name="T34" fmla="*/ 53 w 491"/>
                    <a:gd name="T35" fmla="*/ 507 h 701"/>
                    <a:gd name="T36" fmla="*/ 54 w 491"/>
                    <a:gd name="T37" fmla="*/ 455 h 701"/>
                    <a:gd name="T38" fmla="*/ 50 w 491"/>
                    <a:gd name="T39" fmla="*/ 453 h 701"/>
                    <a:gd name="T40" fmla="*/ 23 w 491"/>
                    <a:gd name="T41" fmla="*/ 437 h 701"/>
                    <a:gd name="T42" fmla="*/ 0 w 491"/>
                    <a:gd name="T43" fmla="*/ 398 h 701"/>
                    <a:gd name="T44" fmla="*/ 1 w 491"/>
                    <a:gd name="T45" fmla="*/ 20 h 701"/>
                    <a:gd name="T46" fmla="*/ 24 w 491"/>
                    <a:gd name="T47" fmla="*/ 7 h 701"/>
                    <a:gd name="T48" fmla="*/ 468 w 491"/>
                    <a:gd name="T49" fmla="*/ 264 h 7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491" h="701">
                      <a:moveTo>
                        <a:pt x="468" y="264"/>
                      </a:moveTo>
                      <a:cubicBezTo>
                        <a:pt x="482" y="271"/>
                        <a:pt x="491" y="288"/>
                        <a:pt x="491" y="303"/>
                      </a:cubicBezTo>
                      <a:cubicBezTo>
                        <a:pt x="490" y="680"/>
                        <a:pt x="490" y="680"/>
                        <a:pt x="490" y="680"/>
                      </a:cubicBezTo>
                      <a:cubicBezTo>
                        <a:pt x="490" y="696"/>
                        <a:pt x="480" y="701"/>
                        <a:pt x="467" y="693"/>
                      </a:cubicBezTo>
                      <a:cubicBezTo>
                        <a:pt x="276" y="583"/>
                        <a:pt x="276" y="583"/>
                        <a:pt x="276" y="583"/>
                      </a:cubicBezTo>
                      <a:cubicBezTo>
                        <a:pt x="184" y="530"/>
                        <a:pt x="184" y="530"/>
                        <a:pt x="184" y="530"/>
                      </a:cubicBezTo>
                      <a:cubicBezTo>
                        <a:pt x="161" y="517"/>
                        <a:pt x="161" y="517"/>
                        <a:pt x="161" y="517"/>
                      </a:cubicBezTo>
                      <a:cubicBezTo>
                        <a:pt x="155" y="513"/>
                        <a:pt x="155" y="513"/>
                        <a:pt x="155" y="513"/>
                      </a:cubicBezTo>
                      <a:cubicBezTo>
                        <a:pt x="92" y="547"/>
                        <a:pt x="92" y="547"/>
                        <a:pt x="92" y="547"/>
                      </a:cubicBezTo>
                      <a:cubicBezTo>
                        <a:pt x="88" y="551"/>
                        <a:pt x="82" y="550"/>
                        <a:pt x="76" y="547"/>
                      </a:cubicBezTo>
                      <a:cubicBezTo>
                        <a:pt x="71" y="544"/>
                        <a:pt x="65" y="538"/>
                        <a:pt x="61" y="529"/>
                      </a:cubicBezTo>
                      <a:cubicBezTo>
                        <a:pt x="59" y="528"/>
                        <a:pt x="59" y="528"/>
                        <a:pt x="59" y="528"/>
                      </a:cubicBezTo>
                      <a:cubicBezTo>
                        <a:pt x="57" y="525"/>
                        <a:pt x="57" y="525"/>
                        <a:pt x="57" y="525"/>
                      </a:cubicBezTo>
                      <a:cubicBezTo>
                        <a:pt x="57" y="523"/>
                        <a:pt x="57" y="523"/>
                        <a:pt x="57" y="523"/>
                      </a:cubicBezTo>
                      <a:cubicBezTo>
                        <a:pt x="55" y="522"/>
                        <a:pt x="55" y="520"/>
                        <a:pt x="55" y="519"/>
                      </a:cubicBezTo>
                      <a:cubicBezTo>
                        <a:pt x="55" y="517"/>
                        <a:pt x="55" y="517"/>
                        <a:pt x="55" y="517"/>
                      </a:cubicBezTo>
                      <a:cubicBezTo>
                        <a:pt x="55" y="515"/>
                        <a:pt x="53" y="514"/>
                        <a:pt x="53" y="512"/>
                      </a:cubicBezTo>
                      <a:cubicBezTo>
                        <a:pt x="53" y="512"/>
                        <a:pt x="53" y="510"/>
                        <a:pt x="53" y="507"/>
                      </a:cubicBezTo>
                      <a:cubicBezTo>
                        <a:pt x="54" y="455"/>
                        <a:pt x="54" y="455"/>
                        <a:pt x="54" y="455"/>
                      </a:cubicBezTo>
                      <a:cubicBezTo>
                        <a:pt x="50" y="453"/>
                        <a:pt x="50" y="453"/>
                        <a:pt x="50" y="453"/>
                      </a:cubicBezTo>
                      <a:cubicBezTo>
                        <a:pt x="23" y="437"/>
                        <a:pt x="23" y="437"/>
                        <a:pt x="23" y="437"/>
                      </a:cubicBezTo>
                      <a:cubicBezTo>
                        <a:pt x="10" y="429"/>
                        <a:pt x="0" y="413"/>
                        <a:pt x="0" y="398"/>
                      </a:cubicBezTo>
                      <a:cubicBezTo>
                        <a:pt x="1" y="20"/>
                        <a:pt x="1" y="20"/>
                        <a:pt x="1" y="20"/>
                      </a:cubicBezTo>
                      <a:cubicBezTo>
                        <a:pt x="1" y="5"/>
                        <a:pt x="11" y="0"/>
                        <a:pt x="24" y="7"/>
                      </a:cubicBezTo>
                      <a:cubicBezTo>
                        <a:pt x="468" y="264"/>
                        <a:pt x="468" y="264"/>
                        <a:pt x="468" y="26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6200000" scaled="1"/>
                  <a:tileRect/>
                </a:gra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48FB0F3-2AEB-E1F5-8C82-BE864FF37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1484">
              <a:off x="3844084" y="3289712"/>
              <a:ext cx="159304" cy="159304"/>
            </a:xfrm>
            <a:prstGeom prst="rect">
              <a:avLst/>
            </a:prstGeom>
          </p:spPr>
        </p:pic>
      </p:grpSp>
      <p:sp>
        <p:nvSpPr>
          <p:cNvPr id="180" name="箭头: 下 179">
            <a:extLst>
              <a:ext uri="{FF2B5EF4-FFF2-40B4-BE49-F238E27FC236}">
                <a16:creationId xmlns:a16="http://schemas.microsoft.com/office/drawing/2014/main" id="{FDD5A588-88CE-4F1B-8BBC-9BF67B74EE1D}"/>
              </a:ext>
            </a:extLst>
          </p:cNvPr>
          <p:cNvSpPr/>
          <p:nvPr/>
        </p:nvSpPr>
        <p:spPr>
          <a:xfrm>
            <a:off x="3038557" y="3172741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1" name="箭头: 下 180">
            <a:extLst>
              <a:ext uri="{FF2B5EF4-FFF2-40B4-BE49-F238E27FC236}">
                <a16:creationId xmlns:a16="http://schemas.microsoft.com/office/drawing/2014/main" id="{2CA3159C-4810-465C-AC08-B5F399806DC9}"/>
              </a:ext>
            </a:extLst>
          </p:cNvPr>
          <p:cNvSpPr/>
          <p:nvPr/>
        </p:nvSpPr>
        <p:spPr>
          <a:xfrm>
            <a:off x="1846865" y="3168820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9" name="箭头: 左 218">
            <a:extLst>
              <a:ext uri="{FF2B5EF4-FFF2-40B4-BE49-F238E27FC236}">
                <a16:creationId xmlns:a16="http://schemas.microsoft.com/office/drawing/2014/main" id="{A9DC6684-A4CF-4733-AD19-1C556A68F5F0}"/>
              </a:ext>
            </a:extLst>
          </p:cNvPr>
          <p:cNvSpPr/>
          <p:nvPr/>
        </p:nvSpPr>
        <p:spPr>
          <a:xfrm rot="10800000">
            <a:off x="3029761" y="4294904"/>
            <a:ext cx="333081" cy="286022"/>
          </a:xfrm>
          <a:prstGeom prst="lef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5" name="箭头: 下 374">
            <a:extLst>
              <a:ext uri="{FF2B5EF4-FFF2-40B4-BE49-F238E27FC236}">
                <a16:creationId xmlns:a16="http://schemas.microsoft.com/office/drawing/2014/main" id="{4342FBB3-DFDD-4B0B-A0C8-CE44930CCEA4}"/>
              </a:ext>
            </a:extLst>
          </p:cNvPr>
          <p:cNvSpPr/>
          <p:nvPr/>
        </p:nvSpPr>
        <p:spPr>
          <a:xfrm>
            <a:off x="1798707" y="5134812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8" name="箭头: 下 377">
            <a:extLst>
              <a:ext uri="{FF2B5EF4-FFF2-40B4-BE49-F238E27FC236}">
                <a16:creationId xmlns:a16="http://schemas.microsoft.com/office/drawing/2014/main" id="{CBA58B8E-9F52-46C1-962F-453C81E4A5B0}"/>
              </a:ext>
            </a:extLst>
          </p:cNvPr>
          <p:cNvSpPr/>
          <p:nvPr/>
        </p:nvSpPr>
        <p:spPr>
          <a:xfrm>
            <a:off x="2893602" y="5134812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9" name="箭头: 下 378">
            <a:extLst>
              <a:ext uri="{FF2B5EF4-FFF2-40B4-BE49-F238E27FC236}">
                <a16:creationId xmlns:a16="http://schemas.microsoft.com/office/drawing/2014/main" id="{39579134-28E5-4A14-B969-3611B8174A94}"/>
              </a:ext>
            </a:extLst>
          </p:cNvPr>
          <p:cNvSpPr/>
          <p:nvPr/>
        </p:nvSpPr>
        <p:spPr>
          <a:xfrm>
            <a:off x="3870327" y="5134812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F9C5E46C-A1F9-436D-8865-9D71C5D448F2}"/>
              </a:ext>
            </a:extLst>
          </p:cNvPr>
          <p:cNvGrpSpPr/>
          <p:nvPr/>
        </p:nvGrpSpPr>
        <p:grpSpPr>
          <a:xfrm>
            <a:off x="1494778" y="5735201"/>
            <a:ext cx="746181" cy="712711"/>
            <a:chOff x="9104628" y="974408"/>
            <a:chExt cx="857816" cy="833439"/>
          </a:xfrm>
        </p:grpSpPr>
        <p:sp>
          <p:nvSpPr>
            <p:cNvPr id="383" name="菱形 382">
              <a:extLst>
                <a:ext uri="{FF2B5EF4-FFF2-40B4-BE49-F238E27FC236}">
                  <a16:creationId xmlns:a16="http://schemas.microsoft.com/office/drawing/2014/main" id="{9B98BDE1-3274-4029-B253-1E4927C78C3C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E548E140-546C-49DE-A613-A09DD58488CE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388" name="Freeform 18">
                <a:extLst>
                  <a:ext uri="{FF2B5EF4-FFF2-40B4-BE49-F238E27FC236}">
                    <a16:creationId xmlns:a16="http://schemas.microsoft.com/office/drawing/2014/main" id="{69A25CDF-6C74-4B6B-B7E2-D60438E91BE6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89" name="Freeform 19">
                <a:extLst>
                  <a:ext uri="{FF2B5EF4-FFF2-40B4-BE49-F238E27FC236}">
                    <a16:creationId xmlns:a16="http://schemas.microsoft.com/office/drawing/2014/main" id="{1E87B83E-D780-4974-BF07-F9652053125B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0" name="Freeform 20">
                <a:extLst>
                  <a:ext uri="{FF2B5EF4-FFF2-40B4-BE49-F238E27FC236}">
                    <a16:creationId xmlns:a16="http://schemas.microsoft.com/office/drawing/2014/main" id="{3EFE288F-5F71-4463-B310-B0F5B8789F6C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85" name="Freeform 18">
              <a:extLst>
                <a:ext uri="{FF2B5EF4-FFF2-40B4-BE49-F238E27FC236}">
                  <a16:creationId xmlns:a16="http://schemas.microsoft.com/office/drawing/2014/main" id="{74439C9F-0BDF-4495-BCD2-083222429FE0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6" name="Freeform 19">
              <a:extLst>
                <a:ext uri="{FF2B5EF4-FFF2-40B4-BE49-F238E27FC236}">
                  <a16:creationId xmlns:a16="http://schemas.microsoft.com/office/drawing/2014/main" id="{09224EA0-513B-4D93-832D-2DFE3C5167A5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7" name="Freeform 20">
              <a:extLst>
                <a:ext uri="{FF2B5EF4-FFF2-40B4-BE49-F238E27FC236}">
                  <a16:creationId xmlns:a16="http://schemas.microsoft.com/office/drawing/2014/main" id="{687E8D19-BEAE-4B2E-B934-5784E1BA3278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82" name="图形 31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57852050-A22B-4F0C-A403-07F712E6C171}"/>
              </a:ext>
            </a:extLst>
          </p:cNvPr>
          <p:cNvSpPr/>
          <p:nvPr/>
        </p:nvSpPr>
        <p:spPr>
          <a:xfrm>
            <a:off x="1755500" y="5720894"/>
            <a:ext cx="231811" cy="231811"/>
          </a:xfrm>
          <a:custGeom>
            <a:avLst/>
            <a:gdLst>
              <a:gd name="connsiteX0" fmla="*/ 0 w 171450"/>
              <a:gd name="connsiteY0" fmla="*/ 19050 h 171450"/>
              <a:gd name="connsiteX1" fmla="*/ 0 w 171450"/>
              <a:gd name="connsiteY1" fmla="*/ 152400 h 171450"/>
              <a:gd name="connsiteX2" fmla="*/ 19050 w 171450"/>
              <a:gd name="connsiteY2" fmla="*/ 171450 h 171450"/>
              <a:gd name="connsiteX3" fmla="*/ 152400 w 171450"/>
              <a:gd name="connsiteY3" fmla="*/ 171450 h 171450"/>
              <a:gd name="connsiteX4" fmla="*/ 171450 w 171450"/>
              <a:gd name="connsiteY4" fmla="*/ 152400 h 171450"/>
              <a:gd name="connsiteX5" fmla="*/ 171450 w 171450"/>
              <a:gd name="connsiteY5" fmla="*/ 19050 h 171450"/>
              <a:gd name="connsiteX6" fmla="*/ 152400 w 171450"/>
              <a:gd name="connsiteY6" fmla="*/ 0 h 171450"/>
              <a:gd name="connsiteX7" fmla="*/ 19050 w 171450"/>
              <a:gd name="connsiteY7" fmla="*/ 0 h 171450"/>
              <a:gd name="connsiteX8" fmla="*/ 0 w 171450"/>
              <a:gd name="connsiteY8" fmla="*/ 19050 h 171450"/>
              <a:gd name="connsiteX9" fmla="*/ 114300 w 171450"/>
              <a:gd name="connsiteY9" fmla="*/ 57150 h 171450"/>
              <a:gd name="connsiteX10" fmla="*/ 85725 w 171450"/>
              <a:gd name="connsiteY10" fmla="*/ 85725 h 171450"/>
              <a:gd name="connsiteX11" fmla="*/ 57150 w 171450"/>
              <a:gd name="connsiteY11" fmla="*/ 57150 h 171450"/>
              <a:gd name="connsiteX12" fmla="*/ 85725 w 171450"/>
              <a:gd name="connsiteY12" fmla="*/ 28575 h 171450"/>
              <a:gd name="connsiteX13" fmla="*/ 114300 w 171450"/>
              <a:gd name="connsiteY13" fmla="*/ 57150 h 171450"/>
              <a:gd name="connsiteX14" fmla="*/ 28575 w 171450"/>
              <a:gd name="connsiteY14" fmla="*/ 133350 h 171450"/>
              <a:gd name="connsiteX15" fmla="*/ 85725 w 171450"/>
              <a:gd name="connsiteY15" fmla="*/ 103823 h 171450"/>
              <a:gd name="connsiteX16" fmla="*/ 142875 w 171450"/>
              <a:gd name="connsiteY16" fmla="*/ 133350 h 171450"/>
              <a:gd name="connsiteX17" fmla="*/ 142875 w 171450"/>
              <a:gd name="connsiteY17" fmla="*/ 142875 h 171450"/>
              <a:gd name="connsiteX18" fmla="*/ 28575 w 171450"/>
              <a:gd name="connsiteY18" fmla="*/ 142875 h 171450"/>
              <a:gd name="connsiteX19" fmla="*/ 28575 w 171450"/>
              <a:gd name="connsiteY19" fmla="*/ 1333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71450" h="171450">
                <a:moveTo>
                  <a:pt x="0" y="19050"/>
                </a:moveTo>
                <a:lnTo>
                  <a:pt x="0" y="152400"/>
                </a:lnTo>
                <a:cubicBezTo>
                  <a:pt x="0" y="162878"/>
                  <a:pt x="8477" y="171450"/>
                  <a:pt x="19050" y="171450"/>
                </a:cubicBezTo>
                <a:lnTo>
                  <a:pt x="152400" y="171450"/>
                </a:lnTo>
                <a:cubicBezTo>
                  <a:pt x="162878" y="171450"/>
                  <a:pt x="171450" y="162878"/>
                  <a:pt x="171450" y="152400"/>
                </a:cubicBezTo>
                <a:lnTo>
                  <a:pt x="171450" y="19050"/>
                </a:lnTo>
                <a:cubicBezTo>
                  <a:pt x="171450" y="8573"/>
                  <a:pt x="162878" y="0"/>
                  <a:pt x="152400" y="0"/>
                </a:cubicBezTo>
                <a:lnTo>
                  <a:pt x="19050" y="0"/>
                </a:lnTo>
                <a:cubicBezTo>
                  <a:pt x="8477" y="0"/>
                  <a:pt x="0" y="8573"/>
                  <a:pt x="0" y="19050"/>
                </a:cubicBezTo>
                <a:close/>
                <a:moveTo>
                  <a:pt x="114300" y="57150"/>
                </a:moveTo>
                <a:cubicBezTo>
                  <a:pt x="114300" y="72962"/>
                  <a:pt x="101537" y="85725"/>
                  <a:pt x="85725" y="85725"/>
                </a:cubicBezTo>
                <a:cubicBezTo>
                  <a:pt x="69914" y="85725"/>
                  <a:pt x="57150" y="72962"/>
                  <a:pt x="57150" y="57150"/>
                </a:cubicBezTo>
                <a:cubicBezTo>
                  <a:pt x="57150" y="41339"/>
                  <a:pt x="69914" y="28575"/>
                  <a:pt x="85725" y="28575"/>
                </a:cubicBezTo>
                <a:cubicBezTo>
                  <a:pt x="101537" y="28575"/>
                  <a:pt x="114300" y="41339"/>
                  <a:pt x="114300" y="57150"/>
                </a:cubicBezTo>
                <a:close/>
                <a:moveTo>
                  <a:pt x="28575" y="133350"/>
                </a:moveTo>
                <a:cubicBezTo>
                  <a:pt x="28575" y="114300"/>
                  <a:pt x="66675" y="103823"/>
                  <a:pt x="85725" y="103823"/>
                </a:cubicBezTo>
                <a:cubicBezTo>
                  <a:pt x="104775" y="103823"/>
                  <a:pt x="142875" y="114300"/>
                  <a:pt x="142875" y="133350"/>
                </a:cubicBezTo>
                <a:lnTo>
                  <a:pt x="142875" y="142875"/>
                </a:lnTo>
                <a:lnTo>
                  <a:pt x="28575" y="142875"/>
                </a:lnTo>
                <a:lnTo>
                  <a:pt x="28575" y="13335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3749CC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91" name="组合 390">
            <a:extLst>
              <a:ext uri="{FF2B5EF4-FFF2-40B4-BE49-F238E27FC236}">
                <a16:creationId xmlns:a16="http://schemas.microsoft.com/office/drawing/2014/main" id="{D792235D-8781-4E55-B419-B310D8971F0D}"/>
              </a:ext>
            </a:extLst>
          </p:cNvPr>
          <p:cNvGrpSpPr/>
          <p:nvPr/>
        </p:nvGrpSpPr>
        <p:grpSpPr>
          <a:xfrm>
            <a:off x="2597396" y="5735201"/>
            <a:ext cx="746181" cy="712711"/>
            <a:chOff x="9104628" y="974408"/>
            <a:chExt cx="857816" cy="833439"/>
          </a:xfrm>
        </p:grpSpPr>
        <p:sp>
          <p:nvSpPr>
            <p:cNvPr id="392" name="菱形 391">
              <a:extLst>
                <a:ext uri="{FF2B5EF4-FFF2-40B4-BE49-F238E27FC236}">
                  <a16:creationId xmlns:a16="http://schemas.microsoft.com/office/drawing/2014/main" id="{C9D1DD87-AD86-4634-A160-5CDEF78E004B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93" name="组合 392">
              <a:extLst>
                <a:ext uri="{FF2B5EF4-FFF2-40B4-BE49-F238E27FC236}">
                  <a16:creationId xmlns:a16="http://schemas.microsoft.com/office/drawing/2014/main" id="{20EF8462-978C-43B2-973A-29A43668CB44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397" name="Freeform 18">
                <a:extLst>
                  <a:ext uri="{FF2B5EF4-FFF2-40B4-BE49-F238E27FC236}">
                    <a16:creationId xmlns:a16="http://schemas.microsoft.com/office/drawing/2014/main" id="{087C91F2-7CE9-48F8-B7AD-AAFB5DDF4E53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8" name="Freeform 19">
                <a:extLst>
                  <a:ext uri="{FF2B5EF4-FFF2-40B4-BE49-F238E27FC236}">
                    <a16:creationId xmlns:a16="http://schemas.microsoft.com/office/drawing/2014/main" id="{288CB144-D467-4388-9B78-31E68D9401F6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9" name="Freeform 20">
                <a:extLst>
                  <a:ext uri="{FF2B5EF4-FFF2-40B4-BE49-F238E27FC236}">
                    <a16:creationId xmlns:a16="http://schemas.microsoft.com/office/drawing/2014/main" id="{F2F9221D-743A-43C8-B0D3-E525098E99F1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94" name="Freeform 18">
              <a:extLst>
                <a:ext uri="{FF2B5EF4-FFF2-40B4-BE49-F238E27FC236}">
                  <a16:creationId xmlns:a16="http://schemas.microsoft.com/office/drawing/2014/main" id="{7FCC6E3C-C054-4180-BE30-AA0EA56F2AAA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5" name="Freeform 19">
              <a:extLst>
                <a:ext uri="{FF2B5EF4-FFF2-40B4-BE49-F238E27FC236}">
                  <a16:creationId xmlns:a16="http://schemas.microsoft.com/office/drawing/2014/main" id="{FB00B93E-A445-4343-A1CB-4F09CC0C18D6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6" name="Freeform 20">
              <a:extLst>
                <a:ext uri="{FF2B5EF4-FFF2-40B4-BE49-F238E27FC236}">
                  <a16:creationId xmlns:a16="http://schemas.microsoft.com/office/drawing/2014/main" id="{6FA86165-5ABA-4AB4-A91B-1EDA602ABA9F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CBCCC8A0-790A-4A10-AD67-B50FF7EDB4C6}"/>
              </a:ext>
            </a:extLst>
          </p:cNvPr>
          <p:cNvGrpSpPr/>
          <p:nvPr/>
        </p:nvGrpSpPr>
        <p:grpSpPr>
          <a:xfrm>
            <a:off x="3629889" y="5728160"/>
            <a:ext cx="746181" cy="712711"/>
            <a:chOff x="9104628" y="974408"/>
            <a:chExt cx="857816" cy="833439"/>
          </a:xfrm>
        </p:grpSpPr>
        <p:sp>
          <p:nvSpPr>
            <p:cNvPr id="425" name="菱形 424">
              <a:extLst>
                <a:ext uri="{FF2B5EF4-FFF2-40B4-BE49-F238E27FC236}">
                  <a16:creationId xmlns:a16="http://schemas.microsoft.com/office/drawing/2014/main" id="{BB117ED3-96C7-4241-ABBD-A3EBFEF2B801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26" name="组合 425">
              <a:extLst>
                <a:ext uri="{FF2B5EF4-FFF2-40B4-BE49-F238E27FC236}">
                  <a16:creationId xmlns:a16="http://schemas.microsoft.com/office/drawing/2014/main" id="{488E517C-B9EB-4BA3-9230-60754E5EC804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430" name="Freeform 18">
                <a:extLst>
                  <a:ext uri="{FF2B5EF4-FFF2-40B4-BE49-F238E27FC236}">
                    <a16:creationId xmlns:a16="http://schemas.microsoft.com/office/drawing/2014/main" id="{E844927E-B63B-402E-8AB6-4526906B2060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31" name="Freeform 19">
                <a:extLst>
                  <a:ext uri="{FF2B5EF4-FFF2-40B4-BE49-F238E27FC236}">
                    <a16:creationId xmlns:a16="http://schemas.microsoft.com/office/drawing/2014/main" id="{AE5EF117-8416-48F6-B841-16E29EA709F2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32" name="Freeform 20">
                <a:extLst>
                  <a:ext uri="{FF2B5EF4-FFF2-40B4-BE49-F238E27FC236}">
                    <a16:creationId xmlns:a16="http://schemas.microsoft.com/office/drawing/2014/main" id="{7006E4DB-1A2D-4931-B89E-9540F6F2B45F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27" name="Freeform 18">
              <a:extLst>
                <a:ext uri="{FF2B5EF4-FFF2-40B4-BE49-F238E27FC236}">
                  <a16:creationId xmlns:a16="http://schemas.microsoft.com/office/drawing/2014/main" id="{3601DE80-F52A-4EC0-9E63-C1EFEC5D80DC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28" name="Freeform 19">
              <a:extLst>
                <a:ext uri="{FF2B5EF4-FFF2-40B4-BE49-F238E27FC236}">
                  <a16:creationId xmlns:a16="http://schemas.microsoft.com/office/drawing/2014/main" id="{428370F4-F833-4D5C-B235-01D9672900C9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29" name="Freeform 20">
              <a:extLst>
                <a:ext uri="{FF2B5EF4-FFF2-40B4-BE49-F238E27FC236}">
                  <a16:creationId xmlns:a16="http://schemas.microsoft.com/office/drawing/2014/main" id="{BB1F4F22-255D-480E-ACD1-BBB439046A41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33" name="图形 33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5FDBA130-2780-4A9D-9161-6A8EB51F1E4D}"/>
              </a:ext>
            </a:extLst>
          </p:cNvPr>
          <p:cNvSpPr/>
          <p:nvPr/>
        </p:nvSpPr>
        <p:spPr>
          <a:xfrm>
            <a:off x="2847685" y="5716182"/>
            <a:ext cx="230832" cy="230832"/>
          </a:xfrm>
          <a:custGeom>
            <a:avLst/>
            <a:gdLst>
              <a:gd name="connsiteX0" fmla="*/ 95250 w 190500"/>
              <a:gd name="connsiteY0" fmla="*/ 0 h 190500"/>
              <a:gd name="connsiteX1" fmla="*/ 0 w 190500"/>
              <a:gd name="connsiteY1" fmla="*/ 95250 h 190500"/>
              <a:gd name="connsiteX2" fmla="*/ 95250 w 190500"/>
              <a:gd name="connsiteY2" fmla="*/ 190500 h 190500"/>
              <a:gd name="connsiteX3" fmla="*/ 190500 w 190500"/>
              <a:gd name="connsiteY3" fmla="*/ 95250 h 190500"/>
              <a:gd name="connsiteX4" fmla="*/ 95250 w 190500"/>
              <a:gd name="connsiteY4" fmla="*/ 0 h 190500"/>
              <a:gd name="connsiteX5" fmla="*/ 95250 w 190500"/>
              <a:gd name="connsiteY5" fmla="*/ 28575 h 190500"/>
              <a:gd name="connsiteX6" fmla="*/ 123825 w 190500"/>
              <a:gd name="connsiteY6" fmla="*/ 57150 h 190500"/>
              <a:gd name="connsiteX7" fmla="*/ 95250 w 190500"/>
              <a:gd name="connsiteY7" fmla="*/ 85725 h 190500"/>
              <a:gd name="connsiteX8" fmla="*/ 66675 w 190500"/>
              <a:gd name="connsiteY8" fmla="*/ 57150 h 190500"/>
              <a:gd name="connsiteX9" fmla="*/ 95250 w 190500"/>
              <a:gd name="connsiteY9" fmla="*/ 28575 h 190500"/>
              <a:gd name="connsiteX10" fmla="*/ 95250 w 190500"/>
              <a:gd name="connsiteY10" fmla="*/ 163830 h 190500"/>
              <a:gd name="connsiteX11" fmla="*/ 38100 w 190500"/>
              <a:gd name="connsiteY11" fmla="*/ 133160 h 190500"/>
              <a:gd name="connsiteX12" fmla="*/ 95250 w 190500"/>
              <a:gd name="connsiteY12" fmla="*/ 103823 h 190500"/>
              <a:gd name="connsiteX13" fmla="*/ 152400 w 190500"/>
              <a:gd name="connsiteY13" fmla="*/ 133160 h 190500"/>
              <a:gd name="connsiteX14" fmla="*/ 95250 w 190500"/>
              <a:gd name="connsiteY14" fmla="*/ 16383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42672" y="0"/>
                  <a:pt x="0" y="42672"/>
                  <a:pt x="0" y="95250"/>
                </a:cubicBezTo>
                <a:cubicBezTo>
                  <a:pt x="0" y="147828"/>
                  <a:pt x="42672" y="190500"/>
                  <a:pt x="95250" y="190500"/>
                </a:cubicBezTo>
                <a:cubicBezTo>
                  <a:pt x="147828" y="190500"/>
                  <a:pt x="190500" y="147828"/>
                  <a:pt x="190500" y="95250"/>
                </a:cubicBezTo>
                <a:cubicBezTo>
                  <a:pt x="190500" y="42672"/>
                  <a:pt x="147828" y="0"/>
                  <a:pt x="95250" y="0"/>
                </a:cubicBezTo>
                <a:close/>
                <a:moveTo>
                  <a:pt x="95250" y="28575"/>
                </a:moveTo>
                <a:cubicBezTo>
                  <a:pt x="111062" y="28575"/>
                  <a:pt x="123825" y="41339"/>
                  <a:pt x="123825" y="57150"/>
                </a:cubicBezTo>
                <a:cubicBezTo>
                  <a:pt x="123825" y="72962"/>
                  <a:pt x="111062" y="85725"/>
                  <a:pt x="95250" y="85725"/>
                </a:cubicBezTo>
                <a:cubicBezTo>
                  <a:pt x="79439" y="85725"/>
                  <a:pt x="66675" y="72962"/>
                  <a:pt x="66675" y="57150"/>
                </a:cubicBezTo>
                <a:cubicBezTo>
                  <a:pt x="66675" y="41339"/>
                  <a:pt x="79439" y="28575"/>
                  <a:pt x="95250" y="28575"/>
                </a:cubicBezTo>
                <a:close/>
                <a:moveTo>
                  <a:pt x="95250" y="163830"/>
                </a:moveTo>
                <a:cubicBezTo>
                  <a:pt x="71438" y="163830"/>
                  <a:pt x="50387" y="151638"/>
                  <a:pt x="38100" y="133160"/>
                </a:cubicBezTo>
                <a:cubicBezTo>
                  <a:pt x="38386" y="114205"/>
                  <a:pt x="76200" y="103823"/>
                  <a:pt x="95250" y="103823"/>
                </a:cubicBezTo>
                <a:cubicBezTo>
                  <a:pt x="114205" y="103823"/>
                  <a:pt x="152114" y="114205"/>
                  <a:pt x="152400" y="133160"/>
                </a:cubicBezTo>
                <a:cubicBezTo>
                  <a:pt x="140113" y="151638"/>
                  <a:pt x="119063" y="163830"/>
                  <a:pt x="95250" y="163830"/>
                </a:cubicBez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3749CC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34" name="Freeform 57">
            <a:extLst>
              <a:ext uri="{FF2B5EF4-FFF2-40B4-BE49-F238E27FC236}">
                <a16:creationId xmlns:a16="http://schemas.microsoft.com/office/drawing/2014/main" id="{2AF05370-189C-4EC6-A01E-2BDFB55C08A7}"/>
              </a:ext>
            </a:extLst>
          </p:cNvPr>
          <p:cNvSpPr>
            <a:spLocks noEditPoints="1"/>
          </p:cNvSpPr>
          <p:nvPr/>
        </p:nvSpPr>
        <p:spPr bwMode="auto">
          <a:xfrm>
            <a:off x="3891848" y="5716182"/>
            <a:ext cx="237891" cy="237891"/>
          </a:xfrm>
          <a:custGeom>
            <a:avLst/>
            <a:gdLst/>
            <a:ahLst/>
            <a:cxnLst>
              <a:cxn ang="0">
                <a:pos x="55" y="31"/>
              </a:cxn>
              <a:cxn ang="0">
                <a:pos x="54" y="33"/>
              </a:cxn>
              <a:cxn ang="0">
                <a:pos x="47" y="34"/>
              </a:cxn>
              <a:cxn ang="0">
                <a:pos x="46" y="37"/>
              </a:cxn>
              <a:cxn ang="0">
                <a:pos x="49" y="42"/>
              </a:cxn>
              <a:cxn ang="0">
                <a:pos x="50" y="43"/>
              </a:cxn>
              <a:cxn ang="0">
                <a:pos x="49" y="44"/>
              </a:cxn>
              <a:cxn ang="0">
                <a:pos x="43" y="50"/>
              </a:cxn>
              <a:cxn ang="0">
                <a:pos x="42" y="50"/>
              </a:cxn>
              <a:cxn ang="0">
                <a:pos x="37" y="46"/>
              </a:cxn>
              <a:cxn ang="0">
                <a:pos x="33" y="47"/>
              </a:cxn>
              <a:cxn ang="0">
                <a:pos x="32" y="54"/>
              </a:cxn>
              <a:cxn ang="0">
                <a:pos x="31" y="55"/>
              </a:cxn>
              <a:cxn ang="0">
                <a:pos x="23" y="55"/>
              </a:cxn>
              <a:cxn ang="0">
                <a:pos x="22" y="54"/>
              </a:cxn>
              <a:cxn ang="0">
                <a:pos x="21" y="47"/>
              </a:cxn>
              <a:cxn ang="0">
                <a:pos x="18" y="46"/>
              </a:cxn>
              <a:cxn ang="0">
                <a:pos x="13" y="50"/>
              </a:cxn>
              <a:cxn ang="0">
                <a:pos x="12" y="50"/>
              </a:cxn>
              <a:cxn ang="0">
                <a:pos x="11" y="50"/>
              </a:cxn>
              <a:cxn ang="0">
                <a:pos x="5" y="44"/>
              </a:cxn>
              <a:cxn ang="0">
                <a:pos x="5" y="43"/>
              </a:cxn>
              <a:cxn ang="0">
                <a:pos x="5" y="42"/>
              </a:cxn>
              <a:cxn ang="0">
                <a:pos x="9" y="37"/>
              </a:cxn>
              <a:cxn ang="0">
                <a:pos x="7" y="33"/>
              </a:cxn>
              <a:cxn ang="0">
                <a:pos x="1" y="33"/>
              </a:cxn>
              <a:cxn ang="0">
                <a:pos x="0" y="31"/>
              </a:cxn>
              <a:cxn ang="0">
                <a:pos x="0" y="23"/>
              </a:cxn>
              <a:cxn ang="0">
                <a:pos x="1" y="22"/>
              </a:cxn>
              <a:cxn ang="0">
                <a:pos x="7" y="21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2" y="5"/>
              </a:cxn>
              <a:cxn ang="0">
                <a:pos x="13" y="5"/>
              </a:cxn>
              <a:cxn ang="0">
                <a:pos x="18" y="9"/>
              </a:cxn>
              <a:cxn ang="0">
                <a:pos x="21" y="8"/>
              </a:cxn>
              <a:cxn ang="0">
                <a:pos x="22" y="1"/>
              </a:cxn>
              <a:cxn ang="0">
                <a:pos x="23" y="0"/>
              </a:cxn>
              <a:cxn ang="0">
                <a:pos x="31" y="0"/>
              </a:cxn>
              <a:cxn ang="0">
                <a:pos x="32" y="1"/>
              </a:cxn>
              <a:cxn ang="0">
                <a:pos x="33" y="8"/>
              </a:cxn>
              <a:cxn ang="0">
                <a:pos x="37" y="9"/>
              </a:cxn>
              <a:cxn ang="0">
                <a:pos x="42" y="5"/>
              </a:cxn>
              <a:cxn ang="0">
                <a:pos x="43" y="5"/>
              </a:cxn>
              <a:cxn ang="0">
                <a:pos x="43" y="5"/>
              </a:cxn>
              <a:cxn ang="0">
                <a:pos x="49" y="11"/>
              </a:cxn>
              <a:cxn ang="0">
                <a:pos x="50" y="12"/>
              </a:cxn>
              <a:cxn ang="0">
                <a:pos x="49" y="13"/>
              </a:cxn>
              <a:cxn ang="0">
                <a:pos x="46" y="18"/>
              </a:cxn>
              <a:cxn ang="0">
                <a:pos x="47" y="21"/>
              </a:cxn>
              <a:cxn ang="0">
                <a:pos x="54" y="22"/>
              </a:cxn>
              <a:cxn ang="0">
                <a:pos x="55" y="23"/>
              </a:cxn>
              <a:cxn ang="0">
                <a:pos x="55" y="31"/>
              </a:cxn>
              <a:cxn ang="0">
                <a:pos x="27" y="18"/>
              </a:cxn>
              <a:cxn ang="0">
                <a:pos x="18" y="27"/>
              </a:cxn>
              <a:cxn ang="0">
                <a:pos x="27" y="36"/>
              </a:cxn>
              <a:cxn ang="0">
                <a:pos x="36" y="27"/>
              </a:cxn>
              <a:cxn ang="0">
                <a:pos x="27" y="18"/>
              </a:cxn>
            </a:cxnLst>
            <a:rect l="0" t="0" r="r" b="b"/>
            <a:pathLst>
              <a:path w="55" h="55">
                <a:moveTo>
                  <a:pt x="55" y="31"/>
                </a:moveTo>
                <a:cubicBezTo>
                  <a:pt x="55" y="32"/>
                  <a:pt x="54" y="33"/>
                  <a:pt x="54" y="33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6" y="36"/>
                  <a:pt x="46" y="37"/>
                </a:cubicBezTo>
                <a:cubicBezTo>
                  <a:pt x="47" y="39"/>
                  <a:pt x="48" y="40"/>
                  <a:pt x="49" y="42"/>
                </a:cubicBezTo>
                <a:cubicBezTo>
                  <a:pt x="50" y="42"/>
                  <a:pt x="50" y="42"/>
                  <a:pt x="50" y="43"/>
                </a:cubicBezTo>
                <a:cubicBezTo>
                  <a:pt x="50" y="43"/>
                  <a:pt x="50" y="43"/>
                  <a:pt x="49" y="44"/>
                </a:cubicBezTo>
                <a:cubicBezTo>
                  <a:pt x="49" y="45"/>
                  <a:pt x="44" y="50"/>
                  <a:pt x="43" y="50"/>
                </a:cubicBezTo>
                <a:cubicBezTo>
                  <a:pt x="42" y="50"/>
                  <a:pt x="42" y="50"/>
                  <a:pt x="42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6" y="46"/>
                  <a:pt x="35" y="47"/>
                  <a:pt x="33" y="47"/>
                </a:cubicBezTo>
                <a:cubicBezTo>
                  <a:pt x="33" y="49"/>
                  <a:pt x="33" y="52"/>
                  <a:pt x="32" y="54"/>
                </a:cubicBezTo>
                <a:cubicBezTo>
                  <a:pt x="32" y="54"/>
                  <a:pt x="32" y="55"/>
                  <a:pt x="31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4"/>
                  <a:pt x="22" y="54"/>
                </a:cubicBezTo>
                <a:cubicBezTo>
                  <a:pt x="21" y="47"/>
                  <a:pt x="21" y="47"/>
                  <a:pt x="21" y="47"/>
                </a:cubicBezTo>
                <a:cubicBezTo>
                  <a:pt x="20" y="47"/>
                  <a:pt x="19" y="46"/>
                  <a:pt x="18" y="46"/>
                </a:cubicBezTo>
                <a:cubicBezTo>
                  <a:pt x="13" y="50"/>
                  <a:pt x="13" y="50"/>
                  <a:pt x="13" y="50"/>
                </a:cubicBezTo>
                <a:cubicBezTo>
                  <a:pt x="12" y="50"/>
                  <a:pt x="12" y="50"/>
                  <a:pt x="12" y="50"/>
                </a:cubicBezTo>
                <a:cubicBezTo>
                  <a:pt x="11" y="50"/>
                  <a:pt x="11" y="50"/>
                  <a:pt x="11" y="50"/>
                </a:cubicBezTo>
                <a:cubicBezTo>
                  <a:pt x="9" y="48"/>
                  <a:pt x="7" y="46"/>
                  <a:pt x="5" y="44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2"/>
                  <a:pt x="5" y="42"/>
                  <a:pt x="5" y="42"/>
                </a:cubicBezTo>
                <a:cubicBezTo>
                  <a:pt x="6" y="40"/>
                  <a:pt x="8" y="39"/>
                  <a:pt x="9" y="37"/>
                </a:cubicBezTo>
                <a:cubicBezTo>
                  <a:pt x="8" y="36"/>
                  <a:pt x="8" y="35"/>
                  <a:pt x="7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2"/>
                  <a:pt x="0" y="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1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8" y="20"/>
                  <a:pt x="8" y="19"/>
                  <a:pt x="9" y="18"/>
                </a:cubicBezTo>
                <a:cubicBezTo>
                  <a:pt x="8" y="16"/>
                  <a:pt x="6" y="14"/>
                  <a:pt x="5" y="13"/>
                </a:cubicBezTo>
                <a:cubicBezTo>
                  <a:pt x="5" y="13"/>
                  <a:pt x="5" y="12"/>
                  <a:pt x="5" y="12"/>
                </a:cubicBezTo>
                <a:cubicBezTo>
                  <a:pt x="5" y="12"/>
                  <a:pt x="5" y="11"/>
                  <a:pt x="5" y="11"/>
                </a:cubicBezTo>
                <a:cubicBezTo>
                  <a:pt x="6" y="10"/>
                  <a:pt x="11" y="5"/>
                  <a:pt x="12" y="5"/>
                </a:cubicBezTo>
                <a:cubicBezTo>
                  <a:pt x="12" y="5"/>
                  <a:pt x="12" y="5"/>
                  <a:pt x="13" y="5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5"/>
                  <a:pt x="21" y="3"/>
                  <a:pt x="22" y="1"/>
                </a:cubicBezTo>
                <a:cubicBezTo>
                  <a:pt x="22" y="0"/>
                  <a:pt x="23" y="0"/>
                  <a:pt x="23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2" y="0"/>
                  <a:pt x="32" y="0"/>
                  <a:pt x="32" y="1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8"/>
                  <a:pt x="36" y="8"/>
                  <a:pt x="37" y="9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5" y="7"/>
                  <a:pt x="48" y="9"/>
                  <a:pt x="49" y="11"/>
                </a:cubicBezTo>
                <a:cubicBezTo>
                  <a:pt x="50" y="11"/>
                  <a:pt x="50" y="12"/>
                  <a:pt x="50" y="12"/>
                </a:cubicBezTo>
                <a:cubicBezTo>
                  <a:pt x="50" y="12"/>
                  <a:pt x="49" y="13"/>
                  <a:pt x="49" y="13"/>
                </a:cubicBezTo>
                <a:cubicBezTo>
                  <a:pt x="48" y="14"/>
                  <a:pt x="47" y="16"/>
                  <a:pt x="46" y="18"/>
                </a:cubicBezTo>
                <a:cubicBezTo>
                  <a:pt x="46" y="19"/>
                  <a:pt x="47" y="20"/>
                  <a:pt x="47" y="21"/>
                </a:cubicBezTo>
                <a:cubicBezTo>
                  <a:pt x="54" y="22"/>
                  <a:pt x="54" y="22"/>
                  <a:pt x="54" y="22"/>
                </a:cubicBezTo>
                <a:cubicBezTo>
                  <a:pt x="54" y="22"/>
                  <a:pt x="55" y="23"/>
                  <a:pt x="55" y="23"/>
                </a:cubicBezTo>
                <a:lnTo>
                  <a:pt x="55" y="31"/>
                </a:lnTo>
                <a:close/>
                <a:moveTo>
                  <a:pt x="27" y="18"/>
                </a:moveTo>
                <a:cubicBezTo>
                  <a:pt x="22" y="18"/>
                  <a:pt x="18" y="22"/>
                  <a:pt x="18" y="27"/>
                </a:cubicBezTo>
                <a:cubicBezTo>
                  <a:pt x="18" y="32"/>
                  <a:pt x="22" y="36"/>
                  <a:pt x="27" y="36"/>
                </a:cubicBezTo>
                <a:cubicBezTo>
                  <a:pt x="32" y="36"/>
                  <a:pt x="36" y="32"/>
                  <a:pt x="36" y="27"/>
                </a:cubicBezTo>
                <a:cubicBezTo>
                  <a:pt x="36" y="22"/>
                  <a:pt x="32" y="18"/>
                  <a:pt x="27" y="18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35" name="文本框 257">
            <a:extLst>
              <a:ext uri="{FF2B5EF4-FFF2-40B4-BE49-F238E27FC236}">
                <a16:creationId xmlns:a16="http://schemas.microsoft.com/office/drawing/2014/main" id="{8AF2651B-E2C7-4771-B818-09E456BBDC06}"/>
              </a:ext>
            </a:extLst>
          </p:cNvPr>
          <p:cNvSpPr txBox="1"/>
          <p:nvPr/>
        </p:nvSpPr>
        <p:spPr>
          <a:xfrm>
            <a:off x="1665168" y="2923177"/>
            <a:ext cx="660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React 18</a:t>
            </a:r>
          </a:p>
        </p:txBody>
      </p:sp>
      <p:sp>
        <p:nvSpPr>
          <p:cNvPr id="436" name="文本框 257">
            <a:extLst>
              <a:ext uri="{FF2B5EF4-FFF2-40B4-BE49-F238E27FC236}">
                <a16:creationId xmlns:a16="http://schemas.microsoft.com/office/drawing/2014/main" id="{66B9BB59-BFFA-4CA2-9ADF-893370BD140A}"/>
              </a:ext>
            </a:extLst>
          </p:cNvPr>
          <p:cNvSpPr txBox="1"/>
          <p:nvPr/>
        </p:nvSpPr>
        <p:spPr>
          <a:xfrm>
            <a:off x="2282561" y="62505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学生端</a:t>
            </a:r>
          </a:p>
        </p:txBody>
      </p:sp>
      <p:sp>
        <p:nvSpPr>
          <p:cNvPr id="437" name="文本框 257">
            <a:extLst>
              <a:ext uri="{FF2B5EF4-FFF2-40B4-BE49-F238E27FC236}">
                <a16:creationId xmlns:a16="http://schemas.microsoft.com/office/drawing/2014/main" id="{662CF313-57F5-47C9-B6AB-69332E64B46A}"/>
              </a:ext>
            </a:extLst>
          </p:cNvPr>
          <p:cNvSpPr txBox="1"/>
          <p:nvPr/>
        </p:nvSpPr>
        <p:spPr>
          <a:xfrm>
            <a:off x="3297482" y="62505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0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管理端</a:t>
            </a:r>
          </a:p>
        </p:txBody>
      </p:sp>
      <p:sp>
        <p:nvSpPr>
          <p:cNvPr id="443" name="Body-1">
            <a:extLst>
              <a:ext uri="{FF2B5EF4-FFF2-40B4-BE49-F238E27FC236}">
                <a16:creationId xmlns:a16="http://schemas.microsoft.com/office/drawing/2014/main" id="{A1E31ABE-2362-4A4C-AE5E-2B68E0512171}"/>
              </a:ext>
            </a:extLst>
          </p:cNvPr>
          <p:cNvSpPr txBox="1"/>
          <p:nvPr/>
        </p:nvSpPr>
        <p:spPr>
          <a:xfrm>
            <a:off x="6269317" y="2113551"/>
            <a:ext cx="5660551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构建可复用的教学组件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（如代码编辑器、可视化图表）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处理与AI服务的通信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（如提交训练任务、获取推理结果）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实现端到端逻辑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（数据处理、状态管理和跨平台部署）</a:t>
            </a:r>
          </a:p>
        </p:txBody>
      </p:sp>
      <p:grpSp>
        <p:nvGrpSpPr>
          <p:cNvPr id="444" name="组合 443">
            <a:extLst>
              <a:ext uri="{FF2B5EF4-FFF2-40B4-BE49-F238E27FC236}">
                <a16:creationId xmlns:a16="http://schemas.microsoft.com/office/drawing/2014/main" id="{D62E7D4B-D61D-4ED1-B85F-20311307DA83}"/>
              </a:ext>
            </a:extLst>
          </p:cNvPr>
          <p:cNvGrpSpPr/>
          <p:nvPr/>
        </p:nvGrpSpPr>
        <p:grpSpPr>
          <a:xfrm>
            <a:off x="6024318" y="1838915"/>
            <a:ext cx="5611224" cy="1718864"/>
            <a:chOff x="9041751" y="3993939"/>
            <a:chExt cx="5339433" cy="1767348"/>
          </a:xfrm>
        </p:grpSpPr>
        <p:grpSp>
          <p:nvGrpSpPr>
            <p:cNvPr id="445" name="组合 444">
              <a:extLst>
                <a:ext uri="{FF2B5EF4-FFF2-40B4-BE49-F238E27FC236}">
                  <a16:creationId xmlns:a16="http://schemas.microsoft.com/office/drawing/2014/main" id="{7E1D8659-FA8F-4807-92DB-D6EB3A548CB6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47" name="矩形 446">
                <a:extLst>
                  <a:ext uri="{FF2B5EF4-FFF2-40B4-BE49-F238E27FC236}">
                    <a16:creationId xmlns:a16="http://schemas.microsoft.com/office/drawing/2014/main" id="{F5DFC7C9-08FA-4ED4-9CBC-DD9118FCA651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48" name="图片 447">
                <a:extLst>
                  <a:ext uri="{FF2B5EF4-FFF2-40B4-BE49-F238E27FC236}">
                    <a16:creationId xmlns:a16="http://schemas.microsoft.com/office/drawing/2014/main" id="{2159D0BF-8A2D-4E50-A7C3-3CE4770865F7}"/>
                  </a:ext>
                </a:extLst>
              </p:cNvPr>
              <p:cNvPicPr/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46" name="图片 445">
              <a:extLst>
                <a:ext uri="{FF2B5EF4-FFF2-40B4-BE49-F238E27FC236}">
                  <a16:creationId xmlns:a16="http://schemas.microsoft.com/office/drawing/2014/main" id="{11A0CAF4-6E53-470A-8FDB-5F37FC368A31}"/>
                </a:ext>
              </a:extLst>
            </p:cNvPr>
            <p:cNvPicPr/>
            <p:nvPr/>
          </p:nvPicPr>
          <p:blipFill>
            <a:blip r:embed="rId7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475" name="组合 474">
            <a:extLst>
              <a:ext uri="{FF2B5EF4-FFF2-40B4-BE49-F238E27FC236}">
                <a16:creationId xmlns:a16="http://schemas.microsoft.com/office/drawing/2014/main" id="{1EFD0E7E-C5FD-47AF-A036-C69781F53980}"/>
              </a:ext>
            </a:extLst>
          </p:cNvPr>
          <p:cNvGrpSpPr/>
          <p:nvPr/>
        </p:nvGrpSpPr>
        <p:grpSpPr>
          <a:xfrm>
            <a:off x="5534768" y="5202418"/>
            <a:ext cx="5339433" cy="1566027"/>
            <a:chOff x="9041751" y="3993939"/>
            <a:chExt cx="5339433" cy="1767348"/>
          </a:xfrm>
        </p:grpSpPr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6D329340-A723-48A1-8E41-93BD0950E653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78" name="矩形 477">
                <a:extLst>
                  <a:ext uri="{FF2B5EF4-FFF2-40B4-BE49-F238E27FC236}">
                    <a16:creationId xmlns:a16="http://schemas.microsoft.com/office/drawing/2014/main" id="{10997C89-80E2-4753-9F62-17020A81428B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79" name="图片 478">
                <a:extLst>
                  <a:ext uri="{FF2B5EF4-FFF2-40B4-BE49-F238E27FC236}">
                    <a16:creationId xmlns:a16="http://schemas.microsoft.com/office/drawing/2014/main" id="{B03DCB27-8D8F-4C21-BBCB-8E99614AA2F6}"/>
                  </a:ext>
                </a:extLst>
              </p:cNvPr>
              <p:cNvPicPr/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77" name="图片 476">
              <a:extLst>
                <a:ext uri="{FF2B5EF4-FFF2-40B4-BE49-F238E27FC236}">
                  <a16:creationId xmlns:a16="http://schemas.microsoft.com/office/drawing/2014/main" id="{709D8C1E-F495-4DCB-A563-4F7C16A6D7F4}"/>
                </a:ext>
              </a:extLst>
            </p:cNvPr>
            <p:cNvPicPr/>
            <p:nvPr/>
          </p:nvPicPr>
          <p:blipFill>
            <a:blip r:embed="rId7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FF95E9CD-BB9E-49AD-A167-6C8F311DB2AD}"/>
              </a:ext>
            </a:extLst>
          </p:cNvPr>
          <p:cNvGrpSpPr/>
          <p:nvPr/>
        </p:nvGrpSpPr>
        <p:grpSpPr>
          <a:xfrm>
            <a:off x="6580507" y="3529636"/>
            <a:ext cx="5507817" cy="1671626"/>
            <a:chOff x="9041751" y="3993939"/>
            <a:chExt cx="5339433" cy="1767348"/>
          </a:xfrm>
        </p:grpSpPr>
        <p:grpSp>
          <p:nvGrpSpPr>
            <p:cNvPr id="482" name="组合 481">
              <a:extLst>
                <a:ext uri="{FF2B5EF4-FFF2-40B4-BE49-F238E27FC236}">
                  <a16:creationId xmlns:a16="http://schemas.microsoft.com/office/drawing/2014/main" id="{8BDA4497-B7D5-40BE-AD5F-BB6A370DD405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84" name="矩形 483">
                <a:extLst>
                  <a:ext uri="{FF2B5EF4-FFF2-40B4-BE49-F238E27FC236}">
                    <a16:creationId xmlns:a16="http://schemas.microsoft.com/office/drawing/2014/main" id="{2817B615-5FB6-491D-9073-3D6B1261E3BC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85" name="图片 484">
                <a:extLst>
                  <a:ext uri="{FF2B5EF4-FFF2-40B4-BE49-F238E27FC236}">
                    <a16:creationId xmlns:a16="http://schemas.microsoft.com/office/drawing/2014/main" id="{6E6D5DF8-D111-40E8-9DB9-FB0FA44199B6}"/>
                  </a:ext>
                </a:extLst>
              </p:cNvPr>
              <p:cNvPicPr/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83" name="图片 482">
              <a:extLst>
                <a:ext uri="{FF2B5EF4-FFF2-40B4-BE49-F238E27FC236}">
                  <a16:creationId xmlns:a16="http://schemas.microsoft.com/office/drawing/2014/main" id="{2F7AD601-53D9-43C9-9603-46C043E19EE8}"/>
                </a:ext>
              </a:extLst>
            </p:cNvPr>
            <p:cNvPicPr/>
            <p:nvPr/>
          </p:nvPicPr>
          <p:blipFill>
            <a:blip r:embed="rId7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7" name="Body-1">
            <a:extLst>
              <a:ext uri="{FF2B5EF4-FFF2-40B4-BE49-F238E27FC236}">
                <a16:creationId xmlns:a16="http://schemas.microsoft.com/office/drawing/2014/main" id="{18C199BB-118D-D818-9E55-ECE89030F1B2}"/>
              </a:ext>
            </a:extLst>
          </p:cNvPr>
          <p:cNvSpPr txBox="1"/>
          <p:nvPr/>
        </p:nvSpPr>
        <p:spPr>
          <a:xfrm>
            <a:off x="6759310" y="3766394"/>
            <a:ext cx="5739030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提供高效的前端构建与交互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</a:t>
            </a:r>
            <a:r>
              <a:rPr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Vite、Chakra UI 框架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）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支持多样化的可视化与渲染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（Markdown、流程图等）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 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实现灵活的页面组件组合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（满足不同用户交互需求）</a:t>
            </a:r>
          </a:p>
        </p:txBody>
      </p:sp>
      <p:sp>
        <p:nvSpPr>
          <p:cNvPr id="8" name="Body-1">
            <a:extLst>
              <a:ext uri="{FF2B5EF4-FFF2-40B4-BE49-F238E27FC236}">
                <a16:creationId xmlns:a16="http://schemas.microsoft.com/office/drawing/2014/main" id="{F8921552-BBD9-0CB9-3C25-88253727C7B6}"/>
              </a:ext>
            </a:extLst>
          </p:cNvPr>
          <p:cNvSpPr txBox="1"/>
          <p:nvPr/>
        </p:nvSpPr>
        <p:spPr>
          <a:xfrm>
            <a:off x="5715210" y="5389207"/>
            <a:ext cx="5660551" cy="11535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面向教师端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</a:t>
            </a:r>
            <a:r>
              <a:rPr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智能备课、作业布置与学情分析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）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面向学生端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</a:t>
            </a:r>
            <a:r>
              <a:rPr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在线学习、作业提交与个性化反馈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面向管理端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（</a:t>
            </a:r>
            <a:r>
              <a:rPr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系统监控、权限管理与数据统计</a:t>
            </a: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6463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12" name="文本框 11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方案设计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Scheme Design</a:t>
                </a:r>
              </a:p>
            </p:txBody>
          </p:sp>
        </p:grpSp>
      </p:grpSp>
      <p:sp>
        <p:nvSpPr>
          <p:cNvPr id="168" name="矩形 167">
            <a:extLst>
              <a:ext uri="{FF2B5EF4-FFF2-40B4-BE49-F238E27FC236}">
                <a16:creationId xmlns:a16="http://schemas.microsoft.com/office/drawing/2014/main" id="{81268023-8A67-4715-A44A-397350B008CA}"/>
              </a:ext>
            </a:extLst>
          </p:cNvPr>
          <p:cNvSpPr/>
          <p:nvPr/>
        </p:nvSpPr>
        <p:spPr>
          <a:xfrm>
            <a:off x="293228" y="1181437"/>
            <a:ext cx="981597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24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技术支撑层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26AA856-2727-275F-C1D1-B40EBF0EFF5A}"/>
              </a:ext>
            </a:extLst>
          </p:cNvPr>
          <p:cNvGrpSpPr/>
          <p:nvPr/>
        </p:nvGrpSpPr>
        <p:grpSpPr>
          <a:xfrm>
            <a:off x="6379633" y="5064167"/>
            <a:ext cx="4587318" cy="1620898"/>
            <a:chOff x="9041751" y="3993939"/>
            <a:chExt cx="5339433" cy="176734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B47B16E-C4D6-F092-F695-EB1803F80C52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95A1DB-ABCB-49C8-7B72-570A7391736F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62C8A44A-F24F-4648-AEBF-E76AAA9F3E6D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1E802932-2FE6-2DD3-B540-51C8F220B4F1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130" name="Body-1">
            <a:extLst>
              <a:ext uri="{FF2B5EF4-FFF2-40B4-BE49-F238E27FC236}">
                <a16:creationId xmlns:a16="http://schemas.microsoft.com/office/drawing/2014/main" id="{F437AB77-A499-AA78-5994-F1689878D7EE}"/>
              </a:ext>
            </a:extLst>
          </p:cNvPr>
          <p:cNvSpPr txBox="1"/>
          <p:nvPr/>
        </p:nvSpPr>
        <p:spPr>
          <a:xfrm>
            <a:off x="6897273" y="1489163"/>
            <a:ext cx="4290044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提供文档处理能力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支持多样化的请求与数据交互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实现辅助处理与外部接口调用</a:t>
            </a:r>
            <a:endParaRPr kumimoji="1" lang="zh-CN" sz="16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31" name="Body-1">
            <a:extLst>
              <a:ext uri="{FF2B5EF4-FFF2-40B4-BE49-F238E27FC236}">
                <a16:creationId xmlns:a16="http://schemas.microsoft.com/office/drawing/2014/main" id="{CC7E4477-40B0-2560-8AB4-6DFC088979C4}"/>
              </a:ext>
            </a:extLst>
          </p:cNvPr>
          <p:cNvSpPr txBox="1"/>
          <p:nvPr/>
        </p:nvSpPr>
        <p:spPr>
          <a:xfrm>
            <a:off x="6764369" y="3421544"/>
            <a:ext cx="4290044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FastAPI 构建高性能后端接口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集成数据库与缓存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对接 AI 服务</a:t>
            </a:r>
            <a:endParaRPr kumimoji="1" lang="zh-CN" sz="1600" b="1" noProof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32" name="Body-1">
            <a:extLst>
              <a:ext uri="{FF2B5EF4-FFF2-40B4-BE49-F238E27FC236}">
                <a16:creationId xmlns:a16="http://schemas.microsoft.com/office/drawing/2014/main" id="{203CEBF7-2EBF-CE03-2BA4-5D6484DD9B78}"/>
              </a:ext>
            </a:extLst>
          </p:cNvPr>
          <p:cNvSpPr txBox="1"/>
          <p:nvPr/>
        </p:nvSpPr>
        <p:spPr>
          <a:xfrm>
            <a:off x="6534278" y="5277100"/>
            <a:ext cx="4290044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文本分块与嵌入生成</a:t>
            </a:r>
            <a:b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支持语义检索与匹配</a:t>
            </a: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提供高效知识检索与上下文支持</a:t>
            </a:r>
            <a:endParaRPr kumimoji="1" lang="zh-CN" sz="1600" b="1" noProof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grpSp>
        <p:nvGrpSpPr>
          <p:cNvPr id="439" name="组合 438">
            <a:extLst>
              <a:ext uri="{FF2B5EF4-FFF2-40B4-BE49-F238E27FC236}">
                <a16:creationId xmlns:a16="http://schemas.microsoft.com/office/drawing/2014/main" id="{606EDFD7-AC87-D3EE-D51F-20488DCE3D00}"/>
              </a:ext>
            </a:extLst>
          </p:cNvPr>
          <p:cNvGrpSpPr/>
          <p:nvPr/>
        </p:nvGrpSpPr>
        <p:grpSpPr>
          <a:xfrm>
            <a:off x="483216" y="1529792"/>
            <a:ext cx="5626412" cy="5218317"/>
            <a:chOff x="284928" y="1605434"/>
            <a:chExt cx="5626412" cy="5218317"/>
          </a:xfrm>
        </p:grpSpPr>
        <p:grpSp>
          <p:nvGrpSpPr>
            <p:cNvPr id="440" name="组合 439">
              <a:extLst>
                <a:ext uri="{FF2B5EF4-FFF2-40B4-BE49-F238E27FC236}">
                  <a16:creationId xmlns:a16="http://schemas.microsoft.com/office/drawing/2014/main" id="{C6B720D4-17F0-A338-F212-82CDE2E8AE1E}"/>
                </a:ext>
              </a:extLst>
            </p:cNvPr>
            <p:cNvGrpSpPr/>
            <p:nvPr/>
          </p:nvGrpSpPr>
          <p:grpSpPr>
            <a:xfrm rot="19778764">
              <a:off x="1824948" y="1605434"/>
              <a:ext cx="3942427" cy="2339776"/>
              <a:chOff x="-326029" y="4711775"/>
              <a:chExt cx="4315265" cy="2561050"/>
            </a:xfrm>
          </p:grpSpPr>
          <p:sp>
            <p:nvSpPr>
              <p:cNvPr id="612" name="Freeform 9">
                <a:extLst>
                  <a:ext uri="{FF2B5EF4-FFF2-40B4-BE49-F238E27FC236}">
                    <a16:creationId xmlns:a16="http://schemas.microsoft.com/office/drawing/2014/main" id="{1E1DE4AC-04B9-29B1-6100-1CE95BDB5669}"/>
                  </a:ext>
                </a:extLst>
              </p:cNvPr>
              <p:cNvSpPr/>
              <p:nvPr/>
            </p:nvSpPr>
            <p:spPr bwMode="auto">
              <a:xfrm>
                <a:off x="-326029" y="5237347"/>
                <a:ext cx="4296967" cy="2035478"/>
              </a:xfrm>
              <a:custGeom>
                <a:avLst/>
                <a:gdLst>
                  <a:gd name="T0" fmla="*/ 2214 w 2228"/>
                  <a:gd name="T1" fmla="*/ 760 h 1055"/>
                  <a:gd name="T2" fmla="*/ 1791 w 2228"/>
                  <a:gd name="T3" fmla="*/ 1005 h 1055"/>
                  <a:gd name="T4" fmla="*/ 1721 w 2228"/>
                  <a:gd name="T5" fmla="*/ 1005 h 1055"/>
                  <a:gd name="T6" fmla="*/ 15 w 2228"/>
                  <a:gd name="T7" fmla="*/ 21 h 1055"/>
                  <a:gd name="T8" fmla="*/ 1 w 2228"/>
                  <a:gd name="T9" fmla="*/ 0 h 1055"/>
                  <a:gd name="T10" fmla="*/ 1 w 2228"/>
                  <a:gd name="T11" fmla="*/ 39 h 1055"/>
                  <a:gd name="T12" fmla="*/ 15 w 2228"/>
                  <a:gd name="T13" fmla="*/ 59 h 1055"/>
                  <a:gd name="T14" fmla="*/ 1721 w 2228"/>
                  <a:gd name="T15" fmla="*/ 1044 h 1055"/>
                  <a:gd name="T16" fmla="*/ 1791 w 2228"/>
                  <a:gd name="T17" fmla="*/ 1044 h 1055"/>
                  <a:gd name="T18" fmla="*/ 2214 w 2228"/>
                  <a:gd name="T19" fmla="*/ 799 h 1055"/>
                  <a:gd name="T20" fmla="*/ 2228 w 2228"/>
                  <a:gd name="T21" fmla="*/ 778 h 1055"/>
                  <a:gd name="T22" fmla="*/ 2228 w 2228"/>
                  <a:gd name="T23" fmla="*/ 740 h 1055"/>
                  <a:gd name="T24" fmla="*/ 2214 w 2228"/>
                  <a:gd name="T25" fmla="*/ 760 h 10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28" h="1055">
                    <a:moveTo>
                      <a:pt x="2214" y="760"/>
                    </a:moveTo>
                    <a:cubicBezTo>
                      <a:pt x="1791" y="1005"/>
                      <a:pt x="1791" y="1005"/>
                      <a:pt x="1791" y="1005"/>
                    </a:cubicBezTo>
                    <a:cubicBezTo>
                      <a:pt x="1772" y="1017"/>
                      <a:pt x="1741" y="1017"/>
                      <a:pt x="1721" y="1005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5" y="15"/>
                      <a:pt x="1" y="7"/>
                      <a:pt x="1" y="0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46"/>
                      <a:pt x="5" y="54"/>
                      <a:pt x="15" y="59"/>
                    </a:cubicBezTo>
                    <a:cubicBezTo>
                      <a:pt x="1721" y="1044"/>
                      <a:pt x="1721" y="1044"/>
                      <a:pt x="1721" y="1044"/>
                    </a:cubicBezTo>
                    <a:cubicBezTo>
                      <a:pt x="1740" y="1055"/>
                      <a:pt x="1772" y="1055"/>
                      <a:pt x="1791" y="1044"/>
                    </a:cubicBezTo>
                    <a:cubicBezTo>
                      <a:pt x="2214" y="799"/>
                      <a:pt x="2214" y="799"/>
                      <a:pt x="2214" y="799"/>
                    </a:cubicBezTo>
                    <a:cubicBezTo>
                      <a:pt x="2223" y="793"/>
                      <a:pt x="2228" y="786"/>
                      <a:pt x="2228" y="778"/>
                    </a:cubicBezTo>
                    <a:cubicBezTo>
                      <a:pt x="2228" y="740"/>
                      <a:pt x="2228" y="740"/>
                      <a:pt x="2228" y="740"/>
                    </a:cubicBezTo>
                    <a:cubicBezTo>
                      <a:pt x="2228" y="747"/>
                      <a:pt x="2223" y="754"/>
                      <a:pt x="2214" y="760"/>
                    </a:cubicBezTo>
                    <a:close/>
                  </a:path>
                </a:pathLst>
              </a:custGeom>
              <a:solidFill>
                <a:srgbClr val="D4D9F7"/>
              </a:solidFill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13" name="Freeform 10">
                <a:extLst>
                  <a:ext uri="{FF2B5EF4-FFF2-40B4-BE49-F238E27FC236}">
                    <a16:creationId xmlns:a16="http://schemas.microsoft.com/office/drawing/2014/main" id="{C592D3C4-B09C-28A6-D24C-4BBB51127498}"/>
                  </a:ext>
                </a:extLst>
              </p:cNvPr>
              <p:cNvSpPr/>
              <p:nvPr/>
            </p:nvSpPr>
            <p:spPr bwMode="auto">
              <a:xfrm>
                <a:off x="-325647" y="4711775"/>
                <a:ext cx="4314883" cy="2497147"/>
              </a:xfrm>
              <a:custGeom>
                <a:avLst/>
                <a:gdLst>
                  <a:gd name="T0" fmla="*/ 2218 w 2237"/>
                  <a:gd name="T1" fmla="*/ 996 h 1294"/>
                  <a:gd name="T2" fmla="*/ 2218 w 2237"/>
                  <a:gd name="T3" fmla="*/ 1037 h 1294"/>
                  <a:gd name="T4" fmla="*/ 1795 w 2237"/>
                  <a:gd name="T5" fmla="*/ 1282 h 1294"/>
                  <a:gd name="T6" fmla="*/ 1725 w 2237"/>
                  <a:gd name="T7" fmla="*/ 1282 h 1294"/>
                  <a:gd name="T8" fmla="*/ 19 w 2237"/>
                  <a:gd name="T9" fmla="*/ 298 h 1294"/>
                  <a:gd name="T10" fmla="*/ 19 w 2237"/>
                  <a:gd name="T11" fmla="*/ 257 h 1294"/>
                  <a:gd name="T12" fmla="*/ 442 w 2237"/>
                  <a:gd name="T13" fmla="*/ 11 h 1294"/>
                  <a:gd name="T14" fmla="*/ 512 w 2237"/>
                  <a:gd name="T15" fmla="*/ 11 h 1294"/>
                  <a:gd name="T16" fmla="*/ 2218 w 2237"/>
                  <a:gd name="T17" fmla="*/ 996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37" h="1294">
                    <a:moveTo>
                      <a:pt x="2218" y="996"/>
                    </a:moveTo>
                    <a:cubicBezTo>
                      <a:pt x="2237" y="1007"/>
                      <a:pt x="2237" y="1026"/>
                      <a:pt x="2218" y="1037"/>
                    </a:cubicBezTo>
                    <a:cubicBezTo>
                      <a:pt x="1795" y="1282"/>
                      <a:pt x="1795" y="1282"/>
                      <a:pt x="1795" y="1282"/>
                    </a:cubicBezTo>
                    <a:cubicBezTo>
                      <a:pt x="1776" y="1294"/>
                      <a:pt x="1745" y="1294"/>
                      <a:pt x="1725" y="1282"/>
                    </a:cubicBezTo>
                    <a:cubicBezTo>
                      <a:pt x="19" y="298"/>
                      <a:pt x="19" y="298"/>
                      <a:pt x="19" y="298"/>
                    </a:cubicBezTo>
                    <a:cubicBezTo>
                      <a:pt x="0" y="286"/>
                      <a:pt x="0" y="268"/>
                      <a:pt x="19" y="257"/>
                    </a:cubicBezTo>
                    <a:cubicBezTo>
                      <a:pt x="442" y="11"/>
                      <a:pt x="442" y="11"/>
                      <a:pt x="442" y="11"/>
                    </a:cubicBezTo>
                    <a:cubicBezTo>
                      <a:pt x="461" y="0"/>
                      <a:pt x="492" y="0"/>
                      <a:pt x="512" y="11"/>
                    </a:cubicBezTo>
                    <a:lnTo>
                      <a:pt x="2218" y="996"/>
                    </a:lnTo>
                    <a:close/>
                  </a:path>
                </a:pathLst>
              </a:custGeom>
              <a:solidFill>
                <a:srgbClr val="FAFB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41" name="组合 440">
              <a:extLst>
                <a:ext uri="{FF2B5EF4-FFF2-40B4-BE49-F238E27FC236}">
                  <a16:creationId xmlns:a16="http://schemas.microsoft.com/office/drawing/2014/main" id="{F63A14EF-820C-0F9C-0D96-6FB3F906CDE8}"/>
                </a:ext>
              </a:extLst>
            </p:cNvPr>
            <p:cNvGrpSpPr/>
            <p:nvPr/>
          </p:nvGrpSpPr>
          <p:grpSpPr>
            <a:xfrm>
              <a:off x="284928" y="1901447"/>
              <a:ext cx="5626412" cy="4922304"/>
              <a:chOff x="284928" y="1901447"/>
              <a:chExt cx="5626412" cy="4922304"/>
            </a:xfrm>
          </p:grpSpPr>
          <p:cxnSp>
            <p:nvCxnSpPr>
              <p:cNvPr id="442" name="直接连接符 441">
                <a:extLst>
                  <a:ext uri="{FF2B5EF4-FFF2-40B4-BE49-F238E27FC236}">
                    <a16:creationId xmlns:a16="http://schemas.microsoft.com/office/drawing/2014/main" id="{53CB0AA0-D8DA-2ADD-5CDD-FE230594B7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76652" y="5700937"/>
                <a:ext cx="416157" cy="533903"/>
              </a:xfrm>
              <a:prstGeom prst="line">
                <a:avLst/>
              </a:prstGeom>
              <a:ln w="15875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7DCC20C0-34A9-5AC2-6868-49B6E8F498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2117" y="5700937"/>
                <a:ext cx="416157" cy="533903"/>
              </a:xfrm>
              <a:prstGeom prst="line">
                <a:avLst/>
              </a:prstGeom>
              <a:ln w="15875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连接符 443">
                <a:extLst>
                  <a:ext uri="{FF2B5EF4-FFF2-40B4-BE49-F238E27FC236}">
                    <a16:creationId xmlns:a16="http://schemas.microsoft.com/office/drawing/2014/main" id="{534EA7C8-BF1D-B704-C671-61DC0ED938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7277" y="6523008"/>
                <a:ext cx="662335" cy="931"/>
              </a:xfrm>
              <a:prstGeom prst="line">
                <a:avLst/>
              </a:prstGeom>
              <a:ln w="15875">
                <a:solidFill>
                  <a:srgbClr val="0FF98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5" name="组合 444">
                <a:extLst>
                  <a:ext uri="{FF2B5EF4-FFF2-40B4-BE49-F238E27FC236}">
                    <a16:creationId xmlns:a16="http://schemas.microsoft.com/office/drawing/2014/main" id="{09396B30-307A-D306-FFC1-0560B01D1832}"/>
                  </a:ext>
                </a:extLst>
              </p:cNvPr>
              <p:cNvGrpSpPr/>
              <p:nvPr/>
            </p:nvGrpSpPr>
            <p:grpSpPr>
              <a:xfrm>
                <a:off x="4577360" y="1911207"/>
                <a:ext cx="746630" cy="1154783"/>
                <a:chOff x="5149781" y="-116377"/>
                <a:chExt cx="682690" cy="1055889"/>
              </a:xfrm>
            </p:grpSpPr>
            <p:sp>
              <p:nvSpPr>
                <p:cNvPr id="605" name="Freeform 42">
                  <a:extLst>
                    <a:ext uri="{FF2B5EF4-FFF2-40B4-BE49-F238E27FC236}">
                      <a16:creationId xmlns:a16="http://schemas.microsoft.com/office/drawing/2014/main" id="{F5D6A699-08CD-9BB9-DB00-306D813CEF9A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606" name="组合 605">
                  <a:extLst>
                    <a:ext uri="{FF2B5EF4-FFF2-40B4-BE49-F238E27FC236}">
                      <a16:creationId xmlns:a16="http://schemas.microsoft.com/office/drawing/2014/main" id="{BC4CCF8F-3A14-7E6F-558C-0082C464ACE3}"/>
                    </a:ext>
                  </a:extLst>
                </p:cNvPr>
                <p:cNvGrpSpPr/>
                <p:nvPr/>
              </p:nvGrpSpPr>
              <p:grpSpPr>
                <a:xfrm>
                  <a:off x="5149781" y="143429"/>
                  <a:ext cx="682690" cy="722725"/>
                  <a:chOff x="6701892" y="-827529"/>
                  <a:chExt cx="2057401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609" name="Freeform 40">
                    <a:extLst>
                      <a:ext uri="{FF2B5EF4-FFF2-40B4-BE49-F238E27FC236}">
                        <a16:creationId xmlns:a16="http://schemas.microsoft.com/office/drawing/2014/main" id="{1F4787BC-C99B-C794-4112-6AB01728F8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10" name="Freeform 41">
                    <a:extLst>
                      <a:ext uri="{FF2B5EF4-FFF2-40B4-BE49-F238E27FC236}">
                        <a16:creationId xmlns:a16="http://schemas.microsoft.com/office/drawing/2014/main" id="{3906E4C7-44F3-5BC3-C1AF-338B82E284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1892" y="-230629"/>
                    <a:ext cx="1031875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11" name="Freeform 42">
                    <a:extLst>
                      <a:ext uri="{FF2B5EF4-FFF2-40B4-BE49-F238E27FC236}">
                        <a16:creationId xmlns:a16="http://schemas.microsoft.com/office/drawing/2014/main" id="{410B9580-A1E0-E4EE-E8E6-DA70972630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607" name="梯形 606">
                  <a:extLst>
                    <a:ext uri="{FF2B5EF4-FFF2-40B4-BE49-F238E27FC236}">
                      <a16:creationId xmlns:a16="http://schemas.microsoft.com/office/drawing/2014/main" id="{655A0C2F-C0EE-B9A6-63E7-E6A324FE2FAD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8" name="Freeform 33">
                  <a:extLst>
                    <a:ext uri="{FF2B5EF4-FFF2-40B4-BE49-F238E27FC236}">
                      <a16:creationId xmlns:a16="http://schemas.microsoft.com/office/drawing/2014/main" id="{9328C013-6C64-2EC3-6C63-65FDDB280F58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446" name="组合 445">
                <a:extLst>
                  <a:ext uri="{FF2B5EF4-FFF2-40B4-BE49-F238E27FC236}">
                    <a16:creationId xmlns:a16="http://schemas.microsoft.com/office/drawing/2014/main" id="{42728854-BD5F-12FA-5B44-CA9A41EA7334}"/>
                  </a:ext>
                </a:extLst>
              </p:cNvPr>
              <p:cNvGrpSpPr/>
              <p:nvPr/>
            </p:nvGrpSpPr>
            <p:grpSpPr>
              <a:xfrm>
                <a:off x="2294026" y="1901447"/>
                <a:ext cx="752791" cy="1164312"/>
                <a:chOff x="5149781" y="-116377"/>
                <a:chExt cx="682690" cy="1055889"/>
              </a:xfrm>
            </p:grpSpPr>
            <p:sp>
              <p:nvSpPr>
                <p:cNvPr id="598" name="Freeform 42">
                  <a:extLst>
                    <a:ext uri="{FF2B5EF4-FFF2-40B4-BE49-F238E27FC236}">
                      <a16:creationId xmlns:a16="http://schemas.microsoft.com/office/drawing/2014/main" id="{2AE17BB1-BBE7-4FF6-1CFF-4DB57C43893C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99" name="组合 598">
                  <a:extLst>
                    <a:ext uri="{FF2B5EF4-FFF2-40B4-BE49-F238E27FC236}">
                      <a16:creationId xmlns:a16="http://schemas.microsoft.com/office/drawing/2014/main" id="{B119CBF0-CC58-2835-981B-EC71B97EB932}"/>
                    </a:ext>
                  </a:extLst>
                </p:cNvPr>
                <p:cNvGrpSpPr/>
                <p:nvPr/>
              </p:nvGrpSpPr>
              <p:grpSpPr>
                <a:xfrm>
                  <a:off x="5149781" y="143429"/>
                  <a:ext cx="682690" cy="722725"/>
                  <a:chOff x="6701892" y="-827529"/>
                  <a:chExt cx="2057401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602" name="Freeform 40">
                    <a:extLst>
                      <a:ext uri="{FF2B5EF4-FFF2-40B4-BE49-F238E27FC236}">
                        <a16:creationId xmlns:a16="http://schemas.microsoft.com/office/drawing/2014/main" id="{2CA6F064-DAE6-417B-44E1-FBBF178819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03" name="Freeform 41">
                    <a:extLst>
                      <a:ext uri="{FF2B5EF4-FFF2-40B4-BE49-F238E27FC236}">
                        <a16:creationId xmlns:a16="http://schemas.microsoft.com/office/drawing/2014/main" id="{FD95B569-4941-A950-F283-24E944F6EB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1892" y="-230629"/>
                    <a:ext cx="1031875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604" name="Freeform 42">
                    <a:extLst>
                      <a:ext uri="{FF2B5EF4-FFF2-40B4-BE49-F238E27FC236}">
                        <a16:creationId xmlns:a16="http://schemas.microsoft.com/office/drawing/2014/main" id="{34AED5CD-D133-74F6-2448-D322CD9FFB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600" name="梯形 599">
                  <a:extLst>
                    <a:ext uri="{FF2B5EF4-FFF2-40B4-BE49-F238E27FC236}">
                      <a16:creationId xmlns:a16="http://schemas.microsoft.com/office/drawing/2014/main" id="{B1360679-F0B7-9987-E0E5-1301BE16007C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1" name="Freeform 33">
                  <a:extLst>
                    <a:ext uri="{FF2B5EF4-FFF2-40B4-BE49-F238E27FC236}">
                      <a16:creationId xmlns:a16="http://schemas.microsoft.com/office/drawing/2014/main" id="{A7417318-EE82-D236-5A8C-55036F2BE5E7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447" name="组合 446">
                <a:extLst>
                  <a:ext uri="{FF2B5EF4-FFF2-40B4-BE49-F238E27FC236}">
                    <a16:creationId xmlns:a16="http://schemas.microsoft.com/office/drawing/2014/main" id="{DA551E0B-6686-6F88-562C-13AF28679A96}"/>
                  </a:ext>
                </a:extLst>
              </p:cNvPr>
              <p:cNvGrpSpPr/>
              <p:nvPr/>
            </p:nvGrpSpPr>
            <p:grpSpPr>
              <a:xfrm>
                <a:off x="3417426" y="1946338"/>
                <a:ext cx="736411" cy="1138978"/>
                <a:chOff x="5149781" y="-116377"/>
                <a:chExt cx="682690" cy="1055889"/>
              </a:xfrm>
            </p:grpSpPr>
            <p:sp>
              <p:nvSpPr>
                <p:cNvPr id="591" name="Freeform 42">
                  <a:extLst>
                    <a:ext uri="{FF2B5EF4-FFF2-40B4-BE49-F238E27FC236}">
                      <a16:creationId xmlns:a16="http://schemas.microsoft.com/office/drawing/2014/main" id="{F5CB177C-DE26-54A1-8811-664599CFAC08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92" name="组合 591">
                  <a:extLst>
                    <a:ext uri="{FF2B5EF4-FFF2-40B4-BE49-F238E27FC236}">
                      <a16:creationId xmlns:a16="http://schemas.microsoft.com/office/drawing/2014/main" id="{0C5793B3-4383-BC8D-BB96-AE69809AF3B2}"/>
                    </a:ext>
                  </a:extLst>
                </p:cNvPr>
                <p:cNvGrpSpPr/>
                <p:nvPr/>
              </p:nvGrpSpPr>
              <p:grpSpPr>
                <a:xfrm>
                  <a:off x="5149781" y="143429"/>
                  <a:ext cx="682690" cy="722725"/>
                  <a:chOff x="6701892" y="-827529"/>
                  <a:chExt cx="2057401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595" name="Freeform 40">
                    <a:extLst>
                      <a:ext uri="{FF2B5EF4-FFF2-40B4-BE49-F238E27FC236}">
                        <a16:creationId xmlns:a16="http://schemas.microsoft.com/office/drawing/2014/main" id="{6B73C2A2-98A8-E5EE-8773-184E739162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96" name="Freeform 41">
                    <a:extLst>
                      <a:ext uri="{FF2B5EF4-FFF2-40B4-BE49-F238E27FC236}">
                        <a16:creationId xmlns:a16="http://schemas.microsoft.com/office/drawing/2014/main" id="{3096D541-C72C-699D-6448-993E61D7448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1892" y="-230629"/>
                    <a:ext cx="1031875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97" name="Freeform 42">
                    <a:extLst>
                      <a:ext uri="{FF2B5EF4-FFF2-40B4-BE49-F238E27FC236}">
                        <a16:creationId xmlns:a16="http://schemas.microsoft.com/office/drawing/2014/main" id="{C5216D2E-5F37-9C1F-4BA9-6ABDF9BB38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593" name="梯形 592">
                  <a:extLst>
                    <a:ext uri="{FF2B5EF4-FFF2-40B4-BE49-F238E27FC236}">
                      <a16:creationId xmlns:a16="http://schemas.microsoft.com/office/drawing/2014/main" id="{69C0DBDC-54AC-4827-3716-20BB5E755197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94" name="Freeform 33">
                  <a:extLst>
                    <a:ext uri="{FF2B5EF4-FFF2-40B4-BE49-F238E27FC236}">
                      <a16:creationId xmlns:a16="http://schemas.microsoft.com/office/drawing/2014/main" id="{71128748-2B7C-2C0D-DE77-03ABA9943885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48" name="文本框 306">
                <a:extLst>
                  <a:ext uri="{FF2B5EF4-FFF2-40B4-BE49-F238E27FC236}">
                    <a16:creationId xmlns:a16="http://schemas.microsoft.com/office/drawing/2014/main" id="{A34979C0-0DD5-DCDD-7D7D-CACE9B531A80}"/>
                  </a:ext>
                </a:extLst>
              </p:cNvPr>
              <p:cNvSpPr txBox="1"/>
              <p:nvPr/>
            </p:nvSpPr>
            <p:spPr>
              <a:xfrm rot="18058310">
                <a:off x="5067853" y="2615287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200" b="1" noProof="1">
                    <a:solidFill>
                      <a:srgbClr val="3749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工具模块</a:t>
                </a:r>
                <a:endParaRPr lang="zh-CN" sz="1200" b="1" noProof="1">
                  <a:solidFill>
                    <a:srgbClr val="3749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9" name="文本框 308">
                <a:extLst>
                  <a:ext uri="{FF2B5EF4-FFF2-40B4-BE49-F238E27FC236}">
                    <a16:creationId xmlns:a16="http://schemas.microsoft.com/office/drawing/2014/main" id="{BD40195E-B25B-CBE2-76AF-F56314E61F87}"/>
                  </a:ext>
                </a:extLst>
              </p:cNvPr>
              <p:cNvSpPr txBox="1"/>
              <p:nvPr/>
            </p:nvSpPr>
            <p:spPr>
              <a:xfrm>
                <a:off x="2265187" y="6264927"/>
                <a:ext cx="121058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1000" b="1" noProof="1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文档分块、向量化</a:t>
                </a:r>
              </a:p>
            </p:txBody>
          </p:sp>
          <p:pic>
            <p:nvPicPr>
              <p:cNvPr id="450" name="图片 449">
                <a:extLst>
                  <a:ext uri="{FF2B5EF4-FFF2-40B4-BE49-F238E27FC236}">
                    <a16:creationId xmlns:a16="http://schemas.microsoft.com/office/drawing/2014/main" id="{4D958C66-5989-D53F-DCAA-5652F78DF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50579" y="1921482"/>
                <a:ext cx="333986" cy="333986"/>
              </a:xfrm>
              <a:prstGeom prst="rect">
                <a:avLst/>
              </a:prstGeom>
            </p:spPr>
          </p:pic>
          <p:pic>
            <p:nvPicPr>
              <p:cNvPr id="451" name="图片 450">
                <a:extLst>
                  <a:ext uri="{FF2B5EF4-FFF2-40B4-BE49-F238E27FC236}">
                    <a16:creationId xmlns:a16="http://schemas.microsoft.com/office/drawing/2014/main" id="{DC8F695C-914A-0F44-CAD2-DF401DB20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4918" y="1919132"/>
                <a:ext cx="318117" cy="318117"/>
              </a:xfrm>
              <a:prstGeom prst="rect">
                <a:avLst/>
              </a:prstGeom>
            </p:spPr>
          </p:pic>
          <p:pic>
            <p:nvPicPr>
              <p:cNvPr id="452" name="图片 451">
                <a:extLst>
                  <a:ext uri="{FF2B5EF4-FFF2-40B4-BE49-F238E27FC236}">
                    <a16:creationId xmlns:a16="http://schemas.microsoft.com/office/drawing/2014/main" id="{D329751A-194B-BE26-9410-88C8858B6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0892" y="1966883"/>
                <a:ext cx="318117" cy="318117"/>
              </a:xfrm>
              <a:prstGeom prst="rect">
                <a:avLst/>
              </a:prstGeom>
            </p:spPr>
          </p:pic>
          <p:sp>
            <p:nvSpPr>
              <p:cNvPr id="453" name="文本框 452">
                <a:extLst>
                  <a:ext uri="{FF2B5EF4-FFF2-40B4-BE49-F238E27FC236}">
                    <a16:creationId xmlns:a16="http://schemas.microsoft.com/office/drawing/2014/main" id="{64B90E11-7AD7-1FCA-A515-2CFC48744629}"/>
                  </a:ext>
                </a:extLst>
              </p:cNvPr>
              <p:cNvSpPr txBox="1"/>
              <p:nvPr/>
            </p:nvSpPr>
            <p:spPr>
              <a:xfrm rot="1816111">
                <a:off x="2033898" y="2775740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sz="1200" b="1" noProof="1">
                    <a:solidFill>
                      <a:srgbClr val="5E6CD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pdfkit</a:t>
                </a:r>
              </a:p>
            </p:txBody>
          </p:sp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006D36D3-275A-5148-AE17-D02457CCF761}"/>
                  </a:ext>
                </a:extLst>
              </p:cNvPr>
              <p:cNvSpPr txBox="1"/>
              <p:nvPr/>
            </p:nvSpPr>
            <p:spPr>
              <a:xfrm rot="1967145">
                <a:off x="3110996" y="2785846"/>
                <a:ext cx="60625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noProof="1">
                    <a:solidFill>
                      <a:srgbClr val="5E6CD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extract</a:t>
                </a:r>
                <a:endParaRPr lang="zh-CN" sz="1100" b="1" noProof="1">
                  <a:solidFill>
                    <a:srgbClr val="5E6CD6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FAD46FA2-20B5-A4C5-B33D-CF3E22D4CE8E}"/>
                  </a:ext>
                </a:extLst>
              </p:cNvPr>
              <p:cNvSpPr txBox="1"/>
              <p:nvPr/>
            </p:nvSpPr>
            <p:spPr>
              <a:xfrm rot="1984461">
                <a:off x="4169687" y="2728924"/>
                <a:ext cx="7285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noProof="1">
                    <a:solidFill>
                      <a:srgbClr val="5E6CD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requests</a:t>
                </a:r>
                <a:endParaRPr lang="zh-CN" sz="1200" b="1" noProof="1">
                  <a:solidFill>
                    <a:srgbClr val="5E6CD6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456" name="组合 455">
                <a:extLst>
                  <a:ext uri="{FF2B5EF4-FFF2-40B4-BE49-F238E27FC236}">
                    <a16:creationId xmlns:a16="http://schemas.microsoft.com/office/drawing/2014/main" id="{2CD7D06E-817A-D230-B1D6-802C1A216DB2}"/>
                  </a:ext>
                </a:extLst>
              </p:cNvPr>
              <p:cNvGrpSpPr/>
              <p:nvPr/>
            </p:nvGrpSpPr>
            <p:grpSpPr>
              <a:xfrm rot="20116202">
                <a:off x="284928" y="3263741"/>
                <a:ext cx="5626412" cy="2619900"/>
                <a:chOff x="2391390" y="1630555"/>
                <a:chExt cx="6348983" cy="3745724"/>
              </a:xfrm>
              <a:solidFill>
                <a:srgbClr val="6578F0"/>
              </a:solidFill>
            </p:grpSpPr>
            <p:sp>
              <p:nvSpPr>
                <p:cNvPr id="589" name="Freeform 7">
                  <a:extLst>
                    <a:ext uri="{FF2B5EF4-FFF2-40B4-BE49-F238E27FC236}">
                      <a16:creationId xmlns:a16="http://schemas.microsoft.com/office/drawing/2014/main" id="{EA443930-4F3E-C0CB-2626-F183ABD88DA4}"/>
                    </a:ext>
                  </a:extLst>
                </p:cNvPr>
                <p:cNvSpPr/>
                <p:nvPr/>
              </p:nvSpPr>
              <p:spPr bwMode="auto">
                <a:xfrm>
                  <a:off x="2401037" y="3346313"/>
                  <a:ext cx="6329689" cy="2029966"/>
                </a:xfrm>
                <a:custGeom>
                  <a:avLst/>
                  <a:gdLst>
                    <a:gd name="T0" fmla="*/ 3267 w 3282"/>
                    <a:gd name="T1" fmla="*/ 148 h 1052"/>
                    <a:gd name="T2" fmla="*/ 1791 w 3282"/>
                    <a:gd name="T3" fmla="*/ 1006 h 1052"/>
                    <a:gd name="T4" fmla="*/ 1721 w 3282"/>
                    <a:gd name="T5" fmla="*/ 1006 h 1052"/>
                    <a:gd name="T6" fmla="*/ 15 w 3282"/>
                    <a:gd name="T7" fmla="*/ 21 h 1052"/>
                    <a:gd name="T8" fmla="*/ 0 w 3282"/>
                    <a:gd name="T9" fmla="*/ 0 h 1052"/>
                    <a:gd name="T10" fmla="*/ 0 w 3282"/>
                    <a:gd name="T11" fmla="*/ 35 h 1052"/>
                    <a:gd name="T12" fmla="*/ 15 w 3282"/>
                    <a:gd name="T13" fmla="*/ 56 h 1052"/>
                    <a:gd name="T14" fmla="*/ 1721 w 3282"/>
                    <a:gd name="T15" fmla="*/ 1041 h 1052"/>
                    <a:gd name="T16" fmla="*/ 1791 w 3282"/>
                    <a:gd name="T17" fmla="*/ 1041 h 1052"/>
                    <a:gd name="T18" fmla="*/ 3267 w 3282"/>
                    <a:gd name="T19" fmla="*/ 183 h 1052"/>
                    <a:gd name="T20" fmla="*/ 3282 w 3282"/>
                    <a:gd name="T21" fmla="*/ 162 h 1052"/>
                    <a:gd name="T22" fmla="*/ 3282 w 3282"/>
                    <a:gd name="T23" fmla="*/ 128 h 1052"/>
                    <a:gd name="T24" fmla="*/ 3267 w 3282"/>
                    <a:gd name="T25" fmla="*/ 148 h 10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282" h="1052">
                      <a:moveTo>
                        <a:pt x="3267" y="148"/>
                      </a:moveTo>
                      <a:cubicBezTo>
                        <a:pt x="1791" y="1006"/>
                        <a:pt x="1791" y="1006"/>
                        <a:pt x="1791" y="1006"/>
                      </a:cubicBezTo>
                      <a:cubicBezTo>
                        <a:pt x="1772" y="1017"/>
                        <a:pt x="1740" y="1017"/>
                        <a:pt x="1721" y="1006"/>
                      </a:cubicBezTo>
                      <a:cubicBezTo>
                        <a:pt x="15" y="21"/>
                        <a:pt x="15" y="21"/>
                        <a:pt x="15" y="21"/>
                      </a:cubicBezTo>
                      <a:cubicBezTo>
                        <a:pt x="5" y="15"/>
                        <a:pt x="0" y="8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43"/>
                        <a:pt x="5" y="50"/>
                        <a:pt x="15" y="56"/>
                      </a:cubicBezTo>
                      <a:cubicBezTo>
                        <a:pt x="1721" y="1041"/>
                        <a:pt x="1721" y="1041"/>
                        <a:pt x="1721" y="1041"/>
                      </a:cubicBezTo>
                      <a:cubicBezTo>
                        <a:pt x="1740" y="1052"/>
                        <a:pt x="1772" y="1052"/>
                        <a:pt x="1791" y="1041"/>
                      </a:cubicBezTo>
                      <a:cubicBezTo>
                        <a:pt x="3267" y="183"/>
                        <a:pt x="3267" y="183"/>
                        <a:pt x="3267" y="183"/>
                      </a:cubicBezTo>
                      <a:cubicBezTo>
                        <a:pt x="3277" y="177"/>
                        <a:pt x="3282" y="170"/>
                        <a:pt x="3282" y="162"/>
                      </a:cubicBezTo>
                      <a:cubicBezTo>
                        <a:pt x="3282" y="128"/>
                        <a:pt x="3282" y="128"/>
                        <a:pt x="3282" y="128"/>
                      </a:cubicBezTo>
                      <a:cubicBezTo>
                        <a:pt x="3282" y="135"/>
                        <a:pt x="3277" y="142"/>
                        <a:pt x="3267" y="14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90" name="Freeform 8">
                  <a:extLst>
                    <a:ext uri="{FF2B5EF4-FFF2-40B4-BE49-F238E27FC236}">
                      <a16:creationId xmlns:a16="http://schemas.microsoft.com/office/drawing/2014/main" id="{5A44077A-7775-E052-BD15-3B902B3DD061}"/>
                    </a:ext>
                  </a:extLst>
                </p:cNvPr>
                <p:cNvSpPr/>
                <p:nvPr/>
              </p:nvSpPr>
              <p:spPr bwMode="auto">
                <a:xfrm>
                  <a:off x="2391390" y="1630555"/>
                  <a:ext cx="6348983" cy="3678191"/>
                </a:xfrm>
                <a:custGeom>
                  <a:avLst/>
                  <a:gdLst>
                    <a:gd name="T0" fmla="*/ 3272 w 3292"/>
                    <a:gd name="T1" fmla="*/ 996 h 1906"/>
                    <a:gd name="T2" fmla="*/ 3272 w 3292"/>
                    <a:gd name="T3" fmla="*/ 1037 h 1906"/>
                    <a:gd name="T4" fmla="*/ 1796 w 3292"/>
                    <a:gd name="T5" fmla="*/ 1895 h 1906"/>
                    <a:gd name="T6" fmla="*/ 1726 w 3292"/>
                    <a:gd name="T7" fmla="*/ 1895 h 1906"/>
                    <a:gd name="T8" fmla="*/ 20 w 3292"/>
                    <a:gd name="T9" fmla="*/ 910 h 1906"/>
                    <a:gd name="T10" fmla="*/ 20 w 3292"/>
                    <a:gd name="T11" fmla="*/ 869 h 1906"/>
                    <a:gd name="T12" fmla="*/ 1496 w 3292"/>
                    <a:gd name="T13" fmla="*/ 11 h 1906"/>
                    <a:gd name="T14" fmla="*/ 1566 w 3292"/>
                    <a:gd name="T15" fmla="*/ 11 h 1906"/>
                    <a:gd name="T16" fmla="*/ 3272 w 3292"/>
                    <a:gd name="T17" fmla="*/ 996 h 19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92" h="1906">
                      <a:moveTo>
                        <a:pt x="3272" y="996"/>
                      </a:moveTo>
                      <a:cubicBezTo>
                        <a:pt x="3292" y="1007"/>
                        <a:pt x="3292" y="1026"/>
                        <a:pt x="3272" y="1037"/>
                      </a:cubicBezTo>
                      <a:cubicBezTo>
                        <a:pt x="1796" y="1895"/>
                        <a:pt x="1796" y="1895"/>
                        <a:pt x="1796" y="1895"/>
                      </a:cubicBezTo>
                      <a:cubicBezTo>
                        <a:pt x="1777" y="1906"/>
                        <a:pt x="1745" y="1906"/>
                        <a:pt x="1726" y="1895"/>
                      </a:cubicBezTo>
                      <a:cubicBezTo>
                        <a:pt x="20" y="910"/>
                        <a:pt x="20" y="910"/>
                        <a:pt x="20" y="910"/>
                      </a:cubicBezTo>
                      <a:cubicBezTo>
                        <a:pt x="0" y="899"/>
                        <a:pt x="0" y="881"/>
                        <a:pt x="20" y="869"/>
                      </a:cubicBezTo>
                      <a:cubicBezTo>
                        <a:pt x="1496" y="11"/>
                        <a:pt x="1496" y="11"/>
                        <a:pt x="1496" y="11"/>
                      </a:cubicBezTo>
                      <a:cubicBezTo>
                        <a:pt x="1515" y="0"/>
                        <a:pt x="1547" y="0"/>
                        <a:pt x="1566" y="11"/>
                      </a:cubicBezTo>
                      <a:lnTo>
                        <a:pt x="3272" y="9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57" name="Freeform 20">
                <a:extLst>
                  <a:ext uri="{FF2B5EF4-FFF2-40B4-BE49-F238E27FC236}">
                    <a16:creationId xmlns:a16="http://schemas.microsoft.com/office/drawing/2014/main" id="{4B70C827-2B47-0F82-D41A-BB98440F6EF8}"/>
                  </a:ext>
                </a:extLst>
              </p:cNvPr>
              <p:cNvSpPr/>
              <p:nvPr/>
            </p:nvSpPr>
            <p:spPr bwMode="auto">
              <a:xfrm rot="19760915">
                <a:off x="1200581" y="4501892"/>
                <a:ext cx="2224119" cy="1090404"/>
              </a:xfrm>
              <a:custGeom>
                <a:avLst/>
                <a:gdLst>
                  <a:gd name="T0" fmla="*/ 1106 w 1120"/>
                  <a:gd name="T1" fmla="*/ 377 h 535"/>
                  <a:gd name="T2" fmla="*/ 905 w 1120"/>
                  <a:gd name="T3" fmla="*/ 494 h 535"/>
                  <a:gd name="T4" fmla="*/ 835 w 1120"/>
                  <a:gd name="T5" fmla="*/ 494 h 535"/>
                  <a:gd name="T6" fmla="*/ 15 w 1120"/>
                  <a:gd name="T7" fmla="*/ 21 h 535"/>
                  <a:gd name="T8" fmla="*/ 0 w 1120"/>
                  <a:gd name="T9" fmla="*/ 0 h 535"/>
                  <a:gd name="T10" fmla="*/ 0 w 1120"/>
                  <a:gd name="T11" fmla="*/ 30 h 535"/>
                  <a:gd name="T12" fmla="*/ 15 w 1120"/>
                  <a:gd name="T13" fmla="*/ 50 h 535"/>
                  <a:gd name="T14" fmla="*/ 835 w 1120"/>
                  <a:gd name="T15" fmla="*/ 523 h 535"/>
                  <a:gd name="T16" fmla="*/ 905 w 1120"/>
                  <a:gd name="T17" fmla="*/ 523 h 535"/>
                  <a:gd name="T18" fmla="*/ 1106 w 1120"/>
                  <a:gd name="T19" fmla="*/ 407 h 535"/>
                  <a:gd name="T20" fmla="*/ 1120 w 1120"/>
                  <a:gd name="T21" fmla="*/ 386 h 535"/>
                  <a:gd name="T22" fmla="*/ 1120 w 1120"/>
                  <a:gd name="T23" fmla="*/ 357 h 535"/>
                  <a:gd name="T24" fmla="*/ 1106 w 1120"/>
                  <a:gd name="T25" fmla="*/ 377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0" h="535">
                    <a:moveTo>
                      <a:pt x="1106" y="377"/>
                    </a:moveTo>
                    <a:cubicBezTo>
                      <a:pt x="905" y="494"/>
                      <a:pt x="905" y="494"/>
                      <a:pt x="905" y="494"/>
                    </a:cubicBezTo>
                    <a:cubicBezTo>
                      <a:pt x="886" y="505"/>
                      <a:pt x="855" y="505"/>
                      <a:pt x="835" y="494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5" y="15"/>
                      <a:pt x="0" y="8"/>
                      <a:pt x="0" y="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7"/>
                      <a:pt x="5" y="44"/>
                      <a:pt x="15" y="50"/>
                    </a:cubicBezTo>
                    <a:cubicBezTo>
                      <a:pt x="835" y="523"/>
                      <a:pt x="835" y="523"/>
                      <a:pt x="835" y="523"/>
                    </a:cubicBezTo>
                    <a:cubicBezTo>
                      <a:pt x="854" y="535"/>
                      <a:pt x="886" y="535"/>
                      <a:pt x="905" y="523"/>
                    </a:cubicBezTo>
                    <a:cubicBezTo>
                      <a:pt x="1106" y="407"/>
                      <a:pt x="1106" y="407"/>
                      <a:pt x="1106" y="407"/>
                    </a:cubicBezTo>
                    <a:cubicBezTo>
                      <a:pt x="1116" y="401"/>
                      <a:pt x="1120" y="394"/>
                      <a:pt x="1120" y="386"/>
                    </a:cubicBezTo>
                    <a:cubicBezTo>
                      <a:pt x="1120" y="357"/>
                      <a:pt x="1120" y="357"/>
                      <a:pt x="1120" y="357"/>
                    </a:cubicBezTo>
                    <a:cubicBezTo>
                      <a:pt x="1120" y="365"/>
                      <a:pt x="1116" y="372"/>
                      <a:pt x="1106" y="377"/>
                    </a:cubicBezTo>
                    <a:close/>
                  </a:path>
                </a:pathLst>
              </a:custGeom>
              <a:solidFill>
                <a:srgbClr val="DADFF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58" name="Freeform 21">
                <a:extLst>
                  <a:ext uri="{FF2B5EF4-FFF2-40B4-BE49-F238E27FC236}">
                    <a16:creationId xmlns:a16="http://schemas.microsoft.com/office/drawing/2014/main" id="{C6B67479-1548-5829-CC47-6D248C72DD66}"/>
                  </a:ext>
                </a:extLst>
              </p:cNvPr>
              <p:cNvSpPr/>
              <p:nvPr/>
            </p:nvSpPr>
            <p:spPr bwMode="auto">
              <a:xfrm rot="19760915">
                <a:off x="1122032" y="4238603"/>
                <a:ext cx="2229161" cy="1322346"/>
              </a:xfrm>
              <a:custGeom>
                <a:avLst/>
                <a:gdLst>
                  <a:gd name="T0" fmla="*/ 1110 w 1129"/>
                  <a:gd name="T1" fmla="*/ 485 h 653"/>
                  <a:gd name="T2" fmla="*/ 1110 w 1129"/>
                  <a:gd name="T3" fmla="*/ 525 h 653"/>
                  <a:gd name="T4" fmla="*/ 909 w 1129"/>
                  <a:gd name="T5" fmla="*/ 642 h 653"/>
                  <a:gd name="T6" fmla="*/ 839 w 1129"/>
                  <a:gd name="T7" fmla="*/ 642 h 653"/>
                  <a:gd name="T8" fmla="*/ 19 w 1129"/>
                  <a:gd name="T9" fmla="*/ 169 h 653"/>
                  <a:gd name="T10" fmla="*/ 19 w 1129"/>
                  <a:gd name="T11" fmla="*/ 128 h 653"/>
                  <a:gd name="T12" fmla="*/ 220 w 1129"/>
                  <a:gd name="T13" fmla="*/ 11 h 653"/>
                  <a:gd name="T14" fmla="*/ 290 w 1129"/>
                  <a:gd name="T15" fmla="*/ 11 h 653"/>
                  <a:gd name="T16" fmla="*/ 1110 w 1129"/>
                  <a:gd name="T17" fmla="*/ 485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9" h="653">
                    <a:moveTo>
                      <a:pt x="1110" y="485"/>
                    </a:moveTo>
                    <a:cubicBezTo>
                      <a:pt x="1129" y="496"/>
                      <a:pt x="1129" y="514"/>
                      <a:pt x="1110" y="525"/>
                    </a:cubicBezTo>
                    <a:cubicBezTo>
                      <a:pt x="909" y="642"/>
                      <a:pt x="909" y="642"/>
                      <a:pt x="909" y="642"/>
                    </a:cubicBezTo>
                    <a:cubicBezTo>
                      <a:pt x="890" y="653"/>
                      <a:pt x="859" y="653"/>
                      <a:pt x="839" y="642"/>
                    </a:cubicBezTo>
                    <a:cubicBezTo>
                      <a:pt x="19" y="169"/>
                      <a:pt x="19" y="169"/>
                      <a:pt x="19" y="169"/>
                    </a:cubicBezTo>
                    <a:cubicBezTo>
                      <a:pt x="0" y="158"/>
                      <a:pt x="0" y="139"/>
                      <a:pt x="19" y="128"/>
                    </a:cubicBezTo>
                    <a:cubicBezTo>
                      <a:pt x="220" y="11"/>
                      <a:pt x="220" y="11"/>
                      <a:pt x="220" y="11"/>
                    </a:cubicBezTo>
                    <a:cubicBezTo>
                      <a:pt x="239" y="0"/>
                      <a:pt x="270" y="0"/>
                      <a:pt x="290" y="11"/>
                    </a:cubicBezTo>
                    <a:lnTo>
                      <a:pt x="1110" y="48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459" name="组合 458">
                <a:extLst>
                  <a:ext uri="{FF2B5EF4-FFF2-40B4-BE49-F238E27FC236}">
                    <a16:creationId xmlns:a16="http://schemas.microsoft.com/office/drawing/2014/main" id="{CC4662FB-E016-CDB9-616F-7C23F5FF9D2E}"/>
                  </a:ext>
                </a:extLst>
              </p:cNvPr>
              <p:cNvGrpSpPr/>
              <p:nvPr/>
            </p:nvGrpSpPr>
            <p:grpSpPr>
              <a:xfrm>
                <a:off x="1285758" y="4310733"/>
                <a:ext cx="503693" cy="779042"/>
                <a:chOff x="5149781" y="-116377"/>
                <a:chExt cx="682690" cy="1055889"/>
              </a:xfrm>
            </p:grpSpPr>
            <p:sp>
              <p:nvSpPr>
                <p:cNvPr id="582" name="Freeform 42">
                  <a:extLst>
                    <a:ext uri="{FF2B5EF4-FFF2-40B4-BE49-F238E27FC236}">
                      <a16:creationId xmlns:a16="http://schemas.microsoft.com/office/drawing/2014/main" id="{AF716104-D3D9-EC93-35F6-FF646B762CD7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83" name="组合 582">
                  <a:extLst>
                    <a:ext uri="{FF2B5EF4-FFF2-40B4-BE49-F238E27FC236}">
                      <a16:creationId xmlns:a16="http://schemas.microsoft.com/office/drawing/2014/main" id="{E309959F-3E90-3477-B263-1B37F081D871}"/>
                    </a:ext>
                  </a:extLst>
                </p:cNvPr>
                <p:cNvGrpSpPr/>
                <p:nvPr/>
              </p:nvGrpSpPr>
              <p:grpSpPr>
                <a:xfrm>
                  <a:off x="5149781" y="143429"/>
                  <a:ext cx="682690" cy="722725"/>
                  <a:chOff x="6701892" y="-827529"/>
                  <a:chExt cx="2057401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586" name="Freeform 40">
                    <a:extLst>
                      <a:ext uri="{FF2B5EF4-FFF2-40B4-BE49-F238E27FC236}">
                        <a16:creationId xmlns:a16="http://schemas.microsoft.com/office/drawing/2014/main" id="{224429C4-AFC0-04E9-5852-10867B3477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87" name="Freeform 41">
                    <a:extLst>
                      <a:ext uri="{FF2B5EF4-FFF2-40B4-BE49-F238E27FC236}">
                        <a16:creationId xmlns:a16="http://schemas.microsoft.com/office/drawing/2014/main" id="{2FC4D834-FA78-CA2E-2E4A-6B8B9561C3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1892" y="-230629"/>
                    <a:ext cx="1031875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88" name="Freeform 42">
                    <a:extLst>
                      <a:ext uri="{FF2B5EF4-FFF2-40B4-BE49-F238E27FC236}">
                        <a16:creationId xmlns:a16="http://schemas.microsoft.com/office/drawing/2014/main" id="{BED112EE-C917-4CE6-407B-1F6C8DF3FC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584" name="梯形 583">
                  <a:extLst>
                    <a:ext uri="{FF2B5EF4-FFF2-40B4-BE49-F238E27FC236}">
                      <a16:creationId xmlns:a16="http://schemas.microsoft.com/office/drawing/2014/main" id="{3A7E8B2E-3E69-95BE-6AD9-A450380AC44E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85" name="Freeform 33">
                  <a:extLst>
                    <a:ext uri="{FF2B5EF4-FFF2-40B4-BE49-F238E27FC236}">
                      <a16:creationId xmlns:a16="http://schemas.microsoft.com/office/drawing/2014/main" id="{39805C83-E30D-160C-7816-96F6CEDBF470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461" name="组合 460">
                <a:extLst>
                  <a:ext uri="{FF2B5EF4-FFF2-40B4-BE49-F238E27FC236}">
                    <a16:creationId xmlns:a16="http://schemas.microsoft.com/office/drawing/2014/main" id="{054A4923-C384-12E5-16CA-624F9A789C6A}"/>
                  </a:ext>
                </a:extLst>
              </p:cNvPr>
              <p:cNvGrpSpPr/>
              <p:nvPr/>
            </p:nvGrpSpPr>
            <p:grpSpPr>
              <a:xfrm>
                <a:off x="1919798" y="4301395"/>
                <a:ext cx="515768" cy="797718"/>
                <a:chOff x="5149781" y="-116377"/>
                <a:chExt cx="682690" cy="1055889"/>
              </a:xfrm>
            </p:grpSpPr>
            <p:sp>
              <p:nvSpPr>
                <p:cNvPr id="575" name="Freeform 42">
                  <a:extLst>
                    <a:ext uri="{FF2B5EF4-FFF2-40B4-BE49-F238E27FC236}">
                      <a16:creationId xmlns:a16="http://schemas.microsoft.com/office/drawing/2014/main" id="{3CE7FCEA-2D69-EC1B-384C-B36D61B1392A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76" name="组合 575">
                  <a:extLst>
                    <a:ext uri="{FF2B5EF4-FFF2-40B4-BE49-F238E27FC236}">
                      <a16:creationId xmlns:a16="http://schemas.microsoft.com/office/drawing/2014/main" id="{DD7AF83E-9E93-35C5-6703-1A1A8167F511}"/>
                    </a:ext>
                  </a:extLst>
                </p:cNvPr>
                <p:cNvGrpSpPr/>
                <p:nvPr/>
              </p:nvGrpSpPr>
              <p:grpSpPr>
                <a:xfrm>
                  <a:off x="5149781" y="143429"/>
                  <a:ext cx="682690" cy="722725"/>
                  <a:chOff x="6701892" y="-827529"/>
                  <a:chExt cx="2057401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579" name="Freeform 40">
                    <a:extLst>
                      <a:ext uri="{FF2B5EF4-FFF2-40B4-BE49-F238E27FC236}">
                        <a16:creationId xmlns:a16="http://schemas.microsoft.com/office/drawing/2014/main" id="{15CE49A9-4EAC-CE44-EAC9-5BA296A38D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80" name="Freeform 41">
                    <a:extLst>
                      <a:ext uri="{FF2B5EF4-FFF2-40B4-BE49-F238E27FC236}">
                        <a16:creationId xmlns:a16="http://schemas.microsoft.com/office/drawing/2014/main" id="{CA3AF976-2AA0-6B45-88F7-AAEEB08DFD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1892" y="-230629"/>
                    <a:ext cx="1031875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81" name="Freeform 42">
                    <a:extLst>
                      <a:ext uri="{FF2B5EF4-FFF2-40B4-BE49-F238E27FC236}">
                        <a16:creationId xmlns:a16="http://schemas.microsoft.com/office/drawing/2014/main" id="{1B009BF3-C305-9D55-21C2-0C3C9C1DA1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577" name="梯形 576">
                  <a:extLst>
                    <a:ext uri="{FF2B5EF4-FFF2-40B4-BE49-F238E27FC236}">
                      <a16:creationId xmlns:a16="http://schemas.microsoft.com/office/drawing/2014/main" id="{02B20C15-7A1E-69C9-53A4-B7BA437C25AF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8" name="Freeform 33">
                  <a:extLst>
                    <a:ext uri="{FF2B5EF4-FFF2-40B4-BE49-F238E27FC236}">
                      <a16:creationId xmlns:a16="http://schemas.microsoft.com/office/drawing/2014/main" id="{C9CA5937-C50A-86D6-2245-896DCC8D6DC2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62" name="图形 597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  <a:extLst>
                  <a:ext uri="{FF2B5EF4-FFF2-40B4-BE49-F238E27FC236}">
                    <a16:creationId xmlns:a16="http://schemas.microsoft.com/office/drawing/2014/main" id="{A0A05521-8EBC-E0A4-1416-B3D7EFC77041}"/>
                  </a:ext>
                </a:extLst>
              </p:cNvPr>
              <p:cNvSpPr/>
              <p:nvPr/>
            </p:nvSpPr>
            <p:spPr>
              <a:xfrm>
                <a:off x="1964854" y="4739137"/>
                <a:ext cx="167895" cy="209869"/>
              </a:xfrm>
              <a:custGeom>
                <a:avLst/>
                <a:gdLst>
                  <a:gd name="connsiteX0" fmla="*/ 0 w 152400"/>
                  <a:gd name="connsiteY0" fmla="*/ 114300 h 190500"/>
                  <a:gd name="connsiteX1" fmla="*/ 76200 w 152400"/>
                  <a:gd name="connsiteY1" fmla="*/ 190500 h 190500"/>
                  <a:gd name="connsiteX2" fmla="*/ 152400 w 152400"/>
                  <a:gd name="connsiteY2" fmla="*/ 114300 h 190500"/>
                  <a:gd name="connsiteX3" fmla="*/ 133350 w 152400"/>
                  <a:gd name="connsiteY3" fmla="*/ 114300 h 190500"/>
                  <a:gd name="connsiteX4" fmla="*/ 76200 w 152400"/>
                  <a:gd name="connsiteY4" fmla="*/ 171450 h 190500"/>
                  <a:gd name="connsiteX5" fmla="*/ 19050 w 152400"/>
                  <a:gd name="connsiteY5" fmla="*/ 114300 h 190500"/>
                  <a:gd name="connsiteX6" fmla="*/ 76200 w 152400"/>
                  <a:gd name="connsiteY6" fmla="*/ 57150 h 190500"/>
                  <a:gd name="connsiteX7" fmla="*/ 76200 w 152400"/>
                  <a:gd name="connsiteY7" fmla="*/ 95250 h 190500"/>
                  <a:gd name="connsiteX8" fmla="*/ 123825 w 152400"/>
                  <a:gd name="connsiteY8" fmla="*/ 47625 h 190500"/>
                  <a:gd name="connsiteX9" fmla="*/ 76200 w 152400"/>
                  <a:gd name="connsiteY9" fmla="*/ 0 h 190500"/>
                  <a:gd name="connsiteX10" fmla="*/ 76200 w 152400"/>
                  <a:gd name="connsiteY10" fmla="*/ 38100 h 190500"/>
                  <a:gd name="connsiteX11" fmla="*/ 0 w 152400"/>
                  <a:gd name="connsiteY11" fmla="*/ 114300 h 190500"/>
                  <a:gd name="connsiteX12" fmla="*/ 64770 w 152400"/>
                  <a:gd name="connsiteY12" fmla="*/ 142875 h 190500"/>
                  <a:gd name="connsiteX13" fmla="*/ 57150 w 152400"/>
                  <a:gd name="connsiteY13" fmla="*/ 142875 h 190500"/>
                  <a:gd name="connsiteX14" fmla="*/ 57150 w 152400"/>
                  <a:gd name="connsiteY14" fmla="*/ 111443 h 190500"/>
                  <a:gd name="connsiteX15" fmla="*/ 47625 w 152400"/>
                  <a:gd name="connsiteY15" fmla="*/ 114300 h 190500"/>
                  <a:gd name="connsiteX16" fmla="*/ 47625 w 152400"/>
                  <a:gd name="connsiteY16" fmla="*/ 107633 h 190500"/>
                  <a:gd name="connsiteX17" fmla="*/ 64770 w 152400"/>
                  <a:gd name="connsiteY17" fmla="*/ 101918 h 190500"/>
                  <a:gd name="connsiteX18" fmla="*/ 65723 w 152400"/>
                  <a:gd name="connsiteY18" fmla="*/ 101918 h 190500"/>
                  <a:gd name="connsiteX19" fmla="*/ 65723 w 152400"/>
                  <a:gd name="connsiteY19" fmla="*/ 142875 h 190500"/>
                  <a:gd name="connsiteX20" fmla="*/ 64770 w 152400"/>
                  <a:gd name="connsiteY20" fmla="*/ 142875 h 190500"/>
                  <a:gd name="connsiteX21" fmla="*/ 105728 w 152400"/>
                  <a:gd name="connsiteY21" fmla="*/ 125730 h 190500"/>
                  <a:gd name="connsiteX22" fmla="*/ 104775 w 152400"/>
                  <a:gd name="connsiteY22" fmla="*/ 133350 h 190500"/>
                  <a:gd name="connsiteX23" fmla="*/ 101918 w 152400"/>
                  <a:gd name="connsiteY23" fmla="*/ 139065 h 190500"/>
                  <a:gd name="connsiteX24" fmla="*/ 97155 w 152400"/>
                  <a:gd name="connsiteY24" fmla="*/ 141923 h 190500"/>
                  <a:gd name="connsiteX25" fmla="*/ 91440 w 152400"/>
                  <a:gd name="connsiteY25" fmla="*/ 142875 h 190500"/>
                  <a:gd name="connsiteX26" fmla="*/ 85725 w 152400"/>
                  <a:gd name="connsiteY26" fmla="*/ 141923 h 190500"/>
                  <a:gd name="connsiteX27" fmla="*/ 80963 w 152400"/>
                  <a:gd name="connsiteY27" fmla="*/ 139065 h 190500"/>
                  <a:gd name="connsiteX28" fmla="*/ 78105 w 152400"/>
                  <a:gd name="connsiteY28" fmla="*/ 133350 h 190500"/>
                  <a:gd name="connsiteX29" fmla="*/ 77153 w 152400"/>
                  <a:gd name="connsiteY29" fmla="*/ 125730 h 190500"/>
                  <a:gd name="connsiteX30" fmla="*/ 77153 w 152400"/>
                  <a:gd name="connsiteY30" fmla="*/ 119063 h 190500"/>
                  <a:gd name="connsiteX31" fmla="*/ 78105 w 152400"/>
                  <a:gd name="connsiteY31" fmla="*/ 111443 h 190500"/>
                  <a:gd name="connsiteX32" fmla="*/ 80963 w 152400"/>
                  <a:gd name="connsiteY32" fmla="*/ 105728 h 190500"/>
                  <a:gd name="connsiteX33" fmla="*/ 85725 w 152400"/>
                  <a:gd name="connsiteY33" fmla="*/ 102870 h 190500"/>
                  <a:gd name="connsiteX34" fmla="*/ 91440 w 152400"/>
                  <a:gd name="connsiteY34" fmla="*/ 101918 h 190500"/>
                  <a:gd name="connsiteX35" fmla="*/ 97155 w 152400"/>
                  <a:gd name="connsiteY35" fmla="*/ 102870 h 190500"/>
                  <a:gd name="connsiteX36" fmla="*/ 101918 w 152400"/>
                  <a:gd name="connsiteY36" fmla="*/ 105728 h 190500"/>
                  <a:gd name="connsiteX37" fmla="*/ 104775 w 152400"/>
                  <a:gd name="connsiteY37" fmla="*/ 111443 h 190500"/>
                  <a:gd name="connsiteX38" fmla="*/ 105728 w 152400"/>
                  <a:gd name="connsiteY38" fmla="*/ 119063 h 190500"/>
                  <a:gd name="connsiteX39" fmla="*/ 105728 w 152400"/>
                  <a:gd name="connsiteY39" fmla="*/ 125730 h 190500"/>
                  <a:gd name="connsiteX40" fmla="*/ 98108 w 152400"/>
                  <a:gd name="connsiteY40" fmla="*/ 118110 h 190500"/>
                  <a:gd name="connsiteX41" fmla="*/ 98108 w 152400"/>
                  <a:gd name="connsiteY41" fmla="*/ 113348 h 190500"/>
                  <a:gd name="connsiteX42" fmla="*/ 97155 w 152400"/>
                  <a:gd name="connsiteY42" fmla="*/ 110490 h 190500"/>
                  <a:gd name="connsiteX43" fmla="*/ 95250 w 152400"/>
                  <a:gd name="connsiteY43" fmla="*/ 108585 h 190500"/>
                  <a:gd name="connsiteX44" fmla="*/ 92393 w 152400"/>
                  <a:gd name="connsiteY44" fmla="*/ 107633 h 190500"/>
                  <a:gd name="connsiteX45" fmla="*/ 89535 w 152400"/>
                  <a:gd name="connsiteY45" fmla="*/ 108585 h 190500"/>
                  <a:gd name="connsiteX46" fmla="*/ 87630 w 152400"/>
                  <a:gd name="connsiteY46" fmla="*/ 110490 h 190500"/>
                  <a:gd name="connsiteX47" fmla="*/ 86678 w 152400"/>
                  <a:gd name="connsiteY47" fmla="*/ 113348 h 190500"/>
                  <a:gd name="connsiteX48" fmla="*/ 86678 w 152400"/>
                  <a:gd name="connsiteY48" fmla="*/ 132398 h 190500"/>
                  <a:gd name="connsiteX49" fmla="*/ 87630 w 152400"/>
                  <a:gd name="connsiteY49" fmla="*/ 135255 h 190500"/>
                  <a:gd name="connsiteX50" fmla="*/ 89535 w 152400"/>
                  <a:gd name="connsiteY50" fmla="*/ 137160 h 190500"/>
                  <a:gd name="connsiteX51" fmla="*/ 92393 w 152400"/>
                  <a:gd name="connsiteY51" fmla="*/ 138113 h 190500"/>
                  <a:gd name="connsiteX52" fmla="*/ 95250 w 152400"/>
                  <a:gd name="connsiteY52" fmla="*/ 137160 h 190500"/>
                  <a:gd name="connsiteX53" fmla="*/ 97155 w 152400"/>
                  <a:gd name="connsiteY53" fmla="*/ 135255 h 190500"/>
                  <a:gd name="connsiteX54" fmla="*/ 98108 w 152400"/>
                  <a:gd name="connsiteY54" fmla="*/ 132398 h 190500"/>
                  <a:gd name="connsiteX55" fmla="*/ 98108 w 152400"/>
                  <a:gd name="connsiteY55" fmla="*/ 11811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52400" h="190500">
                    <a:moveTo>
                      <a:pt x="0" y="114300"/>
                    </a:moveTo>
                    <a:cubicBezTo>
                      <a:pt x="0" y="156210"/>
                      <a:pt x="34290" y="190500"/>
                      <a:pt x="76200" y="190500"/>
                    </a:cubicBezTo>
                    <a:cubicBezTo>
                      <a:pt x="118110" y="190500"/>
                      <a:pt x="152400" y="156210"/>
                      <a:pt x="152400" y="114300"/>
                    </a:cubicBezTo>
                    <a:lnTo>
                      <a:pt x="133350" y="114300"/>
                    </a:lnTo>
                    <a:cubicBezTo>
                      <a:pt x="133350" y="145733"/>
                      <a:pt x="107633" y="171450"/>
                      <a:pt x="76200" y="171450"/>
                    </a:cubicBezTo>
                    <a:cubicBezTo>
                      <a:pt x="44768" y="171450"/>
                      <a:pt x="19050" y="145733"/>
                      <a:pt x="19050" y="114300"/>
                    </a:cubicBezTo>
                    <a:cubicBezTo>
                      <a:pt x="19050" y="82868"/>
                      <a:pt x="44768" y="57150"/>
                      <a:pt x="76200" y="57150"/>
                    </a:cubicBezTo>
                    <a:lnTo>
                      <a:pt x="76200" y="95250"/>
                    </a:lnTo>
                    <a:lnTo>
                      <a:pt x="123825" y="47625"/>
                    </a:lnTo>
                    <a:lnTo>
                      <a:pt x="76200" y="0"/>
                    </a:lnTo>
                    <a:lnTo>
                      <a:pt x="76200" y="38100"/>
                    </a:lnTo>
                    <a:cubicBezTo>
                      <a:pt x="34290" y="38100"/>
                      <a:pt x="0" y="72390"/>
                      <a:pt x="0" y="114300"/>
                    </a:cubicBezTo>
                    <a:close/>
                    <a:moveTo>
                      <a:pt x="64770" y="142875"/>
                    </a:moveTo>
                    <a:lnTo>
                      <a:pt x="57150" y="142875"/>
                    </a:lnTo>
                    <a:lnTo>
                      <a:pt x="57150" y="111443"/>
                    </a:lnTo>
                    <a:lnTo>
                      <a:pt x="47625" y="114300"/>
                    </a:lnTo>
                    <a:lnTo>
                      <a:pt x="47625" y="107633"/>
                    </a:lnTo>
                    <a:lnTo>
                      <a:pt x="64770" y="101918"/>
                    </a:lnTo>
                    <a:lnTo>
                      <a:pt x="65723" y="101918"/>
                    </a:lnTo>
                    <a:lnTo>
                      <a:pt x="65723" y="142875"/>
                    </a:lnTo>
                    <a:lnTo>
                      <a:pt x="64770" y="142875"/>
                    </a:lnTo>
                    <a:close/>
                    <a:moveTo>
                      <a:pt x="105728" y="125730"/>
                    </a:moveTo>
                    <a:cubicBezTo>
                      <a:pt x="105728" y="128588"/>
                      <a:pt x="105728" y="131445"/>
                      <a:pt x="104775" y="133350"/>
                    </a:cubicBezTo>
                    <a:lnTo>
                      <a:pt x="101918" y="139065"/>
                    </a:lnTo>
                    <a:cubicBezTo>
                      <a:pt x="101918" y="139065"/>
                      <a:pt x="99060" y="141923"/>
                      <a:pt x="97155" y="141923"/>
                    </a:cubicBezTo>
                    <a:cubicBezTo>
                      <a:pt x="95250" y="141923"/>
                      <a:pt x="93345" y="142875"/>
                      <a:pt x="91440" y="142875"/>
                    </a:cubicBezTo>
                    <a:cubicBezTo>
                      <a:pt x="89535" y="142875"/>
                      <a:pt x="87630" y="142875"/>
                      <a:pt x="85725" y="141923"/>
                    </a:cubicBezTo>
                    <a:cubicBezTo>
                      <a:pt x="83820" y="140970"/>
                      <a:pt x="82868" y="140018"/>
                      <a:pt x="80963" y="139065"/>
                    </a:cubicBezTo>
                    <a:cubicBezTo>
                      <a:pt x="79058" y="138113"/>
                      <a:pt x="79058" y="136208"/>
                      <a:pt x="78105" y="133350"/>
                    </a:cubicBezTo>
                    <a:cubicBezTo>
                      <a:pt x="77153" y="130493"/>
                      <a:pt x="77153" y="128588"/>
                      <a:pt x="77153" y="125730"/>
                    </a:cubicBezTo>
                    <a:lnTo>
                      <a:pt x="77153" y="119063"/>
                    </a:lnTo>
                    <a:cubicBezTo>
                      <a:pt x="77153" y="116205"/>
                      <a:pt x="77153" y="113348"/>
                      <a:pt x="78105" y="111443"/>
                    </a:cubicBezTo>
                    <a:lnTo>
                      <a:pt x="80963" y="105728"/>
                    </a:lnTo>
                    <a:cubicBezTo>
                      <a:pt x="80963" y="105728"/>
                      <a:pt x="83820" y="102870"/>
                      <a:pt x="85725" y="102870"/>
                    </a:cubicBezTo>
                    <a:cubicBezTo>
                      <a:pt x="87630" y="102870"/>
                      <a:pt x="89535" y="101918"/>
                      <a:pt x="91440" y="101918"/>
                    </a:cubicBezTo>
                    <a:cubicBezTo>
                      <a:pt x="93345" y="101918"/>
                      <a:pt x="95250" y="101918"/>
                      <a:pt x="97155" y="102870"/>
                    </a:cubicBezTo>
                    <a:cubicBezTo>
                      <a:pt x="99060" y="103823"/>
                      <a:pt x="100013" y="104775"/>
                      <a:pt x="101918" y="105728"/>
                    </a:cubicBezTo>
                    <a:cubicBezTo>
                      <a:pt x="103823" y="106680"/>
                      <a:pt x="103823" y="108585"/>
                      <a:pt x="104775" y="111443"/>
                    </a:cubicBezTo>
                    <a:cubicBezTo>
                      <a:pt x="105728" y="114300"/>
                      <a:pt x="105728" y="116205"/>
                      <a:pt x="105728" y="119063"/>
                    </a:cubicBezTo>
                    <a:cubicBezTo>
                      <a:pt x="105728" y="119063"/>
                      <a:pt x="105728" y="125730"/>
                      <a:pt x="105728" y="125730"/>
                    </a:cubicBezTo>
                    <a:close/>
                    <a:moveTo>
                      <a:pt x="98108" y="118110"/>
                    </a:moveTo>
                    <a:lnTo>
                      <a:pt x="98108" y="113348"/>
                    </a:lnTo>
                    <a:cubicBezTo>
                      <a:pt x="98108" y="113348"/>
                      <a:pt x="97155" y="111443"/>
                      <a:pt x="97155" y="110490"/>
                    </a:cubicBezTo>
                    <a:cubicBezTo>
                      <a:pt x="97155" y="109538"/>
                      <a:pt x="96203" y="109538"/>
                      <a:pt x="95250" y="108585"/>
                    </a:cubicBezTo>
                    <a:cubicBezTo>
                      <a:pt x="94298" y="107633"/>
                      <a:pt x="93345" y="107633"/>
                      <a:pt x="92393" y="107633"/>
                    </a:cubicBezTo>
                    <a:cubicBezTo>
                      <a:pt x="91440" y="107633"/>
                      <a:pt x="90488" y="107633"/>
                      <a:pt x="89535" y="108585"/>
                    </a:cubicBezTo>
                    <a:lnTo>
                      <a:pt x="87630" y="110490"/>
                    </a:lnTo>
                    <a:cubicBezTo>
                      <a:pt x="87630" y="110490"/>
                      <a:pt x="86678" y="112395"/>
                      <a:pt x="86678" y="113348"/>
                    </a:cubicBezTo>
                    <a:lnTo>
                      <a:pt x="86678" y="132398"/>
                    </a:lnTo>
                    <a:cubicBezTo>
                      <a:pt x="86678" y="132398"/>
                      <a:pt x="87630" y="134303"/>
                      <a:pt x="87630" y="135255"/>
                    </a:cubicBezTo>
                    <a:cubicBezTo>
                      <a:pt x="87630" y="136208"/>
                      <a:pt x="88583" y="136208"/>
                      <a:pt x="89535" y="137160"/>
                    </a:cubicBezTo>
                    <a:cubicBezTo>
                      <a:pt x="90488" y="138113"/>
                      <a:pt x="91440" y="138113"/>
                      <a:pt x="92393" y="138113"/>
                    </a:cubicBezTo>
                    <a:cubicBezTo>
                      <a:pt x="93345" y="138113"/>
                      <a:pt x="94298" y="138113"/>
                      <a:pt x="95250" y="137160"/>
                    </a:cubicBezTo>
                    <a:lnTo>
                      <a:pt x="97155" y="135255"/>
                    </a:lnTo>
                    <a:cubicBezTo>
                      <a:pt x="97155" y="135255"/>
                      <a:pt x="98108" y="133350"/>
                      <a:pt x="98108" y="132398"/>
                    </a:cubicBezTo>
                    <a:lnTo>
                      <a:pt x="98108" y="118110"/>
                    </a:lnTo>
                    <a:close/>
                  </a:path>
                </a:pathLst>
              </a:custGeom>
              <a:solidFill>
                <a:srgbClr val="0EF081"/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63" name="图形 597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  <a:extLst>
                  <a:ext uri="{FF2B5EF4-FFF2-40B4-BE49-F238E27FC236}">
                    <a16:creationId xmlns:a16="http://schemas.microsoft.com/office/drawing/2014/main" id="{6D4F7C3C-C87E-DA77-344D-369BE8E9F5A0}"/>
                  </a:ext>
                </a:extLst>
              </p:cNvPr>
              <p:cNvSpPr/>
              <p:nvPr/>
            </p:nvSpPr>
            <p:spPr>
              <a:xfrm>
                <a:off x="1315146" y="4724849"/>
                <a:ext cx="167895" cy="209869"/>
              </a:xfrm>
              <a:custGeom>
                <a:avLst/>
                <a:gdLst>
                  <a:gd name="connsiteX0" fmla="*/ 0 w 152400"/>
                  <a:gd name="connsiteY0" fmla="*/ 114300 h 190500"/>
                  <a:gd name="connsiteX1" fmla="*/ 76200 w 152400"/>
                  <a:gd name="connsiteY1" fmla="*/ 190500 h 190500"/>
                  <a:gd name="connsiteX2" fmla="*/ 152400 w 152400"/>
                  <a:gd name="connsiteY2" fmla="*/ 114300 h 190500"/>
                  <a:gd name="connsiteX3" fmla="*/ 133350 w 152400"/>
                  <a:gd name="connsiteY3" fmla="*/ 114300 h 190500"/>
                  <a:gd name="connsiteX4" fmla="*/ 76200 w 152400"/>
                  <a:gd name="connsiteY4" fmla="*/ 171450 h 190500"/>
                  <a:gd name="connsiteX5" fmla="*/ 19050 w 152400"/>
                  <a:gd name="connsiteY5" fmla="*/ 114300 h 190500"/>
                  <a:gd name="connsiteX6" fmla="*/ 76200 w 152400"/>
                  <a:gd name="connsiteY6" fmla="*/ 57150 h 190500"/>
                  <a:gd name="connsiteX7" fmla="*/ 76200 w 152400"/>
                  <a:gd name="connsiteY7" fmla="*/ 95250 h 190500"/>
                  <a:gd name="connsiteX8" fmla="*/ 123825 w 152400"/>
                  <a:gd name="connsiteY8" fmla="*/ 47625 h 190500"/>
                  <a:gd name="connsiteX9" fmla="*/ 76200 w 152400"/>
                  <a:gd name="connsiteY9" fmla="*/ 0 h 190500"/>
                  <a:gd name="connsiteX10" fmla="*/ 76200 w 152400"/>
                  <a:gd name="connsiteY10" fmla="*/ 38100 h 190500"/>
                  <a:gd name="connsiteX11" fmla="*/ 0 w 152400"/>
                  <a:gd name="connsiteY11" fmla="*/ 114300 h 190500"/>
                  <a:gd name="connsiteX12" fmla="*/ 64770 w 152400"/>
                  <a:gd name="connsiteY12" fmla="*/ 142875 h 190500"/>
                  <a:gd name="connsiteX13" fmla="*/ 57150 w 152400"/>
                  <a:gd name="connsiteY13" fmla="*/ 142875 h 190500"/>
                  <a:gd name="connsiteX14" fmla="*/ 57150 w 152400"/>
                  <a:gd name="connsiteY14" fmla="*/ 111443 h 190500"/>
                  <a:gd name="connsiteX15" fmla="*/ 47625 w 152400"/>
                  <a:gd name="connsiteY15" fmla="*/ 114300 h 190500"/>
                  <a:gd name="connsiteX16" fmla="*/ 47625 w 152400"/>
                  <a:gd name="connsiteY16" fmla="*/ 107633 h 190500"/>
                  <a:gd name="connsiteX17" fmla="*/ 64770 w 152400"/>
                  <a:gd name="connsiteY17" fmla="*/ 101918 h 190500"/>
                  <a:gd name="connsiteX18" fmla="*/ 65723 w 152400"/>
                  <a:gd name="connsiteY18" fmla="*/ 101918 h 190500"/>
                  <a:gd name="connsiteX19" fmla="*/ 65723 w 152400"/>
                  <a:gd name="connsiteY19" fmla="*/ 142875 h 190500"/>
                  <a:gd name="connsiteX20" fmla="*/ 64770 w 152400"/>
                  <a:gd name="connsiteY20" fmla="*/ 142875 h 190500"/>
                  <a:gd name="connsiteX21" fmla="*/ 105728 w 152400"/>
                  <a:gd name="connsiteY21" fmla="*/ 125730 h 190500"/>
                  <a:gd name="connsiteX22" fmla="*/ 104775 w 152400"/>
                  <a:gd name="connsiteY22" fmla="*/ 133350 h 190500"/>
                  <a:gd name="connsiteX23" fmla="*/ 101918 w 152400"/>
                  <a:gd name="connsiteY23" fmla="*/ 139065 h 190500"/>
                  <a:gd name="connsiteX24" fmla="*/ 97155 w 152400"/>
                  <a:gd name="connsiteY24" fmla="*/ 141923 h 190500"/>
                  <a:gd name="connsiteX25" fmla="*/ 91440 w 152400"/>
                  <a:gd name="connsiteY25" fmla="*/ 142875 h 190500"/>
                  <a:gd name="connsiteX26" fmla="*/ 85725 w 152400"/>
                  <a:gd name="connsiteY26" fmla="*/ 141923 h 190500"/>
                  <a:gd name="connsiteX27" fmla="*/ 80963 w 152400"/>
                  <a:gd name="connsiteY27" fmla="*/ 139065 h 190500"/>
                  <a:gd name="connsiteX28" fmla="*/ 78105 w 152400"/>
                  <a:gd name="connsiteY28" fmla="*/ 133350 h 190500"/>
                  <a:gd name="connsiteX29" fmla="*/ 77153 w 152400"/>
                  <a:gd name="connsiteY29" fmla="*/ 125730 h 190500"/>
                  <a:gd name="connsiteX30" fmla="*/ 77153 w 152400"/>
                  <a:gd name="connsiteY30" fmla="*/ 119063 h 190500"/>
                  <a:gd name="connsiteX31" fmla="*/ 78105 w 152400"/>
                  <a:gd name="connsiteY31" fmla="*/ 111443 h 190500"/>
                  <a:gd name="connsiteX32" fmla="*/ 80963 w 152400"/>
                  <a:gd name="connsiteY32" fmla="*/ 105728 h 190500"/>
                  <a:gd name="connsiteX33" fmla="*/ 85725 w 152400"/>
                  <a:gd name="connsiteY33" fmla="*/ 102870 h 190500"/>
                  <a:gd name="connsiteX34" fmla="*/ 91440 w 152400"/>
                  <a:gd name="connsiteY34" fmla="*/ 101918 h 190500"/>
                  <a:gd name="connsiteX35" fmla="*/ 97155 w 152400"/>
                  <a:gd name="connsiteY35" fmla="*/ 102870 h 190500"/>
                  <a:gd name="connsiteX36" fmla="*/ 101918 w 152400"/>
                  <a:gd name="connsiteY36" fmla="*/ 105728 h 190500"/>
                  <a:gd name="connsiteX37" fmla="*/ 104775 w 152400"/>
                  <a:gd name="connsiteY37" fmla="*/ 111443 h 190500"/>
                  <a:gd name="connsiteX38" fmla="*/ 105728 w 152400"/>
                  <a:gd name="connsiteY38" fmla="*/ 119063 h 190500"/>
                  <a:gd name="connsiteX39" fmla="*/ 105728 w 152400"/>
                  <a:gd name="connsiteY39" fmla="*/ 125730 h 190500"/>
                  <a:gd name="connsiteX40" fmla="*/ 98108 w 152400"/>
                  <a:gd name="connsiteY40" fmla="*/ 118110 h 190500"/>
                  <a:gd name="connsiteX41" fmla="*/ 98108 w 152400"/>
                  <a:gd name="connsiteY41" fmla="*/ 113348 h 190500"/>
                  <a:gd name="connsiteX42" fmla="*/ 97155 w 152400"/>
                  <a:gd name="connsiteY42" fmla="*/ 110490 h 190500"/>
                  <a:gd name="connsiteX43" fmla="*/ 95250 w 152400"/>
                  <a:gd name="connsiteY43" fmla="*/ 108585 h 190500"/>
                  <a:gd name="connsiteX44" fmla="*/ 92393 w 152400"/>
                  <a:gd name="connsiteY44" fmla="*/ 107633 h 190500"/>
                  <a:gd name="connsiteX45" fmla="*/ 89535 w 152400"/>
                  <a:gd name="connsiteY45" fmla="*/ 108585 h 190500"/>
                  <a:gd name="connsiteX46" fmla="*/ 87630 w 152400"/>
                  <a:gd name="connsiteY46" fmla="*/ 110490 h 190500"/>
                  <a:gd name="connsiteX47" fmla="*/ 86678 w 152400"/>
                  <a:gd name="connsiteY47" fmla="*/ 113348 h 190500"/>
                  <a:gd name="connsiteX48" fmla="*/ 86678 w 152400"/>
                  <a:gd name="connsiteY48" fmla="*/ 132398 h 190500"/>
                  <a:gd name="connsiteX49" fmla="*/ 87630 w 152400"/>
                  <a:gd name="connsiteY49" fmla="*/ 135255 h 190500"/>
                  <a:gd name="connsiteX50" fmla="*/ 89535 w 152400"/>
                  <a:gd name="connsiteY50" fmla="*/ 137160 h 190500"/>
                  <a:gd name="connsiteX51" fmla="*/ 92393 w 152400"/>
                  <a:gd name="connsiteY51" fmla="*/ 138113 h 190500"/>
                  <a:gd name="connsiteX52" fmla="*/ 95250 w 152400"/>
                  <a:gd name="connsiteY52" fmla="*/ 137160 h 190500"/>
                  <a:gd name="connsiteX53" fmla="*/ 97155 w 152400"/>
                  <a:gd name="connsiteY53" fmla="*/ 135255 h 190500"/>
                  <a:gd name="connsiteX54" fmla="*/ 98108 w 152400"/>
                  <a:gd name="connsiteY54" fmla="*/ 132398 h 190500"/>
                  <a:gd name="connsiteX55" fmla="*/ 98108 w 152400"/>
                  <a:gd name="connsiteY55" fmla="*/ 11811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52400" h="190500">
                    <a:moveTo>
                      <a:pt x="0" y="114300"/>
                    </a:moveTo>
                    <a:cubicBezTo>
                      <a:pt x="0" y="156210"/>
                      <a:pt x="34290" y="190500"/>
                      <a:pt x="76200" y="190500"/>
                    </a:cubicBezTo>
                    <a:cubicBezTo>
                      <a:pt x="118110" y="190500"/>
                      <a:pt x="152400" y="156210"/>
                      <a:pt x="152400" y="114300"/>
                    </a:cubicBezTo>
                    <a:lnTo>
                      <a:pt x="133350" y="114300"/>
                    </a:lnTo>
                    <a:cubicBezTo>
                      <a:pt x="133350" y="145733"/>
                      <a:pt x="107633" y="171450"/>
                      <a:pt x="76200" y="171450"/>
                    </a:cubicBezTo>
                    <a:cubicBezTo>
                      <a:pt x="44768" y="171450"/>
                      <a:pt x="19050" y="145733"/>
                      <a:pt x="19050" y="114300"/>
                    </a:cubicBezTo>
                    <a:cubicBezTo>
                      <a:pt x="19050" y="82868"/>
                      <a:pt x="44768" y="57150"/>
                      <a:pt x="76200" y="57150"/>
                    </a:cubicBezTo>
                    <a:lnTo>
                      <a:pt x="76200" y="95250"/>
                    </a:lnTo>
                    <a:lnTo>
                      <a:pt x="123825" y="47625"/>
                    </a:lnTo>
                    <a:lnTo>
                      <a:pt x="76200" y="0"/>
                    </a:lnTo>
                    <a:lnTo>
                      <a:pt x="76200" y="38100"/>
                    </a:lnTo>
                    <a:cubicBezTo>
                      <a:pt x="34290" y="38100"/>
                      <a:pt x="0" y="72390"/>
                      <a:pt x="0" y="114300"/>
                    </a:cubicBezTo>
                    <a:close/>
                    <a:moveTo>
                      <a:pt x="64770" y="142875"/>
                    </a:moveTo>
                    <a:lnTo>
                      <a:pt x="57150" y="142875"/>
                    </a:lnTo>
                    <a:lnTo>
                      <a:pt x="57150" y="111443"/>
                    </a:lnTo>
                    <a:lnTo>
                      <a:pt x="47625" y="114300"/>
                    </a:lnTo>
                    <a:lnTo>
                      <a:pt x="47625" y="107633"/>
                    </a:lnTo>
                    <a:lnTo>
                      <a:pt x="64770" y="101918"/>
                    </a:lnTo>
                    <a:lnTo>
                      <a:pt x="65723" y="101918"/>
                    </a:lnTo>
                    <a:lnTo>
                      <a:pt x="65723" y="142875"/>
                    </a:lnTo>
                    <a:lnTo>
                      <a:pt x="64770" y="142875"/>
                    </a:lnTo>
                    <a:close/>
                    <a:moveTo>
                      <a:pt x="105728" y="125730"/>
                    </a:moveTo>
                    <a:cubicBezTo>
                      <a:pt x="105728" y="128588"/>
                      <a:pt x="105728" y="131445"/>
                      <a:pt x="104775" y="133350"/>
                    </a:cubicBezTo>
                    <a:lnTo>
                      <a:pt x="101918" y="139065"/>
                    </a:lnTo>
                    <a:cubicBezTo>
                      <a:pt x="101918" y="139065"/>
                      <a:pt x="99060" y="141923"/>
                      <a:pt x="97155" y="141923"/>
                    </a:cubicBezTo>
                    <a:cubicBezTo>
                      <a:pt x="95250" y="141923"/>
                      <a:pt x="93345" y="142875"/>
                      <a:pt x="91440" y="142875"/>
                    </a:cubicBezTo>
                    <a:cubicBezTo>
                      <a:pt x="89535" y="142875"/>
                      <a:pt x="87630" y="142875"/>
                      <a:pt x="85725" y="141923"/>
                    </a:cubicBezTo>
                    <a:cubicBezTo>
                      <a:pt x="83820" y="140970"/>
                      <a:pt x="82868" y="140018"/>
                      <a:pt x="80963" y="139065"/>
                    </a:cubicBezTo>
                    <a:cubicBezTo>
                      <a:pt x="79058" y="138113"/>
                      <a:pt x="79058" y="136208"/>
                      <a:pt x="78105" y="133350"/>
                    </a:cubicBezTo>
                    <a:cubicBezTo>
                      <a:pt x="77153" y="130493"/>
                      <a:pt x="77153" y="128588"/>
                      <a:pt x="77153" y="125730"/>
                    </a:cubicBezTo>
                    <a:lnTo>
                      <a:pt x="77153" y="119063"/>
                    </a:lnTo>
                    <a:cubicBezTo>
                      <a:pt x="77153" y="116205"/>
                      <a:pt x="77153" y="113348"/>
                      <a:pt x="78105" y="111443"/>
                    </a:cubicBezTo>
                    <a:lnTo>
                      <a:pt x="80963" y="105728"/>
                    </a:lnTo>
                    <a:cubicBezTo>
                      <a:pt x="80963" y="105728"/>
                      <a:pt x="83820" y="102870"/>
                      <a:pt x="85725" y="102870"/>
                    </a:cubicBezTo>
                    <a:cubicBezTo>
                      <a:pt x="87630" y="102870"/>
                      <a:pt x="89535" y="101918"/>
                      <a:pt x="91440" y="101918"/>
                    </a:cubicBezTo>
                    <a:cubicBezTo>
                      <a:pt x="93345" y="101918"/>
                      <a:pt x="95250" y="101918"/>
                      <a:pt x="97155" y="102870"/>
                    </a:cubicBezTo>
                    <a:cubicBezTo>
                      <a:pt x="99060" y="103823"/>
                      <a:pt x="100013" y="104775"/>
                      <a:pt x="101918" y="105728"/>
                    </a:cubicBezTo>
                    <a:cubicBezTo>
                      <a:pt x="103823" y="106680"/>
                      <a:pt x="103823" y="108585"/>
                      <a:pt x="104775" y="111443"/>
                    </a:cubicBezTo>
                    <a:cubicBezTo>
                      <a:pt x="105728" y="114300"/>
                      <a:pt x="105728" y="116205"/>
                      <a:pt x="105728" y="119063"/>
                    </a:cubicBezTo>
                    <a:cubicBezTo>
                      <a:pt x="105728" y="119063"/>
                      <a:pt x="105728" y="125730"/>
                      <a:pt x="105728" y="125730"/>
                    </a:cubicBezTo>
                    <a:close/>
                    <a:moveTo>
                      <a:pt x="98108" y="118110"/>
                    </a:moveTo>
                    <a:lnTo>
                      <a:pt x="98108" y="113348"/>
                    </a:lnTo>
                    <a:cubicBezTo>
                      <a:pt x="98108" y="113348"/>
                      <a:pt x="97155" y="111443"/>
                      <a:pt x="97155" y="110490"/>
                    </a:cubicBezTo>
                    <a:cubicBezTo>
                      <a:pt x="97155" y="109538"/>
                      <a:pt x="96203" y="109538"/>
                      <a:pt x="95250" y="108585"/>
                    </a:cubicBezTo>
                    <a:cubicBezTo>
                      <a:pt x="94298" y="107633"/>
                      <a:pt x="93345" y="107633"/>
                      <a:pt x="92393" y="107633"/>
                    </a:cubicBezTo>
                    <a:cubicBezTo>
                      <a:pt x="91440" y="107633"/>
                      <a:pt x="90488" y="107633"/>
                      <a:pt x="89535" y="108585"/>
                    </a:cubicBezTo>
                    <a:lnTo>
                      <a:pt x="87630" y="110490"/>
                    </a:lnTo>
                    <a:cubicBezTo>
                      <a:pt x="87630" y="110490"/>
                      <a:pt x="86678" y="112395"/>
                      <a:pt x="86678" y="113348"/>
                    </a:cubicBezTo>
                    <a:lnTo>
                      <a:pt x="86678" y="132398"/>
                    </a:lnTo>
                    <a:cubicBezTo>
                      <a:pt x="86678" y="132398"/>
                      <a:pt x="87630" y="134303"/>
                      <a:pt x="87630" y="135255"/>
                    </a:cubicBezTo>
                    <a:cubicBezTo>
                      <a:pt x="87630" y="136208"/>
                      <a:pt x="88583" y="136208"/>
                      <a:pt x="89535" y="137160"/>
                    </a:cubicBezTo>
                    <a:cubicBezTo>
                      <a:pt x="90488" y="138113"/>
                      <a:pt x="91440" y="138113"/>
                      <a:pt x="92393" y="138113"/>
                    </a:cubicBezTo>
                    <a:cubicBezTo>
                      <a:pt x="93345" y="138113"/>
                      <a:pt x="94298" y="138113"/>
                      <a:pt x="95250" y="137160"/>
                    </a:cubicBezTo>
                    <a:lnTo>
                      <a:pt x="97155" y="135255"/>
                    </a:lnTo>
                    <a:cubicBezTo>
                      <a:pt x="97155" y="135255"/>
                      <a:pt x="98108" y="133350"/>
                      <a:pt x="98108" y="132398"/>
                    </a:cubicBezTo>
                    <a:lnTo>
                      <a:pt x="98108" y="118110"/>
                    </a:lnTo>
                    <a:close/>
                  </a:path>
                </a:pathLst>
              </a:custGeom>
              <a:solidFill>
                <a:srgbClr val="0EF081"/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464" name="组合 463">
                <a:extLst>
                  <a:ext uri="{FF2B5EF4-FFF2-40B4-BE49-F238E27FC236}">
                    <a16:creationId xmlns:a16="http://schemas.microsoft.com/office/drawing/2014/main" id="{D6079E98-9E1A-8C59-F49B-91BDB3699412}"/>
                  </a:ext>
                </a:extLst>
              </p:cNvPr>
              <p:cNvGrpSpPr/>
              <p:nvPr/>
            </p:nvGrpSpPr>
            <p:grpSpPr>
              <a:xfrm>
                <a:off x="2107634" y="4407352"/>
                <a:ext cx="167895" cy="183182"/>
                <a:chOff x="3263590" y="765717"/>
                <a:chExt cx="1278673" cy="1330712"/>
              </a:xfrm>
            </p:grpSpPr>
            <p:sp>
              <p:nvSpPr>
                <p:cNvPr id="573" name="椭圆 572">
                  <a:extLst>
                    <a:ext uri="{FF2B5EF4-FFF2-40B4-BE49-F238E27FC236}">
                      <a16:creationId xmlns:a16="http://schemas.microsoft.com/office/drawing/2014/main" id="{092EAE33-2631-720F-9321-C0022653168A}"/>
                    </a:ext>
                  </a:extLst>
                </p:cNvPr>
                <p:cNvSpPr/>
                <p:nvPr/>
              </p:nvSpPr>
              <p:spPr>
                <a:xfrm>
                  <a:off x="3263590" y="765717"/>
                  <a:ext cx="906966" cy="94413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574" name="直接连接符 573">
                  <a:extLst>
                    <a:ext uri="{FF2B5EF4-FFF2-40B4-BE49-F238E27FC236}">
                      <a16:creationId xmlns:a16="http://schemas.microsoft.com/office/drawing/2014/main" id="{32945F33-2C0A-2BDE-3A41-42A3E182779F}"/>
                    </a:ext>
                  </a:extLst>
                </p:cNvPr>
                <p:cNvCxnSpPr>
                  <a:cxnSpLocks/>
                  <a:stCxn id="573" idx="5"/>
                </p:cNvCxnSpPr>
                <p:nvPr/>
              </p:nvCxnSpPr>
              <p:spPr>
                <a:xfrm>
                  <a:off x="4037734" y="1571587"/>
                  <a:ext cx="504529" cy="524842"/>
                </a:xfrm>
                <a:prstGeom prst="line">
                  <a:avLst/>
                </a:prstGeom>
                <a:ln w="889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5" name="组合 464">
                <a:extLst>
                  <a:ext uri="{FF2B5EF4-FFF2-40B4-BE49-F238E27FC236}">
                    <a16:creationId xmlns:a16="http://schemas.microsoft.com/office/drawing/2014/main" id="{6329F081-A929-FCBA-623C-A743D7155021}"/>
                  </a:ext>
                </a:extLst>
              </p:cNvPr>
              <p:cNvGrpSpPr/>
              <p:nvPr/>
            </p:nvGrpSpPr>
            <p:grpSpPr>
              <a:xfrm>
                <a:off x="2622208" y="4306785"/>
                <a:ext cx="515566" cy="798024"/>
                <a:chOff x="5150308" y="-116377"/>
                <a:chExt cx="682161" cy="1055889"/>
              </a:xfrm>
            </p:grpSpPr>
            <p:sp>
              <p:nvSpPr>
                <p:cNvPr id="566" name="Freeform 42">
                  <a:extLst>
                    <a:ext uri="{FF2B5EF4-FFF2-40B4-BE49-F238E27FC236}">
                      <a16:creationId xmlns:a16="http://schemas.microsoft.com/office/drawing/2014/main" id="{C830498F-BB46-B569-1D2C-B6EFC1B273CC}"/>
                    </a:ext>
                  </a:extLst>
                </p:cNvPr>
                <p:cNvSpPr/>
                <p:nvPr/>
              </p:nvSpPr>
              <p:spPr bwMode="auto">
                <a:xfrm>
                  <a:off x="5150308" y="544436"/>
                  <a:ext cx="681636" cy="395076"/>
                </a:xfrm>
                <a:custGeom>
                  <a:avLst/>
                  <a:gdLst>
                    <a:gd name="T0" fmla="*/ 1294 w 1294"/>
                    <a:gd name="T1" fmla="*/ 376 h 750"/>
                    <a:gd name="T2" fmla="*/ 648 w 1294"/>
                    <a:gd name="T3" fmla="*/ 750 h 750"/>
                    <a:gd name="T4" fmla="*/ 0 w 1294"/>
                    <a:gd name="T5" fmla="*/ 376 h 750"/>
                    <a:gd name="T6" fmla="*/ 646 w 1294"/>
                    <a:gd name="T7" fmla="*/ 0 h 750"/>
                    <a:gd name="T8" fmla="*/ 1294 w 1294"/>
                    <a:gd name="T9" fmla="*/ 376 h 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4" h="750">
                      <a:moveTo>
                        <a:pt x="1294" y="376"/>
                      </a:moveTo>
                      <a:lnTo>
                        <a:pt x="648" y="750"/>
                      </a:lnTo>
                      <a:lnTo>
                        <a:pt x="0" y="376"/>
                      </a:lnTo>
                      <a:lnTo>
                        <a:pt x="646" y="0"/>
                      </a:lnTo>
                      <a:lnTo>
                        <a:pt x="1294" y="37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E9CEF"/>
                    </a:gs>
                    <a:gs pos="100000">
                      <a:srgbClr val="D4D9F7"/>
                    </a:gs>
                  </a:gsLst>
                  <a:lin ang="135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67" name="组合 566">
                  <a:extLst>
                    <a:ext uri="{FF2B5EF4-FFF2-40B4-BE49-F238E27FC236}">
                      <a16:creationId xmlns:a16="http://schemas.microsoft.com/office/drawing/2014/main" id="{FD167338-E91D-408F-19CA-B7260624A3F4}"/>
                    </a:ext>
                  </a:extLst>
                </p:cNvPr>
                <p:cNvGrpSpPr/>
                <p:nvPr/>
              </p:nvGrpSpPr>
              <p:grpSpPr>
                <a:xfrm>
                  <a:off x="5150833" y="143429"/>
                  <a:ext cx="681636" cy="722725"/>
                  <a:chOff x="6705067" y="-827529"/>
                  <a:chExt cx="2054226" cy="2178051"/>
                </a:xfr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10800000" scaled="1"/>
                </a:gradFill>
              </p:grpSpPr>
              <p:sp>
                <p:nvSpPr>
                  <p:cNvPr id="570" name="Freeform 40">
                    <a:extLst>
                      <a:ext uri="{FF2B5EF4-FFF2-40B4-BE49-F238E27FC236}">
                        <a16:creationId xmlns:a16="http://schemas.microsoft.com/office/drawing/2014/main" id="{94A7D94A-0DE7-D54D-4C29-CF8B6DE27B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33769" y="-230631"/>
                    <a:ext cx="1025524" cy="1581152"/>
                  </a:xfrm>
                  <a:custGeom>
                    <a:avLst/>
                    <a:gdLst>
                      <a:gd name="T0" fmla="*/ 646 w 646"/>
                      <a:gd name="T1" fmla="*/ 0 h 996"/>
                      <a:gd name="T2" fmla="*/ 644 w 646"/>
                      <a:gd name="T3" fmla="*/ 620 h 996"/>
                      <a:gd name="T4" fmla="*/ 0 w 646"/>
                      <a:gd name="T5" fmla="*/ 996 h 996"/>
                      <a:gd name="T6" fmla="*/ 0 w 646"/>
                      <a:gd name="T7" fmla="*/ 374 h 996"/>
                      <a:gd name="T8" fmla="*/ 646 w 646"/>
                      <a:gd name="T9" fmla="*/ 0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6" h="996">
                        <a:moveTo>
                          <a:pt x="646" y="0"/>
                        </a:moveTo>
                        <a:lnTo>
                          <a:pt x="644" y="620"/>
                        </a:lnTo>
                        <a:lnTo>
                          <a:pt x="0" y="996"/>
                        </a:lnTo>
                        <a:lnTo>
                          <a:pt x="0" y="374"/>
                        </a:lnTo>
                        <a:lnTo>
                          <a:pt x="646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71" name="Freeform 41">
                    <a:extLst>
                      <a:ext uri="{FF2B5EF4-FFF2-40B4-BE49-F238E27FC236}">
                        <a16:creationId xmlns:a16="http://schemas.microsoft.com/office/drawing/2014/main" id="{1695C69F-7292-F376-4226-B145F4E317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20885" y="-230629"/>
                    <a:ext cx="1031876" cy="1581151"/>
                  </a:xfrm>
                  <a:custGeom>
                    <a:avLst/>
                    <a:gdLst>
                      <a:gd name="T0" fmla="*/ 650 w 650"/>
                      <a:gd name="T1" fmla="*/ 374 h 996"/>
                      <a:gd name="T2" fmla="*/ 650 w 650"/>
                      <a:gd name="T3" fmla="*/ 996 h 996"/>
                      <a:gd name="T4" fmla="*/ 0 w 650"/>
                      <a:gd name="T5" fmla="*/ 620 h 996"/>
                      <a:gd name="T6" fmla="*/ 2 w 650"/>
                      <a:gd name="T7" fmla="*/ 0 h 996"/>
                      <a:gd name="T8" fmla="*/ 650 w 650"/>
                      <a:gd name="T9" fmla="*/ 374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0" h="996">
                        <a:moveTo>
                          <a:pt x="650" y="374"/>
                        </a:moveTo>
                        <a:lnTo>
                          <a:pt x="650" y="996"/>
                        </a:lnTo>
                        <a:lnTo>
                          <a:pt x="0" y="620"/>
                        </a:lnTo>
                        <a:lnTo>
                          <a:pt x="2" y="0"/>
                        </a:lnTo>
                        <a:lnTo>
                          <a:pt x="650" y="37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72" name="Freeform 42">
                    <a:extLst>
                      <a:ext uri="{FF2B5EF4-FFF2-40B4-BE49-F238E27FC236}">
                        <a16:creationId xmlns:a16="http://schemas.microsoft.com/office/drawing/2014/main" id="{D3B45232-8850-3D14-36DD-AA9F6F7AB1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067" y="-827529"/>
                    <a:ext cx="2054225" cy="1190626"/>
                  </a:xfrm>
                  <a:custGeom>
                    <a:avLst/>
                    <a:gdLst>
                      <a:gd name="T0" fmla="*/ 1294 w 1294"/>
                      <a:gd name="T1" fmla="*/ 376 h 750"/>
                      <a:gd name="T2" fmla="*/ 648 w 1294"/>
                      <a:gd name="T3" fmla="*/ 750 h 750"/>
                      <a:gd name="T4" fmla="*/ 0 w 1294"/>
                      <a:gd name="T5" fmla="*/ 376 h 750"/>
                      <a:gd name="T6" fmla="*/ 646 w 1294"/>
                      <a:gd name="T7" fmla="*/ 0 h 750"/>
                      <a:gd name="T8" fmla="*/ 1294 w 1294"/>
                      <a:gd name="T9" fmla="*/ 376 h 7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94" h="750">
                        <a:moveTo>
                          <a:pt x="1294" y="376"/>
                        </a:moveTo>
                        <a:lnTo>
                          <a:pt x="648" y="750"/>
                        </a:lnTo>
                        <a:lnTo>
                          <a:pt x="0" y="376"/>
                        </a:lnTo>
                        <a:lnTo>
                          <a:pt x="646" y="0"/>
                        </a:lnTo>
                        <a:lnTo>
                          <a:pt x="1294" y="37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8E9CEF"/>
                      </a:gs>
                      <a:gs pos="100000">
                        <a:srgbClr val="D4D9F7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sp>
              <p:nvSpPr>
                <p:cNvPr id="568" name="梯形 567">
                  <a:extLst>
                    <a:ext uri="{FF2B5EF4-FFF2-40B4-BE49-F238E27FC236}">
                      <a16:creationId xmlns:a16="http://schemas.microsoft.com/office/drawing/2014/main" id="{A05E1C08-75FD-3611-B259-52CDA589E491}"/>
                    </a:ext>
                  </a:extLst>
                </p:cNvPr>
                <p:cNvSpPr/>
                <p:nvPr/>
              </p:nvSpPr>
              <p:spPr>
                <a:xfrm rot="10800000">
                  <a:off x="5222337" y="-116377"/>
                  <a:ext cx="537579" cy="449281"/>
                </a:xfrm>
                <a:prstGeom prst="trapezoid">
                  <a:avLst>
                    <a:gd name="adj" fmla="val 16006"/>
                  </a:avLst>
                </a:prstGeom>
                <a:gradFill flip="none" rotWithShape="1">
                  <a:gsLst>
                    <a:gs pos="0">
                      <a:srgbClr val="FAFBFF">
                        <a:alpha val="0"/>
                      </a:srgbClr>
                    </a:gs>
                    <a:gs pos="100000">
                      <a:srgbClr val="B1BBFE">
                        <a:alpha val="80000"/>
                      </a:srgb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69" name="Freeform 33">
                  <a:extLst>
                    <a:ext uri="{FF2B5EF4-FFF2-40B4-BE49-F238E27FC236}">
                      <a16:creationId xmlns:a16="http://schemas.microsoft.com/office/drawing/2014/main" id="{74AF34BC-53BF-5177-ECB0-FC67D53717F7}"/>
                    </a:ext>
                  </a:extLst>
                </p:cNvPr>
                <p:cNvSpPr/>
                <p:nvPr/>
              </p:nvSpPr>
              <p:spPr bwMode="auto">
                <a:xfrm>
                  <a:off x="5289370" y="219658"/>
                  <a:ext cx="403512" cy="234554"/>
                </a:xfrm>
                <a:custGeom>
                  <a:avLst/>
                  <a:gdLst>
                    <a:gd name="T0" fmla="*/ 812 w 812"/>
                    <a:gd name="T1" fmla="*/ 236 h 472"/>
                    <a:gd name="T2" fmla="*/ 409 w 812"/>
                    <a:gd name="T3" fmla="*/ 472 h 472"/>
                    <a:gd name="T4" fmla="*/ 0 w 812"/>
                    <a:gd name="T5" fmla="*/ 236 h 472"/>
                    <a:gd name="T6" fmla="*/ 404 w 812"/>
                    <a:gd name="T7" fmla="*/ 0 h 472"/>
                    <a:gd name="T8" fmla="*/ 812 w 812"/>
                    <a:gd name="T9" fmla="*/ 236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2" h="472">
                      <a:moveTo>
                        <a:pt x="812" y="236"/>
                      </a:moveTo>
                      <a:lnTo>
                        <a:pt x="409" y="472"/>
                      </a:lnTo>
                      <a:lnTo>
                        <a:pt x="0" y="236"/>
                      </a:lnTo>
                      <a:lnTo>
                        <a:pt x="404" y="0"/>
                      </a:lnTo>
                      <a:lnTo>
                        <a:pt x="812" y="236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3749CC">
                        <a:lumMod val="51000"/>
                      </a:srgbClr>
                    </a:gs>
                    <a:gs pos="100000">
                      <a:srgbClr val="3749CC"/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66" name="图形 599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  <a:extLst>
                  <a:ext uri="{FF2B5EF4-FFF2-40B4-BE49-F238E27FC236}">
                    <a16:creationId xmlns:a16="http://schemas.microsoft.com/office/drawing/2014/main" id="{968F64D5-BA44-38AA-D07A-5EF747F16505}"/>
                  </a:ext>
                </a:extLst>
              </p:cNvPr>
              <p:cNvSpPr/>
              <p:nvPr/>
            </p:nvSpPr>
            <p:spPr>
              <a:xfrm>
                <a:off x="2676481" y="4739137"/>
                <a:ext cx="167895" cy="209869"/>
              </a:xfrm>
              <a:custGeom>
                <a:avLst/>
                <a:gdLst>
                  <a:gd name="connsiteX0" fmla="*/ 0 w 152400"/>
                  <a:gd name="connsiteY0" fmla="*/ 114300 h 190500"/>
                  <a:gd name="connsiteX1" fmla="*/ 76200 w 152400"/>
                  <a:gd name="connsiteY1" fmla="*/ 190500 h 190500"/>
                  <a:gd name="connsiteX2" fmla="*/ 152400 w 152400"/>
                  <a:gd name="connsiteY2" fmla="*/ 114300 h 190500"/>
                  <a:gd name="connsiteX3" fmla="*/ 133350 w 152400"/>
                  <a:gd name="connsiteY3" fmla="*/ 114300 h 190500"/>
                  <a:gd name="connsiteX4" fmla="*/ 76200 w 152400"/>
                  <a:gd name="connsiteY4" fmla="*/ 171450 h 190500"/>
                  <a:gd name="connsiteX5" fmla="*/ 19050 w 152400"/>
                  <a:gd name="connsiteY5" fmla="*/ 114300 h 190500"/>
                  <a:gd name="connsiteX6" fmla="*/ 76200 w 152400"/>
                  <a:gd name="connsiteY6" fmla="*/ 57150 h 190500"/>
                  <a:gd name="connsiteX7" fmla="*/ 76200 w 152400"/>
                  <a:gd name="connsiteY7" fmla="*/ 95250 h 190500"/>
                  <a:gd name="connsiteX8" fmla="*/ 123825 w 152400"/>
                  <a:gd name="connsiteY8" fmla="*/ 47625 h 190500"/>
                  <a:gd name="connsiteX9" fmla="*/ 76200 w 152400"/>
                  <a:gd name="connsiteY9" fmla="*/ 0 h 190500"/>
                  <a:gd name="connsiteX10" fmla="*/ 76200 w 152400"/>
                  <a:gd name="connsiteY10" fmla="*/ 38100 h 190500"/>
                  <a:gd name="connsiteX11" fmla="*/ 0 w 152400"/>
                  <a:gd name="connsiteY11" fmla="*/ 114300 h 190500"/>
                  <a:gd name="connsiteX12" fmla="*/ 63818 w 152400"/>
                  <a:gd name="connsiteY12" fmla="*/ 122873 h 190500"/>
                  <a:gd name="connsiteX13" fmla="*/ 65723 w 152400"/>
                  <a:gd name="connsiteY13" fmla="*/ 101918 h 190500"/>
                  <a:gd name="connsiteX14" fmla="*/ 88583 w 152400"/>
                  <a:gd name="connsiteY14" fmla="*/ 101918 h 190500"/>
                  <a:gd name="connsiteX15" fmla="*/ 88583 w 152400"/>
                  <a:gd name="connsiteY15" fmla="*/ 108585 h 190500"/>
                  <a:gd name="connsiteX16" fmla="*/ 72390 w 152400"/>
                  <a:gd name="connsiteY16" fmla="*/ 108585 h 190500"/>
                  <a:gd name="connsiteX17" fmla="*/ 71438 w 152400"/>
                  <a:gd name="connsiteY17" fmla="*/ 117158 h 190500"/>
                  <a:gd name="connsiteX18" fmla="*/ 72390 w 152400"/>
                  <a:gd name="connsiteY18" fmla="*/ 116205 h 190500"/>
                  <a:gd name="connsiteX19" fmla="*/ 73343 w 152400"/>
                  <a:gd name="connsiteY19" fmla="*/ 115253 h 190500"/>
                  <a:gd name="connsiteX20" fmla="*/ 75248 w 152400"/>
                  <a:gd name="connsiteY20" fmla="*/ 115253 h 190500"/>
                  <a:gd name="connsiteX21" fmla="*/ 77153 w 152400"/>
                  <a:gd name="connsiteY21" fmla="*/ 115253 h 190500"/>
                  <a:gd name="connsiteX22" fmla="*/ 81915 w 152400"/>
                  <a:gd name="connsiteY22" fmla="*/ 116205 h 190500"/>
                  <a:gd name="connsiteX23" fmla="*/ 85725 w 152400"/>
                  <a:gd name="connsiteY23" fmla="*/ 119063 h 190500"/>
                  <a:gd name="connsiteX24" fmla="*/ 88583 w 152400"/>
                  <a:gd name="connsiteY24" fmla="*/ 123825 h 190500"/>
                  <a:gd name="connsiteX25" fmla="*/ 89535 w 152400"/>
                  <a:gd name="connsiteY25" fmla="*/ 129540 h 190500"/>
                  <a:gd name="connsiteX26" fmla="*/ 88583 w 152400"/>
                  <a:gd name="connsiteY26" fmla="*/ 134303 h 190500"/>
                  <a:gd name="connsiteX27" fmla="*/ 85725 w 152400"/>
                  <a:gd name="connsiteY27" fmla="*/ 139065 h 190500"/>
                  <a:gd name="connsiteX28" fmla="*/ 80963 w 152400"/>
                  <a:gd name="connsiteY28" fmla="*/ 141923 h 190500"/>
                  <a:gd name="connsiteX29" fmla="*/ 75248 w 152400"/>
                  <a:gd name="connsiteY29" fmla="*/ 142875 h 190500"/>
                  <a:gd name="connsiteX30" fmla="*/ 70485 w 152400"/>
                  <a:gd name="connsiteY30" fmla="*/ 141923 h 190500"/>
                  <a:gd name="connsiteX31" fmla="*/ 65723 w 152400"/>
                  <a:gd name="connsiteY31" fmla="*/ 140018 h 190500"/>
                  <a:gd name="connsiteX32" fmla="*/ 62865 w 152400"/>
                  <a:gd name="connsiteY32" fmla="*/ 136208 h 190500"/>
                  <a:gd name="connsiteX33" fmla="*/ 61913 w 152400"/>
                  <a:gd name="connsiteY33" fmla="*/ 131445 h 190500"/>
                  <a:gd name="connsiteX34" fmla="*/ 69533 w 152400"/>
                  <a:gd name="connsiteY34" fmla="*/ 131445 h 190500"/>
                  <a:gd name="connsiteX35" fmla="*/ 71438 w 152400"/>
                  <a:gd name="connsiteY35" fmla="*/ 135255 h 190500"/>
                  <a:gd name="connsiteX36" fmla="*/ 75248 w 152400"/>
                  <a:gd name="connsiteY36" fmla="*/ 136208 h 190500"/>
                  <a:gd name="connsiteX37" fmla="*/ 78105 w 152400"/>
                  <a:gd name="connsiteY37" fmla="*/ 135255 h 190500"/>
                  <a:gd name="connsiteX38" fmla="*/ 80010 w 152400"/>
                  <a:gd name="connsiteY38" fmla="*/ 133350 h 190500"/>
                  <a:gd name="connsiteX39" fmla="*/ 80963 w 152400"/>
                  <a:gd name="connsiteY39" fmla="*/ 130493 h 190500"/>
                  <a:gd name="connsiteX40" fmla="*/ 80963 w 152400"/>
                  <a:gd name="connsiteY40" fmla="*/ 124778 h 190500"/>
                  <a:gd name="connsiteX41" fmla="*/ 80010 w 152400"/>
                  <a:gd name="connsiteY41" fmla="*/ 122873 h 190500"/>
                  <a:gd name="connsiteX42" fmla="*/ 78105 w 152400"/>
                  <a:gd name="connsiteY42" fmla="*/ 120968 h 190500"/>
                  <a:gd name="connsiteX43" fmla="*/ 75248 w 152400"/>
                  <a:gd name="connsiteY43" fmla="*/ 120015 h 190500"/>
                  <a:gd name="connsiteX44" fmla="*/ 73343 w 152400"/>
                  <a:gd name="connsiteY44" fmla="*/ 120015 h 190500"/>
                  <a:gd name="connsiteX45" fmla="*/ 71438 w 152400"/>
                  <a:gd name="connsiteY45" fmla="*/ 120968 h 190500"/>
                  <a:gd name="connsiteX46" fmla="*/ 70485 w 152400"/>
                  <a:gd name="connsiteY46" fmla="*/ 121920 h 190500"/>
                  <a:gd name="connsiteX47" fmla="*/ 69533 w 152400"/>
                  <a:gd name="connsiteY47" fmla="*/ 122873 h 190500"/>
                  <a:gd name="connsiteX48" fmla="*/ 63818 w 152400"/>
                  <a:gd name="connsiteY48" fmla="*/ 122873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52400" h="190500">
                    <a:moveTo>
                      <a:pt x="0" y="114300"/>
                    </a:moveTo>
                    <a:cubicBezTo>
                      <a:pt x="0" y="156210"/>
                      <a:pt x="34290" y="190500"/>
                      <a:pt x="76200" y="190500"/>
                    </a:cubicBezTo>
                    <a:cubicBezTo>
                      <a:pt x="118110" y="190500"/>
                      <a:pt x="152400" y="156210"/>
                      <a:pt x="152400" y="114300"/>
                    </a:cubicBezTo>
                    <a:lnTo>
                      <a:pt x="133350" y="114300"/>
                    </a:lnTo>
                    <a:cubicBezTo>
                      <a:pt x="133350" y="145733"/>
                      <a:pt x="107633" y="171450"/>
                      <a:pt x="76200" y="171450"/>
                    </a:cubicBezTo>
                    <a:cubicBezTo>
                      <a:pt x="44768" y="171450"/>
                      <a:pt x="19050" y="145733"/>
                      <a:pt x="19050" y="114300"/>
                    </a:cubicBezTo>
                    <a:cubicBezTo>
                      <a:pt x="19050" y="82868"/>
                      <a:pt x="44768" y="57150"/>
                      <a:pt x="76200" y="57150"/>
                    </a:cubicBezTo>
                    <a:lnTo>
                      <a:pt x="76200" y="95250"/>
                    </a:lnTo>
                    <a:lnTo>
                      <a:pt x="123825" y="47625"/>
                    </a:lnTo>
                    <a:lnTo>
                      <a:pt x="76200" y="0"/>
                    </a:lnTo>
                    <a:lnTo>
                      <a:pt x="76200" y="38100"/>
                    </a:lnTo>
                    <a:cubicBezTo>
                      <a:pt x="34290" y="38100"/>
                      <a:pt x="0" y="72390"/>
                      <a:pt x="0" y="114300"/>
                    </a:cubicBezTo>
                    <a:close/>
                    <a:moveTo>
                      <a:pt x="63818" y="122873"/>
                    </a:moveTo>
                    <a:lnTo>
                      <a:pt x="65723" y="101918"/>
                    </a:lnTo>
                    <a:lnTo>
                      <a:pt x="88583" y="101918"/>
                    </a:lnTo>
                    <a:lnTo>
                      <a:pt x="88583" y="108585"/>
                    </a:lnTo>
                    <a:lnTo>
                      <a:pt x="72390" y="108585"/>
                    </a:lnTo>
                    <a:lnTo>
                      <a:pt x="71438" y="117158"/>
                    </a:lnTo>
                    <a:cubicBezTo>
                      <a:pt x="71438" y="117158"/>
                      <a:pt x="72390" y="117158"/>
                      <a:pt x="72390" y="116205"/>
                    </a:cubicBezTo>
                    <a:cubicBezTo>
                      <a:pt x="72390" y="115253"/>
                      <a:pt x="73343" y="116205"/>
                      <a:pt x="73343" y="115253"/>
                    </a:cubicBezTo>
                    <a:cubicBezTo>
                      <a:pt x="73343" y="114300"/>
                      <a:pt x="74295" y="115253"/>
                      <a:pt x="75248" y="115253"/>
                    </a:cubicBezTo>
                    <a:lnTo>
                      <a:pt x="77153" y="115253"/>
                    </a:lnTo>
                    <a:cubicBezTo>
                      <a:pt x="79058" y="115253"/>
                      <a:pt x="80963" y="115253"/>
                      <a:pt x="81915" y="116205"/>
                    </a:cubicBezTo>
                    <a:cubicBezTo>
                      <a:pt x="82868" y="117158"/>
                      <a:pt x="84773" y="118110"/>
                      <a:pt x="85725" y="119063"/>
                    </a:cubicBezTo>
                    <a:cubicBezTo>
                      <a:pt x="86678" y="120015"/>
                      <a:pt x="87630" y="121920"/>
                      <a:pt x="88583" y="123825"/>
                    </a:cubicBezTo>
                    <a:cubicBezTo>
                      <a:pt x="89535" y="125730"/>
                      <a:pt x="89535" y="127635"/>
                      <a:pt x="89535" y="129540"/>
                    </a:cubicBezTo>
                    <a:cubicBezTo>
                      <a:pt x="89535" y="131445"/>
                      <a:pt x="89535" y="133350"/>
                      <a:pt x="88583" y="134303"/>
                    </a:cubicBezTo>
                    <a:cubicBezTo>
                      <a:pt x="87630" y="135255"/>
                      <a:pt x="87630" y="137160"/>
                      <a:pt x="85725" y="139065"/>
                    </a:cubicBezTo>
                    <a:cubicBezTo>
                      <a:pt x="83820" y="140970"/>
                      <a:pt x="82868" y="140970"/>
                      <a:pt x="80963" y="141923"/>
                    </a:cubicBezTo>
                    <a:cubicBezTo>
                      <a:pt x="79058" y="142875"/>
                      <a:pt x="77153" y="142875"/>
                      <a:pt x="75248" y="142875"/>
                    </a:cubicBezTo>
                    <a:cubicBezTo>
                      <a:pt x="73343" y="142875"/>
                      <a:pt x="71438" y="142875"/>
                      <a:pt x="70485" y="141923"/>
                    </a:cubicBezTo>
                    <a:cubicBezTo>
                      <a:pt x="69533" y="140970"/>
                      <a:pt x="67628" y="140970"/>
                      <a:pt x="65723" y="140018"/>
                    </a:cubicBezTo>
                    <a:cubicBezTo>
                      <a:pt x="63818" y="139065"/>
                      <a:pt x="63818" y="138113"/>
                      <a:pt x="62865" y="136208"/>
                    </a:cubicBezTo>
                    <a:cubicBezTo>
                      <a:pt x="61913" y="134303"/>
                      <a:pt x="61913" y="133350"/>
                      <a:pt x="61913" y="131445"/>
                    </a:cubicBezTo>
                    <a:lnTo>
                      <a:pt x="69533" y="131445"/>
                    </a:lnTo>
                    <a:cubicBezTo>
                      <a:pt x="69533" y="133350"/>
                      <a:pt x="70485" y="134303"/>
                      <a:pt x="71438" y="135255"/>
                    </a:cubicBezTo>
                    <a:cubicBezTo>
                      <a:pt x="72390" y="136208"/>
                      <a:pt x="73343" y="136208"/>
                      <a:pt x="75248" y="136208"/>
                    </a:cubicBezTo>
                    <a:cubicBezTo>
                      <a:pt x="76200" y="136208"/>
                      <a:pt x="77153" y="136208"/>
                      <a:pt x="78105" y="135255"/>
                    </a:cubicBezTo>
                    <a:lnTo>
                      <a:pt x="80010" y="133350"/>
                    </a:lnTo>
                    <a:cubicBezTo>
                      <a:pt x="80010" y="133350"/>
                      <a:pt x="80963" y="131445"/>
                      <a:pt x="80963" y="130493"/>
                    </a:cubicBezTo>
                    <a:lnTo>
                      <a:pt x="80963" y="124778"/>
                    </a:lnTo>
                    <a:lnTo>
                      <a:pt x="80010" y="122873"/>
                    </a:lnTo>
                    <a:lnTo>
                      <a:pt x="78105" y="120968"/>
                    </a:lnTo>
                    <a:cubicBezTo>
                      <a:pt x="78105" y="120968"/>
                      <a:pt x="76200" y="120015"/>
                      <a:pt x="75248" y="120015"/>
                    </a:cubicBezTo>
                    <a:lnTo>
                      <a:pt x="73343" y="120015"/>
                    </a:lnTo>
                    <a:cubicBezTo>
                      <a:pt x="73343" y="120015"/>
                      <a:pt x="72390" y="120015"/>
                      <a:pt x="71438" y="120968"/>
                    </a:cubicBezTo>
                    <a:cubicBezTo>
                      <a:pt x="70485" y="121920"/>
                      <a:pt x="70485" y="120968"/>
                      <a:pt x="70485" y="121920"/>
                    </a:cubicBezTo>
                    <a:cubicBezTo>
                      <a:pt x="70485" y="122873"/>
                      <a:pt x="69533" y="122873"/>
                      <a:pt x="69533" y="122873"/>
                    </a:cubicBezTo>
                    <a:cubicBezTo>
                      <a:pt x="69533" y="122873"/>
                      <a:pt x="63818" y="122873"/>
                      <a:pt x="63818" y="122873"/>
                    </a:cubicBezTo>
                    <a:close/>
                  </a:path>
                </a:pathLst>
              </a:custGeom>
              <a:solidFill>
                <a:srgbClr val="0EF081"/>
              </a:solidFill>
              <a:ln>
                <a:noFill/>
              </a:ln>
              <a:scene3d>
                <a:camera prst="isometricLeftDown"/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67" name="图片 466">
                <a:extLst>
                  <a:ext uri="{FF2B5EF4-FFF2-40B4-BE49-F238E27FC236}">
                    <a16:creationId xmlns:a16="http://schemas.microsoft.com/office/drawing/2014/main" id="{C388C8F1-74F4-33F0-BA80-CE9D1D83C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879" t="4315" r="9456" b="15718"/>
              <a:stretch>
                <a:fillRect/>
              </a:stretch>
            </p:blipFill>
            <p:spPr>
              <a:xfrm>
                <a:off x="2726600" y="4301831"/>
                <a:ext cx="339567" cy="340848"/>
              </a:xfrm>
              <a:prstGeom prst="rect">
                <a:avLst/>
              </a:prstGeom>
            </p:spPr>
          </p:pic>
          <p:cxnSp>
            <p:nvCxnSpPr>
              <p:cNvPr id="468" name="直接连接符 467">
                <a:extLst>
                  <a:ext uri="{FF2B5EF4-FFF2-40B4-BE49-F238E27FC236}">
                    <a16:creationId xmlns:a16="http://schemas.microsoft.com/office/drawing/2014/main" id="{7527DFD8-2DE2-ECA8-2F7D-C8DAE743EC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00312" y="4199073"/>
                <a:ext cx="344064" cy="437306"/>
              </a:xfrm>
              <a:prstGeom prst="line">
                <a:avLst/>
              </a:prstGeom>
              <a:ln w="15875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468">
                <a:extLst>
                  <a:ext uri="{FF2B5EF4-FFF2-40B4-BE49-F238E27FC236}">
                    <a16:creationId xmlns:a16="http://schemas.microsoft.com/office/drawing/2014/main" id="{C70A194A-3B2C-5F87-91D8-0D0325A682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62217" y="3761030"/>
                <a:ext cx="901752" cy="1007605"/>
              </a:xfrm>
              <a:prstGeom prst="line">
                <a:avLst/>
              </a:prstGeom>
              <a:ln w="15875">
                <a:solidFill>
                  <a:schemeClr val="bg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0" name="组合 469">
                <a:extLst>
                  <a:ext uri="{FF2B5EF4-FFF2-40B4-BE49-F238E27FC236}">
                    <a16:creationId xmlns:a16="http://schemas.microsoft.com/office/drawing/2014/main" id="{4578B87B-F8E7-0BBF-75D6-E4996DD92BC6}"/>
                  </a:ext>
                </a:extLst>
              </p:cNvPr>
              <p:cNvGrpSpPr/>
              <p:nvPr/>
            </p:nvGrpSpPr>
            <p:grpSpPr>
              <a:xfrm>
                <a:off x="3430171" y="4375017"/>
                <a:ext cx="828719" cy="852805"/>
                <a:chOff x="1367672" y="4264077"/>
                <a:chExt cx="999572" cy="1070775"/>
              </a:xfrm>
            </p:grpSpPr>
            <p:sp>
              <p:nvSpPr>
                <p:cNvPr id="551" name="Freeform 11">
                  <a:extLst>
                    <a:ext uri="{FF2B5EF4-FFF2-40B4-BE49-F238E27FC236}">
                      <a16:creationId xmlns:a16="http://schemas.microsoft.com/office/drawing/2014/main" id="{8E056F4C-4AA0-3B48-76EE-21ABBB024E47}"/>
                    </a:ext>
                  </a:extLst>
                </p:cNvPr>
                <p:cNvSpPr/>
                <p:nvPr/>
              </p:nvSpPr>
              <p:spPr bwMode="auto">
                <a:xfrm>
                  <a:off x="1390769" y="4986188"/>
                  <a:ext cx="968816" cy="348664"/>
                </a:xfrm>
                <a:custGeom>
                  <a:avLst/>
                  <a:gdLst>
                    <a:gd name="T0" fmla="*/ 488 w 502"/>
                    <a:gd name="T1" fmla="*/ 20 h 181"/>
                    <a:gd name="T2" fmla="*/ 287 w 502"/>
                    <a:gd name="T3" fmla="*/ 137 h 181"/>
                    <a:gd name="T4" fmla="*/ 217 w 502"/>
                    <a:gd name="T5" fmla="*/ 137 h 181"/>
                    <a:gd name="T6" fmla="*/ 14 w 502"/>
                    <a:gd name="T7" fmla="*/ 20 h 181"/>
                    <a:gd name="T8" fmla="*/ 0 w 502"/>
                    <a:gd name="T9" fmla="*/ 0 h 181"/>
                    <a:gd name="T10" fmla="*/ 0 w 502"/>
                    <a:gd name="T11" fmla="*/ 32 h 181"/>
                    <a:gd name="T12" fmla="*/ 14 w 502"/>
                    <a:gd name="T13" fmla="*/ 53 h 181"/>
                    <a:gd name="T14" fmla="*/ 217 w 502"/>
                    <a:gd name="T15" fmla="*/ 170 h 181"/>
                    <a:gd name="T16" fmla="*/ 287 w 502"/>
                    <a:gd name="T17" fmla="*/ 170 h 181"/>
                    <a:gd name="T18" fmla="*/ 488 w 502"/>
                    <a:gd name="T19" fmla="*/ 53 h 181"/>
                    <a:gd name="T20" fmla="*/ 502 w 502"/>
                    <a:gd name="T21" fmla="*/ 33 h 181"/>
                    <a:gd name="T22" fmla="*/ 502 w 502"/>
                    <a:gd name="T23" fmla="*/ 0 h 181"/>
                    <a:gd name="T24" fmla="*/ 488 w 502"/>
                    <a:gd name="T25" fmla="*/ 20 h 1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02" h="181">
                      <a:moveTo>
                        <a:pt x="488" y="20"/>
                      </a:moveTo>
                      <a:cubicBezTo>
                        <a:pt x="287" y="137"/>
                        <a:pt x="287" y="137"/>
                        <a:pt x="287" y="137"/>
                      </a:cubicBezTo>
                      <a:cubicBezTo>
                        <a:pt x="267" y="148"/>
                        <a:pt x="236" y="148"/>
                        <a:pt x="217" y="137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5" y="15"/>
                        <a:pt x="0" y="7"/>
                        <a:pt x="0" y="0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40"/>
                        <a:pt x="5" y="47"/>
                        <a:pt x="14" y="53"/>
                      </a:cubicBezTo>
                      <a:cubicBezTo>
                        <a:pt x="217" y="170"/>
                        <a:pt x="217" y="170"/>
                        <a:pt x="217" y="170"/>
                      </a:cubicBezTo>
                      <a:cubicBezTo>
                        <a:pt x="236" y="181"/>
                        <a:pt x="267" y="181"/>
                        <a:pt x="287" y="170"/>
                      </a:cubicBezTo>
                      <a:cubicBezTo>
                        <a:pt x="488" y="53"/>
                        <a:pt x="488" y="53"/>
                        <a:pt x="488" y="53"/>
                      </a:cubicBezTo>
                      <a:cubicBezTo>
                        <a:pt x="497" y="47"/>
                        <a:pt x="502" y="40"/>
                        <a:pt x="502" y="33"/>
                      </a:cubicBezTo>
                      <a:cubicBezTo>
                        <a:pt x="502" y="0"/>
                        <a:pt x="502" y="0"/>
                        <a:pt x="502" y="0"/>
                      </a:cubicBezTo>
                      <a:cubicBezTo>
                        <a:pt x="502" y="7"/>
                        <a:pt x="497" y="15"/>
                        <a:pt x="488" y="20"/>
                      </a:cubicBezTo>
                      <a:close/>
                    </a:path>
                  </a:pathLst>
                </a:custGeom>
                <a:solidFill>
                  <a:srgbClr val="FCFB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52" name="Freeform 12">
                  <a:extLst>
                    <a:ext uri="{FF2B5EF4-FFF2-40B4-BE49-F238E27FC236}">
                      <a16:creationId xmlns:a16="http://schemas.microsoft.com/office/drawing/2014/main" id="{3B00AFB3-3648-6EFE-1685-E9172DCB6D54}"/>
                    </a:ext>
                  </a:extLst>
                </p:cNvPr>
                <p:cNvSpPr/>
                <p:nvPr/>
              </p:nvSpPr>
              <p:spPr bwMode="auto">
                <a:xfrm>
                  <a:off x="1379134" y="4700917"/>
                  <a:ext cx="988110" cy="570540"/>
                </a:xfrm>
                <a:custGeom>
                  <a:avLst/>
                  <a:gdLst>
                    <a:gd name="T0" fmla="*/ 492 w 512"/>
                    <a:gd name="T1" fmla="*/ 128 h 296"/>
                    <a:gd name="T2" fmla="*/ 493 w 512"/>
                    <a:gd name="T3" fmla="*/ 168 h 296"/>
                    <a:gd name="T4" fmla="*/ 292 w 512"/>
                    <a:gd name="T5" fmla="*/ 285 h 296"/>
                    <a:gd name="T6" fmla="*/ 222 w 512"/>
                    <a:gd name="T7" fmla="*/ 285 h 296"/>
                    <a:gd name="T8" fmla="*/ 19 w 512"/>
                    <a:gd name="T9" fmla="*/ 168 h 296"/>
                    <a:gd name="T10" fmla="*/ 19 w 512"/>
                    <a:gd name="T11" fmla="*/ 128 h 296"/>
                    <a:gd name="T12" fmla="*/ 220 w 512"/>
                    <a:gd name="T13" fmla="*/ 11 h 296"/>
                    <a:gd name="T14" fmla="*/ 290 w 512"/>
                    <a:gd name="T15" fmla="*/ 11 h 296"/>
                    <a:gd name="T16" fmla="*/ 492 w 512"/>
                    <a:gd name="T17" fmla="*/ 128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12" h="296">
                      <a:moveTo>
                        <a:pt x="492" y="128"/>
                      </a:moveTo>
                      <a:cubicBezTo>
                        <a:pt x="512" y="139"/>
                        <a:pt x="512" y="157"/>
                        <a:pt x="493" y="168"/>
                      </a:cubicBezTo>
                      <a:cubicBezTo>
                        <a:pt x="292" y="285"/>
                        <a:pt x="292" y="285"/>
                        <a:pt x="292" y="285"/>
                      </a:cubicBezTo>
                      <a:cubicBezTo>
                        <a:pt x="272" y="296"/>
                        <a:pt x="241" y="296"/>
                        <a:pt x="222" y="285"/>
                      </a:cubicBezTo>
                      <a:cubicBezTo>
                        <a:pt x="19" y="168"/>
                        <a:pt x="19" y="168"/>
                        <a:pt x="19" y="168"/>
                      </a:cubicBezTo>
                      <a:cubicBezTo>
                        <a:pt x="0" y="157"/>
                        <a:pt x="0" y="139"/>
                        <a:pt x="19" y="128"/>
                      </a:cubicBezTo>
                      <a:cubicBezTo>
                        <a:pt x="220" y="11"/>
                        <a:pt x="220" y="11"/>
                        <a:pt x="220" y="11"/>
                      </a:cubicBezTo>
                      <a:cubicBezTo>
                        <a:pt x="239" y="0"/>
                        <a:pt x="271" y="0"/>
                        <a:pt x="290" y="11"/>
                      </a:cubicBezTo>
                      <a:lnTo>
                        <a:pt x="492" y="128"/>
                      </a:lnTo>
                      <a:close/>
                    </a:path>
                  </a:pathLst>
                </a:custGeom>
                <a:solidFill>
                  <a:srgbClr val="FCFB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53" name="组合 552">
                  <a:extLst>
                    <a:ext uri="{FF2B5EF4-FFF2-40B4-BE49-F238E27FC236}">
                      <a16:creationId xmlns:a16="http://schemas.microsoft.com/office/drawing/2014/main" id="{AA85DBF4-2416-FAE0-CBBB-1F21B8CFCD60}"/>
                    </a:ext>
                  </a:extLst>
                </p:cNvPr>
                <p:cNvGrpSpPr/>
                <p:nvPr/>
              </p:nvGrpSpPr>
              <p:grpSpPr>
                <a:xfrm>
                  <a:off x="1530131" y="4264077"/>
                  <a:ext cx="682690" cy="982531"/>
                  <a:chOff x="5048610" y="1472434"/>
                  <a:chExt cx="682690" cy="982531"/>
                </a:xfrm>
              </p:grpSpPr>
              <p:grpSp>
                <p:nvGrpSpPr>
                  <p:cNvPr id="556" name="组合 555">
                    <a:extLst>
                      <a:ext uri="{FF2B5EF4-FFF2-40B4-BE49-F238E27FC236}">
                        <a16:creationId xmlns:a16="http://schemas.microsoft.com/office/drawing/2014/main" id="{41652554-FBCC-D191-755B-358C73E3D8D2}"/>
                      </a:ext>
                    </a:extLst>
                  </p:cNvPr>
                  <p:cNvGrpSpPr/>
                  <p:nvPr/>
                </p:nvGrpSpPr>
                <p:grpSpPr>
                  <a:xfrm>
                    <a:off x="5048610" y="1732240"/>
                    <a:ext cx="682690" cy="722725"/>
                    <a:chOff x="6701892" y="-827529"/>
                    <a:chExt cx="2057401" cy="2178051"/>
                  </a:xfr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</p:grpSpPr>
                <p:sp>
                  <p:nvSpPr>
                    <p:cNvPr id="563" name="Freeform 40">
                      <a:extLst>
                        <a:ext uri="{FF2B5EF4-FFF2-40B4-BE49-F238E27FC236}">
                          <a16:creationId xmlns:a16="http://schemas.microsoft.com/office/drawing/2014/main" id="{1086A27E-5E16-B952-1827-9D05F083359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733769" y="-230631"/>
                      <a:ext cx="1025524" cy="1581152"/>
                    </a:xfrm>
                    <a:custGeom>
                      <a:avLst/>
                      <a:gdLst>
                        <a:gd name="T0" fmla="*/ 646 w 646"/>
                        <a:gd name="T1" fmla="*/ 0 h 996"/>
                        <a:gd name="T2" fmla="*/ 644 w 646"/>
                        <a:gd name="T3" fmla="*/ 620 h 996"/>
                        <a:gd name="T4" fmla="*/ 0 w 646"/>
                        <a:gd name="T5" fmla="*/ 996 h 996"/>
                        <a:gd name="T6" fmla="*/ 0 w 646"/>
                        <a:gd name="T7" fmla="*/ 374 h 996"/>
                        <a:gd name="T8" fmla="*/ 646 w 646"/>
                        <a:gd name="T9" fmla="*/ 0 h 99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46" h="996">
                          <a:moveTo>
                            <a:pt x="646" y="0"/>
                          </a:moveTo>
                          <a:lnTo>
                            <a:pt x="644" y="620"/>
                          </a:lnTo>
                          <a:lnTo>
                            <a:pt x="0" y="996"/>
                          </a:lnTo>
                          <a:lnTo>
                            <a:pt x="0" y="374"/>
                          </a:lnTo>
                          <a:lnTo>
                            <a:pt x="646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64" name="Freeform 41">
                      <a:extLst>
                        <a:ext uri="{FF2B5EF4-FFF2-40B4-BE49-F238E27FC236}">
                          <a16:creationId xmlns:a16="http://schemas.microsoft.com/office/drawing/2014/main" id="{01FEA6F1-99C0-B58B-BB94-627C3CDF6A8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1892" y="-230629"/>
                      <a:ext cx="1031875" cy="1581151"/>
                    </a:xfrm>
                    <a:custGeom>
                      <a:avLst/>
                      <a:gdLst>
                        <a:gd name="T0" fmla="*/ 650 w 650"/>
                        <a:gd name="T1" fmla="*/ 374 h 996"/>
                        <a:gd name="T2" fmla="*/ 650 w 650"/>
                        <a:gd name="T3" fmla="*/ 996 h 996"/>
                        <a:gd name="T4" fmla="*/ 0 w 650"/>
                        <a:gd name="T5" fmla="*/ 620 h 996"/>
                        <a:gd name="T6" fmla="*/ 2 w 650"/>
                        <a:gd name="T7" fmla="*/ 0 h 996"/>
                        <a:gd name="T8" fmla="*/ 650 w 650"/>
                        <a:gd name="T9" fmla="*/ 374 h 99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50" h="996">
                          <a:moveTo>
                            <a:pt x="650" y="374"/>
                          </a:moveTo>
                          <a:lnTo>
                            <a:pt x="650" y="996"/>
                          </a:lnTo>
                          <a:lnTo>
                            <a:pt x="0" y="620"/>
                          </a:lnTo>
                          <a:lnTo>
                            <a:pt x="2" y="0"/>
                          </a:lnTo>
                          <a:lnTo>
                            <a:pt x="650" y="37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3749CC"/>
                        </a:gs>
                        <a:gs pos="100000">
                          <a:srgbClr val="6578F0"/>
                        </a:gs>
                      </a:gsLst>
                      <a:lin ang="108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65" name="Freeform 42">
                      <a:extLst>
                        <a:ext uri="{FF2B5EF4-FFF2-40B4-BE49-F238E27FC236}">
                          <a16:creationId xmlns:a16="http://schemas.microsoft.com/office/drawing/2014/main" id="{87EFD0F4-35FF-FFAB-513A-54E90B298B8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5067" y="-827529"/>
                      <a:ext cx="2054225" cy="1190626"/>
                    </a:xfrm>
                    <a:custGeom>
                      <a:avLst/>
                      <a:gdLst>
                        <a:gd name="T0" fmla="*/ 1294 w 1294"/>
                        <a:gd name="T1" fmla="*/ 376 h 750"/>
                        <a:gd name="T2" fmla="*/ 648 w 1294"/>
                        <a:gd name="T3" fmla="*/ 750 h 750"/>
                        <a:gd name="T4" fmla="*/ 0 w 1294"/>
                        <a:gd name="T5" fmla="*/ 376 h 750"/>
                        <a:gd name="T6" fmla="*/ 646 w 1294"/>
                        <a:gd name="T7" fmla="*/ 0 h 750"/>
                        <a:gd name="T8" fmla="*/ 1294 w 1294"/>
                        <a:gd name="T9" fmla="*/ 376 h 7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294" h="750">
                          <a:moveTo>
                            <a:pt x="1294" y="376"/>
                          </a:moveTo>
                          <a:lnTo>
                            <a:pt x="648" y="750"/>
                          </a:lnTo>
                          <a:lnTo>
                            <a:pt x="0" y="376"/>
                          </a:lnTo>
                          <a:lnTo>
                            <a:pt x="646" y="0"/>
                          </a:lnTo>
                          <a:lnTo>
                            <a:pt x="1294" y="376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8E9CEF"/>
                        </a:gs>
                        <a:gs pos="100000">
                          <a:srgbClr val="D4D9F7"/>
                        </a:gs>
                      </a:gsLst>
                      <a:lin ang="13500000" scaled="1"/>
                      <a:tileRect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57" name="组合 556">
                    <a:extLst>
                      <a:ext uri="{FF2B5EF4-FFF2-40B4-BE49-F238E27FC236}">
                        <a16:creationId xmlns:a16="http://schemas.microsoft.com/office/drawing/2014/main" id="{053F3E71-93E2-604B-6528-B9E2C6D95332}"/>
                      </a:ext>
                    </a:extLst>
                  </p:cNvPr>
                  <p:cNvGrpSpPr/>
                  <p:nvPr/>
                </p:nvGrpSpPr>
                <p:grpSpPr>
                  <a:xfrm>
                    <a:off x="5509321" y="2133738"/>
                    <a:ext cx="107853" cy="116247"/>
                    <a:chOff x="8710795" y="4018668"/>
                    <a:chExt cx="230903" cy="248870"/>
                  </a:xfrm>
                  <a:scene3d>
                    <a:camera prst="isometricRightUp"/>
                    <a:lightRig rig="threePt" dir="t"/>
                  </a:scene3d>
                </p:grpSpPr>
                <p:sp>
                  <p:nvSpPr>
                    <p:cNvPr id="560" name="矩形: 圆角 559">
                      <a:extLst>
                        <a:ext uri="{FF2B5EF4-FFF2-40B4-BE49-F238E27FC236}">
                          <a16:creationId xmlns:a16="http://schemas.microsoft.com/office/drawing/2014/main" id="{144EEC0A-AC99-156B-C572-DADC611DFE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0795" y="4018668"/>
                      <a:ext cx="45719" cy="24887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2F27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61" name="矩形: 圆角 560">
                      <a:extLst>
                        <a:ext uri="{FF2B5EF4-FFF2-40B4-BE49-F238E27FC236}">
                          <a16:creationId xmlns:a16="http://schemas.microsoft.com/office/drawing/2014/main" id="{F437A313-2AD8-7CA5-3AAF-648E707F8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3387" y="4018668"/>
                      <a:ext cx="45719" cy="24887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2F27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62" name="矩形: 圆角 561">
                      <a:extLst>
                        <a:ext uri="{FF2B5EF4-FFF2-40B4-BE49-F238E27FC236}">
                          <a16:creationId xmlns:a16="http://schemas.microsoft.com/office/drawing/2014/main" id="{BB309E17-D3CC-6223-78E9-A638DA8A17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5979" y="4018668"/>
                      <a:ext cx="45719" cy="24887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2F27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zh-CN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558" name="梯形 557">
                    <a:extLst>
                      <a:ext uri="{FF2B5EF4-FFF2-40B4-BE49-F238E27FC236}">
                        <a16:creationId xmlns:a16="http://schemas.microsoft.com/office/drawing/2014/main" id="{D5387732-B173-4CD8-F062-F6FAB96F3B1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118729" y="1472434"/>
                    <a:ext cx="537579" cy="449281"/>
                  </a:xfrm>
                  <a:prstGeom prst="trapezoid">
                    <a:avLst>
                      <a:gd name="adj" fmla="val 16006"/>
                    </a:avLst>
                  </a:prstGeom>
                  <a:gradFill flip="none" rotWithShape="1">
                    <a:gsLst>
                      <a:gs pos="0">
                        <a:srgbClr val="FAFBFF">
                          <a:alpha val="0"/>
                        </a:srgbClr>
                      </a:gs>
                      <a:gs pos="100000">
                        <a:srgbClr val="B1BBFE">
                          <a:alpha val="80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59" name="Freeform 33">
                    <a:extLst>
                      <a:ext uri="{FF2B5EF4-FFF2-40B4-BE49-F238E27FC236}">
                        <a16:creationId xmlns:a16="http://schemas.microsoft.com/office/drawing/2014/main" id="{67F57D5F-36C8-5FFC-063F-02B97C96998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187014" y="1808469"/>
                    <a:ext cx="403512" cy="234554"/>
                  </a:xfrm>
                  <a:custGeom>
                    <a:avLst/>
                    <a:gdLst>
                      <a:gd name="T0" fmla="*/ 812 w 812"/>
                      <a:gd name="T1" fmla="*/ 236 h 472"/>
                      <a:gd name="T2" fmla="*/ 409 w 812"/>
                      <a:gd name="T3" fmla="*/ 472 h 472"/>
                      <a:gd name="T4" fmla="*/ 0 w 812"/>
                      <a:gd name="T5" fmla="*/ 236 h 472"/>
                      <a:gd name="T6" fmla="*/ 404 w 812"/>
                      <a:gd name="T7" fmla="*/ 0 h 472"/>
                      <a:gd name="T8" fmla="*/ 812 w 812"/>
                      <a:gd name="T9" fmla="*/ 236 h 4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12" h="472">
                        <a:moveTo>
                          <a:pt x="812" y="236"/>
                        </a:moveTo>
                        <a:lnTo>
                          <a:pt x="409" y="472"/>
                        </a:lnTo>
                        <a:lnTo>
                          <a:pt x="0" y="236"/>
                        </a:lnTo>
                        <a:lnTo>
                          <a:pt x="404" y="0"/>
                        </a:lnTo>
                        <a:lnTo>
                          <a:pt x="812" y="23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3749CC">
                          <a:lumMod val="51000"/>
                        </a:srgbClr>
                      </a:gs>
                      <a:gs pos="100000">
                        <a:srgbClr val="3749CC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pic>
              <p:nvPicPr>
                <p:cNvPr id="554" name="图片 553">
                  <a:extLst>
                    <a:ext uri="{FF2B5EF4-FFF2-40B4-BE49-F238E27FC236}">
                      <a16:creationId xmlns:a16="http://schemas.microsoft.com/office/drawing/2014/main" id="{97A47217-5482-05E8-3CBA-00488ED049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2829" y="4329043"/>
                  <a:ext cx="328379" cy="328379"/>
                </a:xfrm>
                <a:prstGeom prst="rect">
                  <a:avLst/>
                </a:prstGeom>
              </p:spPr>
            </p:pic>
            <p:sp>
              <p:nvSpPr>
                <p:cNvPr id="555" name="文本框 554">
                  <a:extLst>
                    <a:ext uri="{FF2B5EF4-FFF2-40B4-BE49-F238E27FC236}">
                      <a16:creationId xmlns:a16="http://schemas.microsoft.com/office/drawing/2014/main" id="{785ECD2D-61A9-8104-2657-4A51CDBA1201}"/>
                    </a:ext>
                  </a:extLst>
                </p:cNvPr>
                <p:cNvSpPr txBox="1"/>
                <p:nvPr/>
              </p:nvSpPr>
              <p:spPr>
                <a:xfrm>
                  <a:off x="1367672" y="4765647"/>
                  <a:ext cx="642305" cy="425086"/>
                </a:xfrm>
                <a:prstGeom prst="rect">
                  <a:avLst/>
                </a:prstGeom>
                <a:noFill/>
                <a:scene3d>
                  <a:camera prst="isometricLeftDown"/>
                  <a:lightRig rig="threePt" dir="t"/>
                </a:scene3d>
              </p:spPr>
              <p:txBody>
                <a:bodyPr wrap="none" rtlCol="0">
                  <a:spAutoFit/>
                </a:bodyPr>
                <a:lstStyle/>
                <a:p>
                  <a:r>
                    <a:rPr lang="zh-CN" sz="1600" noProof="1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.env</a:t>
                  </a:r>
                </a:p>
              </p:txBody>
            </p:sp>
          </p:grp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1E717507-121C-89AF-08CE-0452BA30B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9441" y="3210719"/>
                <a:ext cx="0" cy="574271"/>
              </a:xfrm>
              <a:prstGeom prst="line">
                <a:avLst/>
              </a:prstGeom>
              <a:ln w="15875">
                <a:solidFill>
                  <a:schemeClr val="bg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471">
                <a:extLst>
                  <a:ext uri="{FF2B5EF4-FFF2-40B4-BE49-F238E27FC236}">
                    <a16:creationId xmlns:a16="http://schemas.microsoft.com/office/drawing/2014/main" id="{1518C7B6-1CEE-C84E-C1E7-5ADDC5E33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5798" y="3171494"/>
                <a:ext cx="0" cy="574271"/>
              </a:xfrm>
              <a:prstGeom prst="line">
                <a:avLst/>
              </a:prstGeom>
              <a:ln w="15875">
                <a:solidFill>
                  <a:schemeClr val="bg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3" name="组合 472">
                <a:extLst>
                  <a:ext uri="{FF2B5EF4-FFF2-40B4-BE49-F238E27FC236}">
                    <a16:creationId xmlns:a16="http://schemas.microsoft.com/office/drawing/2014/main" id="{9BC091BD-4B59-2E4D-536E-F428A16F57E3}"/>
                  </a:ext>
                </a:extLst>
              </p:cNvPr>
              <p:cNvGrpSpPr/>
              <p:nvPr/>
            </p:nvGrpSpPr>
            <p:grpSpPr>
              <a:xfrm>
                <a:off x="2256034" y="3210719"/>
                <a:ext cx="2178802" cy="1373982"/>
                <a:chOff x="2323764" y="3491506"/>
                <a:chExt cx="2178802" cy="1373982"/>
              </a:xfrm>
            </p:grpSpPr>
            <p:grpSp>
              <p:nvGrpSpPr>
                <p:cNvPr id="539" name="组合 538">
                  <a:extLst>
                    <a:ext uri="{FF2B5EF4-FFF2-40B4-BE49-F238E27FC236}">
                      <a16:creationId xmlns:a16="http://schemas.microsoft.com/office/drawing/2014/main" id="{E2127D29-D0E5-3537-ED54-6DC3B1821980}"/>
                    </a:ext>
                  </a:extLst>
                </p:cNvPr>
                <p:cNvGrpSpPr/>
                <p:nvPr/>
              </p:nvGrpSpPr>
              <p:grpSpPr>
                <a:xfrm rot="19760915">
                  <a:off x="2323764" y="3491506"/>
                  <a:ext cx="2178802" cy="1373982"/>
                  <a:chOff x="2179730" y="4039704"/>
                  <a:chExt cx="2178802" cy="1373982"/>
                </a:xfrm>
              </p:grpSpPr>
              <p:grpSp>
                <p:nvGrpSpPr>
                  <p:cNvPr id="544" name="组合 543">
                    <a:extLst>
                      <a:ext uri="{FF2B5EF4-FFF2-40B4-BE49-F238E27FC236}">
                        <a16:creationId xmlns:a16="http://schemas.microsoft.com/office/drawing/2014/main" id="{54AE7AA1-00B2-05E2-D2DB-98DBFCBB9712}"/>
                      </a:ext>
                    </a:extLst>
                  </p:cNvPr>
                  <p:cNvGrpSpPr/>
                  <p:nvPr/>
                </p:nvGrpSpPr>
                <p:grpSpPr>
                  <a:xfrm>
                    <a:off x="2179730" y="4094829"/>
                    <a:ext cx="2178802" cy="1318857"/>
                    <a:chOff x="3952796" y="3612289"/>
                    <a:chExt cx="2178802" cy="1318857"/>
                  </a:xfrm>
                </p:grpSpPr>
                <p:sp>
                  <p:nvSpPr>
                    <p:cNvPr id="549" name="Freeform 20">
                      <a:extLst>
                        <a:ext uri="{FF2B5EF4-FFF2-40B4-BE49-F238E27FC236}">
                          <a16:creationId xmlns:a16="http://schemas.microsoft.com/office/drawing/2014/main" id="{321E55A0-ADA0-C504-6FF7-AE7F8330848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961065" y="3897559"/>
                      <a:ext cx="2160886" cy="1033587"/>
                    </a:xfrm>
                    <a:custGeom>
                      <a:avLst/>
                      <a:gdLst>
                        <a:gd name="T0" fmla="*/ 1106 w 1120"/>
                        <a:gd name="T1" fmla="*/ 377 h 535"/>
                        <a:gd name="T2" fmla="*/ 905 w 1120"/>
                        <a:gd name="T3" fmla="*/ 494 h 535"/>
                        <a:gd name="T4" fmla="*/ 835 w 1120"/>
                        <a:gd name="T5" fmla="*/ 494 h 535"/>
                        <a:gd name="T6" fmla="*/ 15 w 1120"/>
                        <a:gd name="T7" fmla="*/ 21 h 535"/>
                        <a:gd name="T8" fmla="*/ 0 w 1120"/>
                        <a:gd name="T9" fmla="*/ 0 h 535"/>
                        <a:gd name="T10" fmla="*/ 0 w 1120"/>
                        <a:gd name="T11" fmla="*/ 30 h 535"/>
                        <a:gd name="T12" fmla="*/ 15 w 1120"/>
                        <a:gd name="T13" fmla="*/ 50 h 535"/>
                        <a:gd name="T14" fmla="*/ 835 w 1120"/>
                        <a:gd name="T15" fmla="*/ 523 h 535"/>
                        <a:gd name="T16" fmla="*/ 905 w 1120"/>
                        <a:gd name="T17" fmla="*/ 523 h 535"/>
                        <a:gd name="T18" fmla="*/ 1106 w 1120"/>
                        <a:gd name="T19" fmla="*/ 407 h 535"/>
                        <a:gd name="T20" fmla="*/ 1120 w 1120"/>
                        <a:gd name="T21" fmla="*/ 386 h 535"/>
                        <a:gd name="T22" fmla="*/ 1120 w 1120"/>
                        <a:gd name="T23" fmla="*/ 357 h 535"/>
                        <a:gd name="T24" fmla="*/ 1106 w 1120"/>
                        <a:gd name="T25" fmla="*/ 377 h 5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1120" h="535">
                          <a:moveTo>
                            <a:pt x="1106" y="377"/>
                          </a:moveTo>
                          <a:cubicBezTo>
                            <a:pt x="905" y="494"/>
                            <a:pt x="905" y="494"/>
                            <a:pt x="905" y="494"/>
                          </a:cubicBezTo>
                          <a:cubicBezTo>
                            <a:pt x="886" y="505"/>
                            <a:pt x="855" y="505"/>
                            <a:pt x="835" y="494"/>
                          </a:cubicBezTo>
                          <a:cubicBezTo>
                            <a:pt x="15" y="21"/>
                            <a:pt x="15" y="21"/>
                            <a:pt x="15" y="21"/>
                          </a:cubicBezTo>
                          <a:cubicBezTo>
                            <a:pt x="5" y="15"/>
                            <a:pt x="0" y="8"/>
                            <a:pt x="0" y="0"/>
                          </a:cubicBezTo>
                          <a:cubicBezTo>
                            <a:pt x="0" y="30"/>
                            <a:pt x="0" y="30"/>
                            <a:pt x="0" y="30"/>
                          </a:cubicBezTo>
                          <a:cubicBezTo>
                            <a:pt x="0" y="37"/>
                            <a:pt x="5" y="44"/>
                            <a:pt x="15" y="50"/>
                          </a:cubicBezTo>
                          <a:cubicBezTo>
                            <a:pt x="835" y="523"/>
                            <a:pt x="835" y="523"/>
                            <a:pt x="835" y="523"/>
                          </a:cubicBezTo>
                          <a:cubicBezTo>
                            <a:pt x="854" y="535"/>
                            <a:pt x="886" y="535"/>
                            <a:pt x="905" y="523"/>
                          </a:cubicBezTo>
                          <a:cubicBezTo>
                            <a:pt x="1106" y="407"/>
                            <a:pt x="1106" y="407"/>
                            <a:pt x="1106" y="407"/>
                          </a:cubicBezTo>
                          <a:cubicBezTo>
                            <a:pt x="1116" y="401"/>
                            <a:pt x="1120" y="394"/>
                            <a:pt x="1120" y="386"/>
                          </a:cubicBezTo>
                          <a:cubicBezTo>
                            <a:pt x="1120" y="357"/>
                            <a:pt x="1120" y="357"/>
                            <a:pt x="1120" y="357"/>
                          </a:cubicBezTo>
                          <a:cubicBezTo>
                            <a:pt x="1120" y="365"/>
                            <a:pt x="1116" y="372"/>
                            <a:pt x="1106" y="377"/>
                          </a:cubicBezTo>
                          <a:close/>
                        </a:path>
                      </a:pathLst>
                    </a:custGeom>
                    <a:solidFill>
                      <a:srgbClr val="DADFFE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50" name="Freeform 21">
                      <a:extLst>
                        <a:ext uri="{FF2B5EF4-FFF2-40B4-BE49-F238E27FC236}">
                          <a16:creationId xmlns:a16="http://schemas.microsoft.com/office/drawing/2014/main" id="{8C4B350C-4302-DAE1-3BAB-9202B076834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952796" y="3612289"/>
                      <a:ext cx="2178802" cy="1260977"/>
                    </a:xfrm>
                    <a:custGeom>
                      <a:avLst/>
                      <a:gdLst>
                        <a:gd name="T0" fmla="*/ 1110 w 1129"/>
                        <a:gd name="T1" fmla="*/ 485 h 653"/>
                        <a:gd name="T2" fmla="*/ 1110 w 1129"/>
                        <a:gd name="T3" fmla="*/ 525 h 653"/>
                        <a:gd name="T4" fmla="*/ 909 w 1129"/>
                        <a:gd name="T5" fmla="*/ 642 h 653"/>
                        <a:gd name="T6" fmla="*/ 839 w 1129"/>
                        <a:gd name="T7" fmla="*/ 642 h 653"/>
                        <a:gd name="T8" fmla="*/ 19 w 1129"/>
                        <a:gd name="T9" fmla="*/ 169 h 653"/>
                        <a:gd name="T10" fmla="*/ 19 w 1129"/>
                        <a:gd name="T11" fmla="*/ 128 h 653"/>
                        <a:gd name="T12" fmla="*/ 220 w 1129"/>
                        <a:gd name="T13" fmla="*/ 11 h 653"/>
                        <a:gd name="T14" fmla="*/ 290 w 1129"/>
                        <a:gd name="T15" fmla="*/ 11 h 653"/>
                        <a:gd name="T16" fmla="*/ 1110 w 1129"/>
                        <a:gd name="T17" fmla="*/ 485 h 6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129" h="653">
                          <a:moveTo>
                            <a:pt x="1110" y="485"/>
                          </a:moveTo>
                          <a:cubicBezTo>
                            <a:pt x="1129" y="496"/>
                            <a:pt x="1129" y="514"/>
                            <a:pt x="1110" y="525"/>
                          </a:cubicBezTo>
                          <a:cubicBezTo>
                            <a:pt x="909" y="642"/>
                            <a:pt x="909" y="642"/>
                            <a:pt x="909" y="642"/>
                          </a:cubicBezTo>
                          <a:cubicBezTo>
                            <a:pt x="890" y="653"/>
                            <a:pt x="859" y="653"/>
                            <a:pt x="839" y="642"/>
                          </a:cubicBezTo>
                          <a:cubicBezTo>
                            <a:pt x="19" y="169"/>
                            <a:pt x="19" y="169"/>
                            <a:pt x="19" y="169"/>
                          </a:cubicBezTo>
                          <a:cubicBezTo>
                            <a:pt x="0" y="158"/>
                            <a:pt x="0" y="139"/>
                            <a:pt x="19" y="128"/>
                          </a:cubicBezTo>
                          <a:cubicBezTo>
                            <a:pt x="220" y="11"/>
                            <a:pt x="220" y="11"/>
                            <a:pt x="220" y="11"/>
                          </a:cubicBezTo>
                          <a:cubicBezTo>
                            <a:pt x="239" y="0"/>
                            <a:pt x="270" y="0"/>
                            <a:pt x="290" y="11"/>
                          </a:cubicBezTo>
                          <a:lnTo>
                            <a:pt x="1110" y="485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545" name="Freeform 22">
                    <a:extLst>
                      <a:ext uri="{FF2B5EF4-FFF2-40B4-BE49-F238E27FC236}">
                        <a16:creationId xmlns:a16="http://schemas.microsoft.com/office/drawing/2014/main" id="{76D9A9E2-16BA-E866-A7F5-F0CC3DD475A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09440" y="4750812"/>
                    <a:ext cx="356933" cy="432729"/>
                  </a:xfrm>
                  <a:custGeom>
                    <a:avLst/>
                    <a:gdLst>
                      <a:gd name="T0" fmla="*/ 259 w 259"/>
                      <a:gd name="T1" fmla="*/ 0 h 314"/>
                      <a:gd name="T2" fmla="*/ 258 w 259"/>
                      <a:gd name="T3" fmla="*/ 164 h 314"/>
                      <a:gd name="T4" fmla="*/ 0 w 259"/>
                      <a:gd name="T5" fmla="*/ 314 h 314"/>
                      <a:gd name="T6" fmla="*/ 0 w 259"/>
                      <a:gd name="T7" fmla="*/ 150 h 314"/>
                      <a:gd name="T8" fmla="*/ 259 w 259"/>
                      <a:gd name="T9" fmla="*/ 0 h 3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9" h="314">
                        <a:moveTo>
                          <a:pt x="259" y="0"/>
                        </a:moveTo>
                        <a:lnTo>
                          <a:pt x="258" y="164"/>
                        </a:lnTo>
                        <a:lnTo>
                          <a:pt x="0" y="314"/>
                        </a:lnTo>
                        <a:lnTo>
                          <a:pt x="0" y="150"/>
                        </a:lnTo>
                        <a:lnTo>
                          <a:pt x="25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46" name="Freeform 23">
                    <a:extLst>
                      <a:ext uri="{FF2B5EF4-FFF2-40B4-BE49-F238E27FC236}">
                        <a16:creationId xmlns:a16="http://schemas.microsoft.com/office/drawing/2014/main" id="{3DEFECB6-5802-FAA3-50C3-41103124B8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78781" y="4245044"/>
                    <a:ext cx="1230658" cy="938498"/>
                  </a:xfrm>
                  <a:custGeom>
                    <a:avLst/>
                    <a:gdLst>
                      <a:gd name="T0" fmla="*/ 893 w 893"/>
                      <a:gd name="T1" fmla="*/ 517 h 681"/>
                      <a:gd name="T2" fmla="*/ 893 w 893"/>
                      <a:gd name="T3" fmla="*/ 681 h 681"/>
                      <a:gd name="T4" fmla="*/ 0 w 893"/>
                      <a:gd name="T5" fmla="*/ 166 h 681"/>
                      <a:gd name="T6" fmla="*/ 0 w 893"/>
                      <a:gd name="T7" fmla="*/ 0 h 681"/>
                      <a:gd name="T8" fmla="*/ 893 w 893"/>
                      <a:gd name="T9" fmla="*/ 517 h 6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93" h="681">
                        <a:moveTo>
                          <a:pt x="893" y="517"/>
                        </a:moveTo>
                        <a:lnTo>
                          <a:pt x="893" y="681"/>
                        </a:lnTo>
                        <a:lnTo>
                          <a:pt x="0" y="166"/>
                        </a:lnTo>
                        <a:lnTo>
                          <a:pt x="0" y="0"/>
                        </a:lnTo>
                        <a:lnTo>
                          <a:pt x="893" y="5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47" name="Freeform 24">
                    <a:extLst>
                      <a:ext uri="{FF2B5EF4-FFF2-40B4-BE49-F238E27FC236}">
                        <a16:creationId xmlns:a16="http://schemas.microsoft.com/office/drawing/2014/main" id="{668828A6-015C-8029-C171-A849DCCBCB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78781" y="4039704"/>
                    <a:ext cx="1587590" cy="917826"/>
                  </a:xfrm>
                  <a:custGeom>
                    <a:avLst/>
                    <a:gdLst>
                      <a:gd name="T0" fmla="*/ 1152 w 1152"/>
                      <a:gd name="T1" fmla="*/ 516 h 666"/>
                      <a:gd name="T2" fmla="*/ 893 w 1152"/>
                      <a:gd name="T3" fmla="*/ 666 h 666"/>
                      <a:gd name="T4" fmla="*/ 0 w 1152"/>
                      <a:gd name="T5" fmla="*/ 149 h 666"/>
                      <a:gd name="T6" fmla="*/ 258 w 1152"/>
                      <a:gd name="T7" fmla="*/ 0 h 666"/>
                      <a:gd name="T8" fmla="*/ 1152 w 1152"/>
                      <a:gd name="T9" fmla="*/ 516 h 6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52" h="666">
                        <a:moveTo>
                          <a:pt x="1152" y="516"/>
                        </a:moveTo>
                        <a:lnTo>
                          <a:pt x="893" y="666"/>
                        </a:lnTo>
                        <a:lnTo>
                          <a:pt x="0" y="149"/>
                        </a:lnTo>
                        <a:lnTo>
                          <a:pt x="258" y="0"/>
                        </a:lnTo>
                        <a:lnTo>
                          <a:pt x="1152" y="51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8E9CEF">
                          <a:alpha val="50000"/>
                        </a:srgb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48" name="文本框 547">
                    <a:extLst>
                      <a:ext uri="{FF2B5EF4-FFF2-40B4-BE49-F238E27FC236}">
                        <a16:creationId xmlns:a16="http://schemas.microsoft.com/office/drawing/2014/main" id="{8D817027-5825-249A-3BD4-A8A3E9B052F7}"/>
                      </a:ext>
                    </a:extLst>
                  </p:cNvPr>
                  <p:cNvSpPr txBox="1"/>
                  <p:nvPr/>
                </p:nvSpPr>
                <p:spPr>
                  <a:xfrm>
                    <a:off x="2650105" y="4537509"/>
                    <a:ext cx="857927" cy="338554"/>
                  </a:xfrm>
                  <a:prstGeom prst="rect">
                    <a:avLst/>
                  </a:prstGeom>
                  <a:noFill/>
                  <a:scene3d>
                    <a:camera prst="isometricLeftDown"/>
                    <a:lightRig rig="threePt" dir="t"/>
                  </a:scene3d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sz="1600" noProof="1">
                        <a:latin typeface="Times New Roman" panose="02020603050405020304" pitchFamily="18" charset="0"/>
                        <a:ea typeface="黑体" panose="02010609060101010101" pitchFamily="49" charset="-122"/>
                      </a:rPr>
                      <a:t>FastAPI</a:t>
                    </a:r>
                  </a:p>
                </p:txBody>
              </p:sp>
            </p:grpSp>
            <p:grpSp>
              <p:nvGrpSpPr>
                <p:cNvPr id="540" name="组合 539">
                  <a:extLst>
                    <a:ext uri="{FF2B5EF4-FFF2-40B4-BE49-F238E27FC236}">
                      <a16:creationId xmlns:a16="http://schemas.microsoft.com/office/drawing/2014/main" id="{5D60D984-433E-9E4A-4AEB-D2219063B0AE}"/>
                    </a:ext>
                  </a:extLst>
                </p:cNvPr>
                <p:cNvGrpSpPr/>
                <p:nvPr/>
              </p:nvGrpSpPr>
              <p:grpSpPr>
                <a:xfrm rot="19524455">
                  <a:off x="3994311" y="4028419"/>
                  <a:ext cx="107853" cy="116247"/>
                  <a:chOff x="8710795" y="4018668"/>
                  <a:chExt cx="230903" cy="248870"/>
                </a:xfrm>
                <a:scene3d>
                  <a:camera prst="isometricRightUp"/>
                  <a:lightRig rig="threePt" dir="t"/>
                </a:scene3d>
              </p:grpSpPr>
              <p:sp>
                <p:nvSpPr>
                  <p:cNvPr id="541" name="矩形: 圆角 540">
                    <a:extLst>
                      <a:ext uri="{FF2B5EF4-FFF2-40B4-BE49-F238E27FC236}">
                        <a16:creationId xmlns:a16="http://schemas.microsoft.com/office/drawing/2014/main" id="{D29AF77D-43C1-B8F6-A845-D80B6CCD4E96}"/>
                      </a:ext>
                    </a:extLst>
                  </p:cNvPr>
                  <p:cNvSpPr/>
                  <p:nvPr/>
                </p:nvSpPr>
                <p:spPr>
                  <a:xfrm>
                    <a:off x="8710795" y="4018668"/>
                    <a:ext cx="45719" cy="2488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2F2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42" name="矩形: 圆角 541">
                    <a:extLst>
                      <a:ext uri="{FF2B5EF4-FFF2-40B4-BE49-F238E27FC236}">
                        <a16:creationId xmlns:a16="http://schemas.microsoft.com/office/drawing/2014/main" id="{C3087B7D-C8BB-AFD0-0E09-6E60F72BC1A1}"/>
                      </a:ext>
                    </a:extLst>
                  </p:cNvPr>
                  <p:cNvSpPr/>
                  <p:nvPr/>
                </p:nvSpPr>
                <p:spPr>
                  <a:xfrm>
                    <a:off x="8803387" y="4018668"/>
                    <a:ext cx="45719" cy="2488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2F2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43" name="矩形: 圆角 542">
                    <a:extLst>
                      <a:ext uri="{FF2B5EF4-FFF2-40B4-BE49-F238E27FC236}">
                        <a16:creationId xmlns:a16="http://schemas.microsoft.com/office/drawing/2014/main" id="{DCE1D55C-DBB1-1ED9-C73F-9D03637F0044}"/>
                      </a:ext>
                    </a:extLst>
                  </p:cNvPr>
                  <p:cNvSpPr/>
                  <p:nvPr/>
                </p:nvSpPr>
                <p:spPr>
                  <a:xfrm>
                    <a:off x="8895979" y="4018668"/>
                    <a:ext cx="45719" cy="2488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2F2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pic>
            <p:nvPicPr>
              <p:cNvPr id="474" name="图片 473">
                <a:extLst>
                  <a:ext uri="{FF2B5EF4-FFF2-40B4-BE49-F238E27FC236}">
                    <a16:creationId xmlns:a16="http://schemas.microsoft.com/office/drawing/2014/main" id="{BEF01944-D5C8-A420-01E1-9276C1C87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5798" y="3518577"/>
                <a:ext cx="266530" cy="298683"/>
              </a:xfrm>
              <a:prstGeom prst="rect">
                <a:avLst/>
              </a:prstGeom>
            </p:spPr>
          </p:pic>
          <p:grpSp>
            <p:nvGrpSpPr>
              <p:cNvPr id="475" name="组合 474">
                <a:extLst>
                  <a:ext uri="{FF2B5EF4-FFF2-40B4-BE49-F238E27FC236}">
                    <a16:creationId xmlns:a16="http://schemas.microsoft.com/office/drawing/2014/main" id="{73824F13-A2A3-9947-20A7-BFDF0DEB6161}"/>
                  </a:ext>
                </a:extLst>
              </p:cNvPr>
              <p:cNvGrpSpPr/>
              <p:nvPr/>
            </p:nvGrpSpPr>
            <p:grpSpPr>
              <a:xfrm>
                <a:off x="563064" y="5828045"/>
                <a:ext cx="762316" cy="995706"/>
                <a:chOff x="8204736" y="61750"/>
                <a:chExt cx="762316" cy="995706"/>
              </a:xfrm>
            </p:grpSpPr>
            <p:grpSp>
              <p:nvGrpSpPr>
                <p:cNvPr id="518" name="组合 517">
                  <a:extLst>
                    <a:ext uri="{FF2B5EF4-FFF2-40B4-BE49-F238E27FC236}">
                      <a16:creationId xmlns:a16="http://schemas.microsoft.com/office/drawing/2014/main" id="{E0C3CCF6-65BE-99B9-0581-91B0D99C16E2}"/>
                    </a:ext>
                  </a:extLst>
                </p:cNvPr>
                <p:cNvGrpSpPr/>
                <p:nvPr/>
              </p:nvGrpSpPr>
              <p:grpSpPr>
                <a:xfrm>
                  <a:off x="8205871" y="509932"/>
                  <a:ext cx="760037" cy="484013"/>
                  <a:chOff x="8647430" y="2989740"/>
                  <a:chExt cx="2181226" cy="1389062"/>
                </a:xfrm>
              </p:grpSpPr>
              <p:sp>
                <p:nvSpPr>
                  <p:cNvPr id="536" name="Freeform 11">
                    <a:extLst>
                      <a:ext uri="{FF2B5EF4-FFF2-40B4-BE49-F238E27FC236}">
                        <a16:creationId xmlns:a16="http://schemas.microsoft.com/office/drawing/2014/main" id="{6EADCB0F-B8CA-509B-97FB-5BFBD69FCA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744393" y="3621565"/>
                    <a:ext cx="1084263" cy="757237"/>
                  </a:xfrm>
                  <a:custGeom>
                    <a:avLst/>
                    <a:gdLst>
                      <a:gd name="T0" fmla="*/ 683 w 683"/>
                      <a:gd name="T1" fmla="*/ 0 h 477"/>
                      <a:gd name="T2" fmla="*/ 683 w 683"/>
                      <a:gd name="T3" fmla="*/ 79 h 477"/>
                      <a:gd name="T4" fmla="*/ 0 w 683"/>
                      <a:gd name="T5" fmla="*/ 477 h 477"/>
                      <a:gd name="T6" fmla="*/ 0 w 683"/>
                      <a:gd name="T7" fmla="*/ 398 h 477"/>
                      <a:gd name="T8" fmla="*/ 683 w 683"/>
                      <a:gd name="T9" fmla="*/ 0 h 4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83" h="477">
                        <a:moveTo>
                          <a:pt x="683" y="0"/>
                        </a:moveTo>
                        <a:lnTo>
                          <a:pt x="683" y="79"/>
                        </a:lnTo>
                        <a:lnTo>
                          <a:pt x="0" y="477"/>
                        </a:lnTo>
                        <a:lnTo>
                          <a:pt x="0" y="398"/>
                        </a:lnTo>
                        <a:lnTo>
                          <a:pt x="683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CDD2F8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37" name="Freeform 12">
                    <a:extLst>
                      <a:ext uri="{FF2B5EF4-FFF2-40B4-BE49-F238E27FC236}">
                        <a16:creationId xmlns:a16="http://schemas.microsoft.com/office/drawing/2014/main" id="{1A27A25E-AB0B-C83E-A068-2C093CCD49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647430" y="3621565"/>
                    <a:ext cx="1096963" cy="757237"/>
                  </a:xfrm>
                  <a:custGeom>
                    <a:avLst/>
                    <a:gdLst>
                      <a:gd name="T0" fmla="*/ 691 w 691"/>
                      <a:gd name="T1" fmla="*/ 398 h 477"/>
                      <a:gd name="T2" fmla="*/ 691 w 691"/>
                      <a:gd name="T3" fmla="*/ 477 h 477"/>
                      <a:gd name="T4" fmla="*/ 0 w 691"/>
                      <a:gd name="T5" fmla="*/ 79 h 477"/>
                      <a:gd name="T6" fmla="*/ 2 w 691"/>
                      <a:gd name="T7" fmla="*/ 0 h 477"/>
                      <a:gd name="T8" fmla="*/ 691 w 691"/>
                      <a:gd name="T9" fmla="*/ 398 h 4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91" h="477">
                        <a:moveTo>
                          <a:pt x="691" y="398"/>
                        </a:moveTo>
                        <a:lnTo>
                          <a:pt x="691" y="477"/>
                        </a:lnTo>
                        <a:lnTo>
                          <a:pt x="0" y="79"/>
                        </a:lnTo>
                        <a:lnTo>
                          <a:pt x="2" y="0"/>
                        </a:lnTo>
                        <a:lnTo>
                          <a:pt x="691" y="39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CDD2F8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38" name="Freeform 13">
                    <a:extLst>
                      <a:ext uri="{FF2B5EF4-FFF2-40B4-BE49-F238E27FC236}">
                        <a16:creationId xmlns:a16="http://schemas.microsoft.com/office/drawing/2014/main" id="{716E24BD-CEB2-F453-DD2E-E7987B0F65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650605" y="2989740"/>
                    <a:ext cx="2178050" cy="1263650"/>
                  </a:xfrm>
                  <a:custGeom>
                    <a:avLst/>
                    <a:gdLst>
                      <a:gd name="T0" fmla="*/ 1372 w 1372"/>
                      <a:gd name="T1" fmla="*/ 398 h 796"/>
                      <a:gd name="T2" fmla="*/ 689 w 1372"/>
                      <a:gd name="T3" fmla="*/ 796 h 796"/>
                      <a:gd name="T4" fmla="*/ 0 w 1372"/>
                      <a:gd name="T5" fmla="*/ 398 h 796"/>
                      <a:gd name="T6" fmla="*/ 684 w 1372"/>
                      <a:gd name="T7" fmla="*/ 0 h 796"/>
                      <a:gd name="T8" fmla="*/ 1372 w 1372"/>
                      <a:gd name="T9" fmla="*/ 398 h 7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72" h="796">
                        <a:moveTo>
                          <a:pt x="1372" y="398"/>
                        </a:moveTo>
                        <a:lnTo>
                          <a:pt x="689" y="796"/>
                        </a:lnTo>
                        <a:lnTo>
                          <a:pt x="0" y="398"/>
                        </a:lnTo>
                        <a:lnTo>
                          <a:pt x="684" y="0"/>
                        </a:lnTo>
                        <a:lnTo>
                          <a:pt x="1372" y="3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519" name="组合 518">
                  <a:extLst>
                    <a:ext uri="{FF2B5EF4-FFF2-40B4-BE49-F238E27FC236}">
                      <a16:creationId xmlns:a16="http://schemas.microsoft.com/office/drawing/2014/main" id="{2D6D9D74-3A7D-41FB-ABC8-B441A4254B4B}"/>
                    </a:ext>
                  </a:extLst>
                </p:cNvPr>
                <p:cNvGrpSpPr/>
                <p:nvPr/>
              </p:nvGrpSpPr>
              <p:grpSpPr>
                <a:xfrm>
                  <a:off x="8355548" y="303665"/>
                  <a:ext cx="460693" cy="524176"/>
                  <a:chOff x="9050730" y="731556"/>
                  <a:chExt cx="460693" cy="524176"/>
                </a:xfrm>
              </p:grpSpPr>
              <p:grpSp>
                <p:nvGrpSpPr>
                  <p:cNvPr id="524" name="组合 523">
                    <a:extLst>
                      <a:ext uri="{FF2B5EF4-FFF2-40B4-BE49-F238E27FC236}">
                        <a16:creationId xmlns:a16="http://schemas.microsoft.com/office/drawing/2014/main" id="{C67F0832-B110-67C8-F93B-A3D7863FA7B2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927002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33" name="Freeform 20">
                      <a:extLst>
                        <a:ext uri="{FF2B5EF4-FFF2-40B4-BE49-F238E27FC236}">
                          <a16:creationId xmlns:a16="http://schemas.microsoft.com/office/drawing/2014/main" id="{FD27D250-5194-92AB-909E-3496C6CF9D6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34" name="Freeform 21">
                      <a:extLst>
                        <a:ext uri="{FF2B5EF4-FFF2-40B4-BE49-F238E27FC236}">
                          <a16:creationId xmlns:a16="http://schemas.microsoft.com/office/drawing/2014/main" id="{55AD0D55-3CA0-D921-D10C-22C04F96F07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35" name="Freeform 22">
                      <a:extLst>
                        <a:ext uri="{FF2B5EF4-FFF2-40B4-BE49-F238E27FC236}">
                          <a16:creationId xmlns:a16="http://schemas.microsoft.com/office/drawing/2014/main" id="{7875E3F3-DEBA-71F3-F5EC-93B5523BF3A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25" name="组合 524">
                    <a:extLst>
                      <a:ext uri="{FF2B5EF4-FFF2-40B4-BE49-F238E27FC236}">
                        <a16:creationId xmlns:a16="http://schemas.microsoft.com/office/drawing/2014/main" id="{BB095AD0-2341-AC32-6473-3BD4689B7F1B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829279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30" name="Freeform 20">
                      <a:extLst>
                        <a:ext uri="{FF2B5EF4-FFF2-40B4-BE49-F238E27FC236}">
                          <a16:creationId xmlns:a16="http://schemas.microsoft.com/office/drawing/2014/main" id="{E0C1F673-E228-26B1-6FE6-805F6FDE3EA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31" name="Freeform 21">
                      <a:extLst>
                        <a:ext uri="{FF2B5EF4-FFF2-40B4-BE49-F238E27FC236}">
                          <a16:creationId xmlns:a16="http://schemas.microsoft.com/office/drawing/2014/main" id="{3DF3CF92-6319-CFAA-33DF-D48F476B9F4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32" name="Freeform 22">
                      <a:extLst>
                        <a:ext uri="{FF2B5EF4-FFF2-40B4-BE49-F238E27FC236}">
                          <a16:creationId xmlns:a16="http://schemas.microsoft.com/office/drawing/2014/main" id="{97B825C3-6E85-A253-A4B7-801CC2445D3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26" name="组合 525">
                    <a:extLst>
                      <a:ext uri="{FF2B5EF4-FFF2-40B4-BE49-F238E27FC236}">
                        <a16:creationId xmlns:a16="http://schemas.microsoft.com/office/drawing/2014/main" id="{EE6D353A-02B4-4493-1CEA-788269FAEAAD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731556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27" name="Freeform 20">
                      <a:extLst>
                        <a:ext uri="{FF2B5EF4-FFF2-40B4-BE49-F238E27FC236}">
                          <a16:creationId xmlns:a16="http://schemas.microsoft.com/office/drawing/2014/main" id="{B455C39C-695A-77AD-FD75-CD794C36AEE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28" name="Freeform 21">
                      <a:extLst>
                        <a:ext uri="{FF2B5EF4-FFF2-40B4-BE49-F238E27FC236}">
                          <a16:creationId xmlns:a16="http://schemas.microsoft.com/office/drawing/2014/main" id="{99DC6CB5-2F60-E982-6583-5920135DC13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29" name="Freeform 22">
                      <a:extLst>
                        <a:ext uri="{FF2B5EF4-FFF2-40B4-BE49-F238E27FC236}">
                          <a16:creationId xmlns:a16="http://schemas.microsoft.com/office/drawing/2014/main" id="{4412D323-F08A-4452-3E2D-FDA29CDE04C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520" name="组合 519">
                  <a:extLst>
                    <a:ext uri="{FF2B5EF4-FFF2-40B4-BE49-F238E27FC236}">
                      <a16:creationId xmlns:a16="http://schemas.microsoft.com/office/drawing/2014/main" id="{56940065-0449-AA2A-4F0B-B33C6B609930}"/>
                    </a:ext>
                  </a:extLst>
                </p:cNvPr>
                <p:cNvGrpSpPr/>
                <p:nvPr/>
              </p:nvGrpSpPr>
              <p:grpSpPr>
                <a:xfrm>
                  <a:off x="8204736" y="61750"/>
                  <a:ext cx="762316" cy="995706"/>
                  <a:chOff x="6270625" y="1539875"/>
                  <a:chExt cx="876301" cy="1144588"/>
                </a:xfrm>
              </p:grpSpPr>
              <p:sp>
                <p:nvSpPr>
                  <p:cNvPr id="521" name="Freeform 10">
                    <a:extLst>
                      <a:ext uri="{FF2B5EF4-FFF2-40B4-BE49-F238E27FC236}">
                        <a16:creationId xmlns:a16="http://schemas.microsoft.com/office/drawing/2014/main" id="{28B10CB9-CD65-925B-19E7-385C75F4F6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4013" y="1790700"/>
                    <a:ext cx="442913" cy="893763"/>
                  </a:xfrm>
                  <a:custGeom>
                    <a:avLst/>
                    <a:gdLst>
                      <a:gd name="T0" fmla="*/ 279 w 279"/>
                      <a:gd name="T1" fmla="*/ 0 h 563"/>
                      <a:gd name="T2" fmla="*/ 278 w 279"/>
                      <a:gd name="T3" fmla="*/ 402 h 563"/>
                      <a:gd name="T4" fmla="*/ 0 w 279"/>
                      <a:gd name="T5" fmla="*/ 563 h 563"/>
                      <a:gd name="T6" fmla="*/ 2 w 279"/>
                      <a:gd name="T7" fmla="*/ 161 h 563"/>
                      <a:gd name="T8" fmla="*/ 279 w 279"/>
                      <a:gd name="T9" fmla="*/ 0 h 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9" h="563">
                        <a:moveTo>
                          <a:pt x="279" y="0"/>
                        </a:moveTo>
                        <a:lnTo>
                          <a:pt x="278" y="402"/>
                        </a:lnTo>
                        <a:lnTo>
                          <a:pt x="0" y="563"/>
                        </a:lnTo>
                        <a:lnTo>
                          <a:pt x="2" y="161"/>
                        </a:lnTo>
                        <a:lnTo>
                          <a:pt x="27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22" name="Freeform 11">
                    <a:extLst>
                      <a:ext uri="{FF2B5EF4-FFF2-40B4-BE49-F238E27FC236}">
                        <a16:creationId xmlns:a16="http://schemas.microsoft.com/office/drawing/2014/main" id="{A7D7450A-2DD5-9BE2-630D-C9EFC3D91B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0625" y="1795463"/>
                    <a:ext cx="436563" cy="889000"/>
                  </a:xfrm>
                  <a:custGeom>
                    <a:avLst/>
                    <a:gdLst>
                      <a:gd name="T0" fmla="*/ 275 w 275"/>
                      <a:gd name="T1" fmla="*/ 158 h 560"/>
                      <a:gd name="T2" fmla="*/ 273 w 275"/>
                      <a:gd name="T3" fmla="*/ 560 h 560"/>
                      <a:gd name="T4" fmla="*/ 0 w 275"/>
                      <a:gd name="T5" fmla="*/ 402 h 560"/>
                      <a:gd name="T6" fmla="*/ 1 w 275"/>
                      <a:gd name="T7" fmla="*/ 0 h 560"/>
                      <a:gd name="T8" fmla="*/ 275 w 275"/>
                      <a:gd name="T9" fmla="*/ 158 h 5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5" h="560">
                        <a:moveTo>
                          <a:pt x="275" y="158"/>
                        </a:moveTo>
                        <a:lnTo>
                          <a:pt x="273" y="560"/>
                        </a:lnTo>
                        <a:lnTo>
                          <a:pt x="0" y="402"/>
                        </a:lnTo>
                        <a:lnTo>
                          <a:pt x="1" y="0"/>
                        </a:lnTo>
                        <a:lnTo>
                          <a:pt x="275" y="15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23" name="Freeform 12">
                    <a:extLst>
                      <a:ext uri="{FF2B5EF4-FFF2-40B4-BE49-F238E27FC236}">
                        <a16:creationId xmlns:a16="http://schemas.microsoft.com/office/drawing/2014/main" id="{0BF0FA07-E646-7566-8A34-8EDE8BCD8C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2213" y="1539875"/>
                    <a:ext cx="874713" cy="506413"/>
                  </a:xfrm>
                  <a:custGeom>
                    <a:avLst/>
                    <a:gdLst>
                      <a:gd name="T0" fmla="*/ 551 w 551"/>
                      <a:gd name="T1" fmla="*/ 158 h 319"/>
                      <a:gd name="T2" fmla="*/ 274 w 551"/>
                      <a:gd name="T3" fmla="*/ 319 h 319"/>
                      <a:gd name="T4" fmla="*/ 0 w 551"/>
                      <a:gd name="T5" fmla="*/ 161 h 319"/>
                      <a:gd name="T6" fmla="*/ 278 w 551"/>
                      <a:gd name="T7" fmla="*/ 0 h 319"/>
                      <a:gd name="T8" fmla="*/ 551 w 551"/>
                      <a:gd name="T9" fmla="*/ 158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51" h="319">
                        <a:moveTo>
                          <a:pt x="551" y="158"/>
                        </a:moveTo>
                        <a:lnTo>
                          <a:pt x="274" y="319"/>
                        </a:lnTo>
                        <a:lnTo>
                          <a:pt x="0" y="161"/>
                        </a:lnTo>
                        <a:lnTo>
                          <a:pt x="278" y="0"/>
                        </a:lnTo>
                        <a:lnTo>
                          <a:pt x="551" y="15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476" name="组合 475">
                <a:extLst>
                  <a:ext uri="{FF2B5EF4-FFF2-40B4-BE49-F238E27FC236}">
                    <a16:creationId xmlns:a16="http://schemas.microsoft.com/office/drawing/2014/main" id="{CFC1A043-B9CA-919F-3A71-4CEAB738592C}"/>
                  </a:ext>
                </a:extLst>
              </p:cNvPr>
              <p:cNvGrpSpPr/>
              <p:nvPr/>
            </p:nvGrpSpPr>
            <p:grpSpPr>
              <a:xfrm>
                <a:off x="1624656" y="5823839"/>
                <a:ext cx="762316" cy="995706"/>
                <a:chOff x="8204736" y="61750"/>
                <a:chExt cx="762316" cy="995706"/>
              </a:xfrm>
            </p:grpSpPr>
            <p:grpSp>
              <p:nvGrpSpPr>
                <p:cNvPr id="497" name="组合 496">
                  <a:extLst>
                    <a:ext uri="{FF2B5EF4-FFF2-40B4-BE49-F238E27FC236}">
                      <a16:creationId xmlns:a16="http://schemas.microsoft.com/office/drawing/2014/main" id="{1C83BD23-1C66-59A2-1B6D-2E4AE7B80E0C}"/>
                    </a:ext>
                  </a:extLst>
                </p:cNvPr>
                <p:cNvGrpSpPr/>
                <p:nvPr/>
              </p:nvGrpSpPr>
              <p:grpSpPr>
                <a:xfrm>
                  <a:off x="8205871" y="509932"/>
                  <a:ext cx="760037" cy="484013"/>
                  <a:chOff x="8647430" y="2989740"/>
                  <a:chExt cx="2181226" cy="1389062"/>
                </a:xfrm>
              </p:grpSpPr>
              <p:sp>
                <p:nvSpPr>
                  <p:cNvPr id="515" name="Freeform 11">
                    <a:extLst>
                      <a:ext uri="{FF2B5EF4-FFF2-40B4-BE49-F238E27FC236}">
                        <a16:creationId xmlns:a16="http://schemas.microsoft.com/office/drawing/2014/main" id="{20EA2A2B-E25C-A334-58B9-684DA551AA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744393" y="3621565"/>
                    <a:ext cx="1084263" cy="757237"/>
                  </a:xfrm>
                  <a:custGeom>
                    <a:avLst/>
                    <a:gdLst>
                      <a:gd name="T0" fmla="*/ 683 w 683"/>
                      <a:gd name="T1" fmla="*/ 0 h 477"/>
                      <a:gd name="T2" fmla="*/ 683 w 683"/>
                      <a:gd name="T3" fmla="*/ 79 h 477"/>
                      <a:gd name="T4" fmla="*/ 0 w 683"/>
                      <a:gd name="T5" fmla="*/ 477 h 477"/>
                      <a:gd name="T6" fmla="*/ 0 w 683"/>
                      <a:gd name="T7" fmla="*/ 398 h 477"/>
                      <a:gd name="T8" fmla="*/ 683 w 683"/>
                      <a:gd name="T9" fmla="*/ 0 h 4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83" h="477">
                        <a:moveTo>
                          <a:pt x="683" y="0"/>
                        </a:moveTo>
                        <a:lnTo>
                          <a:pt x="683" y="79"/>
                        </a:lnTo>
                        <a:lnTo>
                          <a:pt x="0" y="477"/>
                        </a:lnTo>
                        <a:lnTo>
                          <a:pt x="0" y="398"/>
                        </a:lnTo>
                        <a:lnTo>
                          <a:pt x="683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AFBFF"/>
                      </a:gs>
                      <a:gs pos="100000">
                        <a:srgbClr val="CDD2F8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16" name="Freeform 12">
                    <a:extLst>
                      <a:ext uri="{FF2B5EF4-FFF2-40B4-BE49-F238E27FC236}">
                        <a16:creationId xmlns:a16="http://schemas.microsoft.com/office/drawing/2014/main" id="{50DBD56D-8D3B-E78D-05F7-A8E748C7AE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647430" y="3621565"/>
                    <a:ext cx="1096963" cy="757237"/>
                  </a:xfrm>
                  <a:custGeom>
                    <a:avLst/>
                    <a:gdLst>
                      <a:gd name="T0" fmla="*/ 691 w 691"/>
                      <a:gd name="T1" fmla="*/ 398 h 477"/>
                      <a:gd name="T2" fmla="*/ 691 w 691"/>
                      <a:gd name="T3" fmla="*/ 477 h 477"/>
                      <a:gd name="T4" fmla="*/ 0 w 691"/>
                      <a:gd name="T5" fmla="*/ 79 h 477"/>
                      <a:gd name="T6" fmla="*/ 2 w 691"/>
                      <a:gd name="T7" fmla="*/ 0 h 477"/>
                      <a:gd name="T8" fmla="*/ 691 w 691"/>
                      <a:gd name="T9" fmla="*/ 398 h 47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91" h="477">
                        <a:moveTo>
                          <a:pt x="691" y="398"/>
                        </a:moveTo>
                        <a:lnTo>
                          <a:pt x="691" y="477"/>
                        </a:lnTo>
                        <a:lnTo>
                          <a:pt x="0" y="79"/>
                        </a:lnTo>
                        <a:lnTo>
                          <a:pt x="2" y="0"/>
                        </a:lnTo>
                        <a:lnTo>
                          <a:pt x="691" y="39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E7EBFF"/>
                      </a:gs>
                      <a:gs pos="100000">
                        <a:srgbClr val="CDD2F8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17" name="Freeform 13">
                    <a:extLst>
                      <a:ext uri="{FF2B5EF4-FFF2-40B4-BE49-F238E27FC236}">
                        <a16:creationId xmlns:a16="http://schemas.microsoft.com/office/drawing/2014/main" id="{E2E2E1A3-5FF4-3BE6-22B4-2CE5DF78576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650605" y="2989740"/>
                    <a:ext cx="2178050" cy="1263650"/>
                  </a:xfrm>
                  <a:custGeom>
                    <a:avLst/>
                    <a:gdLst>
                      <a:gd name="T0" fmla="*/ 1372 w 1372"/>
                      <a:gd name="T1" fmla="*/ 398 h 796"/>
                      <a:gd name="T2" fmla="*/ 689 w 1372"/>
                      <a:gd name="T3" fmla="*/ 796 h 796"/>
                      <a:gd name="T4" fmla="*/ 0 w 1372"/>
                      <a:gd name="T5" fmla="*/ 398 h 796"/>
                      <a:gd name="T6" fmla="*/ 684 w 1372"/>
                      <a:gd name="T7" fmla="*/ 0 h 796"/>
                      <a:gd name="T8" fmla="*/ 1372 w 1372"/>
                      <a:gd name="T9" fmla="*/ 398 h 7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72" h="796">
                        <a:moveTo>
                          <a:pt x="1372" y="398"/>
                        </a:moveTo>
                        <a:lnTo>
                          <a:pt x="689" y="796"/>
                        </a:lnTo>
                        <a:lnTo>
                          <a:pt x="0" y="398"/>
                        </a:lnTo>
                        <a:lnTo>
                          <a:pt x="684" y="0"/>
                        </a:lnTo>
                        <a:lnTo>
                          <a:pt x="1372" y="3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98" name="组合 497">
                  <a:extLst>
                    <a:ext uri="{FF2B5EF4-FFF2-40B4-BE49-F238E27FC236}">
                      <a16:creationId xmlns:a16="http://schemas.microsoft.com/office/drawing/2014/main" id="{C94FF163-01DE-E2B0-1B57-88F5F0384CAA}"/>
                    </a:ext>
                  </a:extLst>
                </p:cNvPr>
                <p:cNvGrpSpPr/>
                <p:nvPr/>
              </p:nvGrpSpPr>
              <p:grpSpPr>
                <a:xfrm>
                  <a:off x="8355548" y="303665"/>
                  <a:ext cx="460693" cy="524176"/>
                  <a:chOff x="9050730" y="731556"/>
                  <a:chExt cx="460693" cy="524176"/>
                </a:xfrm>
              </p:grpSpPr>
              <p:grpSp>
                <p:nvGrpSpPr>
                  <p:cNvPr id="503" name="组合 502">
                    <a:extLst>
                      <a:ext uri="{FF2B5EF4-FFF2-40B4-BE49-F238E27FC236}">
                        <a16:creationId xmlns:a16="http://schemas.microsoft.com/office/drawing/2014/main" id="{EE3F9524-1DDE-8039-C130-0D0F3F1647D7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927002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12" name="Freeform 20">
                      <a:extLst>
                        <a:ext uri="{FF2B5EF4-FFF2-40B4-BE49-F238E27FC236}">
                          <a16:creationId xmlns:a16="http://schemas.microsoft.com/office/drawing/2014/main" id="{886CBB07-C313-19FE-C040-0C2CEAFC14A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13" name="Freeform 21">
                      <a:extLst>
                        <a:ext uri="{FF2B5EF4-FFF2-40B4-BE49-F238E27FC236}">
                          <a16:creationId xmlns:a16="http://schemas.microsoft.com/office/drawing/2014/main" id="{637AB6E9-4ACD-1F99-78F5-4BB2AE7368C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14" name="Freeform 22">
                      <a:extLst>
                        <a:ext uri="{FF2B5EF4-FFF2-40B4-BE49-F238E27FC236}">
                          <a16:creationId xmlns:a16="http://schemas.microsoft.com/office/drawing/2014/main" id="{065B36E4-5DED-1F58-5EB4-571C63FC08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04" name="组合 503">
                    <a:extLst>
                      <a:ext uri="{FF2B5EF4-FFF2-40B4-BE49-F238E27FC236}">
                        <a16:creationId xmlns:a16="http://schemas.microsoft.com/office/drawing/2014/main" id="{6E0B9C5B-8E94-A6E4-AE61-23656DD176AF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829279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09" name="Freeform 20">
                      <a:extLst>
                        <a:ext uri="{FF2B5EF4-FFF2-40B4-BE49-F238E27FC236}">
                          <a16:creationId xmlns:a16="http://schemas.microsoft.com/office/drawing/2014/main" id="{A6E63AEF-7844-11E5-0DA6-B62E9AD2528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10" name="Freeform 21">
                      <a:extLst>
                        <a:ext uri="{FF2B5EF4-FFF2-40B4-BE49-F238E27FC236}">
                          <a16:creationId xmlns:a16="http://schemas.microsoft.com/office/drawing/2014/main" id="{80032113-0679-E9D3-F0AF-A0F5498526A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11" name="Freeform 22">
                      <a:extLst>
                        <a:ext uri="{FF2B5EF4-FFF2-40B4-BE49-F238E27FC236}">
                          <a16:creationId xmlns:a16="http://schemas.microsoft.com/office/drawing/2014/main" id="{21032A11-1CA1-7AE3-AA04-28ED7887B9A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05" name="组合 504">
                    <a:extLst>
                      <a:ext uri="{FF2B5EF4-FFF2-40B4-BE49-F238E27FC236}">
                        <a16:creationId xmlns:a16="http://schemas.microsoft.com/office/drawing/2014/main" id="{048CC1FB-B7B9-EFFC-35EE-66A80FB7EDD6}"/>
                      </a:ext>
                    </a:extLst>
                  </p:cNvPr>
                  <p:cNvGrpSpPr/>
                  <p:nvPr/>
                </p:nvGrpSpPr>
                <p:grpSpPr>
                  <a:xfrm>
                    <a:off x="9050730" y="731556"/>
                    <a:ext cx="460693" cy="328730"/>
                    <a:chOff x="9934979" y="5169636"/>
                    <a:chExt cx="460693" cy="328730"/>
                  </a:xfrm>
                </p:grpSpPr>
                <p:sp>
                  <p:nvSpPr>
                    <p:cNvPr id="506" name="Freeform 20">
                      <a:extLst>
                        <a:ext uri="{FF2B5EF4-FFF2-40B4-BE49-F238E27FC236}">
                          <a16:creationId xmlns:a16="http://schemas.microsoft.com/office/drawing/2014/main" id="{0EF04092-9534-CE15-2DE8-920DC52DCD0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0166307" y="5303170"/>
                      <a:ext cx="229365" cy="195196"/>
                    </a:xfrm>
                    <a:custGeom>
                      <a:avLst/>
                      <a:gdLst>
                        <a:gd name="T0" fmla="*/ 584 w 584"/>
                        <a:gd name="T1" fmla="*/ 0 h 497"/>
                        <a:gd name="T2" fmla="*/ 584 w 584"/>
                        <a:gd name="T3" fmla="*/ 155 h 497"/>
                        <a:gd name="T4" fmla="*/ 0 w 584"/>
                        <a:gd name="T5" fmla="*/ 497 h 497"/>
                        <a:gd name="T6" fmla="*/ 0 w 584"/>
                        <a:gd name="T7" fmla="*/ 342 h 497"/>
                        <a:gd name="T8" fmla="*/ 584 w 584"/>
                        <a:gd name="T9" fmla="*/ 0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4" h="497">
                          <a:moveTo>
                            <a:pt x="584" y="0"/>
                          </a:moveTo>
                          <a:lnTo>
                            <a:pt x="584" y="155"/>
                          </a:lnTo>
                          <a:lnTo>
                            <a:pt x="0" y="497"/>
                          </a:lnTo>
                          <a:lnTo>
                            <a:pt x="0" y="342"/>
                          </a:lnTo>
                          <a:lnTo>
                            <a:pt x="584" y="0"/>
                          </a:lnTo>
                          <a:close/>
                        </a:path>
                      </a:pathLst>
                    </a:custGeom>
                    <a:solidFill>
                      <a:srgbClr val="3749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07" name="Freeform 21">
                      <a:extLst>
                        <a:ext uri="{FF2B5EF4-FFF2-40B4-BE49-F238E27FC236}">
                          <a16:creationId xmlns:a16="http://schemas.microsoft.com/office/drawing/2014/main" id="{490F12AB-1765-95D3-A496-9E9BE915606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303170"/>
                      <a:ext cx="231328" cy="195196"/>
                    </a:xfrm>
                    <a:custGeom>
                      <a:avLst/>
                      <a:gdLst>
                        <a:gd name="T0" fmla="*/ 589 w 589"/>
                        <a:gd name="T1" fmla="*/ 342 h 497"/>
                        <a:gd name="T2" fmla="*/ 589 w 589"/>
                        <a:gd name="T3" fmla="*/ 497 h 497"/>
                        <a:gd name="T4" fmla="*/ 0 w 589"/>
                        <a:gd name="T5" fmla="*/ 155 h 497"/>
                        <a:gd name="T6" fmla="*/ 0 w 589"/>
                        <a:gd name="T7" fmla="*/ 0 h 497"/>
                        <a:gd name="T8" fmla="*/ 589 w 589"/>
                        <a:gd name="T9" fmla="*/ 342 h 4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9" h="497">
                          <a:moveTo>
                            <a:pt x="589" y="342"/>
                          </a:moveTo>
                          <a:lnTo>
                            <a:pt x="589" y="497"/>
                          </a:lnTo>
                          <a:lnTo>
                            <a:pt x="0" y="155"/>
                          </a:lnTo>
                          <a:lnTo>
                            <a:pt x="0" y="0"/>
                          </a:lnTo>
                          <a:lnTo>
                            <a:pt x="589" y="342"/>
                          </a:lnTo>
                          <a:close/>
                        </a:path>
                      </a:pathLst>
                    </a:custGeom>
                    <a:solidFill>
                      <a:srgbClr val="8E9CE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08" name="Freeform 22">
                      <a:extLst>
                        <a:ext uri="{FF2B5EF4-FFF2-40B4-BE49-F238E27FC236}">
                          <a16:creationId xmlns:a16="http://schemas.microsoft.com/office/drawing/2014/main" id="{9E4C5C52-BAE6-7AD3-D933-8A4AE96D8CF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9934979" y="5169636"/>
                      <a:ext cx="460693" cy="267854"/>
                    </a:xfrm>
                    <a:custGeom>
                      <a:avLst/>
                      <a:gdLst>
                        <a:gd name="T0" fmla="*/ 1173 w 1173"/>
                        <a:gd name="T1" fmla="*/ 340 h 682"/>
                        <a:gd name="T2" fmla="*/ 589 w 1173"/>
                        <a:gd name="T3" fmla="*/ 682 h 682"/>
                        <a:gd name="T4" fmla="*/ 0 w 1173"/>
                        <a:gd name="T5" fmla="*/ 340 h 682"/>
                        <a:gd name="T6" fmla="*/ 584 w 1173"/>
                        <a:gd name="T7" fmla="*/ 0 h 682"/>
                        <a:gd name="T8" fmla="*/ 1173 w 1173"/>
                        <a:gd name="T9" fmla="*/ 34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173" h="682">
                          <a:moveTo>
                            <a:pt x="1173" y="340"/>
                          </a:moveTo>
                          <a:lnTo>
                            <a:pt x="589" y="682"/>
                          </a:lnTo>
                          <a:lnTo>
                            <a:pt x="0" y="340"/>
                          </a:lnTo>
                          <a:lnTo>
                            <a:pt x="584" y="0"/>
                          </a:lnTo>
                          <a:lnTo>
                            <a:pt x="1173" y="34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3749CC"/>
                        </a:gs>
                        <a:gs pos="100000">
                          <a:srgbClr val="8E9CEF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  <p:grpSp>
              <p:nvGrpSpPr>
                <p:cNvPr id="499" name="组合 498">
                  <a:extLst>
                    <a:ext uri="{FF2B5EF4-FFF2-40B4-BE49-F238E27FC236}">
                      <a16:creationId xmlns:a16="http://schemas.microsoft.com/office/drawing/2014/main" id="{49DC7581-E34A-D7B4-604A-488AA68D787D}"/>
                    </a:ext>
                  </a:extLst>
                </p:cNvPr>
                <p:cNvGrpSpPr/>
                <p:nvPr/>
              </p:nvGrpSpPr>
              <p:grpSpPr>
                <a:xfrm>
                  <a:off x="8204736" y="61750"/>
                  <a:ext cx="762316" cy="995706"/>
                  <a:chOff x="6270625" y="1539875"/>
                  <a:chExt cx="876301" cy="1144588"/>
                </a:xfrm>
              </p:grpSpPr>
              <p:sp>
                <p:nvSpPr>
                  <p:cNvPr id="500" name="Freeform 10">
                    <a:extLst>
                      <a:ext uri="{FF2B5EF4-FFF2-40B4-BE49-F238E27FC236}">
                        <a16:creationId xmlns:a16="http://schemas.microsoft.com/office/drawing/2014/main" id="{505DDDFC-40B9-0BD5-C7EE-CBD2E2CF98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4013" y="1790700"/>
                    <a:ext cx="442913" cy="893763"/>
                  </a:xfrm>
                  <a:custGeom>
                    <a:avLst/>
                    <a:gdLst>
                      <a:gd name="T0" fmla="*/ 279 w 279"/>
                      <a:gd name="T1" fmla="*/ 0 h 563"/>
                      <a:gd name="T2" fmla="*/ 278 w 279"/>
                      <a:gd name="T3" fmla="*/ 402 h 563"/>
                      <a:gd name="T4" fmla="*/ 0 w 279"/>
                      <a:gd name="T5" fmla="*/ 563 h 563"/>
                      <a:gd name="T6" fmla="*/ 2 w 279"/>
                      <a:gd name="T7" fmla="*/ 161 h 563"/>
                      <a:gd name="T8" fmla="*/ 279 w 279"/>
                      <a:gd name="T9" fmla="*/ 0 h 5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9" h="563">
                        <a:moveTo>
                          <a:pt x="279" y="0"/>
                        </a:moveTo>
                        <a:lnTo>
                          <a:pt x="278" y="402"/>
                        </a:lnTo>
                        <a:lnTo>
                          <a:pt x="0" y="563"/>
                        </a:lnTo>
                        <a:lnTo>
                          <a:pt x="2" y="161"/>
                        </a:lnTo>
                        <a:lnTo>
                          <a:pt x="27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01" name="Freeform 11">
                    <a:extLst>
                      <a:ext uri="{FF2B5EF4-FFF2-40B4-BE49-F238E27FC236}">
                        <a16:creationId xmlns:a16="http://schemas.microsoft.com/office/drawing/2014/main" id="{7DFDCCA9-B22A-7DFF-9B03-33FAF1ADD41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0625" y="1795463"/>
                    <a:ext cx="436563" cy="889000"/>
                  </a:xfrm>
                  <a:custGeom>
                    <a:avLst/>
                    <a:gdLst>
                      <a:gd name="T0" fmla="*/ 275 w 275"/>
                      <a:gd name="T1" fmla="*/ 158 h 560"/>
                      <a:gd name="T2" fmla="*/ 273 w 275"/>
                      <a:gd name="T3" fmla="*/ 560 h 560"/>
                      <a:gd name="T4" fmla="*/ 0 w 275"/>
                      <a:gd name="T5" fmla="*/ 402 h 560"/>
                      <a:gd name="T6" fmla="*/ 1 w 275"/>
                      <a:gd name="T7" fmla="*/ 0 h 560"/>
                      <a:gd name="T8" fmla="*/ 275 w 275"/>
                      <a:gd name="T9" fmla="*/ 158 h 5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5" h="560">
                        <a:moveTo>
                          <a:pt x="275" y="158"/>
                        </a:moveTo>
                        <a:lnTo>
                          <a:pt x="273" y="560"/>
                        </a:lnTo>
                        <a:lnTo>
                          <a:pt x="0" y="402"/>
                        </a:lnTo>
                        <a:lnTo>
                          <a:pt x="1" y="0"/>
                        </a:lnTo>
                        <a:lnTo>
                          <a:pt x="275" y="15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502" name="Freeform 12">
                    <a:extLst>
                      <a:ext uri="{FF2B5EF4-FFF2-40B4-BE49-F238E27FC236}">
                        <a16:creationId xmlns:a16="http://schemas.microsoft.com/office/drawing/2014/main" id="{50625BA4-288F-22C0-7F55-BB0EBC05FF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2213" y="1539875"/>
                    <a:ext cx="874713" cy="506413"/>
                  </a:xfrm>
                  <a:custGeom>
                    <a:avLst/>
                    <a:gdLst>
                      <a:gd name="T0" fmla="*/ 551 w 551"/>
                      <a:gd name="T1" fmla="*/ 158 h 319"/>
                      <a:gd name="T2" fmla="*/ 274 w 551"/>
                      <a:gd name="T3" fmla="*/ 319 h 319"/>
                      <a:gd name="T4" fmla="*/ 0 w 551"/>
                      <a:gd name="T5" fmla="*/ 161 h 319"/>
                      <a:gd name="T6" fmla="*/ 278 w 551"/>
                      <a:gd name="T7" fmla="*/ 0 h 319"/>
                      <a:gd name="T8" fmla="*/ 551 w 551"/>
                      <a:gd name="T9" fmla="*/ 158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51" h="319">
                        <a:moveTo>
                          <a:pt x="551" y="158"/>
                        </a:moveTo>
                        <a:lnTo>
                          <a:pt x="274" y="319"/>
                        </a:lnTo>
                        <a:lnTo>
                          <a:pt x="0" y="161"/>
                        </a:lnTo>
                        <a:lnTo>
                          <a:pt x="278" y="0"/>
                        </a:lnTo>
                        <a:lnTo>
                          <a:pt x="551" y="15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6578F0">
                          <a:alpha val="0"/>
                        </a:srgbClr>
                      </a:gs>
                      <a:gs pos="100000">
                        <a:srgbClr val="6578F0">
                          <a:alpha val="19000"/>
                        </a:srgb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sp>
            <p:nvSpPr>
              <p:cNvPr id="477" name="图形 8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  <a:extLst>
                  <a:ext uri="{FF2B5EF4-FFF2-40B4-BE49-F238E27FC236}">
                    <a16:creationId xmlns:a16="http://schemas.microsoft.com/office/drawing/2014/main" id="{A0F127EB-CA8D-1A3B-79D0-66C9A79595C0}"/>
                  </a:ext>
                </a:extLst>
              </p:cNvPr>
              <p:cNvSpPr/>
              <p:nvPr/>
            </p:nvSpPr>
            <p:spPr>
              <a:xfrm>
                <a:off x="885283" y="6139560"/>
                <a:ext cx="122581" cy="136201"/>
              </a:xfrm>
              <a:custGeom>
                <a:avLst/>
                <a:gdLst>
                  <a:gd name="connsiteX0" fmla="*/ 152400 w 171450"/>
                  <a:gd name="connsiteY0" fmla="*/ 19050 h 190500"/>
                  <a:gd name="connsiteX1" fmla="*/ 112586 w 171450"/>
                  <a:gd name="connsiteY1" fmla="*/ 19050 h 190500"/>
                  <a:gd name="connsiteX2" fmla="*/ 85725 w 171450"/>
                  <a:gd name="connsiteY2" fmla="*/ 0 h 190500"/>
                  <a:gd name="connsiteX3" fmla="*/ 58865 w 171450"/>
                  <a:gd name="connsiteY3" fmla="*/ 19050 h 190500"/>
                  <a:gd name="connsiteX4" fmla="*/ 19050 w 171450"/>
                  <a:gd name="connsiteY4" fmla="*/ 19050 h 190500"/>
                  <a:gd name="connsiteX5" fmla="*/ 0 w 171450"/>
                  <a:gd name="connsiteY5" fmla="*/ 38100 h 190500"/>
                  <a:gd name="connsiteX6" fmla="*/ 0 w 171450"/>
                  <a:gd name="connsiteY6" fmla="*/ 171450 h 190500"/>
                  <a:gd name="connsiteX7" fmla="*/ 19050 w 171450"/>
                  <a:gd name="connsiteY7" fmla="*/ 190500 h 190500"/>
                  <a:gd name="connsiteX8" fmla="*/ 152400 w 171450"/>
                  <a:gd name="connsiteY8" fmla="*/ 190500 h 190500"/>
                  <a:gd name="connsiteX9" fmla="*/ 171450 w 171450"/>
                  <a:gd name="connsiteY9" fmla="*/ 171450 h 190500"/>
                  <a:gd name="connsiteX10" fmla="*/ 171450 w 171450"/>
                  <a:gd name="connsiteY10" fmla="*/ 38100 h 190500"/>
                  <a:gd name="connsiteX11" fmla="*/ 152400 w 171450"/>
                  <a:gd name="connsiteY11" fmla="*/ 19050 h 190500"/>
                  <a:gd name="connsiteX12" fmla="*/ 85725 w 171450"/>
                  <a:gd name="connsiteY12" fmla="*/ 19050 h 190500"/>
                  <a:gd name="connsiteX13" fmla="*/ 95250 w 171450"/>
                  <a:gd name="connsiteY13" fmla="*/ 28575 h 190500"/>
                  <a:gd name="connsiteX14" fmla="*/ 85725 w 171450"/>
                  <a:gd name="connsiteY14" fmla="*/ 38100 h 190500"/>
                  <a:gd name="connsiteX15" fmla="*/ 76200 w 171450"/>
                  <a:gd name="connsiteY15" fmla="*/ 28575 h 190500"/>
                  <a:gd name="connsiteX16" fmla="*/ 85725 w 171450"/>
                  <a:gd name="connsiteY16" fmla="*/ 19050 h 190500"/>
                  <a:gd name="connsiteX17" fmla="*/ 66675 w 171450"/>
                  <a:gd name="connsiteY17" fmla="*/ 152400 h 190500"/>
                  <a:gd name="connsiteX18" fmla="*/ 28575 w 171450"/>
                  <a:gd name="connsiteY18" fmla="*/ 114300 h 190500"/>
                  <a:gd name="connsiteX19" fmla="*/ 42005 w 171450"/>
                  <a:gd name="connsiteY19" fmla="*/ 100870 h 190500"/>
                  <a:gd name="connsiteX20" fmla="*/ 66675 w 171450"/>
                  <a:gd name="connsiteY20" fmla="*/ 125444 h 190500"/>
                  <a:gd name="connsiteX21" fmla="*/ 129445 w 171450"/>
                  <a:gd name="connsiteY21" fmla="*/ 62675 h 190500"/>
                  <a:gd name="connsiteX22" fmla="*/ 142875 w 171450"/>
                  <a:gd name="connsiteY22" fmla="*/ 76200 h 190500"/>
                  <a:gd name="connsiteX23" fmla="*/ 66675 w 171450"/>
                  <a:gd name="connsiteY23" fmla="*/ 1524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1450" h="190500">
                    <a:moveTo>
                      <a:pt x="152400" y="19050"/>
                    </a:moveTo>
                    <a:lnTo>
                      <a:pt x="112586" y="19050"/>
                    </a:lnTo>
                    <a:cubicBezTo>
                      <a:pt x="108585" y="8001"/>
                      <a:pt x="98108" y="0"/>
                      <a:pt x="85725" y="0"/>
                    </a:cubicBezTo>
                    <a:cubicBezTo>
                      <a:pt x="73343" y="0"/>
                      <a:pt x="62865" y="8001"/>
                      <a:pt x="58865" y="19050"/>
                    </a:cubicBezTo>
                    <a:lnTo>
                      <a:pt x="19050" y="19050"/>
                    </a:lnTo>
                    <a:cubicBezTo>
                      <a:pt x="8573" y="19050"/>
                      <a:pt x="0" y="27623"/>
                      <a:pt x="0" y="38100"/>
                    </a:cubicBezTo>
                    <a:lnTo>
                      <a:pt x="0" y="171450"/>
                    </a:lnTo>
                    <a:cubicBezTo>
                      <a:pt x="0" y="181928"/>
                      <a:pt x="8573" y="190500"/>
                      <a:pt x="19050" y="190500"/>
                    </a:cubicBezTo>
                    <a:lnTo>
                      <a:pt x="152400" y="190500"/>
                    </a:lnTo>
                    <a:cubicBezTo>
                      <a:pt x="162878" y="190500"/>
                      <a:pt x="171450" y="181928"/>
                      <a:pt x="171450" y="171450"/>
                    </a:cubicBezTo>
                    <a:lnTo>
                      <a:pt x="171450" y="38100"/>
                    </a:lnTo>
                    <a:cubicBezTo>
                      <a:pt x="171450" y="27623"/>
                      <a:pt x="162878" y="19050"/>
                      <a:pt x="152400" y="19050"/>
                    </a:cubicBezTo>
                    <a:close/>
                    <a:moveTo>
                      <a:pt x="85725" y="19050"/>
                    </a:moveTo>
                    <a:cubicBezTo>
                      <a:pt x="90964" y="19050"/>
                      <a:pt x="95250" y="23336"/>
                      <a:pt x="95250" y="28575"/>
                    </a:cubicBezTo>
                    <a:cubicBezTo>
                      <a:pt x="95250" y="33814"/>
                      <a:pt x="90964" y="38100"/>
                      <a:pt x="85725" y="38100"/>
                    </a:cubicBezTo>
                    <a:cubicBezTo>
                      <a:pt x="80486" y="38100"/>
                      <a:pt x="76200" y="33814"/>
                      <a:pt x="76200" y="28575"/>
                    </a:cubicBezTo>
                    <a:cubicBezTo>
                      <a:pt x="76200" y="23336"/>
                      <a:pt x="80486" y="19050"/>
                      <a:pt x="85725" y="19050"/>
                    </a:cubicBezTo>
                    <a:close/>
                    <a:moveTo>
                      <a:pt x="66675" y="152400"/>
                    </a:moveTo>
                    <a:lnTo>
                      <a:pt x="28575" y="114300"/>
                    </a:lnTo>
                    <a:lnTo>
                      <a:pt x="42005" y="100870"/>
                    </a:lnTo>
                    <a:lnTo>
                      <a:pt x="66675" y="125444"/>
                    </a:lnTo>
                    <a:lnTo>
                      <a:pt x="129445" y="62675"/>
                    </a:lnTo>
                    <a:lnTo>
                      <a:pt x="142875" y="76200"/>
                    </a:lnTo>
                    <a:lnTo>
                      <a:pt x="66675" y="152400"/>
                    </a:lnTo>
                    <a:close/>
                  </a:path>
                </a:pathLst>
              </a:custGeom>
              <a:solidFill>
                <a:srgbClr val="02F276"/>
              </a:solidFill>
              <a:ln w="9525" cap="flat">
                <a:noFill/>
                <a:prstDash val="solid"/>
                <a:miter/>
              </a:ln>
              <a:scene3d>
                <a:camera prst="isometricBottomDown"/>
                <a:lightRig rig="threePt" dir="t"/>
              </a:scene3d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478" name="直接连接符 477">
                <a:extLst>
                  <a:ext uri="{FF2B5EF4-FFF2-40B4-BE49-F238E27FC236}">
                    <a16:creationId xmlns:a16="http://schemas.microsoft.com/office/drawing/2014/main" id="{1E036C09-5108-057E-8B1A-5A558D97B9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92937" y="6523008"/>
                <a:ext cx="1094885" cy="0"/>
              </a:xfrm>
              <a:prstGeom prst="line">
                <a:avLst/>
              </a:prstGeom>
              <a:ln w="15875">
                <a:solidFill>
                  <a:srgbClr val="0FF98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9" name="组合 478">
                <a:extLst>
                  <a:ext uri="{FF2B5EF4-FFF2-40B4-BE49-F238E27FC236}">
                    <a16:creationId xmlns:a16="http://schemas.microsoft.com/office/drawing/2014/main" id="{04CF2692-37F7-F37E-1D8D-A621ED9E01D3}"/>
                  </a:ext>
                </a:extLst>
              </p:cNvPr>
              <p:cNvGrpSpPr/>
              <p:nvPr/>
            </p:nvGrpSpPr>
            <p:grpSpPr>
              <a:xfrm>
                <a:off x="3396540" y="5835215"/>
                <a:ext cx="1091747" cy="938417"/>
                <a:chOff x="9401960" y="2410836"/>
                <a:chExt cx="1395941" cy="1199889"/>
              </a:xfrm>
            </p:grpSpPr>
            <p:sp>
              <p:nvSpPr>
                <p:cNvPr id="489" name="菱形 488">
                  <a:extLst>
                    <a:ext uri="{FF2B5EF4-FFF2-40B4-BE49-F238E27FC236}">
                      <a16:creationId xmlns:a16="http://schemas.microsoft.com/office/drawing/2014/main" id="{890D12F2-846E-0ACE-81E3-E18E7CF4D01C}"/>
                    </a:ext>
                  </a:extLst>
                </p:cNvPr>
                <p:cNvSpPr/>
                <p:nvPr/>
              </p:nvSpPr>
              <p:spPr>
                <a:xfrm>
                  <a:off x="9401960" y="2836325"/>
                  <a:ext cx="1395941" cy="774400"/>
                </a:xfrm>
                <a:prstGeom prst="diamond">
                  <a:avLst/>
                </a:prstGeom>
                <a:noFill/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490" name="组合 489">
                  <a:extLst>
                    <a:ext uri="{FF2B5EF4-FFF2-40B4-BE49-F238E27FC236}">
                      <a16:creationId xmlns:a16="http://schemas.microsoft.com/office/drawing/2014/main" id="{F89D9C2A-A9D3-BCA7-86DB-0FDD059AEBFF}"/>
                    </a:ext>
                  </a:extLst>
                </p:cNvPr>
                <p:cNvGrpSpPr/>
                <p:nvPr/>
              </p:nvGrpSpPr>
              <p:grpSpPr>
                <a:xfrm>
                  <a:off x="9511419" y="2410836"/>
                  <a:ext cx="1177014" cy="1107724"/>
                  <a:chOff x="7716402" y="-134808"/>
                  <a:chExt cx="2049463" cy="1928813"/>
                </a:xfrm>
              </p:grpSpPr>
              <p:sp>
                <p:nvSpPr>
                  <p:cNvPr id="491" name="Freeform 28">
                    <a:extLst>
                      <a:ext uri="{FF2B5EF4-FFF2-40B4-BE49-F238E27FC236}">
                        <a16:creationId xmlns:a16="http://schemas.microsoft.com/office/drawing/2014/main" id="{0D5003B0-FD7A-CFB4-9F05-A6C53463C5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45102" y="458917"/>
                    <a:ext cx="1020763" cy="1335088"/>
                  </a:xfrm>
                  <a:custGeom>
                    <a:avLst/>
                    <a:gdLst>
                      <a:gd name="T0" fmla="*/ 643 w 643"/>
                      <a:gd name="T1" fmla="*/ 0 h 841"/>
                      <a:gd name="T2" fmla="*/ 641 w 643"/>
                      <a:gd name="T3" fmla="*/ 467 h 841"/>
                      <a:gd name="T4" fmla="*/ 0 w 643"/>
                      <a:gd name="T5" fmla="*/ 841 h 841"/>
                      <a:gd name="T6" fmla="*/ 0 w 643"/>
                      <a:gd name="T7" fmla="*/ 377 h 841"/>
                      <a:gd name="T8" fmla="*/ 643 w 643"/>
                      <a:gd name="T9" fmla="*/ 0 h 8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3" h="841">
                        <a:moveTo>
                          <a:pt x="643" y="0"/>
                        </a:moveTo>
                        <a:lnTo>
                          <a:pt x="641" y="467"/>
                        </a:lnTo>
                        <a:lnTo>
                          <a:pt x="0" y="841"/>
                        </a:lnTo>
                        <a:lnTo>
                          <a:pt x="0" y="377"/>
                        </a:lnTo>
                        <a:lnTo>
                          <a:pt x="64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2" name="Freeform 29">
                    <a:extLst>
                      <a:ext uri="{FF2B5EF4-FFF2-40B4-BE49-F238E27FC236}">
                        <a16:creationId xmlns:a16="http://schemas.microsoft.com/office/drawing/2014/main" id="{08D8EBF7-AB33-B816-7DCB-DD6E388467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16402" y="458917"/>
                    <a:ext cx="1028700" cy="1335088"/>
                  </a:xfrm>
                  <a:custGeom>
                    <a:avLst/>
                    <a:gdLst>
                      <a:gd name="T0" fmla="*/ 648 w 648"/>
                      <a:gd name="T1" fmla="*/ 377 h 841"/>
                      <a:gd name="T2" fmla="*/ 648 w 648"/>
                      <a:gd name="T3" fmla="*/ 841 h 841"/>
                      <a:gd name="T4" fmla="*/ 0 w 648"/>
                      <a:gd name="T5" fmla="*/ 467 h 841"/>
                      <a:gd name="T6" fmla="*/ 2 w 648"/>
                      <a:gd name="T7" fmla="*/ 0 h 841"/>
                      <a:gd name="T8" fmla="*/ 648 w 648"/>
                      <a:gd name="T9" fmla="*/ 377 h 8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8" h="841">
                        <a:moveTo>
                          <a:pt x="648" y="377"/>
                        </a:moveTo>
                        <a:lnTo>
                          <a:pt x="648" y="841"/>
                        </a:lnTo>
                        <a:lnTo>
                          <a:pt x="0" y="467"/>
                        </a:lnTo>
                        <a:lnTo>
                          <a:pt x="2" y="0"/>
                        </a:lnTo>
                        <a:lnTo>
                          <a:pt x="648" y="37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3" name="Freeform 30">
                    <a:extLst>
                      <a:ext uri="{FF2B5EF4-FFF2-40B4-BE49-F238E27FC236}">
                        <a16:creationId xmlns:a16="http://schemas.microsoft.com/office/drawing/2014/main" id="{64448EC7-9B55-F850-4B33-D3722FC98F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719577" y="-134808"/>
                    <a:ext cx="2046288" cy="1192213"/>
                  </a:xfrm>
                  <a:custGeom>
                    <a:avLst/>
                    <a:gdLst>
                      <a:gd name="T0" fmla="*/ 1289 w 1289"/>
                      <a:gd name="T1" fmla="*/ 374 h 751"/>
                      <a:gd name="T2" fmla="*/ 646 w 1289"/>
                      <a:gd name="T3" fmla="*/ 751 h 751"/>
                      <a:gd name="T4" fmla="*/ 0 w 1289"/>
                      <a:gd name="T5" fmla="*/ 374 h 751"/>
                      <a:gd name="T6" fmla="*/ 641 w 1289"/>
                      <a:gd name="T7" fmla="*/ 0 h 751"/>
                      <a:gd name="T8" fmla="*/ 1289 w 1289"/>
                      <a:gd name="T9" fmla="*/ 374 h 7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89" h="751">
                        <a:moveTo>
                          <a:pt x="1289" y="374"/>
                        </a:moveTo>
                        <a:lnTo>
                          <a:pt x="646" y="751"/>
                        </a:lnTo>
                        <a:lnTo>
                          <a:pt x="0" y="374"/>
                        </a:lnTo>
                        <a:lnTo>
                          <a:pt x="641" y="0"/>
                        </a:lnTo>
                        <a:lnTo>
                          <a:pt x="1289" y="374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8E9CEF">
                          <a:lumMod val="52000"/>
                          <a:lumOff val="48000"/>
                        </a:srgb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4" name="Freeform 31">
                    <a:extLst>
                      <a:ext uri="{FF2B5EF4-FFF2-40B4-BE49-F238E27FC236}">
                        <a16:creationId xmlns:a16="http://schemas.microsoft.com/office/drawing/2014/main" id="{EA84A6F1-25E3-0062-0F5A-11896383C32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40340" y="357317"/>
                    <a:ext cx="644525" cy="495300"/>
                  </a:xfrm>
                  <a:custGeom>
                    <a:avLst/>
                    <a:gdLst>
                      <a:gd name="T0" fmla="*/ 406 w 406"/>
                      <a:gd name="T1" fmla="*/ 0 h 312"/>
                      <a:gd name="T2" fmla="*/ 406 w 406"/>
                      <a:gd name="T3" fmla="*/ 76 h 312"/>
                      <a:gd name="T4" fmla="*/ 0 w 406"/>
                      <a:gd name="T5" fmla="*/ 312 h 312"/>
                      <a:gd name="T6" fmla="*/ 3 w 406"/>
                      <a:gd name="T7" fmla="*/ 236 h 312"/>
                      <a:gd name="T8" fmla="*/ 406 w 406"/>
                      <a:gd name="T9" fmla="*/ 0 h 3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6" h="312">
                        <a:moveTo>
                          <a:pt x="406" y="0"/>
                        </a:moveTo>
                        <a:lnTo>
                          <a:pt x="406" y="76"/>
                        </a:lnTo>
                        <a:lnTo>
                          <a:pt x="0" y="312"/>
                        </a:lnTo>
                        <a:lnTo>
                          <a:pt x="3" y="236"/>
                        </a:lnTo>
                        <a:lnTo>
                          <a:pt x="40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5" name="Freeform 32">
                    <a:extLst>
                      <a:ext uri="{FF2B5EF4-FFF2-40B4-BE49-F238E27FC236}">
                        <a16:creationId xmlns:a16="http://schemas.microsoft.com/office/drawing/2014/main" id="{8F995EF7-1BD5-5C42-F9C9-4ED818149C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095815" y="357317"/>
                    <a:ext cx="649288" cy="495300"/>
                  </a:xfrm>
                  <a:custGeom>
                    <a:avLst/>
                    <a:gdLst>
                      <a:gd name="T0" fmla="*/ 409 w 409"/>
                      <a:gd name="T1" fmla="*/ 236 h 312"/>
                      <a:gd name="T2" fmla="*/ 406 w 409"/>
                      <a:gd name="T3" fmla="*/ 312 h 312"/>
                      <a:gd name="T4" fmla="*/ 0 w 409"/>
                      <a:gd name="T5" fmla="*/ 76 h 312"/>
                      <a:gd name="T6" fmla="*/ 0 w 409"/>
                      <a:gd name="T7" fmla="*/ 0 h 312"/>
                      <a:gd name="T8" fmla="*/ 409 w 409"/>
                      <a:gd name="T9" fmla="*/ 236 h 3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9" h="312">
                        <a:moveTo>
                          <a:pt x="409" y="236"/>
                        </a:moveTo>
                        <a:lnTo>
                          <a:pt x="406" y="312"/>
                        </a:lnTo>
                        <a:lnTo>
                          <a:pt x="0" y="76"/>
                        </a:lnTo>
                        <a:lnTo>
                          <a:pt x="0" y="0"/>
                        </a:lnTo>
                        <a:lnTo>
                          <a:pt x="409" y="236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3749CC"/>
                      </a:gs>
                      <a:gs pos="100000">
                        <a:srgbClr val="6578F0"/>
                      </a:gs>
                    </a:gsLst>
                    <a:lin ang="108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6" name="Freeform 33">
                    <a:extLst>
                      <a:ext uri="{FF2B5EF4-FFF2-40B4-BE49-F238E27FC236}">
                        <a16:creationId xmlns:a16="http://schemas.microsoft.com/office/drawing/2014/main" id="{29D1B2BB-4322-F108-3296-41F9BFFA17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095815" y="-17333"/>
                    <a:ext cx="1289050" cy="749300"/>
                  </a:xfrm>
                  <a:custGeom>
                    <a:avLst/>
                    <a:gdLst>
                      <a:gd name="T0" fmla="*/ 812 w 812"/>
                      <a:gd name="T1" fmla="*/ 236 h 472"/>
                      <a:gd name="T2" fmla="*/ 409 w 812"/>
                      <a:gd name="T3" fmla="*/ 472 h 472"/>
                      <a:gd name="T4" fmla="*/ 0 w 812"/>
                      <a:gd name="T5" fmla="*/ 236 h 472"/>
                      <a:gd name="T6" fmla="*/ 404 w 812"/>
                      <a:gd name="T7" fmla="*/ 0 h 472"/>
                      <a:gd name="T8" fmla="*/ 812 w 812"/>
                      <a:gd name="T9" fmla="*/ 236 h 4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12" h="472">
                        <a:moveTo>
                          <a:pt x="812" y="236"/>
                        </a:moveTo>
                        <a:lnTo>
                          <a:pt x="409" y="472"/>
                        </a:lnTo>
                        <a:lnTo>
                          <a:pt x="0" y="236"/>
                        </a:lnTo>
                        <a:lnTo>
                          <a:pt x="404" y="0"/>
                        </a:lnTo>
                        <a:lnTo>
                          <a:pt x="812" y="23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0"/>
                          <a:lumOff val="100000"/>
                        </a:schemeClr>
                      </a:gs>
                      <a:gs pos="100000">
                        <a:srgbClr val="8E9CEF">
                          <a:lumMod val="61000"/>
                          <a:lumOff val="39000"/>
                        </a:srgb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noProof="1">
                      <a:latin typeface="Times New Roman" panose="02020603050405020304" pitchFamily="18" charset="0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grpSp>
            <p:nvGrpSpPr>
              <p:cNvPr id="480" name="组合 479">
                <a:extLst>
                  <a:ext uri="{FF2B5EF4-FFF2-40B4-BE49-F238E27FC236}">
                    <a16:creationId xmlns:a16="http://schemas.microsoft.com/office/drawing/2014/main" id="{8207CF10-FF70-6A19-1905-7CA3609E3B47}"/>
                  </a:ext>
                </a:extLst>
              </p:cNvPr>
              <p:cNvGrpSpPr/>
              <p:nvPr/>
            </p:nvGrpSpPr>
            <p:grpSpPr>
              <a:xfrm>
                <a:off x="3867232" y="5817296"/>
                <a:ext cx="206945" cy="221105"/>
                <a:chOff x="6949740" y="2987120"/>
                <a:chExt cx="803935" cy="858946"/>
              </a:xfrm>
            </p:grpSpPr>
            <p:sp>
              <p:nvSpPr>
                <p:cNvPr id="485" name="波形 484">
                  <a:extLst>
                    <a:ext uri="{FF2B5EF4-FFF2-40B4-BE49-F238E27FC236}">
                      <a16:creationId xmlns:a16="http://schemas.microsoft.com/office/drawing/2014/main" id="{4F77C0B6-7F37-F90F-7EE0-B137ABE8EC79}"/>
                    </a:ext>
                  </a:extLst>
                </p:cNvPr>
                <p:cNvSpPr/>
                <p:nvPr/>
              </p:nvSpPr>
              <p:spPr>
                <a:xfrm>
                  <a:off x="6949740" y="2987120"/>
                  <a:ext cx="803935" cy="858946"/>
                </a:xfrm>
                <a:prstGeom prst="wav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cxnSp>
              <p:nvCxnSpPr>
                <p:cNvPr id="486" name="直接连接符 485">
                  <a:extLst>
                    <a:ext uri="{FF2B5EF4-FFF2-40B4-BE49-F238E27FC236}">
                      <a16:creationId xmlns:a16="http://schemas.microsoft.com/office/drawing/2014/main" id="{AF96B438-CA31-E954-85B0-6D6D69D96D27}"/>
                    </a:ext>
                  </a:extLst>
                </p:cNvPr>
                <p:cNvCxnSpPr/>
                <p:nvPr/>
              </p:nvCxnSpPr>
              <p:spPr>
                <a:xfrm>
                  <a:off x="7128221" y="3114395"/>
                  <a:ext cx="446969" cy="218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直接连接符 486">
                  <a:extLst>
                    <a:ext uri="{FF2B5EF4-FFF2-40B4-BE49-F238E27FC236}">
                      <a16:creationId xmlns:a16="http://schemas.microsoft.com/office/drawing/2014/main" id="{5CA88A76-0210-B50E-A0D8-EF38F346A781}"/>
                    </a:ext>
                  </a:extLst>
                </p:cNvPr>
                <p:cNvCxnSpPr/>
                <p:nvPr/>
              </p:nvCxnSpPr>
              <p:spPr>
                <a:xfrm>
                  <a:off x="7128221" y="3285236"/>
                  <a:ext cx="446969" cy="218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直接连接符 487">
                  <a:extLst>
                    <a:ext uri="{FF2B5EF4-FFF2-40B4-BE49-F238E27FC236}">
                      <a16:creationId xmlns:a16="http://schemas.microsoft.com/office/drawing/2014/main" id="{08B5FB52-A9B1-4845-9787-D2536732DEA3}"/>
                    </a:ext>
                  </a:extLst>
                </p:cNvPr>
                <p:cNvCxnSpPr/>
                <p:nvPr/>
              </p:nvCxnSpPr>
              <p:spPr>
                <a:xfrm>
                  <a:off x="7128221" y="3428999"/>
                  <a:ext cx="446969" cy="2184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1" name="图形 81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  <a:extLst>
                  <a:ext uri="{FF2B5EF4-FFF2-40B4-BE49-F238E27FC236}">
                    <a16:creationId xmlns:a16="http://schemas.microsoft.com/office/drawing/2014/main" id="{C66A547F-C0E3-4B86-6309-F728FBF7F32D}"/>
                  </a:ext>
                </a:extLst>
              </p:cNvPr>
              <p:cNvSpPr/>
              <p:nvPr/>
            </p:nvSpPr>
            <p:spPr>
              <a:xfrm>
                <a:off x="1913211" y="6134033"/>
                <a:ext cx="163441" cy="108961"/>
              </a:xfrm>
              <a:custGeom>
                <a:avLst/>
                <a:gdLst>
                  <a:gd name="connsiteX0" fmla="*/ 184309 w 228600"/>
                  <a:gd name="connsiteY0" fmla="*/ 57531 h 152400"/>
                  <a:gd name="connsiteX1" fmla="*/ 114300 w 228600"/>
                  <a:gd name="connsiteY1" fmla="*/ 0 h 152400"/>
                  <a:gd name="connsiteX2" fmla="*/ 50959 w 228600"/>
                  <a:gd name="connsiteY2" fmla="*/ 38481 h 152400"/>
                  <a:gd name="connsiteX3" fmla="*/ 0 w 228600"/>
                  <a:gd name="connsiteY3" fmla="*/ 95250 h 152400"/>
                  <a:gd name="connsiteX4" fmla="*/ 57150 w 228600"/>
                  <a:gd name="connsiteY4" fmla="*/ 152400 h 152400"/>
                  <a:gd name="connsiteX5" fmla="*/ 180975 w 228600"/>
                  <a:gd name="connsiteY5" fmla="*/ 152400 h 152400"/>
                  <a:gd name="connsiteX6" fmla="*/ 228600 w 228600"/>
                  <a:gd name="connsiteY6" fmla="*/ 104775 h 152400"/>
                  <a:gd name="connsiteX7" fmla="*/ 184309 w 228600"/>
                  <a:gd name="connsiteY7" fmla="*/ 57531 h 152400"/>
                  <a:gd name="connsiteX8" fmla="*/ 133350 w 228600"/>
                  <a:gd name="connsiteY8" fmla="*/ 85725 h 152400"/>
                  <a:gd name="connsiteX9" fmla="*/ 133350 w 228600"/>
                  <a:gd name="connsiteY9" fmla="*/ 123825 h 152400"/>
                  <a:gd name="connsiteX10" fmla="*/ 95250 w 228600"/>
                  <a:gd name="connsiteY10" fmla="*/ 123825 h 152400"/>
                  <a:gd name="connsiteX11" fmla="*/ 95250 w 228600"/>
                  <a:gd name="connsiteY11" fmla="*/ 85725 h 152400"/>
                  <a:gd name="connsiteX12" fmla="*/ 66675 w 228600"/>
                  <a:gd name="connsiteY12" fmla="*/ 85725 h 152400"/>
                  <a:gd name="connsiteX13" fmla="*/ 114300 w 228600"/>
                  <a:gd name="connsiteY13" fmla="*/ 38100 h 152400"/>
                  <a:gd name="connsiteX14" fmla="*/ 161925 w 228600"/>
                  <a:gd name="connsiteY14" fmla="*/ 85725 h 152400"/>
                  <a:gd name="connsiteX15" fmla="*/ 133350 w 228600"/>
                  <a:gd name="connsiteY15" fmla="*/ 85725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28600" h="152400">
                    <a:moveTo>
                      <a:pt x="184309" y="57531"/>
                    </a:moveTo>
                    <a:cubicBezTo>
                      <a:pt x="177832" y="24670"/>
                      <a:pt x="148971" y="0"/>
                      <a:pt x="114300" y="0"/>
                    </a:cubicBezTo>
                    <a:cubicBezTo>
                      <a:pt x="86773" y="0"/>
                      <a:pt x="62865" y="15621"/>
                      <a:pt x="50959" y="38481"/>
                    </a:cubicBezTo>
                    <a:cubicBezTo>
                      <a:pt x="22289" y="41529"/>
                      <a:pt x="0" y="65818"/>
                      <a:pt x="0" y="95250"/>
                    </a:cubicBezTo>
                    <a:cubicBezTo>
                      <a:pt x="0" y="126778"/>
                      <a:pt x="25622" y="152400"/>
                      <a:pt x="57150" y="152400"/>
                    </a:cubicBezTo>
                    <a:lnTo>
                      <a:pt x="180975" y="152400"/>
                    </a:lnTo>
                    <a:cubicBezTo>
                      <a:pt x="207264" y="152400"/>
                      <a:pt x="228600" y="131064"/>
                      <a:pt x="228600" y="104775"/>
                    </a:cubicBezTo>
                    <a:cubicBezTo>
                      <a:pt x="228600" y="79629"/>
                      <a:pt x="209074" y="59245"/>
                      <a:pt x="184309" y="57531"/>
                    </a:cubicBezTo>
                    <a:close/>
                    <a:moveTo>
                      <a:pt x="133350" y="85725"/>
                    </a:moveTo>
                    <a:lnTo>
                      <a:pt x="133350" y="123825"/>
                    </a:lnTo>
                    <a:lnTo>
                      <a:pt x="95250" y="123825"/>
                    </a:lnTo>
                    <a:lnTo>
                      <a:pt x="95250" y="85725"/>
                    </a:lnTo>
                    <a:lnTo>
                      <a:pt x="66675" y="85725"/>
                    </a:lnTo>
                    <a:lnTo>
                      <a:pt x="114300" y="38100"/>
                    </a:lnTo>
                    <a:lnTo>
                      <a:pt x="161925" y="85725"/>
                    </a:lnTo>
                    <a:lnTo>
                      <a:pt x="133350" y="85725"/>
                    </a:lnTo>
                    <a:close/>
                  </a:path>
                </a:pathLst>
              </a:custGeom>
              <a:solidFill>
                <a:srgbClr val="02F276"/>
              </a:solidFill>
              <a:ln w="9525" cap="flat">
                <a:noFill/>
                <a:prstDash val="solid"/>
                <a:miter/>
              </a:ln>
              <a:scene3d>
                <a:camera prst="isometricBottomDown"/>
                <a:lightRig rig="threePt" dir="t"/>
              </a:scene3d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82" name="文本框 195">
                <a:extLst>
                  <a:ext uri="{FF2B5EF4-FFF2-40B4-BE49-F238E27FC236}">
                    <a16:creationId xmlns:a16="http://schemas.microsoft.com/office/drawing/2014/main" id="{0673B0B3-9052-489C-E7D4-7D785CBBD492}"/>
                  </a:ext>
                </a:extLst>
              </p:cNvPr>
              <p:cNvSpPr txBox="1"/>
              <p:nvPr/>
            </p:nvSpPr>
            <p:spPr>
              <a:xfrm>
                <a:off x="3734168" y="6274681"/>
                <a:ext cx="1010213" cy="215444"/>
              </a:xfrm>
              <a:prstGeom prst="rect">
                <a:avLst/>
              </a:prstGeom>
              <a:noFill/>
              <a:scene3d>
                <a:camera prst="isometricRightUp"/>
                <a:lightRig rig="threePt" dir="t"/>
              </a:scene3d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sz="8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Transformer</a:t>
                </a:r>
              </a:p>
            </p:txBody>
          </p:sp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5F3068FF-F741-0F1D-FF03-FFF2DEAC1D29}"/>
                  </a:ext>
                </a:extLst>
              </p:cNvPr>
              <p:cNvSpPr txBox="1"/>
              <p:nvPr/>
            </p:nvSpPr>
            <p:spPr>
              <a:xfrm>
                <a:off x="3331497" y="6358685"/>
                <a:ext cx="855042" cy="230832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r>
                  <a:rPr lang="zh-CN" sz="900" b="1" noProof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Sentence</a:t>
                </a:r>
              </a:p>
            </p:txBody>
          </p:sp>
          <p:sp>
            <p:nvSpPr>
              <p:cNvPr id="484" name="文本框 306">
                <a:extLst>
                  <a:ext uri="{FF2B5EF4-FFF2-40B4-BE49-F238E27FC236}">
                    <a16:creationId xmlns:a16="http://schemas.microsoft.com/office/drawing/2014/main" id="{561A7AB2-1293-E20E-87B3-1D9EF295B889}"/>
                  </a:ext>
                </a:extLst>
              </p:cNvPr>
              <p:cNvSpPr txBox="1"/>
              <p:nvPr/>
            </p:nvSpPr>
            <p:spPr>
              <a:xfrm>
                <a:off x="754852" y="5348262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400" b="1" noProof="1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核心部件</a:t>
                </a:r>
                <a:endParaRPr lang="zh-CN" sz="14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6CDE374-2782-5BD7-CD5C-FFC7ECDE679A}"/>
              </a:ext>
            </a:extLst>
          </p:cNvPr>
          <p:cNvGrpSpPr/>
          <p:nvPr/>
        </p:nvGrpSpPr>
        <p:grpSpPr>
          <a:xfrm>
            <a:off x="6544856" y="3191574"/>
            <a:ext cx="4587318" cy="1620898"/>
            <a:chOff x="9041751" y="3993939"/>
            <a:chExt cx="5339433" cy="176734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2926601-5B73-88C4-E973-3676925C8DF2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C4001C6-467D-9BF8-AFCE-55C4AB5E6AD4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987BBC70-CABD-4714-9460-AD012F756A4A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E7852CC-D818-94E0-5ED0-8A1A3DA4B2DE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60D543D-303E-3DE7-59B7-FB9F2CA5950A}"/>
              </a:ext>
            </a:extLst>
          </p:cNvPr>
          <p:cNvGrpSpPr/>
          <p:nvPr/>
        </p:nvGrpSpPr>
        <p:grpSpPr>
          <a:xfrm>
            <a:off x="6741765" y="1262815"/>
            <a:ext cx="4587318" cy="1620898"/>
            <a:chOff x="9041751" y="3993939"/>
            <a:chExt cx="5339433" cy="176734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B22B2F9-45BF-B8A9-ACC8-BCEEE0817C5E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729BEBD-6236-2141-0626-CCE4D23BE6F7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7D1593DE-623A-677E-5E65-0D5D013788DA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913F0EC-F33D-BC2B-6CAE-BE9313D9F22C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4ACEEA47-6FAA-2EA2-D373-39AB5A839E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873" y="4178760"/>
            <a:ext cx="522054" cy="3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2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912F4F29-5503-4FE8-816E-801AE894A90B}"/>
              </a:ext>
            </a:extLst>
          </p:cNvPr>
          <p:cNvGrpSpPr/>
          <p:nvPr/>
        </p:nvGrpSpPr>
        <p:grpSpPr>
          <a:xfrm rot="19844466" flipH="1">
            <a:off x="-261404" y="2977336"/>
            <a:ext cx="7204008" cy="4043310"/>
            <a:chOff x="828731" y="3952565"/>
            <a:chExt cx="7002560" cy="4134149"/>
          </a:xfrm>
        </p:grpSpPr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9FC7EA2F-647A-4A95-97D7-10E2BB3646E5}"/>
                </a:ext>
              </a:extLst>
            </p:cNvPr>
            <p:cNvSpPr/>
            <p:nvPr/>
          </p:nvSpPr>
          <p:spPr bwMode="auto">
            <a:xfrm>
              <a:off x="843139" y="5809053"/>
              <a:ext cx="6973743" cy="2277661"/>
            </a:xfrm>
            <a:custGeom>
              <a:avLst/>
              <a:gdLst>
                <a:gd name="T0" fmla="*/ 2991 w 3008"/>
                <a:gd name="T1" fmla="*/ 25 h 982"/>
                <a:gd name="T2" fmla="*/ 1422 w 3008"/>
                <a:gd name="T3" fmla="*/ 936 h 982"/>
                <a:gd name="T4" fmla="*/ 1337 w 3008"/>
                <a:gd name="T5" fmla="*/ 936 h 982"/>
                <a:gd name="T6" fmla="*/ 18 w 3008"/>
                <a:gd name="T7" fmla="*/ 174 h 982"/>
                <a:gd name="T8" fmla="*/ 0 w 3008"/>
                <a:gd name="T9" fmla="*/ 150 h 982"/>
                <a:gd name="T10" fmla="*/ 0 w 3008"/>
                <a:gd name="T11" fmla="*/ 182 h 982"/>
                <a:gd name="T12" fmla="*/ 18 w 3008"/>
                <a:gd name="T13" fmla="*/ 207 h 982"/>
                <a:gd name="T14" fmla="*/ 1337 w 3008"/>
                <a:gd name="T15" fmla="*/ 969 h 982"/>
                <a:gd name="T16" fmla="*/ 1422 w 3008"/>
                <a:gd name="T17" fmla="*/ 969 h 982"/>
                <a:gd name="T18" fmla="*/ 2991 w 3008"/>
                <a:gd name="T19" fmla="*/ 57 h 982"/>
                <a:gd name="T20" fmla="*/ 3008 w 3008"/>
                <a:gd name="T21" fmla="*/ 33 h 982"/>
                <a:gd name="T22" fmla="*/ 3008 w 3008"/>
                <a:gd name="T23" fmla="*/ 0 h 982"/>
                <a:gd name="T24" fmla="*/ 2991 w 3008"/>
                <a:gd name="T25" fmla="*/ 25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8" h="982">
                  <a:moveTo>
                    <a:pt x="2991" y="25"/>
                  </a:moveTo>
                  <a:cubicBezTo>
                    <a:pt x="1422" y="936"/>
                    <a:pt x="1422" y="936"/>
                    <a:pt x="1422" y="936"/>
                  </a:cubicBezTo>
                  <a:cubicBezTo>
                    <a:pt x="1399" y="950"/>
                    <a:pt x="1361" y="950"/>
                    <a:pt x="1337" y="936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6" y="168"/>
                    <a:pt x="0" y="159"/>
                    <a:pt x="0" y="150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1"/>
                    <a:pt x="6" y="200"/>
                    <a:pt x="18" y="207"/>
                  </a:cubicBezTo>
                  <a:cubicBezTo>
                    <a:pt x="1337" y="969"/>
                    <a:pt x="1337" y="969"/>
                    <a:pt x="1337" y="969"/>
                  </a:cubicBezTo>
                  <a:cubicBezTo>
                    <a:pt x="1361" y="982"/>
                    <a:pt x="1399" y="982"/>
                    <a:pt x="1422" y="969"/>
                  </a:cubicBezTo>
                  <a:cubicBezTo>
                    <a:pt x="2991" y="57"/>
                    <a:pt x="2991" y="57"/>
                    <a:pt x="2991" y="57"/>
                  </a:cubicBezTo>
                  <a:cubicBezTo>
                    <a:pt x="3002" y="51"/>
                    <a:pt x="3008" y="42"/>
                    <a:pt x="3008" y="33"/>
                  </a:cubicBezTo>
                  <a:cubicBezTo>
                    <a:pt x="3008" y="0"/>
                    <a:pt x="3008" y="0"/>
                    <a:pt x="3008" y="0"/>
                  </a:cubicBezTo>
                  <a:cubicBezTo>
                    <a:pt x="3008" y="9"/>
                    <a:pt x="3002" y="18"/>
                    <a:pt x="2991" y="25"/>
                  </a:cubicBezTo>
                  <a:close/>
                </a:path>
              </a:pathLst>
            </a:custGeom>
            <a:solidFill>
              <a:srgbClr val="6575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  <p:sp>
          <p:nvSpPr>
            <p:cNvPr id="151" name="Freeform 30">
              <a:extLst>
                <a:ext uri="{FF2B5EF4-FFF2-40B4-BE49-F238E27FC236}">
                  <a16:creationId xmlns:a16="http://schemas.microsoft.com/office/drawing/2014/main" id="{0EA2A8B0-96C9-4550-BFDA-80AB99E04FA1}"/>
                </a:ext>
              </a:extLst>
            </p:cNvPr>
            <p:cNvSpPr/>
            <p:nvPr/>
          </p:nvSpPr>
          <p:spPr bwMode="auto">
            <a:xfrm>
              <a:off x="828731" y="3952565"/>
              <a:ext cx="7002560" cy="4059889"/>
            </a:xfrm>
            <a:custGeom>
              <a:avLst/>
              <a:gdLst>
                <a:gd name="T0" fmla="*/ 2996 w 3020"/>
                <a:gd name="T1" fmla="*/ 776 h 1750"/>
                <a:gd name="T2" fmla="*/ 2997 w 3020"/>
                <a:gd name="T3" fmla="*/ 825 h 1750"/>
                <a:gd name="T4" fmla="*/ 1428 w 3020"/>
                <a:gd name="T5" fmla="*/ 1736 h 1750"/>
                <a:gd name="T6" fmla="*/ 1343 w 3020"/>
                <a:gd name="T7" fmla="*/ 1736 h 1750"/>
                <a:gd name="T8" fmla="*/ 24 w 3020"/>
                <a:gd name="T9" fmla="*/ 974 h 1750"/>
                <a:gd name="T10" fmla="*/ 24 w 3020"/>
                <a:gd name="T11" fmla="*/ 925 h 1750"/>
                <a:gd name="T12" fmla="*/ 1592 w 3020"/>
                <a:gd name="T13" fmla="*/ 14 h 1750"/>
                <a:gd name="T14" fmla="*/ 1677 w 3020"/>
                <a:gd name="T15" fmla="*/ 14 h 1750"/>
                <a:gd name="T16" fmla="*/ 2996 w 3020"/>
                <a:gd name="T17" fmla="*/ 776 h 1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20" h="1750">
                  <a:moveTo>
                    <a:pt x="2996" y="776"/>
                  </a:moveTo>
                  <a:cubicBezTo>
                    <a:pt x="3020" y="789"/>
                    <a:pt x="3020" y="811"/>
                    <a:pt x="2997" y="825"/>
                  </a:cubicBezTo>
                  <a:cubicBezTo>
                    <a:pt x="1428" y="1736"/>
                    <a:pt x="1428" y="1736"/>
                    <a:pt x="1428" y="1736"/>
                  </a:cubicBezTo>
                  <a:cubicBezTo>
                    <a:pt x="1405" y="1750"/>
                    <a:pt x="1367" y="1750"/>
                    <a:pt x="1343" y="1736"/>
                  </a:cubicBezTo>
                  <a:cubicBezTo>
                    <a:pt x="24" y="974"/>
                    <a:pt x="24" y="974"/>
                    <a:pt x="24" y="974"/>
                  </a:cubicBezTo>
                  <a:cubicBezTo>
                    <a:pt x="1" y="961"/>
                    <a:pt x="0" y="939"/>
                    <a:pt x="24" y="925"/>
                  </a:cubicBezTo>
                  <a:cubicBezTo>
                    <a:pt x="1592" y="14"/>
                    <a:pt x="1592" y="14"/>
                    <a:pt x="1592" y="14"/>
                  </a:cubicBezTo>
                  <a:cubicBezTo>
                    <a:pt x="1616" y="0"/>
                    <a:pt x="1654" y="0"/>
                    <a:pt x="1677" y="14"/>
                  </a:cubicBezTo>
                  <a:lnTo>
                    <a:pt x="2996" y="77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</p:grpSp>
      <p:pic>
        <p:nvPicPr>
          <p:cNvPr id="141" name="图片 140">
            <a:extLst>
              <a:ext uri="{FF2B5EF4-FFF2-40B4-BE49-F238E27FC236}">
                <a16:creationId xmlns:a16="http://schemas.microsoft.com/office/drawing/2014/main" id="{B562E4A7-E4C5-487A-835C-5A40DFFA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532" y="1842275"/>
            <a:ext cx="160170" cy="12150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B326FF0-9D37-47B7-BFF5-2749B5493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43" y="1844876"/>
            <a:ext cx="160170" cy="12150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12" name="文本框 11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方案设计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Scheme Design</a:t>
                </a:r>
              </a:p>
            </p:txBody>
          </p:sp>
        </p:grpSp>
      </p:grpSp>
      <p:sp>
        <p:nvSpPr>
          <p:cNvPr id="184" name="矩形 183">
            <a:extLst>
              <a:ext uri="{FF2B5EF4-FFF2-40B4-BE49-F238E27FC236}">
                <a16:creationId xmlns:a16="http://schemas.microsoft.com/office/drawing/2014/main" id="{6FADA7E9-57C2-4E3E-BD42-B92F7173C1E0}"/>
              </a:ext>
            </a:extLst>
          </p:cNvPr>
          <p:cNvSpPr/>
          <p:nvPr/>
        </p:nvSpPr>
        <p:spPr>
          <a:xfrm>
            <a:off x="293228" y="1181437"/>
            <a:ext cx="981597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sz="24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数据驱动层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22554B6-D001-4450-9E59-D0C5CAE6430A}"/>
              </a:ext>
            </a:extLst>
          </p:cNvPr>
          <p:cNvGrpSpPr/>
          <p:nvPr/>
        </p:nvGrpSpPr>
        <p:grpSpPr>
          <a:xfrm rot="19801696" flipH="1">
            <a:off x="1696861" y="1167619"/>
            <a:ext cx="4615398" cy="2705847"/>
            <a:chOff x="155729" y="3218071"/>
            <a:chExt cx="4516529" cy="2705847"/>
          </a:xfrm>
        </p:grpSpPr>
        <p:sp>
          <p:nvSpPr>
            <p:cNvPr id="293" name="Freeform 27">
              <a:extLst>
                <a:ext uri="{FF2B5EF4-FFF2-40B4-BE49-F238E27FC236}">
                  <a16:creationId xmlns:a16="http://schemas.microsoft.com/office/drawing/2014/main" id="{16F88B20-CCFF-4F38-88BC-F117D1BDAF2F}"/>
                </a:ext>
              </a:extLst>
            </p:cNvPr>
            <p:cNvSpPr/>
            <p:nvPr/>
          </p:nvSpPr>
          <p:spPr bwMode="auto">
            <a:xfrm>
              <a:off x="168668" y="3645149"/>
              <a:ext cx="4488820" cy="2278769"/>
            </a:xfrm>
            <a:custGeom>
              <a:avLst/>
              <a:gdLst>
                <a:gd name="T0" fmla="*/ 1918 w 1936"/>
                <a:gd name="T1" fmla="*/ 24 h 982"/>
                <a:gd name="T2" fmla="*/ 350 w 1936"/>
                <a:gd name="T3" fmla="*/ 936 h 982"/>
                <a:gd name="T4" fmla="*/ 265 w 1936"/>
                <a:gd name="T5" fmla="*/ 936 h 982"/>
                <a:gd name="T6" fmla="*/ 18 w 1936"/>
                <a:gd name="T7" fmla="*/ 793 h 982"/>
                <a:gd name="T8" fmla="*/ 0 w 1936"/>
                <a:gd name="T9" fmla="*/ 768 h 982"/>
                <a:gd name="T10" fmla="*/ 0 w 1936"/>
                <a:gd name="T11" fmla="*/ 801 h 982"/>
                <a:gd name="T12" fmla="*/ 18 w 1936"/>
                <a:gd name="T13" fmla="*/ 825 h 982"/>
                <a:gd name="T14" fmla="*/ 265 w 1936"/>
                <a:gd name="T15" fmla="*/ 968 h 982"/>
                <a:gd name="T16" fmla="*/ 350 w 1936"/>
                <a:gd name="T17" fmla="*/ 968 h 982"/>
                <a:gd name="T18" fmla="*/ 1918 w 1936"/>
                <a:gd name="T19" fmla="*/ 57 h 982"/>
                <a:gd name="T20" fmla="*/ 1936 w 1936"/>
                <a:gd name="T21" fmla="*/ 32 h 982"/>
                <a:gd name="T22" fmla="*/ 1936 w 1936"/>
                <a:gd name="T23" fmla="*/ 0 h 982"/>
                <a:gd name="T24" fmla="*/ 1918 w 1936"/>
                <a:gd name="T25" fmla="*/ 24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6" h="982">
                  <a:moveTo>
                    <a:pt x="1918" y="24"/>
                  </a:moveTo>
                  <a:cubicBezTo>
                    <a:pt x="350" y="936"/>
                    <a:pt x="350" y="936"/>
                    <a:pt x="350" y="936"/>
                  </a:cubicBezTo>
                  <a:cubicBezTo>
                    <a:pt x="326" y="949"/>
                    <a:pt x="289" y="949"/>
                    <a:pt x="265" y="936"/>
                  </a:cubicBezTo>
                  <a:cubicBezTo>
                    <a:pt x="18" y="793"/>
                    <a:pt x="18" y="793"/>
                    <a:pt x="18" y="793"/>
                  </a:cubicBezTo>
                  <a:cubicBezTo>
                    <a:pt x="6" y="786"/>
                    <a:pt x="0" y="777"/>
                    <a:pt x="0" y="768"/>
                  </a:cubicBezTo>
                  <a:cubicBezTo>
                    <a:pt x="0" y="801"/>
                    <a:pt x="0" y="801"/>
                    <a:pt x="0" y="801"/>
                  </a:cubicBezTo>
                  <a:cubicBezTo>
                    <a:pt x="0" y="810"/>
                    <a:pt x="6" y="819"/>
                    <a:pt x="18" y="825"/>
                  </a:cubicBezTo>
                  <a:cubicBezTo>
                    <a:pt x="265" y="968"/>
                    <a:pt x="265" y="968"/>
                    <a:pt x="265" y="968"/>
                  </a:cubicBezTo>
                  <a:cubicBezTo>
                    <a:pt x="288" y="982"/>
                    <a:pt x="326" y="982"/>
                    <a:pt x="350" y="968"/>
                  </a:cubicBezTo>
                  <a:cubicBezTo>
                    <a:pt x="1918" y="57"/>
                    <a:pt x="1918" y="57"/>
                    <a:pt x="1918" y="57"/>
                  </a:cubicBezTo>
                  <a:cubicBezTo>
                    <a:pt x="1930" y="50"/>
                    <a:pt x="1936" y="41"/>
                    <a:pt x="1936" y="32"/>
                  </a:cubicBezTo>
                  <a:cubicBezTo>
                    <a:pt x="1936" y="0"/>
                    <a:pt x="1936" y="0"/>
                    <a:pt x="1936" y="0"/>
                  </a:cubicBezTo>
                  <a:cubicBezTo>
                    <a:pt x="1936" y="9"/>
                    <a:pt x="1930" y="17"/>
                    <a:pt x="1918" y="24"/>
                  </a:cubicBezTo>
                  <a:close/>
                </a:path>
              </a:pathLst>
            </a:custGeom>
            <a:solidFill>
              <a:srgbClr val="6575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  <p:sp>
          <p:nvSpPr>
            <p:cNvPr id="294" name="Freeform 28">
              <a:extLst>
                <a:ext uri="{FF2B5EF4-FFF2-40B4-BE49-F238E27FC236}">
                  <a16:creationId xmlns:a16="http://schemas.microsoft.com/office/drawing/2014/main" id="{FFD41865-2BC2-49E6-8D4A-27CAF3DF9263}"/>
                </a:ext>
              </a:extLst>
            </p:cNvPr>
            <p:cNvSpPr/>
            <p:nvPr/>
          </p:nvSpPr>
          <p:spPr bwMode="auto">
            <a:xfrm>
              <a:off x="155729" y="3218071"/>
              <a:ext cx="4516529" cy="2621250"/>
            </a:xfrm>
            <a:custGeom>
              <a:avLst/>
              <a:gdLst>
                <a:gd name="T0" fmla="*/ 1924 w 1948"/>
                <a:gd name="T1" fmla="*/ 156 h 1130"/>
                <a:gd name="T2" fmla="*/ 1924 w 1948"/>
                <a:gd name="T3" fmla="*/ 205 h 1130"/>
                <a:gd name="T4" fmla="*/ 356 w 1948"/>
                <a:gd name="T5" fmla="*/ 1117 h 1130"/>
                <a:gd name="T6" fmla="*/ 271 w 1948"/>
                <a:gd name="T7" fmla="*/ 1117 h 1130"/>
                <a:gd name="T8" fmla="*/ 24 w 1948"/>
                <a:gd name="T9" fmla="*/ 974 h 1130"/>
                <a:gd name="T10" fmla="*/ 23 w 1948"/>
                <a:gd name="T11" fmla="*/ 925 h 1130"/>
                <a:gd name="T12" fmla="*/ 1592 w 1948"/>
                <a:gd name="T13" fmla="*/ 13 h 1130"/>
                <a:gd name="T14" fmla="*/ 1677 w 1948"/>
                <a:gd name="T15" fmla="*/ 13 h 1130"/>
                <a:gd name="T16" fmla="*/ 1924 w 1948"/>
                <a:gd name="T17" fmla="*/ 156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8" h="1130">
                  <a:moveTo>
                    <a:pt x="1924" y="156"/>
                  </a:moveTo>
                  <a:cubicBezTo>
                    <a:pt x="1948" y="170"/>
                    <a:pt x="1948" y="192"/>
                    <a:pt x="1924" y="205"/>
                  </a:cubicBezTo>
                  <a:cubicBezTo>
                    <a:pt x="356" y="1117"/>
                    <a:pt x="356" y="1117"/>
                    <a:pt x="356" y="1117"/>
                  </a:cubicBezTo>
                  <a:cubicBezTo>
                    <a:pt x="332" y="1130"/>
                    <a:pt x="295" y="1130"/>
                    <a:pt x="271" y="1117"/>
                  </a:cubicBezTo>
                  <a:cubicBezTo>
                    <a:pt x="24" y="974"/>
                    <a:pt x="24" y="974"/>
                    <a:pt x="24" y="974"/>
                  </a:cubicBezTo>
                  <a:cubicBezTo>
                    <a:pt x="0" y="960"/>
                    <a:pt x="0" y="938"/>
                    <a:pt x="23" y="925"/>
                  </a:cubicBezTo>
                  <a:cubicBezTo>
                    <a:pt x="1592" y="13"/>
                    <a:pt x="1592" y="13"/>
                    <a:pt x="1592" y="13"/>
                  </a:cubicBezTo>
                  <a:cubicBezTo>
                    <a:pt x="1615" y="0"/>
                    <a:pt x="1653" y="0"/>
                    <a:pt x="1677" y="13"/>
                  </a:cubicBezTo>
                  <a:lnTo>
                    <a:pt x="1924" y="15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</p:grp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8146CEB2-57E1-4B69-870F-4ADD03C64049}"/>
              </a:ext>
            </a:extLst>
          </p:cNvPr>
          <p:cNvGrpSpPr/>
          <p:nvPr/>
        </p:nvGrpSpPr>
        <p:grpSpPr>
          <a:xfrm>
            <a:off x="2236979" y="1944101"/>
            <a:ext cx="475639" cy="708687"/>
            <a:chOff x="9030523" y="797142"/>
            <a:chExt cx="949325" cy="1414464"/>
          </a:xfrm>
        </p:grpSpPr>
        <p:sp>
          <p:nvSpPr>
            <p:cNvPr id="314" name="Freeform 34">
              <a:extLst>
                <a:ext uri="{FF2B5EF4-FFF2-40B4-BE49-F238E27FC236}">
                  <a16:creationId xmlns:a16="http://schemas.microsoft.com/office/drawing/2014/main" id="{EE16A1D8-050F-4119-91C4-4ADC78410B88}"/>
                </a:ext>
              </a:extLst>
            </p:cNvPr>
            <p:cNvSpPr/>
            <p:nvPr/>
          </p:nvSpPr>
          <p:spPr bwMode="auto">
            <a:xfrm>
              <a:off x="9073385" y="1070192"/>
              <a:ext cx="863599" cy="1141414"/>
            </a:xfrm>
            <a:custGeom>
              <a:avLst/>
              <a:gdLst>
                <a:gd name="T0" fmla="*/ 226 w 226"/>
                <a:gd name="T1" fmla="*/ 1 h 301"/>
                <a:gd name="T2" fmla="*/ 226 w 226"/>
                <a:gd name="T3" fmla="*/ 229 h 301"/>
                <a:gd name="T4" fmla="*/ 193 w 226"/>
                <a:gd name="T5" fmla="*/ 275 h 301"/>
                <a:gd name="T6" fmla="*/ 33 w 226"/>
                <a:gd name="T7" fmla="*/ 275 h 301"/>
                <a:gd name="T8" fmla="*/ 0 w 226"/>
                <a:gd name="T9" fmla="*/ 229 h 301"/>
                <a:gd name="T10" fmla="*/ 0 w 226"/>
                <a:gd name="T11" fmla="*/ 0 h 301"/>
                <a:gd name="T12" fmla="*/ 34 w 226"/>
                <a:gd name="T13" fmla="*/ 47 h 301"/>
                <a:gd name="T14" fmla="*/ 194 w 226"/>
                <a:gd name="T15" fmla="*/ 47 h 301"/>
                <a:gd name="T16" fmla="*/ 226 w 226"/>
                <a:gd name="T17" fmla="*/ 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6" h="301">
                  <a:moveTo>
                    <a:pt x="226" y="1"/>
                  </a:moveTo>
                  <a:cubicBezTo>
                    <a:pt x="226" y="229"/>
                    <a:pt x="226" y="229"/>
                    <a:pt x="226" y="229"/>
                  </a:cubicBezTo>
                  <a:cubicBezTo>
                    <a:pt x="226" y="246"/>
                    <a:pt x="215" y="263"/>
                    <a:pt x="193" y="275"/>
                  </a:cubicBezTo>
                  <a:cubicBezTo>
                    <a:pt x="149" y="301"/>
                    <a:pt x="77" y="301"/>
                    <a:pt x="33" y="275"/>
                  </a:cubicBezTo>
                  <a:cubicBezTo>
                    <a:pt x="11" y="262"/>
                    <a:pt x="0" y="246"/>
                    <a:pt x="0" y="2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11" y="34"/>
                    <a:pt x="34" y="47"/>
                  </a:cubicBezTo>
                  <a:cubicBezTo>
                    <a:pt x="78" y="73"/>
                    <a:pt x="150" y="73"/>
                    <a:pt x="194" y="47"/>
                  </a:cubicBezTo>
                  <a:cubicBezTo>
                    <a:pt x="215" y="34"/>
                    <a:pt x="226" y="18"/>
                    <a:pt x="22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584E5"/>
                </a:gs>
                <a:gs pos="100000">
                  <a:srgbClr val="E7EBFF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5" name="Freeform 35">
              <a:extLst>
                <a:ext uri="{FF2B5EF4-FFF2-40B4-BE49-F238E27FC236}">
                  <a16:creationId xmlns:a16="http://schemas.microsoft.com/office/drawing/2014/main" id="{2BA2B448-36CD-4EF0-BB12-ACB0574CEF7A}"/>
                </a:ext>
              </a:extLst>
            </p:cNvPr>
            <p:cNvSpPr/>
            <p:nvPr/>
          </p:nvSpPr>
          <p:spPr bwMode="auto">
            <a:xfrm>
              <a:off x="9030523" y="1640898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6" name="Freeform 35">
              <a:extLst>
                <a:ext uri="{FF2B5EF4-FFF2-40B4-BE49-F238E27FC236}">
                  <a16:creationId xmlns:a16="http://schemas.microsoft.com/office/drawing/2014/main" id="{6A1C90EE-F6A4-4441-AF39-B05BEC2FCB18}"/>
                </a:ext>
              </a:extLst>
            </p:cNvPr>
            <p:cNvSpPr/>
            <p:nvPr/>
          </p:nvSpPr>
          <p:spPr bwMode="auto">
            <a:xfrm>
              <a:off x="9030523" y="797142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7" name="Freeform 35">
              <a:extLst>
                <a:ext uri="{FF2B5EF4-FFF2-40B4-BE49-F238E27FC236}">
                  <a16:creationId xmlns:a16="http://schemas.microsoft.com/office/drawing/2014/main" id="{484E15AF-377F-4F91-A67B-6B8BB4A3B024}"/>
                </a:ext>
              </a:extLst>
            </p:cNvPr>
            <p:cNvSpPr/>
            <p:nvPr/>
          </p:nvSpPr>
          <p:spPr bwMode="auto">
            <a:xfrm>
              <a:off x="9200450" y="894893"/>
              <a:ext cx="609470" cy="299378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noFill/>
            <a:ln>
              <a:solidFill>
                <a:srgbClr val="CDD2F8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C5D91F22-2F80-4C9E-B92E-DDA9ABEE890E}"/>
              </a:ext>
            </a:extLst>
          </p:cNvPr>
          <p:cNvGrpSpPr/>
          <p:nvPr/>
        </p:nvGrpSpPr>
        <p:grpSpPr>
          <a:xfrm>
            <a:off x="3245934" y="1936702"/>
            <a:ext cx="475639" cy="708686"/>
            <a:chOff x="9030523" y="797142"/>
            <a:chExt cx="949325" cy="1414463"/>
          </a:xfrm>
        </p:grpSpPr>
        <p:sp>
          <p:nvSpPr>
            <p:cNvPr id="310" name="Freeform 34">
              <a:extLst>
                <a:ext uri="{FF2B5EF4-FFF2-40B4-BE49-F238E27FC236}">
                  <a16:creationId xmlns:a16="http://schemas.microsoft.com/office/drawing/2014/main" id="{B402D077-36BD-4361-B149-E80D4FD528AA}"/>
                </a:ext>
              </a:extLst>
            </p:cNvPr>
            <p:cNvSpPr/>
            <p:nvPr/>
          </p:nvSpPr>
          <p:spPr bwMode="auto">
            <a:xfrm>
              <a:off x="9073385" y="1070192"/>
              <a:ext cx="863600" cy="1141413"/>
            </a:xfrm>
            <a:custGeom>
              <a:avLst/>
              <a:gdLst>
                <a:gd name="T0" fmla="*/ 226 w 226"/>
                <a:gd name="T1" fmla="*/ 1 h 301"/>
                <a:gd name="T2" fmla="*/ 226 w 226"/>
                <a:gd name="T3" fmla="*/ 229 h 301"/>
                <a:gd name="T4" fmla="*/ 193 w 226"/>
                <a:gd name="T5" fmla="*/ 275 h 301"/>
                <a:gd name="T6" fmla="*/ 33 w 226"/>
                <a:gd name="T7" fmla="*/ 275 h 301"/>
                <a:gd name="T8" fmla="*/ 0 w 226"/>
                <a:gd name="T9" fmla="*/ 229 h 301"/>
                <a:gd name="T10" fmla="*/ 0 w 226"/>
                <a:gd name="T11" fmla="*/ 0 h 301"/>
                <a:gd name="T12" fmla="*/ 34 w 226"/>
                <a:gd name="T13" fmla="*/ 47 h 301"/>
                <a:gd name="T14" fmla="*/ 194 w 226"/>
                <a:gd name="T15" fmla="*/ 47 h 301"/>
                <a:gd name="T16" fmla="*/ 226 w 226"/>
                <a:gd name="T17" fmla="*/ 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6" h="301">
                  <a:moveTo>
                    <a:pt x="226" y="1"/>
                  </a:moveTo>
                  <a:cubicBezTo>
                    <a:pt x="226" y="229"/>
                    <a:pt x="226" y="229"/>
                    <a:pt x="226" y="229"/>
                  </a:cubicBezTo>
                  <a:cubicBezTo>
                    <a:pt x="226" y="246"/>
                    <a:pt x="215" y="263"/>
                    <a:pt x="193" y="275"/>
                  </a:cubicBezTo>
                  <a:cubicBezTo>
                    <a:pt x="149" y="301"/>
                    <a:pt x="77" y="301"/>
                    <a:pt x="33" y="275"/>
                  </a:cubicBezTo>
                  <a:cubicBezTo>
                    <a:pt x="11" y="262"/>
                    <a:pt x="0" y="246"/>
                    <a:pt x="0" y="2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11" y="34"/>
                    <a:pt x="34" y="47"/>
                  </a:cubicBezTo>
                  <a:cubicBezTo>
                    <a:pt x="78" y="73"/>
                    <a:pt x="150" y="73"/>
                    <a:pt x="194" y="47"/>
                  </a:cubicBezTo>
                  <a:cubicBezTo>
                    <a:pt x="215" y="34"/>
                    <a:pt x="226" y="18"/>
                    <a:pt x="22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584E5"/>
                </a:gs>
                <a:gs pos="100000">
                  <a:srgbClr val="E7EBFF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1" name="Freeform 35">
              <a:extLst>
                <a:ext uri="{FF2B5EF4-FFF2-40B4-BE49-F238E27FC236}">
                  <a16:creationId xmlns:a16="http://schemas.microsoft.com/office/drawing/2014/main" id="{546889BD-CE99-4E85-9014-F88A5178338D}"/>
                </a:ext>
              </a:extLst>
            </p:cNvPr>
            <p:cNvSpPr/>
            <p:nvPr/>
          </p:nvSpPr>
          <p:spPr bwMode="auto">
            <a:xfrm>
              <a:off x="9030523" y="1640898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2" name="Freeform 35">
              <a:extLst>
                <a:ext uri="{FF2B5EF4-FFF2-40B4-BE49-F238E27FC236}">
                  <a16:creationId xmlns:a16="http://schemas.microsoft.com/office/drawing/2014/main" id="{79D36317-4147-4D33-AC48-72425309D59B}"/>
                </a:ext>
              </a:extLst>
            </p:cNvPr>
            <p:cNvSpPr/>
            <p:nvPr/>
          </p:nvSpPr>
          <p:spPr bwMode="auto">
            <a:xfrm>
              <a:off x="9030523" y="797142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3" name="Freeform 35">
              <a:extLst>
                <a:ext uri="{FF2B5EF4-FFF2-40B4-BE49-F238E27FC236}">
                  <a16:creationId xmlns:a16="http://schemas.microsoft.com/office/drawing/2014/main" id="{147B9C19-125C-4965-8A04-7FDC4DD6E436}"/>
                </a:ext>
              </a:extLst>
            </p:cNvPr>
            <p:cNvSpPr/>
            <p:nvPr/>
          </p:nvSpPr>
          <p:spPr bwMode="auto">
            <a:xfrm>
              <a:off x="9200450" y="894893"/>
              <a:ext cx="609470" cy="299378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noFill/>
            <a:ln>
              <a:solidFill>
                <a:srgbClr val="CDD2F8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847D4A24-D6BD-405E-9A17-22ED1285777A}"/>
              </a:ext>
            </a:extLst>
          </p:cNvPr>
          <p:cNvGrpSpPr/>
          <p:nvPr/>
        </p:nvGrpSpPr>
        <p:grpSpPr>
          <a:xfrm>
            <a:off x="4191108" y="1944101"/>
            <a:ext cx="475639" cy="708686"/>
            <a:chOff x="9030523" y="797142"/>
            <a:chExt cx="949325" cy="1414463"/>
          </a:xfrm>
        </p:grpSpPr>
        <p:sp>
          <p:nvSpPr>
            <p:cNvPr id="306" name="Freeform 34">
              <a:extLst>
                <a:ext uri="{FF2B5EF4-FFF2-40B4-BE49-F238E27FC236}">
                  <a16:creationId xmlns:a16="http://schemas.microsoft.com/office/drawing/2014/main" id="{634B61B5-298D-4752-AC95-6F44B779F989}"/>
                </a:ext>
              </a:extLst>
            </p:cNvPr>
            <p:cNvSpPr/>
            <p:nvPr/>
          </p:nvSpPr>
          <p:spPr bwMode="auto">
            <a:xfrm>
              <a:off x="9073385" y="1070192"/>
              <a:ext cx="863600" cy="1141413"/>
            </a:xfrm>
            <a:custGeom>
              <a:avLst/>
              <a:gdLst>
                <a:gd name="T0" fmla="*/ 226 w 226"/>
                <a:gd name="T1" fmla="*/ 1 h 301"/>
                <a:gd name="T2" fmla="*/ 226 w 226"/>
                <a:gd name="T3" fmla="*/ 229 h 301"/>
                <a:gd name="T4" fmla="*/ 193 w 226"/>
                <a:gd name="T5" fmla="*/ 275 h 301"/>
                <a:gd name="T6" fmla="*/ 33 w 226"/>
                <a:gd name="T7" fmla="*/ 275 h 301"/>
                <a:gd name="T8" fmla="*/ 0 w 226"/>
                <a:gd name="T9" fmla="*/ 229 h 301"/>
                <a:gd name="T10" fmla="*/ 0 w 226"/>
                <a:gd name="T11" fmla="*/ 0 h 301"/>
                <a:gd name="T12" fmla="*/ 34 w 226"/>
                <a:gd name="T13" fmla="*/ 47 h 301"/>
                <a:gd name="T14" fmla="*/ 194 w 226"/>
                <a:gd name="T15" fmla="*/ 47 h 301"/>
                <a:gd name="T16" fmla="*/ 226 w 226"/>
                <a:gd name="T17" fmla="*/ 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6" h="301">
                  <a:moveTo>
                    <a:pt x="226" y="1"/>
                  </a:moveTo>
                  <a:cubicBezTo>
                    <a:pt x="226" y="229"/>
                    <a:pt x="226" y="229"/>
                    <a:pt x="226" y="229"/>
                  </a:cubicBezTo>
                  <a:cubicBezTo>
                    <a:pt x="226" y="246"/>
                    <a:pt x="215" y="263"/>
                    <a:pt x="193" y="275"/>
                  </a:cubicBezTo>
                  <a:cubicBezTo>
                    <a:pt x="149" y="301"/>
                    <a:pt x="77" y="301"/>
                    <a:pt x="33" y="275"/>
                  </a:cubicBezTo>
                  <a:cubicBezTo>
                    <a:pt x="11" y="262"/>
                    <a:pt x="0" y="246"/>
                    <a:pt x="0" y="2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11" y="34"/>
                    <a:pt x="34" y="47"/>
                  </a:cubicBezTo>
                  <a:cubicBezTo>
                    <a:pt x="78" y="73"/>
                    <a:pt x="150" y="73"/>
                    <a:pt x="194" y="47"/>
                  </a:cubicBezTo>
                  <a:cubicBezTo>
                    <a:pt x="215" y="34"/>
                    <a:pt x="226" y="18"/>
                    <a:pt x="22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584E5"/>
                </a:gs>
                <a:gs pos="100000">
                  <a:srgbClr val="E7EBFF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7" name="Freeform 35">
              <a:extLst>
                <a:ext uri="{FF2B5EF4-FFF2-40B4-BE49-F238E27FC236}">
                  <a16:creationId xmlns:a16="http://schemas.microsoft.com/office/drawing/2014/main" id="{3722B154-6614-451D-B124-92A4E7DAB087}"/>
                </a:ext>
              </a:extLst>
            </p:cNvPr>
            <p:cNvSpPr/>
            <p:nvPr/>
          </p:nvSpPr>
          <p:spPr bwMode="auto">
            <a:xfrm>
              <a:off x="9030523" y="1640898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62E05236-EF5A-41D5-B6A4-0DCDD9A15265}"/>
                </a:ext>
              </a:extLst>
            </p:cNvPr>
            <p:cNvSpPr/>
            <p:nvPr/>
          </p:nvSpPr>
          <p:spPr bwMode="auto">
            <a:xfrm>
              <a:off x="9030523" y="797142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9" name="Freeform 35">
              <a:extLst>
                <a:ext uri="{FF2B5EF4-FFF2-40B4-BE49-F238E27FC236}">
                  <a16:creationId xmlns:a16="http://schemas.microsoft.com/office/drawing/2014/main" id="{3E561302-9A2F-4AAB-9B46-59CC149D7D42}"/>
                </a:ext>
              </a:extLst>
            </p:cNvPr>
            <p:cNvSpPr/>
            <p:nvPr/>
          </p:nvSpPr>
          <p:spPr bwMode="auto">
            <a:xfrm>
              <a:off x="9200450" y="894893"/>
              <a:ext cx="609470" cy="299378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noFill/>
            <a:ln>
              <a:solidFill>
                <a:srgbClr val="CDD2F8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8" name="组合 297">
            <a:extLst>
              <a:ext uri="{FF2B5EF4-FFF2-40B4-BE49-F238E27FC236}">
                <a16:creationId xmlns:a16="http://schemas.microsoft.com/office/drawing/2014/main" id="{FDC25539-0EA4-408B-8AB4-4342E1F40BEB}"/>
              </a:ext>
            </a:extLst>
          </p:cNvPr>
          <p:cNvGrpSpPr/>
          <p:nvPr/>
        </p:nvGrpSpPr>
        <p:grpSpPr>
          <a:xfrm>
            <a:off x="5222572" y="1944583"/>
            <a:ext cx="475639" cy="708686"/>
            <a:chOff x="9030523" y="797142"/>
            <a:chExt cx="949325" cy="1414463"/>
          </a:xfrm>
        </p:grpSpPr>
        <p:sp>
          <p:nvSpPr>
            <p:cNvPr id="302" name="Freeform 34">
              <a:extLst>
                <a:ext uri="{FF2B5EF4-FFF2-40B4-BE49-F238E27FC236}">
                  <a16:creationId xmlns:a16="http://schemas.microsoft.com/office/drawing/2014/main" id="{E3797785-41EE-477E-9D67-82BA6BA3DEB2}"/>
                </a:ext>
              </a:extLst>
            </p:cNvPr>
            <p:cNvSpPr/>
            <p:nvPr/>
          </p:nvSpPr>
          <p:spPr bwMode="auto">
            <a:xfrm>
              <a:off x="9073385" y="1070192"/>
              <a:ext cx="863600" cy="1141413"/>
            </a:xfrm>
            <a:custGeom>
              <a:avLst/>
              <a:gdLst>
                <a:gd name="T0" fmla="*/ 226 w 226"/>
                <a:gd name="T1" fmla="*/ 1 h 301"/>
                <a:gd name="T2" fmla="*/ 226 w 226"/>
                <a:gd name="T3" fmla="*/ 229 h 301"/>
                <a:gd name="T4" fmla="*/ 193 w 226"/>
                <a:gd name="T5" fmla="*/ 275 h 301"/>
                <a:gd name="T6" fmla="*/ 33 w 226"/>
                <a:gd name="T7" fmla="*/ 275 h 301"/>
                <a:gd name="T8" fmla="*/ 0 w 226"/>
                <a:gd name="T9" fmla="*/ 229 h 301"/>
                <a:gd name="T10" fmla="*/ 0 w 226"/>
                <a:gd name="T11" fmla="*/ 0 h 301"/>
                <a:gd name="T12" fmla="*/ 34 w 226"/>
                <a:gd name="T13" fmla="*/ 47 h 301"/>
                <a:gd name="T14" fmla="*/ 194 w 226"/>
                <a:gd name="T15" fmla="*/ 47 h 301"/>
                <a:gd name="T16" fmla="*/ 226 w 226"/>
                <a:gd name="T17" fmla="*/ 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6" h="301">
                  <a:moveTo>
                    <a:pt x="226" y="1"/>
                  </a:moveTo>
                  <a:cubicBezTo>
                    <a:pt x="226" y="229"/>
                    <a:pt x="226" y="229"/>
                    <a:pt x="226" y="229"/>
                  </a:cubicBezTo>
                  <a:cubicBezTo>
                    <a:pt x="226" y="246"/>
                    <a:pt x="215" y="263"/>
                    <a:pt x="193" y="275"/>
                  </a:cubicBezTo>
                  <a:cubicBezTo>
                    <a:pt x="149" y="301"/>
                    <a:pt x="77" y="301"/>
                    <a:pt x="33" y="275"/>
                  </a:cubicBezTo>
                  <a:cubicBezTo>
                    <a:pt x="11" y="262"/>
                    <a:pt x="0" y="246"/>
                    <a:pt x="0" y="2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11" y="34"/>
                    <a:pt x="34" y="47"/>
                  </a:cubicBezTo>
                  <a:cubicBezTo>
                    <a:pt x="78" y="73"/>
                    <a:pt x="150" y="73"/>
                    <a:pt x="194" y="47"/>
                  </a:cubicBezTo>
                  <a:cubicBezTo>
                    <a:pt x="215" y="34"/>
                    <a:pt x="226" y="18"/>
                    <a:pt x="22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584E5"/>
                </a:gs>
                <a:gs pos="100000">
                  <a:srgbClr val="E7EBFF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3" name="Freeform 35">
              <a:extLst>
                <a:ext uri="{FF2B5EF4-FFF2-40B4-BE49-F238E27FC236}">
                  <a16:creationId xmlns:a16="http://schemas.microsoft.com/office/drawing/2014/main" id="{51113432-95F7-4920-91FE-E9AD0F6D4A9B}"/>
                </a:ext>
              </a:extLst>
            </p:cNvPr>
            <p:cNvSpPr/>
            <p:nvPr/>
          </p:nvSpPr>
          <p:spPr bwMode="auto">
            <a:xfrm>
              <a:off x="9030523" y="1640898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4" name="Freeform 35">
              <a:extLst>
                <a:ext uri="{FF2B5EF4-FFF2-40B4-BE49-F238E27FC236}">
                  <a16:creationId xmlns:a16="http://schemas.microsoft.com/office/drawing/2014/main" id="{5CA76257-9DE1-49C4-BCBA-59CC8926FFD7}"/>
                </a:ext>
              </a:extLst>
            </p:cNvPr>
            <p:cNvSpPr/>
            <p:nvPr/>
          </p:nvSpPr>
          <p:spPr bwMode="auto">
            <a:xfrm>
              <a:off x="9030523" y="797142"/>
              <a:ext cx="949325" cy="546100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05" name="Freeform 35">
              <a:extLst>
                <a:ext uri="{FF2B5EF4-FFF2-40B4-BE49-F238E27FC236}">
                  <a16:creationId xmlns:a16="http://schemas.microsoft.com/office/drawing/2014/main" id="{97C54AAF-0388-49D3-BA00-C08236ED8A0F}"/>
                </a:ext>
              </a:extLst>
            </p:cNvPr>
            <p:cNvSpPr/>
            <p:nvPr/>
          </p:nvSpPr>
          <p:spPr bwMode="auto">
            <a:xfrm>
              <a:off x="9200450" y="894893"/>
              <a:ext cx="609470" cy="299378"/>
            </a:xfrm>
            <a:custGeom>
              <a:avLst/>
              <a:gdLst>
                <a:gd name="T0" fmla="*/ 204 w 249"/>
                <a:gd name="T1" fmla="*/ 25 h 144"/>
                <a:gd name="T2" fmla="*/ 205 w 249"/>
                <a:gd name="T3" fmla="*/ 118 h 144"/>
                <a:gd name="T4" fmla="*/ 45 w 249"/>
                <a:gd name="T5" fmla="*/ 118 h 144"/>
                <a:gd name="T6" fmla="*/ 44 w 249"/>
                <a:gd name="T7" fmla="*/ 25 h 144"/>
                <a:gd name="T8" fmla="*/ 204 w 249"/>
                <a:gd name="T9" fmla="*/ 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144">
                  <a:moveTo>
                    <a:pt x="204" y="25"/>
                  </a:moveTo>
                  <a:cubicBezTo>
                    <a:pt x="248" y="51"/>
                    <a:pt x="249" y="92"/>
                    <a:pt x="205" y="118"/>
                  </a:cubicBezTo>
                  <a:cubicBezTo>
                    <a:pt x="161" y="144"/>
                    <a:pt x="89" y="144"/>
                    <a:pt x="45" y="118"/>
                  </a:cubicBezTo>
                  <a:cubicBezTo>
                    <a:pt x="0" y="92"/>
                    <a:pt x="0" y="51"/>
                    <a:pt x="44" y="25"/>
                  </a:cubicBezTo>
                  <a:cubicBezTo>
                    <a:pt x="88" y="0"/>
                    <a:pt x="160" y="0"/>
                    <a:pt x="204" y="25"/>
                  </a:cubicBezTo>
                  <a:close/>
                </a:path>
              </a:pathLst>
            </a:custGeom>
            <a:noFill/>
            <a:ln>
              <a:solidFill>
                <a:srgbClr val="CDD2F8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99" name="箭头: 右 298">
            <a:extLst>
              <a:ext uri="{FF2B5EF4-FFF2-40B4-BE49-F238E27FC236}">
                <a16:creationId xmlns:a16="http://schemas.microsoft.com/office/drawing/2014/main" id="{1EFD6908-0467-4761-8355-6FBBEF09F392}"/>
              </a:ext>
            </a:extLst>
          </p:cNvPr>
          <p:cNvSpPr/>
          <p:nvPr/>
        </p:nvSpPr>
        <p:spPr>
          <a:xfrm rot="19613353">
            <a:off x="2775787" y="2267833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isometricBottom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AF312154-2C9E-42B2-8B3F-2CC9FF74880A}"/>
              </a:ext>
            </a:extLst>
          </p:cNvPr>
          <p:cNvGrpSpPr/>
          <p:nvPr/>
        </p:nvGrpSpPr>
        <p:grpSpPr>
          <a:xfrm>
            <a:off x="3570761" y="4196678"/>
            <a:ext cx="1276036" cy="1239774"/>
            <a:chOff x="9104628" y="974408"/>
            <a:chExt cx="857816" cy="833439"/>
          </a:xfrm>
        </p:grpSpPr>
        <p:sp>
          <p:nvSpPr>
            <p:cNvPr id="257" name="菱形 256">
              <a:extLst>
                <a:ext uri="{FF2B5EF4-FFF2-40B4-BE49-F238E27FC236}">
                  <a16:creationId xmlns:a16="http://schemas.microsoft.com/office/drawing/2014/main" id="{E1347779-F56D-4A91-B13C-8550314CEACE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429983D1-6632-4AA7-A75C-7FA4C4764A36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262" name="Freeform 18">
                <a:extLst>
                  <a:ext uri="{FF2B5EF4-FFF2-40B4-BE49-F238E27FC236}">
                    <a16:creationId xmlns:a16="http://schemas.microsoft.com/office/drawing/2014/main" id="{9084E839-39B4-4281-8AFA-578E3D9B1ACF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63" name="Freeform 19">
                <a:extLst>
                  <a:ext uri="{FF2B5EF4-FFF2-40B4-BE49-F238E27FC236}">
                    <a16:creationId xmlns:a16="http://schemas.microsoft.com/office/drawing/2014/main" id="{D5221F71-04B7-4517-A26A-9D582AC73721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64" name="Freeform 20">
                <a:extLst>
                  <a:ext uri="{FF2B5EF4-FFF2-40B4-BE49-F238E27FC236}">
                    <a16:creationId xmlns:a16="http://schemas.microsoft.com/office/drawing/2014/main" id="{9D51C7D7-1F1A-4937-84BB-E2B508CE9E7C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59" name="Freeform 18">
              <a:extLst>
                <a:ext uri="{FF2B5EF4-FFF2-40B4-BE49-F238E27FC236}">
                  <a16:creationId xmlns:a16="http://schemas.microsoft.com/office/drawing/2014/main" id="{99EEDF88-904D-4B2B-83A5-5C6E89648C19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60" name="Freeform 19">
              <a:extLst>
                <a:ext uri="{FF2B5EF4-FFF2-40B4-BE49-F238E27FC236}">
                  <a16:creationId xmlns:a16="http://schemas.microsoft.com/office/drawing/2014/main" id="{7C5EA465-59F0-4C7E-86A6-E6C190D0EDD7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61" name="Freeform 20">
              <a:extLst>
                <a:ext uri="{FF2B5EF4-FFF2-40B4-BE49-F238E27FC236}">
                  <a16:creationId xmlns:a16="http://schemas.microsoft.com/office/drawing/2014/main" id="{EC4440C9-0106-436E-891B-92F02276F993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703E3592-B08C-4414-BA13-EE5B3A820CAD}"/>
              </a:ext>
            </a:extLst>
          </p:cNvPr>
          <p:cNvGrpSpPr/>
          <p:nvPr/>
        </p:nvGrpSpPr>
        <p:grpSpPr>
          <a:xfrm>
            <a:off x="2863824" y="5223859"/>
            <a:ext cx="1248551" cy="1280250"/>
            <a:chOff x="9104628" y="974408"/>
            <a:chExt cx="857816" cy="833439"/>
          </a:xfrm>
        </p:grpSpPr>
        <p:sp>
          <p:nvSpPr>
            <p:cNvPr id="249" name="菱形 248">
              <a:extLst>
                <a:ext uri="{FF2B5EF4-FFF2-40B4-BE49-F238E27FC236}">
                  <a16:creationId xmlns:a16="http://schemas.microsoft.com/office/drawing/2014/main" id="{44EFAB5F-3EFB-4440-80C1-2FC4F4E75763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3796B67B-F0EE-47B1-81A8-61812377CDBF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254" name="Freeform 18">
                <a:extLst>
                  <a:ext uri="{FF2B5EF4-FFF2-40B4-BE49-F238E27FC236}">
                    <a16:creationId xmlns:a16="http://schemas.microsoft.com/office/drawing/2014/main" id="{B19D8037-CC29-437D-968D-828DE3358A65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55" name="Freeform 19">
                <a:extLst>
                  <a:ext uri="{FF2B5EF4-FFF2-40B4-BE49-F238E27FC236}">
                    <a16:creationId xmlns:a16="http://schemas.microsoft.com/office/drawing/2014/main" id="{53839760-30D9-41C5-8AF3-BBD7DF1AB5DA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56" name="Freeform 20">
                <a:extLst>
                  <a:ext uri="{FF2B5EF4-FFF2-40B4-BE49-F238E27FC236}">
                    <a16:creationId xmlns:a16="http://schemas.microsoft.com/office/drawing/2014/main" id="{91C68FB5-676E-41FD-AA19-4D77C860A847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51" name="Freeform 18">
              <a:extLst>
                <a:ext uri="{FF2B5EF4-FFF2-40B4-BE49-F238E27FC236}">
                  <a16:creationId xmlns:a16="http://schemas.microsoft.com/office/drawing/2014/main" id="{A275526D-6602-4036-83AE-6DB62B0BFF7B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52" name="Freeform 19">
              <a:extLst>
                <a:ext uri="{FF2B5EF4-FFF2-40B4-BE49-F238E27FC236}">
                  <a16:creationId xmlns:a16="http://schemas.microsoft.com/office/drawing/2014/main" id="{C0B09919-E689-4E74-9C82-D5344DD1DE83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53" name="Freeform 20">
              <a:extLst>
                <a:ext uri="{FF2B5EF4-FFF2-40B4-BE49-F238E27FC236}">
                  <a16:creationId xmlns:a16="http://schemas.microsoft.com/office/drawing/2014/main" id="{F56EA731-78DA-456B-8A7A-ABF98937D50E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42069BF4-0EAD-445C-B546-C858BB8F9F22}"/>
              </a:ext>
            </a:extLst>
          </p:cNvPr>
          <p:cNvGrpSpPr/>
          <p:nvPr/>
        </p:nvGrpSpPr>
        <p:grpSpPr>
          <a:xfrm>
            <a:off x="1567016" y="4307847"/>
            <a:ext cx="1130493" cy="1098367"/>
            <a:chOff x="9104628" y="974408"/>
            <a:chExt cx="857816" cy="833439"/>
          </a:xfrm>
        </p:grpSpPr>
        <p:sp>
          <p:nvSpPr>
            <p:cNvPr id="233" name="菱形 232">
              <a:extLst>
                <a:ext uri="{FF2B5EF4-FFF2-40B4-BE49-F238E27FC236}">
                  <a16:creationId xmlns:a16="http://schemas.microsoft.com/office/drawing/2014/main" id="{16076428-D52A-4D7D-9569-A961FD316987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DAB6C743-E284-43E0-B230-6439BD8EEA92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238" name="Freeform 18">
                <a:extLst>
                  <a:ext uri="{FF2B5EF4-FFF2-40B4-BE49-F238E27FC236}">
                    <a16:creationId xmlns:a16="http://schemas.microsoft.com/office/drawing/2014/main" id="{211E62FC-0741-41CF-A6DE-166D7AF4293B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39" name="Freeform 19">
                <a:extLst>
                  <a:ext uri="{FF2B5EF4-FFF2-40B4-BE49-F238E27FC236}">
                    <a16:creationId xmlns:a16="http://schemas.microsoft.com/office/drawing/2014/main" id="{8DCCBBC2-551B-4ED8-9AD8-B3319B63F3AA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0" name="Freeform 20">
                <a:extLst>
                  <a:ext uri="{FF2B5EF4-FFF2-40B4-BE49-F238E27FC236}">
                    <a16:creationId xmlns:a16="http://schemas.microsoft.com/office/drawing/2014/main" id="{F0137939-4B44-4C26-8A7B-F6AFFB94E31E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35" name="Freeform 18">
              <a:extLst>
                <a:ext uri="{FF2B5EF4-FFF2-40B4-BE49-F238E27FC236}">
                  <a16:creationId xmlns:a16="http://schemas.microsoft.com/office/drawing/2014/main" id="{314A1A04-704E-44BF-8A69-55772885FA10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6" name="Freeform 19">
              <a:extLst>
                <a:ext uri="{FF2B5EF4-FFF2-40B4-BE49-F238E27FC236}">
                  <a16:creationId xmlns:a16="http://schemas.microsoft.com/office/drawing/2014/main" id="{35270150-D1D2-46FA-8417-926D6EDFC7C7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7" name="Freeform 20">
              <a:extLst>
                <a:ext uri="{FF2B5EF4-FFF2-40B4-BE49-F238E27FC236}">
                  <a16:creationId xmlns:a16="http://schemas.microsoft.com/office/drawing/2014/main" id="{10460918-A115-49F7-B28C-A7E7A909525E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4CBC71D4-A9B9-42F0-B32D-F8233C0508CF}"/>
              </a:ext>
            </a:extLst>
          </p:cNvPr>
          <p:cNvGrpSpPr/>
          <p:nvPr/>
        </p:nvGrpSpPr>
        <p:grpSpPr>
          <a:xfrm>
            <a:off x="885143" y="5359685"/>
            <a:ext cx="1136006" cy="1103724"/>
            <a:chOff x="9104628" y="974408"/>
            <a:chExt cx="857816" cy="833439"/>
          </a:xfrm>
        </p:grpSpPr>
        <p:sp>
          <p:nvSpPr>
            <p:cNvPr id="225" name="菱形 224">
              <a:extLst>
                <a:ext uri="{FF2B5EF4-FFF2-40B4-BE49-F238E27FC236}">
                  <a16:creationId xmlns:a16="http://schemas.microsoft.com/office/drawing/2014/main" id="{4E08AD6C-3A88-4AEC-AA73-53C48EBF6812}"/>
                </a:ext>
              </a:extLst>
            </p:cNvPr>
            <p:cNvSpPr/>
            <p:nvPr/>
          </p:nvSpPr>
          <p:spPr>
            <a:xfrm>
              <a:off x="9104628" y="1331972"/>
              <a:ext cx="857816" cy="475875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7316E07E-B720-4E9B-A077-5EB908AF4422}"/>
                </a:ext>
              </a:extLst>
            </p:cNvPr>
            <p:cNvGrpSpPr/>
            <p:nvPr/>
          </p:nvGrpSpPr>
          <p:grpSpPr>
            <a:xfrm>
              <a:off x="9187314" y="1154982"/>
              <a:ext cx="692433" cy="584618"/>
              <a:chOff x="8056563" y="1092200"/>
              <a:chExt cx="1641476" cy="1385888"/>
            </a:xfrm>
          </p:grpSpPr>
          <p:sp>
            <p:nvSpPr>
              <p:cNvPr id="230" name="Freeform 18">
                <a:extLst>
                  <a:ext uri="{FF2B5EF4-FFF2-40B4-BE49-F238E27FC236}">
                    <a16:creationId xmlns:a16="http://schemas.microsoft.com/office/drawing/2014/main" id="{A2AACD35-C4CE-4343-A461-3DAAD2FADC9B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31" name="Freeform 19">
                <a:extLst>
                  <a:ext uri="{FF2B5EF4-FFF2-40B4-BE49-F238E27FC236}">
                    <a16:creationId xmlns:a16="http://schemas.microsoft.com/office/drawing/2014/main" id="{28C2F8E4-AB66-49E4-B942-0C410FBA4C32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32" name="Freeform 20">
                <a:extLst>
                  <a:ext uri="{FF2B5EF4-FFF2-40B4-BE49-F238E27FC236}">
                    <a16:creationId xmlns:a16="http://schemas.microsoft.com/office/drawing/2014/main" id="{645EB7AB-BBD9-4B27-9CB0-B6AE65001916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27" name="Freeform 18">
              <a:extLst>
                <a:ext uri="{FF2B5EF4-FFF2-40B4-BE49-F238E27FC236}">
                  <a16:creationId xmlns:a16="http://schemas.microsoft.com/office/drawing/2014/main" id="{7877297B-DDC6-48D1-87DB-7F8AF5D93BDE}"/>
                </a:ext>
              </a:extLst>
            </p:cNvPr>
            <p:cNvSpPr/>
            <p:nvPr/>
          </p:nvSpPr>
          <p:spPr bwMode="auto">
            <a:xfrm>
              <a:off x="9534205" y="1174638"/>
              <a:ext cx="345547" cy="384388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8" name="Freeform 19">
              <a:extLst>
                <a:ext uri="{FF2B5EF4-FFF2-40B4-BE49-F238E27FC236}">
                  <a16:creationId xmlns:a16="http://schemas.microsoft.com/office/drawing/2014/main" id="{BF184A6A-04EA-4666-BFBD-98A2BB2F6C55}"/>
                </a:ext>
              </a:extLst>
            </p:cNvPr>
            <p:cNvSpPr/>
            <p:nvPr/>
          </p:nvSpPr>
          <p:spPr bwMode="auto">
            <a:xfrm>
              <a:off x="9187319" y="1174638"/>
              <a:ext cx="346886" cy="384388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9" name="Freeform 20">
              <a:extLst>
                <a:ext uri="{FF2B5EF4-FFF2-40B4-BE49-F238E27FC236}">
                  <a16:creationId xmlns:a16="http://schemas.microsoft.com/office/drawing/2014/main" id="{F73D4BE0-CD1D-46EA-9EBD-45488BA3EC1B}"/>
                </a:ext>
              </a:extLst>
            </p:cNvPr>
            <p:cNvSpPr/>
            <p:nvPr/>
          </p:nvSpPr>
          <p:spPr bwMode="auto">
            <a:xfrm>
              <a:off x="9189328" y="974408"/>
              <a:ext cx="690425" cy="402469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99" name="箭头: 右 198">
            <a:extLst>
              <a:ext uri="{FF2B5EF4-FFF2-40B4-BE49-F238E27FC236}">
                <a16:creationId xmlns:a16="http://schemas.microsoft.com/office/drawing/2014/main" id="{62CDC5AE-71E8-4EAC-A84A-8E8E39CD2461}"/>
              </a:ext>
            </a:extLst>
          </p:cNvPr>
          <p:cNvSpPr/>
          <p:nvPr/>
        </p:nvSpPr>
        <p:spPr>
          <a:xfrm rot="7177570">
            <a:off x="2643059" y="4474454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orthographicFront">
              <a:rot lat="2063569" lon="1084038" rev="2087108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6D03E60-B8AA-4994-83A0-DAA1E7F4A38A}"/>
              </a:ext>
            </a:extLst>
          </p:cNvPr>
          <p:cNvGrpSpPr/>
          <p:nvPr/>
        </p:nvGrpSpPr>
        <p:grpSpPr>
          <a:xfrm>
            <a:off x="5369915" y="1790468"/>
            <a:ext cx="167782" cy="209727"/>
            <a:chOff x="4512136" y="1923750"/>
            <a:chExt cx="167782" cy="209727"/>
          </a:xfrm>
        </p:grpSpPr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859CFB84-AF4A-4498-B42B-69A4EC50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7310" y="1934306"/>
              <a:ext cx="126864" cy="121508"/>
            </a:xfrm>
            <a:prstGeom prst="rect">
              <a:avLst/>
            </a:prstGeom>
          </p:spPr>
        </p:pic>
        <p:sp>
          <p:nvSpPr>
            <p:cNvPr id="202" name="图形 79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<a:extLst>
                <a:ext uri="{FF2B5EF4-FFF2-40B4-BE49-F238E27FC236}">
                  <a16:creationId xmlns:a16="http://schemas.microsoft.com/office/drawing/2014/main" id="{4E14BDFE-D159-4630-B437-ACC63AE98B8A}"/>
                </a:ext>
              </a:extLst>
            </p:cNvPr>
            <p:cNvSpPr/>
            <p:nvPr/>
          </p:nvSpPr>
          <p:spPr>
            <a:xfrm>
              <a:off x="4512136" y="1923750"/>
              <a:ext cx="167782" cy="209727"/>
            </a:xfrm>
            <a:custGeom>
              <a:avLst/>
              <a:gdLst>
                <a:gd name="connsiteX0" fmla="*/ 133350 w 152400"/>
                <a:gd name="connsiteY0" fmla="*/ 0 h 190500"/>
                <a:gd name="connsiteX1" fmla="*/ 19050 w 152400"/>
                <a:gd name="connsiteY1" fmla="*/ 0 h 190500"/>
                <a:gd name="connsiteX2" fmla="*/ 0 w 152400"/>
                <a:gd name="connsiteY2" fmla="*/ 19050 h 190500"/>
                <a:gd name="connsiteX3" fmla="*/ 0 w 152400"/>
                <a:gd name="connsiteY3" fmla="*/ 171450 h 190500"/>
                <a:gd name="connsiteX4" fmla="*/ 19050 w 152400"/>
                <a:gd name="connsiteY4" fmla="*/ 190500 h 190500"/>
                <a:gd name="connsiteX5" fmla="*/ 133350 w 152400"/>
                <a:gd name="connsiteY5" fmla="*/ 190500 h 190500"/>
                <a:gd name="connsiteX6" fmla="*/ 152400 w 152400"/>
                <a:gd name="connsiteY6" fmla="*/ 171450 h 190500"/>
                <a:gd name="connsiteX7" fmla="*/ 152400 w 152400"/>
                <a:gd name="connsiteY7" fmla="*/ 19050 h 190500"/>
                <a:gd name="connsiteX8" fmla="*/ 133350 w 152400"/>
                <a:gd name="connsiteY8" fmla="*/ 0 h 190500"/>
                <a:gd name="connsiteX9" fmla="*/ 19050 w 152400"/>
                <a:gd name="connsiteY9" fmla="*/ 19050 h 190500"/>
                <a:gd name="connsiteX10" fmla="*/ 66675 w 152400"/>
                <a:gd name="connsiteY10" fmla="*/ 19050 h 190500"/>
                <a:gd name="connsiteX11" fmla="*/ 66675 w 152400"/>
                <a:gd name="connsiteY11" fmla="*/ 95250 h 190500"/>
                <a:gd name="connsiteX12" fmla="*/ 42863 w 152400"/>
                <a:gd name="connsiteY12" fmla="*/ 80963 h 190500"/>
                <a:gd name="connsiteX13" fmla="*/ 19050 w 152400"/>
                <a:gd name="connsiteY13" fmla="*/ 95250 h 190500"/>
                <a:gd name="connsiteX14" fmla="*/ 19050 w 152400"/>
                <a:gd name="connsiteY14" fmla="*/ 190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400" h="190500">
                  <a:moveTo>
                    <a:pt x="133350" y="0"/>
                  </a:moveTo>
                  <a:lnTo>
                    <a:pt x="19050" y="0"/>
                  </a:lnTo>
                  <a:cubicBezTo>
                    <a:pt x="8573" y="0"/>
                    <a:pt x="0" y="8573"/>
                    <a:pt x="0" y="19050"/>
                  </a:cubicBezTo>
                  <a:lnTo>
                    <a:pt x="0" y="171450"/>
                  </a:lnTo>
                  <a:cubicBezTo>
                    <a:pt x="0" y="181928"/>
                    <a:pt x="8573" y="190500"/>
                    <a:pt x="19050" y="190500"/>
                  </a:cubicBezTo>
                  <a:lnTo>
                    <a:pt x="133350" y="190500"/>
                  </a:lnTo>
                  <a:cubicBezTo>
                    <a:pt x="143828" y="190500"/>
                    <a:pt x="152400" y="181928"/>
                    <a:pt x="152400" y="171450"/>
                  </a:cubicBezTo>
                  <a:lnTo>
                    <a:pt x="152400" y="19050"/>
                  </a:lnTo>
                  <a:cubicBezTo>
                    <a:pt x="152400" y="8573"/>
                    <a:pt x="143828" y="0"/>
                    <a:pt x="133350" y="0"/>
                  </a:cubicBezTo>
                  <a:close/>
                  <a:moveTo>
                    <a:pt x="19050" y="19050"/>
                  </a:moveTo>
                  <a:lnTo>
                    <a:pt x="66675" y="19050"/>
                  </a:lnTo>
                  <a:lnTo>
                    <a:pt x="66675" y="95250"/>
                  </a:lnTo>
                  <a:lnTo>
                    <a:pt x="42863" y="80963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3749CC"/>
                </a:gs>
              </a:gsLst>
              <a:lin ang="108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04" name="图形 8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F808212D-5544-483B-AF6D-7D9AA8407776}"/>
              </a:ext>
            </a:extLst>
          </p:cNvPr>
          <p:cNvSpPr/>
          <p:nvPr/>
        </p:nvSpPr>
        <p:spPr>
          <a:xfrm>
            <a:off x="4329240" y="1781938"/>
            <a:ext cx="188754" cy="209727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66675 w 171450"/>
              <a:gd name="connsiteY17" fmla="*/ 152400 h 190500"/>
              <a:gd name="connsiteX18" fmla="*/ 28575 w 171450"/>
              <a:gd name="connsiteY18" fmla="*/ 114300 h 190500"/>
              <a:gd name="connsiteX19" fmla="*/ 42005 w 171450"/>
              <a:gd name="connsiteY19" fmla="*/ 100870 h 190500"/>
              <a:gd name="connsiteX20" fmla="*/ 66675 w 171450"/>
              <a:gd name="connsiteY20" fmla="*/ 125444 h 190500"/>
              <a:gd name="connsiteX21" fmla="*/ 129445 w 171450"/>
              <a:gd name="connsiteY21" fmla="*/ 62675 h 190500"/>
              <a:gd name="connsiteX22" fmla="*/ 142875 w 171450"/>
              <a:gd name="connsiteY22" fmla="*/ 76200 h 190500"/>
              <a:gd name="connsiteX23" fmla="*/ 66675 w 171450"/>
              <a:gd name="connsiteY23" fmla="*/ 1524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66675" y="152400"/>
                </a:moveTo>
                <a:lnTo>
                  <a:pt x="28575" y="114300"/>
                </a:lnTo>
                <a:lnTo>
                  <a:pt x="42005" y="100870"/>
                </a:lnTo>
                <a:lnTo>
                  <a:pt x="66675" y="125444"/>
                </a:lnTo>
                <a:lnTo>
                  <a:pt x="129445" y="62675"/>
                </a:lnTo>
                <a:lnTo>
                  <a:pt x="142875" y="76200"/>
                </a:lnTo>
                <a:lnTo>
                  <a:pt x="66675" y="15240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3749CC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5" name="图形 87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D89006F1-C62D-4F49-BABB-FED900E87548}"/>
              </a:ext>
            </a:extLst>
          </p:cNvPr>
          <p:cNvSpPr/>
          <p:nvPr/>
        </p:nvSpPr>
        <p:spPr>
          <a:xfrm>
            <a:off x="3384019" y="1770646"/>
            <a:ext cx="188754" cy="209727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85725 w 171450"/>
              <a:gd name="connsiteY17" fmla="*/ 161925 h 190500"/>
              <a:gd name="connsiteX18" fmla="*/ 38100 w 171450"/>
              <a:gd name="connsiteY18" fmla="*/ 114300 h 190500"/>
              <a:gd name="connsiteX19" fmla="*/ 66675 w 171450"/>
              <a:gd name="connsiteY19" fmla="*/ 114300 h 190500"/>
              <a:gd name="connsiteX20" fmla="*/ 66675 w 171450"/>
              <a:gd name="connsiteY20" fmla="*/ 76200 h 190500"/>
              <a:gd name="connsiteX21" fmla="*/ 104775 w 171450"/>
              <a:gd name="connsiteY21" fmla="*/ 76200 h 190500"/>
              <a:gd name="connsiteX22" fmla="*/ 104775 w 171450"/>
              <a:gd name="connsiteY22" fmla="*/ 114300 h 190500"/>
              <a:gd name="connsiteX23" fmla="*/ 133350 w 171450"/>
              <a:gd name="connsiteY23" fmla="*/ 114300 h 190500"/>
              <a:gd name="connsiteX24" fmla="*/ 85725 w 171450"/>
              <a:gd name="connsiteY24" fmla="*/ 1619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85725" y="161925"/>
                </a:moveTo>
                <a:lnTo>
                  <a:pt x="38100" y="114300"/>
                </a:lnTo>
                <a:lnTo>
                  <a:pt x="66675" y="114300"/>
                </a:lnTo>
                <a:lnTo>
                  <a:pt x="66675" y="76200"/>
                </a:lnTo>
                <a:lnTo>
                  <a:pt x="104775" y="76200"/>
                </a:lnTo>
                <a:lnTo>
                  <a:pt x="104775" y="114300"/>
                </a:lnTo>
                <a:lnTo>
                  <a:pt x="133350" y="114300"/>
                </a:lnTo>
                <a:lnTo>
                  <a:pt x="85725" y="161925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3749CC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6" name="文本框 206">
            <a:extLst>
              <a:ext uri="{FF2B5EF4-FFF2-40B4-BE49-F238E27FC236}">
                <a16:creationId xmlns:a16="http://schemas.microsoft.com/office/drawing/2014/main" id="{36376E4B-C84F-46D5-AB33-F8E5898040BF}"/>
              </a:ext>
            </a:extLst>
          </p:cNvPr>
          <p:cNvSpPr txBox="1"/>
          <p:nvPr/>
        </p:nvSpPr>
        <p:spPr>
          <a:xfrm>
            <a:off x="2429516" y="300570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存储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15053DA-B3B4-467F-A307-FFFA576D0D1F}"/>
              </a:ext>
            </a:extLst>
          </p:cNvPr>
          <p:cNvGrpSpPr/>
          <p:nvPr/>
        </p:nvGrpSpPr>
        <p:grpSpPr>
          <a:xfrm>
            <a:off x="2078165" y="3429000"/>
            <a:ext cx="1677010" cy="1015445"/>
            <a:chOff x="1411578" y="4573403"/>
            <a:chExt cx="1677010" cy="1015445"/>
          </a:xfrm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934F36BA-6742-42B7-8535-487A47840982}"/>
                </a:ext>
              </a:extLst>
            </p:cNvPr>
            <p:cNvGrpSpPr/>
            <p:nvPr/>
          </p:nvGrpSpPr>
          <p:grpSpPr>
            <a:xfrm>
              <a:off x="1411578" y="4573403"/>
              <a:ext cx="1677010" cy="1015445"/>
              <a:chOff x="4733853" y="3179150"/>
              <a:chExt cx="2374900" cy="1438022"/>
            </a:xfrm>
          </p:grpSpPr>
          <p:sp>
            <p:nvSpPr>
              <p:cNvPr id="291" name="Freeform 13">
                <a:extLst>
                  <a:ext uri="{FF2B5EF4-FFF2-40B4-BE49-F238E27FC236}">
                    <a16:creationId xmlns:a16="http://schemas.microsoft.com/office/drawing/2014/main" id="{0E964235-C55B-4BD6-8D1B-249405BB4D37}"/>
                  </a:ext>
                </a:extLst>
              </p:cNvPr>
              <p:cNvSpPr/>
              <p:nvPr/>
            </p:nvSpPr>
            <p:spPr bwMode="auto">
              <a:xfrm>
                <a:off x="4733853" y="3866284"/>
                <a:ext cx="2339975" cy="750888"/>
              </a:xfrm>
              <a:custGeom>
                <a:avLst/>
                <a:gdLst>
                  <a:gd name="T0" fmla="*/ 1192 w 1219"/>
                  <a:gd name="T1" fmla="*/ 39 h 391"/>
                  <a:gd name="T2" fmla="*/ 678 w 1219"/>
                  <a:gd name="T3" fmla="*/ 338 h 391"/>
                  <a:gd name="T4" fmla="*/ 545 w 1219"/>
                  <a:gd name="T5" fmla="*/ 338 h 391"/>
                  <a:gd name="T6" fmla="*/ 28 w 1219"/>
                  <a:gd name="T7" fmla="*/ 39 h 391"/>
                  <a:gd name="T8" fmla="*/ 0 w 1219"/>
                  <a:gd name="T9" fmla="*/ 0 h 391"/>
                  <a:gd name="T10" fmla="*/ 0 w 1219"/>
                  <a:gd name="T11" fmla="*/ 33 h 391"/>
                  <a:gd name="T12" fmla="*/ 28 w 1219"/>
                  <a:gd name="T13" fmla="*/ 71 h 391"/>
                  <a:gd name="T14" fmla="*/ 545 w 1219"/>
                  <a:gd name="T15" fmla="*/ 370 h 391"/>
                  <a:gd name="T16" fmla="*/ 677 w 1219"/>
                  <a:gd name="T17" fmla="*/ 370 h 391"/>
                  <a:gd name="T18" fmla="*/ 1191 w 1219"/>
                  <a:gd name="T19" fmla="*/ 71 h 391"/>
                  <a:gd name="T20" fmla="*/ 1219 w 1219"/>
                  <a:gd name="T21" fmla="*/ 33 h 391"/>
                  <a:gd name="T22" fmla="*/ 1219 w 1219"/>
                  <a:gd name="T23" fmla="*/ 1 h 391"/>
                  <a:gd name="T24" fmla="*/ 1192 w 1219"/>
                  <a:gd name="T25" fmla="*/ 39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9" h="391">
                    <a:moveTo>
                      <a:pt x="1192" y="39"/>
                    </a:moveTo>
                    <a:cubicBezTo>
                      <a:pt x="678" y="338"/>
                      <a:pt x="678" y="338"/>
                      <a:pt x="678" y="338"/>
                    </a:cubicBezTo>
                    <a:cubicBezTo>
                      <a:pt x="641" y="359"/>
                      <a:pt x="582" y="359"/>
                      <a:pt x="545" y="338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10" y="28"/>
                      <a:pt x="0" y="14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7"/>
                      <a:pt x="10" y="61"/>
                      <a:pt x="28" y="71"/>
                    </a:cubicBezTo>
                    <a:cubicBezTo>
                      <a:pt x="545" y="370"/>
                      <a:pt x="545" y="370"/>
                      <a:pt x="545" y="370"/>
                    </a:cubicBezTo>
                    <a:cubicBezTo>
                      <a:pt x="582" y="391"/>
                      <a:pt x="641" y="391"/>
                      <a:pt x="677" y="370"/>
                    </a:cubicBezTo>
                    <a:cubicBezTo>
                      <a:pt x="1191" y="71"/>
                      <a:pt x="1191" y="71"/>
                      <a:pt x="1191" y="71"/>
                    </a:cubicBezTo>
                    <a:cubicBezTo>
                      <a:pt x="1210" y="61"/>
                      <a:pt x="1219" y="47"/>
                      <a:pt x="1219" y="33"/>
                    </a:cubicBezTo>
                    <a:cubicBezTo>
                      <a:pt x="1219" y="1"/>
                      <a:pt x="1219" y="1"/>
                      <a:pt x="1219" y="1"/>
                    </a:cubicBezTo>
                    <a:cubicBezTo>
                      <a:pt x="1219" y="15"/>
                      <a:pt x="1210" y="28"/>
                      <a:pt x="1192" y="39"/>
                    </a:cubicBezTo>
                    <a:close/>
                  </a:path>
                </a:pathLst>
              </a:custGeom>
              <a:solidFill>
                <a:srgbClr val="D4D9F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2" name="Freeform 14">
                <a:extLst>
                  <a:ext uri="{FF2B5EF4-FFF2-40B4-BE49-F238E27FC236}">
                    <a16:creationId xmlns:a16="http://schemas.microsoft.com/office/drawing/2014/main" id="{3DFA18E7-67AA-48A7-BB27-5EDDA9F2BF7C}"/>
                  </a:ext>
                </a:extLst>
              </p:cNvPr>
              <p:cNvSpPr/>
              <p:nvPr/>
            </p:nvSpPr>
            <p:spPr bwMode="auto">
              <a:xfrm>
                <a:off x="4733853" y="3179150"/>
                <a:ext cx="2374900" cy="1377950"/>
              </a:xfrm>
              <a:custGeom>
                <a:avLst/>
                <a:gdLst>
                  <a:gd name="T0" fmla="*/ 1200 w 1237"/>
                  <a:gd name="T1" fmla="*/ 320 h 717"/>
                  <a:gd name="T2" fmla="*/ 1201 w 1237"/>
                  <a:gd name="T3" fmla="*/ 397 h 717"/>
                  <a:gd name="T4" fmla="*/ 687 w 1237"/>
                  <a:gd name="T5" fmla="*/ 696 h 717"/>
                  <a:gd name="T6" fmla="*/ 554 w 1237"/>
                  <a:gd name="T7" fmla="*/ 696 h 717"/>
                  <a:gd name="T8" fmla="*/ 37 w 1237"/>
                  <a:gd name="T9" fmla="*/ 397 h 717"/>
                  <a:gd name="T10" fmla="*/ 37 w 1237"/>
                  <a:gd name="T11" fmla="*/ 320 h 717"/>
                  <a:gd name="T12" fmla="*/ 551 w 1237"/>
                  <a:gd name="T13" fmla="*/ 22 h 717"/>
                  <a:gd name="T14" fmla="*/ 683 w 1237"/>
                  <a:gd name="T15" fmla="*/ 22 h 717"/>
                  <a:gd name="T16" fmla="*/ 1200 w 1237"/>
                  <a:gd name="T17" fmla="*/ 320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37" h="717">
                    <a:moveTo>
                      <a:pt x="1200" y="320"/>
                    </a:moveTo>
                    <a:cubicBezTo>
                      <a:pt x="1237" y="341"/>
                      <a:pt x="1237" y="376"/>
                      <a:pt x="1201" y="397"/>
                    </a:cubicBezTo>
                    <a:cubicBezTo>
                      <a:pt x="687" y="696"/>
                      <a:pt x="687" y="696"/>
                      <a:pt x="687" y="696"/>
                    </a:cubicBezTo>
                    <a:cubicBezTo>
                      <a:pt x="650" y="717"/>
                      <a:pt x="591" y="717"/>
                      <a:pt x="554" y="696"/>
                    </a:cubicBezTo>
                    <a:cubicBezTo>
                      <a:pt x="37" y="397"/>
                      <a:pt x="37" y="397"/>
                      <a:pt x="37" y="397"/>
                    </a:cubicBezTo>
                    <a:cubicBezTo>
                      <a:pt x="0" y="376"/>
                      <a:pt x="0" y="341"/>
                      <a:pt x="37" y="320"/>
                    </a:cubicBezTo>
                    <a:cubicBezTo>
                      <a:pt x="551" y="22"/>
                      <a:pt x="551" y="22"/>
                      <a:pt x="551" y="22"/>
                    </a:cubicBezTo>
                    <a:cubicBezTo>
                      <a:pt x="587" y="0"/>
                      <a:pt x="646" y="0"/>
                      <a:pt x="683" y="22"/>
                    </a:cubicBezTo>
                    <a:lnTo>
                      <a:pt x="1200" y="320"/>
                    </a:lnTo>
                    <a:close/>
                  </a:path>
                </a:pathLst>
              </a:custGeom>
              <a:gradFill>
                <a:gsLst>
                  <a:gs pos="0">
                    <a:srgbClr val="6578F0"/>
                  </a:gs>
                  <a:gs pos="100000">
                    <a:srgbClr val="3749CC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FAFBFD2E-62C4-4138-98C6-D4BDDB4D6EC6}"/>
                </a:ext>
              </a:extLst>
            </p:cNvPr>
            <p:cNvGrpSpPr/>
            <p:nvPr/>
          </p:nvGrpSpPr>
          <p:grpSpPr>
            <a:xfrm>
              <a:off x="1868072" y="4644077"/>
              <a:ext cx="764016" cy="646484"/>
              <a:chOff x="6611089" y="2864487"/>
              <a:chExt cx="2193926" cy="1856422"/>
            </a:xfrm>
          </p:grpSpPr>
          <p:grpSp>
            <p:nvGrpSpPr>
              <p:cNvPr id="277" name="组合 276">
                <a:extLst>
                  <a:ext uri="{FF2B5EF4-FFF2-40B4-BE49-F238E27FC236}">
                    <a16:creationId xmlns:a16="http://schemas.microsoft.com/office/drawing/2014/main" id="{105EB0F1-C7E4-41A8-BBB7-FD94659A3648}"/>
                  </a:ext>
                </a:extLst>
              </p:cNvPr>
              <p:cNvGrpSpPr/>
              <p:nvPr/>
            </p:nvGrpSpPr>
            <p:grpSpPr>
              <a:xfrm>
                <a:off x="6611089" y="333184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86" name="Freeform 11">
                  <a:extLst>
                    <a:ext uri="{FF2B5EF4-FFF2-40B4-BE49-F238E27FC236}">
                      <a16:creationId xmlns:a16="http://schemas.microsoft.com/office/drawing/2014/main" id="{EB670B9D-DED6-4A57-AE5D-196847F0811A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7" name="Freeform 12">
                  <a:extLst>
                    <a:ext uri="{FF2B5EF4-FFF2-40B4-BE49-F238E27FC236}">
                      <a16:creationId xmlns:a16="http://schemas.microsoft.com/office/drawing/2014/main" id="{600D7E44-73CB-4D4D-9EF6-7F74603AE305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8" name="Freeform 13">
                  <a:extLst>
                    <a:ext uri="{FF2B5EF4-FFF2-40B4-BE49-F238E27FC236}">
                      <a16:creationId xmlns:a16="http://schemas.microsoft.com/office/drawing/2014/main" id="{5A50984A-97D2-45C2-B651-79C6095A1132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78" name="组合 277">
                <a:extLst>
                  <a:ext uri="{FF2B5EF4-FFF2-40B4-BE49-F238E27FC236}">
                    <a16:creationId xmlns:a16="http://schemas.microsoft.com/office/drawing/2014/main" id="{0045B93E-2279-4F08-804B-E62C31AB4F95}"/>
                  </a:ext>
                </a:extLst>
              </p:cNvPr>
              <p:cNvGrpSpPr/>
              <p:nvPr/>
            </p:nvGrpSpPr>
            <p:grpSpPr>
              <a:xfrm>
                <a:off x="6617439" y="309816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83" name="Freeform 11">
                  <a:extLst>
                    <a:ext uri="{FF2B5EF4-FFF2-40B4-BE49-F238E27FC236}">
                      <a16:creationId xmlns:a16="http://schemas.microsoft.com/office/drawing/2014/main" id="{DB30ED0B-0337-4513-8860-0284D9ADC0E5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4" name="Freeform 12">
                  <a:extLst>
                    <a:ext uri="{FF2B5EF4-FFF2-40B4-BE49-F238E27FC236}">
                      <a16:creationId xmlns:a16="http://schemas.microsoft.com/office/drawing/2014/main" id="{2984648E-D4E7-4CF9-A683-4CB718BF700C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5" name="Freeform 13">
                  <a:extLst>
                    <a:ext uri="{FF2B5EF4-FFF2-40B4-BE49-F238E27FC236}">
                      <a16:creationId xmlns:a16="http://schemas.microsoft.com/office/drawing/2014/main" id="{2950C173-1FBB-4CE6-9D54-2FAB27603F27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79" name="组合 278">
                <a:extLst>
                  <a:ext uri="{FF2B5EF4-FFF2-40B4-BE49-F238E27FC236}">
                    <a16:creationId xmlns:a16="http://schemas.microsoft.com/office/drawing/2014/main" id="{4CD8AF1A-C4C1-4C23-8D12-743DF5263E85}"/>
                  </a:ext>
                </a:extLst>
              </p:cNvPr>
              <p:cNvGrpSpPr/>
              <p:nvPr/>
            </p:nvGrpSpPr>
            <p:grpSpPr>
              <a:xfrm>
                <a:off x="6623789" y="286448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80" name="Freeform 11">
                  <a:extLst>
                    <a:ext uri="{FF2B5EF4-FFF2-40B4-BE49-F238E27FC236}">
                      <a16:creationId xmlns:a16="http://schemas.microsoft.com/office/drawing/2014/main" id="{97146137-C435-43BB-9586-4127B61576B6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1" name="Freeform 12">
                  <a:extLst>
                    <a:ext uri="{FF2B5EF4-FFF2-40B4-BE49-F238E27FC236}">
                      <a16:creationId xmlns:a16="http://schemas.microsoft.com/office/drawing/2014/main" id="{8A681F0C-6AA7-4310-92AC-9CCAE80EC30A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82" name="Freeform 13">
                  <a:extLst>
                    <a:ext uri="{FF2B5EF4-FFF2-40B4-BE49-F238E27FC236}">
                      <a16:creationId xmlns:a16="http://schemas.microsoft.com/office/drawing/2014/main" id="{E3140AC2-A2CB-49EF-B65A-C9611806C676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64E7517-8CAB-8707-7202-56F7FB40DE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47" y="4298797"/>
            <a:ext cx="341419" cy="341419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84A266D2-3940-448D-A435-E5838A8067B8}"/>
              </a:ext>
            </a:extLst>
          </p:cNvPr>
          <p:cNvGrpSpPr/>
          <p:nvPr/>
        </p:nvGrpSpPr>
        <p:grpSpPr>
          <a:xfrm>
            <a:off x="4337681" y="3426436"/>
            <a:ext cx="1677010" cy="1039555"/>
            <a:chOff x="4070831" y="3464363"/>
            <a:chExt cx="1677010" cy="1039555"/>
          </a:xfrm>
        </p:grpSpPr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AD0D97EB-4406-4C6A-8A9F-A65B3201FA5A}"/>
                </a:ext>
              </a:extLst>
            </p:cNvPr>
            <p:cNvGrpSpPr/>
            <p:nvPr/>
          </p:nvGrpSpPr>
          <p:grpSpPr>
            <a:xfrm>
              <a:off x="4070831" y="3488473"/>
              <a:ext cx="1677010" cy="1015445"/>
              <a:chOff x="4733852" y="3179149"/>
              <a:chExt cx="2374900" cy="1438023"/>
            </a:xfrm>
          </p:grpSpPr>
          <p:sp>
            <p:nvSpPr>
              <p:cNvPr id="289" name="Freeform 13">
                <a:extLst>
                  <a:ext uri="{FF2B5EF4-FFF2-40B4-BE49-F238E27FC236}">
                    <a16:creationId xmlns:a16="http://schemas.microsoft.com/office/drawing/2014/main" id="{364E0426-55F4-480D-8F35-576B230664FC}"/>
                  </a:ext>
                </a:extLst>
              </p:cNvPr>
              <p:cNvSpPr/>
              <p:nvPr/>
            </p:nvSpPr>
            <p:spPr bwMode="auto">
              <a:xfrm>
                <a:off x="4733853" y="3866284"/>
                <a:ext cx="2339975" cy="750888"/>
              </a:xfrm>
              <a:custGeom>
                <a:avLst/>
                <a:gdLst>
                  <a:gd name="T0" fmla="*/ 1192 w 1219"/>
                  <a:gd name="T1" fmla="*/ 39 h 391"/>
                  <a:gd name="T2" fmla="*/ 678 w 1219"/>
                  <a:gd name="T3" fmla="*/ 338 h 391"/>
                  <a:gd name="T4" fmla="*/ 545 w 1219"/>
                  <a:gd name="T5" fmla="*/ 338 h 391"/>
                  <a:gd name="T6" fmla="*/ 28 w 1219"/>
                  <a:gd name="T7" fmla="*/ 39 h 391"/>
                  <a:gd name="T8" fmla="*/ 0 w 1219"/>
                  <a:gd name="T9" fmla="*/ 0 h 391"/>
                  <a:gd name="T10" fmla="*/ 0 w 1219"/>
                  <a:gd name="T11" fmla="*/ 33 h 391"/>
                  <a:gd name="T12" fmla="*/ 28 w 1219"/>
                  <a:gd name="T13" fmla="*/ 71 h 391"/>
                  <a:gd name="T14" fmla="*/ 545 w 1219"/>
                  <a:gd name="T15" fmla="*/ 370 h 391"/>
                  <a:gd name="T16" fmla="*/ 677 w 1219"/>
                  <a:gd name="T17" fmla="*/ 370 h 391"/>
                  <a:gd name="T18" fmla="*/ 1191 w 1219"/>
                  <a:gd name="T19" fmla="*/ 71 h 391"/>
                  <a:gd name="T20" fmla="*/ 1219 w 1219"/>
                  <a:gd name="T21" fmla="*/ 33 h 391"/>
                  <a:gd name="T22" fmla="*/ 1219 w 1219"/>
                  <a:gd name="T23" fmla="*/ 1 h 391"/>
                  <a:gd name="T24" fmla="*/ 1192 w 1219"/>
                  <a:gd name="T25" fmla="*/ 39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9" h="391">
                    <a:moveTo>
                      <a:pt x="1192" y="39"/>
                    </a:moveTo>
                    <a:cubicBezTo>
                      <a:pt x="678" y="338"/>
                      <a:pt x="678" y="338"/>
                      <a:pt x="678" y="338"/>
                    </a:cubicBezTo>
                    <a:cubicBezTo>
                      <a:pt x="641" y="359"/>
                      <a:pt x="582" y="359"/>
                      <a:pt x="545" y="338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10" y="28"/>
                      <a:pt x="0" y="14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7"/>
                      <a:pt x="10" y="61"/>
                      <a:pt x="28" y="71"/>
                    </a:cubicBezTo>
                    <a:cubicBezTo>
                      <a:pt x="545" y="370"/>
                      <a:pt x="545" y="370"/>
                      <a:pt x="545" y="370"/>
                    </a:cubicBezTo>
                    <a:cubicBezTo>
                      <a:pt x="582" y="391"/>
                      <a:pt x="641" y="391"/>
                      <a:pt x="677" y="370"/>
                    </a:cubicBezTo>
                    <a:cubicBezTo>
                      <a:pt x="1191" y="71"/>
                      <a:pt x="1191" y="71"/>
                      <a:pt x="1191" y="71"/>
                    </a:cubicBezTo>
                    <a:cubicBezTo>
                      <a:pt x="1210" y="61"/>
                      <a:pt x="1219" y="47"/>
                      <a:pt x="1219" y="33"/>
                    </a:cubicBezTo>
                    <a:cubicBezTo>
                      <a:pt x="1219" y="1"/>
                      <a:pt x="1219" y="1"/>
                      <a:pt x="1219" y="1"/>
                    </a:cubicBezTo>
                    <a:cubicBezTo>
                      <a:pt x="1219" y="15"/>
                      <a:pt x="1210" y="28"/>
                      <a:pt x="1192" y="39"/>
                    </a:cubicBezTo>
                    <a:close/>
                  </a:path>
                </a:pathLst>
              </a:custGeom>
              <a:solidFill>
                <a:srgbClr val="D4D9F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0" name="Freeform 14">
                <a:extLst>
                  <a:ext uri="{FF2B5EF4-FFF2-40B4-BE49-F238E27FC236}">
                    <a16:creationId xmlns:a16="http://schemas.microsoft.com/office/drawing/2014/main" id="{75099696-3302-4D6C-82F4-2EA7297F8216}"/>
                  </a:ext>
                </a:extLst>
              </p:cNvPr>
              <p:cNvSpPr/>
              <p:nvPr/>
            </p:nvSpPr>
            <p:spPr bwMode="auto">
              <a:xfrm>
                <a:off x="4733852" y="3179149"/>
                <a:ext cx="2374900" cy="1377950"/>
              </a:xfrm>
              <a:custGeom>
                <a:avLst/>
                <a:gdLst>
                  <a:gd name="T0" fmla="*/ 1200 w 1237"/>
                  <a:gd name="T1" fmla="*/ 320 h 717"/>
                  <a:gd name="T2" fmla="*/ 1201 w 1237"/>
                  <a:gd name="T3" fmla="*/ 397 h 717"/>
                  <a:gd name="T4" fmla="*/ 687 w 1237"/>
                  <a:gd name="T5" fmla="*/ 696 h 717"/>
                  <a:gd name="T6" fmla="*/ 554 w 1237"/>
                  <a:gd name="T7" fmla="*/ 696 h 717"/>
                  <a:gd name="T8" fmla="*/ 37 w 1237"/>
                  <a:gd name="T9" fmla="*/ 397 h 717"/>
                  <a:gd name="T10" fmla="*/ 37 w 1237"/>
                  <a:gd name="T11" fmla="*/ 320 h 717"/>
                  <a:gd name="T12" fmla="*/ 551 w 1237"/>
                  <a:gd name="T13" fmla="*/ 22 h 717"/>
                  <a:gd name="T14" fmla="*/ 683 w 1237"/>
                  <a:gd name="T15" fmla="*/ 22 h 717"/>
                  <a:gd name="T16" fmla="*/ 1200 w 1237"/>
                  <a:gd name="T17" fmla="*/ 320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37" h="717">
                    <a:moveTo>
                      <a:pt x="1200" y="320"/>
                    </a:moveTo>
                    <a:cubicBezTo>
                      <a:pt x="1237" y="341"/>
                      <a:pt x="1237" y="376"/>
                      <a:pt x="1201" y="397"/>
                    </a:cubicBezTo>
                    <a:cubicBezTo>
                      <a:pt x="687" y="696"/>
                      <a:pt x="687" y="696"/>
                      <a:pt x="687" y="696"/>
                    </a:cubicBezTo>
                    <a:cubicBezTo>
                      <a:pt x="650" y="717"/>
                      <a:pt x="591" y="717"/>
                      <a:pt x="554" y="696"/>
                    </a:cubicBezTo>
                    <a:cubicBezTo>
                      <a:pt x="37" y="397"/>
                      <a:pt x="37" y="397"/>
                      <a:pt x="37" y="397"/>
                    </a:cubicBezTo>
                    <a:cubicBezTo>
                      <a:pt x="0" y="376"/>
                      <a:pt x="0" y="341"/>
                      <a:pt x="37" y="320"/>
                    </a:cubicBezTo>
                    <a:cubicBezTo>
                      <a:pt x="551" y="22"/>
                      <a:pt x="551" y="22"/>
                      <a:pt x="551" y="22"/>
                    </a:cubicBezTo>
                    <a:cubicBezTo>
                      <a:pt x="587" y="0"/>
                      <a:pt x="646" y="0"/>
                      <a:pt x="683" y="22"/>
                    </a:cubicBezTo>
                    <a:lnTo>
                      <a:pt x="1200" y="320"/>
                    </a:lnTo>
                    <a:close/>
                  </a:path>
                </a:pathLst>
              </a:custGeom>
              <a:gradFill>
                <a:gsLst>
                  <a:gs pos="0">
                    <a:srgbClr val="6578F0"/>
                  </a:gs>
                  <a:gs pos="100000">
                    <a:srgbClr val="3749CC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B8CC24B7-37C2-4242-8E8E-2A9226AEDA92}"/>
                </a:ext>
              </a:extLst>
            </p:cNvPr>
            <p:cNvGrpSpPr/>
            <p:nvPr/>
          </p:nvGrpSpPr>
          <p:grpSpPr>
            <a:xfrm>
              <a:off x="4527325" y="3568242"/>
              <a:ext cx="764016" cy="646484"/>
              <a:chOff x="6611089" y="2864487"/>
              <a:chExt cx="2193926" cy="1856422"/>
            </a:xfrm>
          </p:grpSpPr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A2D7D203-6823-4360-BD5D-BB3CF1F7B247}"/>
                  </a:ext>
                </a:extLst>
              </p:cNvPr>
              <p:cNvGrpSpPr/>
              <p:nvPr/>
            </p:nvGrpSpPr>
            <p:grpSpPr>
              <a:xfrm>
                <a:off x="6611089" y="333184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74" name="Freeform 11">
                  <a:extLst>
                    <a:ext uri="{FF2B5EF4-FFF2-40B4-BE49-F238E27FC236}">
                      <a16:creationId xmlns:a16="http://schemas.microsoft.com/office/drawing/2014/main" id="{914884F0-C5AD-4E74-88A1-16B847069B24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5" name="Freeform 12">
                  <a:extLst>
                    <a:ext uri="{FF2B5EF4-FFF2-40B4-BE49-F238E27FC236}">
                      <a16:creationId xmlns:a16="http://schemas.microsoft.com/office/drawing/2014/main" id="{C628E2FC-095E-4417-8C64-674BD2730C0F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6" name="Freeform 13">
                  <a:extLst>
                    <a:ext uri="{FF2B5EF4-FFF2-40B4-BE49-F238E27FC236}">
                      <a16:creationId xmlns:a16="http://schemas.microsoft.com/office/drawing/2014/main" id="{ECCE8FDA-6DC6-4F12-832E-5B4F7A515319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66" name="组合 265">
                <a:extLst>
                  <a:ext uri="{FF2B5EF4-FFF2-40B4-BE49-F238E27FC236}">
                    <a16:creationId xmlns:a16="http://schemas.microsoft.com/office/drawing/2014/main" id="{BB87C7DF-4860-469F-A2B8-2D60DF2E1D39}"/>
                  </a:ext>
                </a:extLst>
              </p:cNvPr>
              <p:cNvGrpSpPr/>
              <p:nvPr/>
            </p:nvGrpSpPr>
            <p:grpSpPr>
              <a:xfrm>
                <a:off x="6617439" y="309816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71" name="Freeform 11">
                  <a:extLst>
                    <a:ext uri="{FF2B5EF4-FFF2-40B4-BE49-F238E27FC236}">
                      <a16:creationId xmlns:a16="http://schemas.microsoft.com/office/drawing/2014/main" id="{66512875-95FC-4239-A3EC-0EB7DA5A953A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2" name="Freeform 12">
                  <a:extLst>
                    <a:ext uri="{FF2B5EF4-FFF2-40B4-BE49-F238E27FC236}">
                      <a16:creationId xmlns:a16="http://schemas.microsoft.com/office/drawing/2014/main" id="{FBBDDC04-93F9-4FB9-B5CA-8EE967231480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3" name="Freeform 13">
                  <a:extLst>
                    <a:ext uri="{FF2B5EF4-FFF2-40B4-BE49-F238E27FC236}">
                      <a16:creationId xmlns:a16="http://schemas.microsoft.com/office/drawing/2014/main" id="{CB98CDCF-3482-4EB1-BCEF-345A352C7C05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267" name="组合 266">
                <a:extLst>
                  <a:ext uri="{FF2B5EF4-FFF2-40B4-BE49-F238E27FC236}">
                    <a16:creationId xmlns:a16="http://schemas.microsoft.com/office/drawing/2014/main" id="{8A18A5FD-0C15-4FA2-A690-8E0656260645}"/>
                  </a:ext>
                </a:extLst>
              </p:cNvPr>
              <p:cNvGrpSpPr/>
              <p:nvPr/>
            </p:nvGrpSpPr>
            <p:grpSpPr>
              <a:xfrm>
                <a:off x="6623789" y="2864487"/>
                <a:ext cx="2181226" cy="1389062"/>
                <a:chOff x="6923403" y="1807847"/>
                <a:chExt cx="2181226" cy="1389062"/>
              </a:xfrm>
            </p:grpSpPr>
            <p:sp>
              <p:nvSpPr>
                <p:cNvPr id="268" name="Freeform 11">
                  <a:extLst>
                    <a:ext uri="{FF2B5EF4-FFF2-40B4-BE49-F238E27FC236}">
                      <a16:creationId xmlns:a16="http://schemas.microsoft.com/office/drawing/2014/main" id="{9D64810E-55E8-4455-A9C4-5BB9CE752D8D}"/>
                    </a:ext>
                  </a:extLst>
                </p:cNvPr>
                <p:cNvSpPr/>
                <p:nvPr/>
              </p:nvSpPr>
              <p:spPr bwMode="auto">
                <a:xfrm>
                  <a:off x="8020366" y="2439672"/>
                  <a:ext cx="1084263" cy="757237"/>
                </a:xfrm>
                <a:custGeom>
                  <a:avLst/>
                  <a:gdLst>
                    <a:gd name="T0" fmla="*/ 683 w 683"/>
                    <a:gd name="T1" fmla="*/ 0 h 477"/>
                    <a:gd name="T2" fmla="*/ 683 w 683"/>
                    <a:gd name="T3" fmla="*/ 79 h 477"/>
                    <a:gd name="T4" fmla="*/ 0 w 683"/>
                    <a:gd name="T5" fmla="*/ 477 h 477"/>
                    <a:gd name="T6" fmla="*/ 0 w 683"/>
                    <a:gd name="T7" fmla="*/ 398 h 477"/>
                    <a:gd name="T8" fmla="*/ 683 w 683"/>
                    <a:gd name="T9" fmla="*/ 0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3" h="477">
                      <a:moveTo>
                        <a:pt x="683" y="0"/>
                      </a:moveTo>
                      <a:lnTo>
                        <a:pt x="683" y="79"/>
                      </a:lnTo>
                      <a:lnTo>
                        <a:pt x="0" y="477"/>
                      </a:lnTo>
                      <a:lnTo>
                        <a:pt x="0" y="398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108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69" name="Freeform 12">
                  <a:extLst>
                    <a:ext uri="{FF2B5EF4-FFF2-40B4-BE49-F238E27FC236}">
                      <a16:creationId xmlns:a16="http://schemas.microsoft.com/office/drawing/2014/main" id="{BE002CA1-2638-4DA1-9971-4B2FF68899C7}"/>
                    </a:ext>
                  </a:extLst>
                </p:cNvPr>
                <p:cNvSpPr/>
                <p:nvPr/>
              </p:nvSpPr>
              <p:spPr bwMode="auto">
                <a:xfrm>
                  <a:off x="6923403" y="2439672"/>
                  <a:ext cx="1096963" cy="757237"/>
                </a:xfrm>
                <a:custGeom>
                  <a:avLst/>
                  <a:gdLst>
                    <a:gd name="T0" fmla="*/ 691 w 691"/>
                    <a:gd name="T1" fmla="*/ 398 h 477"/>
                    <a:gd name="T2" fmla="*/ 691 w 691"/>
                    <a:gd name="T3" fmla="*/ 477 h 477"/>
                    <a:gd name="T4" fmla="*/ 0 w 691"/>
                    <a:gd name="T5" fmla="*/ 79 h 477"/>
                    <a:gd name="T6" fmla="*/ 2 w 691"/>
                    <a:gd name="T7" fmla="*/ 0 h 477"/>
                    <a:gd name="T8" fmla="*/ 691 w 691"/>
                    <a:gd name="T9" fmla="*/ 398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1" h="477">
                      <a:moveTo>
                        <a:pt x="691" y="398"/>
                      </a:moveTo>
                      <a:lnTo>
                        <a:pt x="691" y="477"/>
                      </a:lnTo>
                      <a:lnTo>
                        <a:pt x="0" y="79"/>
                      </a:lnTo>
                      <a:lnTo>
                        <a:pt x="2" y="0"/>
                      </a:lnTo>
                      <a:lnTo>
                        <a:pt x="691" y="3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CDD2F8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0" name="Freeform 13">
                  <a:extLst>
                    <a:ext uri="{FF2B5EF4-FFF2-40B4-BE49-F238E27FC236}">
                      <a16:creationId xmlns:a16="http://schemas.microsoft.com/office/drawing/2014/main" id="{9A5D5310-A933-4D1C-BC0F-4FD39A8AF967}"/>
                    </a:ext>
                  </a:extLst>
                </p:cNvPr>
                <p:cNvSpPr/>
                <p:nvPr/>
              </p:nvSpPr>
              <p:spPr bwMode="auto">
                <a:xfrm>
                  <a:off x="6926578" y="1807847"/>
                  <a:ext cx="2178050" cy="1263650"/>
                </a:xfrm>
                <a:custGeom>
                  <a:avLst/>
                  <a:gdLst>
                    <a:gd name="T0" fmla="*/ 1372 w 1372"/>
                    <a:gd name="T1" fmla="*/ 398 h 796"/>
                    <a:gd name="T2" fmla="*/ 689 w 1372"/>
                    <a:gd name="T3" fmla="*/ 796 h 796"/>
                    <a:gd name="T4" fmla="*/ 0 w 1372"/>
                    <a:gd name="T5" fmla="*/ 398 h 796"/>
                    <a:gd name="T6" fmla="*/ 684 w 1372"/>
                    <a:gd name="T7" fmla="*/ 0 h 796"/>
                    <a:gd name="T8" fmla="*/ 1372 w 1372"/>
                    <a:gd name="T9" fmla="*/ 398 h 7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72" h="796">
                      <a:moveTo>
                        <a:pt x="1372" y="398"/>
                      </a:moveTo>
                      <a:lnTo>
                        <a:pt x="689" y="796"/>
                      </a:lnTo>
                      <a:lnTo>
                        <a:pt x="0" y="398"/>
                      </a:lnTo>
                      <a:lnTo>
                        <a:pt x="684" y="0"/>
                      </a:lnTo>
                      <a:lnTo>
                        <a:pt x="1372" y="39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AFBFF"/>
                    </a:gs>
                    <a:gs pos="100000">
                      <a:srgbClr val="CDD2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203" name="图形 81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  <a:extLst>
                <a:ext uri="{FF2B5EF4-FFF2-40B4-BE49-F238E27FC236}">
                  <a16:creationId xmlns:a16="http://schemas.microsoft.com/office/drawing/2014/main" id="{AED14F97-E52B-40D3-AE81-C57A0EC6E8F8}"/>
                </a:ext>
              </a:extLst>
            </p:cNvPr>
            <p:cNvSpPr/>
            <p:nvPr/>
          </p:nvSpPr>
          <p:spPr>
            <a:xfrm>
              <a:off x="4637676" y="3464363"/>
              <a:ext cx="584996" cy="389999"/>
            </a:xfrm>
            <a:custGeom>
              <a:avLst/>
              <a:gdLst>
                <a:gd name="connsiteX0" fmla="*/ 184309 w 228600"/>
                <a:gd name="connsiteY0" fmla="*/ 57531 h 152400"/>
                <a:gd name="connsiteX1" fmla="*/ 114300 w 228600"/>
                <a:gd name="connsiteY1" fmla="*/ 0 h 152400"/>
                <a:gd name="connsiteX2" fmla="*/ 50959 w 228600"/>
                <a:gd name="connsiteY2" fmla="*/ 38481 h 152400"/>
                <a:gd name="connsiteX3" fmla="*/ 0 w 228600"/>
                <a:gd name="connsiteY3" fmla="*/ 95250 h 152400"/>
                <a:gd name="connsiteX4" fmla="*/ 57150 w 228600"/>
                <a:gd name="connsiteY4" fmla="*/ 152400 h 152400"/>
                <a:gd name="connsiteX5" fmla="*/ 180975 w 228600"/>
                <a:gd name="connsiteY5" fmla="*/ 152400 h 152400"/>
                <a:gd name="connsiteX6" fmla="*/ 228600 w 228600"/>
                <a:gd name="connsiteY6" fmla="*/ 104775 h 152400"/>
                <a:gd name="connsiteX7" fmla="*/ 184309 w 228600"/>
                <a:gd name="connsiteY7" fmla="*/ 57531 h 152400"/>
                <a:gd name="connsiteX8" fmla="*/ 133350 w 228600"/>
                <a:gd name="connsiteY8" fmla="*/ 85725 h 152400"/>
                <a:gd name="connsiteX9" fmla="*/ 133350 w 228600"/>
                <a:gd name="connsiteY9" fmla="*/ 123825 h 152400"/>
                <a:gd name="connsiteX10" fmla="*/ 95250 w 228600"/>
                <a:gd name="connsiteY10" fmla="*/ 123825 h 152400"/>
                <a:gd name="connsiteX11" fmla="*/ 95250 w 228600"/>
                <a:gd name="connsiteY11" fmla="*/ 85725 h 152400"/>
                <a:gd name="connsiteX12" fmla="*/ 66675 w 228600"/>
                <a:gd name="connsiteY12" fmla="*/ 85725 h 152400"/>
                <a:gd name="connsiteX13" fmla="*/ 114300 w 228600"/>
                <a:gd name="connsiteY13" fmla="*/ 38100 h 152400"/>
                <a:gd name="connsiteX14" fmla="*/ 161925 w 228600"/>
                <a:gd name="connsiteY14" fmla="*/ 85725 h 152400"/>
                <a:gd name="connsiteX15" fmla="*/ 133350 w 228600"/>
                <a:gd name="connsiteY15" fmla="*/ 85725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8600" h="152400">
                  <a:moveTo>
                    <a:pt x="184309" y="57531"/>
                  </a:moveTo>
                  <a:cubicBezTo>
                    <a:pt x="177832" y="24670"/>
                    <a:pt x="148971" y="0"/>
                    <a:pt x="114300" y="0"/>
                  </a:cubicBezTo>
                  <a:cubicBezTo>
                    <a:pt x="86773" y="0"/>
                    <a:pt x="62865" y="15621"/>
                    <a:pt x="50959" y="38481"/>
                  </a:cubicBezTo>
                  <a:cubicBezTo>
                    <a:pt x="22289" y="41529"/>
                    <a:pt x="0" y="65818"/>
                    <a:pt x="0" y="95250"/>
                  </a:cubicBezTo>
                  <a:cubicBezTo>
                    <a:pt x="0" y="126778"/>
                    <a:pt x="25622" y="152400"/>
                    <a:pt x="57150" y="152400"/>
                  </a:cubicBezTo>
                  <a:lnTo>
                    <a:pt x="180975" y="152400"/>
                  </a:lnTo>
                  <a:cubicBezTo>
                    <a:pt x="207264" y="152400"/>
                    <a:pt x="228600" y="131064"/>
                    <a:pt x="228600" y="104775"/>
                  </a:cubicBezTo>
                  <a:cubicBezTo>
                    <a:pt x="228600" y="79629"/>
                    <a:pt x="209074" y="59245"/>
                    <a:pt x="184309" y="57531"/>
                  </a:cubicBezTo>
                  <a:close/>
                  <a:moveTo>
                    <a:pt x="133350" y="85725"/>
                  </a:moveTo>
                  <a:lnTo>
                    <a:pt x="133350" y="123825"/>
                  </a:lnTo>
                  <a:lnTo>
                    <a:pt x="95250" y="123825"/>
                  </a:lnTo>
                  <a:lnTo>
                    <a:pt x="95250" y="85725"/>
                  </a:lnTo>
                  <a:lnTo>
                    <a:pt x="66675" y="85725"/>
                  </a:lnTo>
                  <a:lnTo>
                    <a:pt x="114300" y="38100"/>
                  </a:lnTo>
                  <a:lnTo>
                    <a:pt x="161925" y="85725"/>
                  </a:lnTo>
                  <a:lnTo>
                    <a:pt x="133350" y="85725"/>
                  </a:lnTo>
                  <a:close/>
                </a:path>
              </a:pathLst>
            </a:custGeom>
            <a:gradFill>
              <a:gsLst>
                <a:gs pos="0">
                  <a:srgbClr val="3749CC"/>
                </a:gs>
                <a:gs pos="100000">
                  <a:srgbClr val="8E9CEF"/>
                </a:gs>
              </a:gsLst>
              <a:lin ang="10800000" scaled="1"/>
            </a:gradFill>
            <a:ln w="9525" cap="flat">
              <a:noFill/>
              <a:prstDash val="solid"/>
              <a:miter/>
            </a:ln>
            <a:scene3d>
              <a:camera prst="isometricLeftDown"/>
              <a:lightRig rig="threePt" dir="t"/>
            </a:scene3d>
            <a:sp3d extrusionH="38100" prstMaterial="flat">
              <a:extrusionClr>
                <a:srgbClr val="FAFBFF"/>
              </a:extrusionClr>
            </a:sp3d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" name="文本框 159">
              <a:extLst>
                <a:ext uri="{FF2B5EF4-FFF2-40B4-BE49-F238E27FC236}">
                  <a16:creationId xmlns:a16="http://schemas.microsoft.com/office/drawing/2014/main" id="{A8756EF5-1A8E-A2AE-08E6-EC7A3A6AE0DB}"/>
                </a:ext>
              </a:extLst>
            </p:cNvPr>
            <p:cNvSpPr txBox="1"/>
            <p:nvPr/>
          </p:nvSpPr>
          <p:spPr>
            <a:xfrm>
              <a:off x="4248644" y="4054221"/>
              <a:ext cx="769143" cy="261610"/>
            </a:xfrm>
            <a:prstGeom prst="rect">
              <a:avLst/>
            </a:prstGeom>
            <a:noFill/>
            <a:scene3d>
              <a:camera prst="isometricBottomDown"/>
              <a:lightRig rig="threePt" dir="t"/>
            </a:scene3d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sz="1100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Alembic</a:t>
              </a:r>
            </a:p>
          </p:txBody>
        </p:sp>
      </p:grpSp>
      <p:sp>
        <p:nvSpPr>
          <p:cNvPr id="20" name="文本框 159">
            <a:extLst>
              <a:ext uri="{FF2B5EF4-FFF2-40B4-BE49-F238E27FC236}">
                <a16:creationId xmlns:a16="http://schemas.microsoft.com/office/drawing/2014/main" id="{326E1F91-3B59-F1AA-F192-F1D96F69D3B2}"/>
              </a:ext>
            </a:extLst>
          </p:cNvPr>
          <p:cNvSpPr txBox="1"/>
          <p:nvPr/>
        </p:nvSpPr>
        <p:spPr>
          <a:xfrm>
            <a:off x="3868094" y="4362125"/>
            <a:ext cx="769143" cy="261610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noProof="1">
                <a:latin typeface="Times New Roman" panose="02020603050405020304" pitchFamily="18" charset="0"/>
                <a:ea typeface="黑体" panose="02010609060101010101" pitchFamily="49" charset="-122"/>
              </a:rPr>
              <a:t>服务器A</a:t>
            </a:r>
          </a:p>
        </p:txBody>
      </p:sp>
      <p:sp>
        <p:nvSpPr>
          <p:cNvPr id="21" name="文本框 159">
            <a:extLst>
              <a:ext uri="{FF2B5EF4-FFF2-40B4-BE49-F238E27FC236}">
                <a16:creationId xmlns:a16="http://schemas.microsoft.com/office/drawing/2014/main" id="{9A2E5A3A-DE86-E59C-6381-D8D90A7D6389}"/>
              </a:ext>
            </a:extLst>
          </p:cNvPr>
          <p:cNvSpPr txBox="1"/>
          <p:nvPr/>
        </p:nvSpPr>
        <p:spPr>
          <a:xfrm>
            <a:off x="3147319" y="5420643"/>
            <a:ext cx="769143" cy="261610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noProof="1">
                <a:latin typeface="Times New Roman" panose="02020603050405020304" pitchFamily="18" charset="0"/>
                <a:ea typeface="黑体" panose="02010609060101010101" pitchFamily="49" charset="-122"/>
              </a:rPr>
              <a:t>服务器B</a:t>
            </a:r>
          </a:p>
        </p:txBody>
      </p:sp>
      <p:sp>
        <p:nvSpPr>
          <p:cNvPr id="22" name="文本框 195">
            <a:extLst>
              <a:ext uri="{FF2B5EF4-FFF2-40B4-BE49-F238E27FC236}">
                <a16:creationId xmlns:a16="http://schemas.microsoft.com/office/drawing/2014/main" id="{1B4C05D7-0A36-8FED-78AF-4ECFB0FE351B}"/>
              </a:ext>
            </a:extLst>
          </p:cNvPr>
          <p:cNvSpPr txBox="1"/>
          <p:nvPr/>
        </p:nvSpPr>
        <p:spPr>
          <a:xfrm rot="1670026">
            <a:off x="2573925" y="2495624"/>
            <a:ext cx="748923" cy="261610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b="1" noProof="1">
                <a:solidFill>
                  <a:srgbClr val="6575D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分块切片</a:t>
            </a:r>
          </a:p>
        </p:txBody>
      </p:sp>
      <p:sp>
        <p:nvSpPr>
          <p:cNvPr id="135" name="箭头: 右 134">
            <a:extLst>
              <a:ext uri="{FF2B5EF4-FFF2-40B4-BE49-F238E27FC236}">
                <a16:creationId xmlns:a16="http://schemas.microsoft.com/office/drawing/2014/main" id="{5AAD2843-334B-45F3-8DFA-3D318654127F}"/>
              </a:ext>
            </a:extLst>
          </p:cNvPr>
          <p:cNvSpPr/>
          <p:nvPr/>
        </p:nvSpPr>
        <p:spPr>
          <a:xfrm rot="19613353">
            <a:off x="3782797" y="2267833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isometricBottom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6" name="箭头: 右 135">
            <a:extLst>
              <a:ext uri="{FF2B5EF4-FFF2-40B4-BE49-F238E27FC236}">
                <a16:creationId xmlns:a16="http://schemas.microsoft.com/office/drawing/2014/main" id="{F1A939DE-6CE8-4F44-9FE0-1111F6A42C6B}"/>
              </a:ext>
            </a:extLst>
          </p:cNvPr>
          <p:cNvSpPr/>
          <p:nvPr/>
        </p:nvSpPr>
        <p:spPr>
          <a:xfrm rot="19613353">
            <a:off x="4798149" y="2267833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isometricBottom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76C5AE1-10F6-4B62-BB47-B49BFF78C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216" y="1843943"/>
            <a:ext cx="139164" cy="125673"/>
          </a:xfrm>
          <a:prstGeom prst="rect">
            <a:avLst/>
          </a:prstGeom>
        </p:spPr>
      </p:pic>
      <p:sp>
        <p:nvSpPr>
          <p:cNvPr id="201" name="图形 6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AC67DE47-0ED0-4238-9DD6-EA535FDC46D6}"/>
              </a:ext>
            </a:extLst>
          </p:cNvPr>
          <p:cNvSpPr/>
          <p:nvPr/>
        </p:nvSpPr>
        <p:spPr>
          <a:xfrm>
            <a:off x="2380421" y="1785315"/>
            <a:ext cx="188754" cy="209727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123825 w 171450"/>
              <a:gd name="connsiteY17" fmla="*/ 133350 h 190500"/>
              <a:gd name="connsiteX18" fmla="*/ 85725 w 171450"/>
              <a:gd name="connsiteY18" fmla="*/ 133350 h 190500"/>
              <a:gd name="connsiteX19" fmla="*/ 85725 w 171450"/>
              <a:gd name="connsiteY19" fmla="*/ 161925 h 190500"/>
              <a:gd name="connsiteX20" fmla="*/ 38100 w 171450"/>
              <a:gd name="connsiteY20" fmla="*/ 114300 h 190500"/>
              <a:gd name="connsiteX21" fmla="*/ 85725 w 171450"/>
              <a:gd name="connsiteY21" fmla="*/ 66675 h 190500"/>
              <a:gd name="connsiteX22" fmla="*/ 85725 w 171450"/>
              <a:gd name="connsiteY22" fmla="*/ 95250 h 190500"/>
              <a:gd name="connsiteX23" fmla="*/ 123825 w 171450"/>
              <a:gd name="connsiteY23" fmla="*/ 95250 h 190500"/>
              <a:gd name="connsiteX24" fmla="*/ 123825 w 171450"/>
              <a:gd name="connsiteY24" fmla="*/ 13335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123825" y="133350"/>
                </a:moveTo>
                <a:lnTo>
                  <a:pt x="85725" y="133350"/>
                </a:lnTo>
                <a:lnTo>
                  <a:pt x="85725" y="161925"/>
                </a:lnTo>
                <a:lnTo>
                  <a:pt x="38100" y="114300"/>
                </a:lnTo>
                <a:lnTo>
                  <a:pt x="85725" y="66675"/>
                </a:lnTo>
                <a:lnTo>
                  <a:pt x="85725" y="95250"/>
                </a:lnTo>
                <a:lnTo>
                  <a:pt x="123825" y="95250"/>
                </a:lnTo>
                <a:lnTo>
                  <a:pt x="123825" y="13335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3749CC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4" name="文本框 203">
            <a:extLst>
              <a:ext uri="{FF2B5EF4-FFF2-40B4-BE49-F238E27FC236}">
                <a16:creationId xmlns:a16="http://schemas.microsoft.com/office/drawing/2014/main" id="{3C15AF0E-6C76-45BD-AAE6-2B29B687D98F}"/>
              </a:ext>
            </a:extLst>
          </p:cNvPr>
          <p:cNvSpPr txBox="1"/>
          <p:nvPr/>
        </p:nvSpPr>
        <p:spPr>
          <a:xfrm>
            <a:off x="1544263" y="259965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原始数据</a:t>
            </a:r>
          </a:p>
        </p:txBody>
      </p:sp>
      <p:sp>
        <p:nvSpPr>
          <p:cNvPr id="328" name="文本框 159">
            <a:extLst>
              <a:ext uri="{FF2B5EF4-FFF2-40B4-BE49-F238E27FC236}">
                <a16:creationId xmlns:a16="http://schemas.microsoft.com/office/drawing/2014/main" id="{29FC370F-E177-46DD-B84A-816439C53B2B}"/>
              </a:ext>
            </a:extLst>
          </p:cNvPr>
          <p:cNvSpPr txBox="1"/>
          <p:nvPr/>
        </p:nvSpPr>
        <p:spPr>
          <a:xfrm>
            <a:off x="1346883" y="4299247"/>
            <a:ext cx="689833" cy="261610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MySQL</a:t>
            </a:r>
          </a:p>
        </p:txBody>
      </p:sp>
      <p:sp>
        <p:nvSpPr>
          <p:cNvPr id="186" name="箭头: 下 185">
            <a:extLst>
              <a:ext uri="{FF2B5EF4-FFF2-40B4-BE49-F238E27FC236}">
                <a16:creationId xmlns:a16="http://schemas.microsoft.com/office/drawing/2014/main" id="{C854F005-C7D6-4EC4-A71E-2FA9A7C0A3AE}"/>
              </a:ext>
            </a:extLst>
          </p:cNvPr>
          <p:cNvSpPr/>
          <p:nvPr/>
        </p:nvSpPr>
        <p:spPr>
          <a:xfrm>
            <a:off x="2831102" y="2892122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7" name="箭头: 下 186">
            <a:extLst>
              <a:ext uri="{FF2B5EF4-FFF2-40B4-BE49-F238E27FC236}">
                <a16:creationId xmlns:a16="http://schemas.microsoft.com/office/drawing/2014/main" id="{E8A000FB-5859-4A95-9D77-F7D26BAC43A5}"/>
              </a:ext>
            </a:extLst>
          </p:cNvPr>
          <p:cNvSpPr/>
          <p:nvPr/>
        </p:nvSpPr>
        <p:spPr>
          <a:xfrm>
            <a:off x="4818483" y="2892122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1" name="文本框 205">
            <a:extLst>
              <a:ext uri="{FF2B5EF4-FFF2-40B4-BE49-F238E27FC236}">
                <a16:creationId xmlns:a16="http://schemas.microsoft.com/office/drawing/2014/main" id="{147A5FA4-EB00-4B7A-B5C1-59CA6ECD6BBF}"/>
              </a:ext>
            </a:extLst>
          </p:cNvPr>
          <p:cNvSpPr txBox="1"/>
          <p:nvPr/>
        </p:nvSpPr>
        <p:spPr>
          <a:xfrm>
            <a:off x="4079350" y="301325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数据迁移</a:t>
            </a:r>
          </a:p>
        </p:txBody>
      </p:sp>
      <p:sp>
        <p:nvSpPr>
          <p:cNvPr id="242" name="文本框 203">
            <a:extLst>
              <a:ext uri="{FF2B5EF4-FFF2-40B4-BE49-F238E27FC236}">
                <a16:creationId xmlns:a16="http://schemas.microsoft.com/office/drawing/2014/main" id="{975E96BD-5531-4F7B-AA64-E870C5C24E94}"/>
              </a:ext>
            </a:extLst>
          </p:cNvPr>
          <p:cNvSpPr txBox="1"/>
          <p:nvPr/>
        </p:nvSpPr>
        <p:spPr>
          <a:xfrm rot="18062203">
            <a:off x="952097" y="458460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本地知识库</a:t>
            </a:r>
          </a:p>
        </p:txBody>
      </p:sp>
      <p:sp>
        <p:nvSpPr>
          <p:cNvPr id="243" name="文本框 203">
            <a:extLst>
              <a:ext uri="{FF2B5EF4-FFF2-40B4-BE49-F238E27FC236}">
                <a16:creationId xmlns:a16="http://schemas.microsoft.com/office/drawing/2014/main" id="{B8F6D618-F160-495C-A148-98507B28A82A}"/>
              </a:ext>
            </a:extLst>
          </p:cNvPr>
          <p:cNvSpPr txBox="1"/>
          <p:nvPr/>
        </p:nvSpPr>
        <p:spPr>
          <a:xfrm rot="18062203">
            <a:off x="4726062" y="50305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solidFill>
                  <a:srgbClr val="3749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云端知识库</a:t>
            </a:r>
          </a:p>
        </p:txBody>
      </p:sp>
      <p:sp>
        <p:nvSpPr>
          <p:cNvPr id="244" name="箭头: 右 243">
            <a:extLst>
              <a:ext uri="{FF2B5EF4-FFF2-40B4-BE49-F238E27FC236}">
                <a16:creationId xmlns:a16="http://schemas.microsoft.com/office/drawing/2014/main" id="{B1871F35-3683-4A30-BCD1-E866860F8004}"/>
              </a:ext>
            </a:extLst>
          </p:cNvPr>
          <p:cNvSpPr/>
          <p:nvPr/>
        </p:nvSpPr>
        <p:spPr>
          <a:xfrm rot="7177570">
            <a:off x="1937650" y="5486333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orthographicFront">
              <a:rot lat="2063569" lon="1084038" rev="2087108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107BD1FB-9DCE-4F11-900B-EB51C53F3711}"/>
              </a:ext>
            </a:extLst>
          </p:cNvPr>
          <p:cNvGrpSpPr/>
          <p:nvPr/>
        </p:nvGrpSpPr>
        <p:grpSpPr>
          <a:xfrm>
            <a:off x="1158232" y="5307294"/>
            <a:ext cx="596843" cy="328577"/>
            <a:chOff x="6497444" y="1769327"/>
            <a:chExt cx="2973658" cy="1799062"/>
          </a:xfrm>
        </p:grpSpPr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ADE19020-BB6F-4736-9087-D902F5F60B76}"/>
                </a:ext>
              </a:extLst>
            </p:cNvPr>
            <p:cNvSpPr/>
            <p:nvPr/>
          </p:nvSpPr>
          <p:spPr>
            <a:xfrm>
              <a:off x="6497444" y="1769327"/>
              <a:ext cx="2973658" cy="179906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FE352829-51C7-4F77-8A20-63D59C23C316}"/>
                </a:ext>
              </a:extLst>
            </p:cNvPr>
            <p:cNvCxnSpPr/>
            <p:nvPr/>
          </p:nvCxnSpPr>
          <p:spPr>
            <a:xfrm>
              <a:off x="6497444" y="2215376"/>
              <a:ext cx="29736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1B4F1F7F-1745-49AC-9F73-D8C6706F131B}"/>
                </a:ext>
              </a:extLst>
            </p:cNvPr>
            <p:cNvCxnSpPr/>
            <p:nvPr/>
          </p:nvCxnSpPr>
          <p:spPr>
            <a:xfrm>
              <a:off x="6497444" y="2553629"/>
              <a:ext cx="29736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58B68173-7577-4C13-BC69-15721E6D6E46}"/>
                </a:ext>
              </a:extLst>
            </p:cNvPr>
            <p:cNvCxnSpPr/>
            <p:nvPr/>
          </p:nvCxnSpPr>
          <p:spPr>
            <a:xfrm>
              <a:off x="6497444" y="2891883"/>
              <a:ext cx="29736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6CA9688F-10C7-4594-BDB2-7A16A60BAF2E}"/>
                </a:ext>
              </a:extLst>
            </p:cNvPr>
            <p:cNvCxnSpPr/>
            <p:nvPr/>
          </p:nvCxnSpPr>
          <p:spPr>
            <a:xfrm>
              <a:off x="6497444" y="3233853"/>
              <a:ext cx="29736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9E1F31C3-0F46-441E-81BA-932DB0B8F2DE}"/>
                </a:ext>
              </a:extLst>
            </p:cNvPr>
            <p:cNvCxnSpPr/>
            <p:nvPr/>
          </p:nvCxnSpPr>
          <p:spPr>
            <a:xfrm>
              <a:off x="7081024" y="1769327"/>
              <a:ext cx="0" cy="17990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8464C732-BCAB-4365-B90E-1D8AFB4E5DC6}"/>
                </a:ext>
              </a:extLst>
            </p:cNvPr>
            <p:cNvCxnSpPr/>
            <p:nvPr/>
          </p:nvCxnSpPr>
          <p:spPr>
            <a:xfrm>
              <a:off x="7642302" y="1769327"/>
              <a:ext cx="0" cy="17990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A7A51DD7-8CE6-49F1-AA53-E9B6685C890A}"/>
                </a:ext>
              </a:extLst>
            </p:cNvPr>
            <p:cNvCxnSpPr/>
            <p:nvPr/>
          </p:nvCxnSpPr>
          <p:spPr>
            <a:xfrm>
              <a:off x="8222161" y="1769327"/>
              <a:ext cx="0" cy="17990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DEC2342B-096D-469F-B31D-AE415CF40FE0}"/>
                </a:ext>
              </a:extLst>
            </p:cNvPr>
            <p:cNvCxnSpPr/>
            <p:nvPr/>
          </p:nvCxnSpPr>
          <p:spPr>
            <a:xfrm>
              <a:off x="8839200" y="1769327"/>
              <a:ext cx="0" cy="17990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2" name="箭头: 右 321">
            <a:extLst>
              <a:ext uri="{FF2B5EF4-FFF2-40B4-BE49-F238E27FC236}">
                <a16:creationId xmlns:a16="http://schemas.microsoft.com/office/drawing/2014/main" id="{4934C16B-4662-4D9B-934C-E0633D89AF44}"/>
              </a:ext>
            </a:extLst>
          </p:cNvPr>
          <p:cNvSpPr/>
          <p:nvPr/>
        </p:nvSpPr>
        <p:spPr>
          <a:xfrm rot="7177570">
            <a:off x="4771300" y="4472686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orthographicFront">
              <a:rot lat="2063569" lon="1084038" rev="2087108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3" name="箭头: 右 322">
            <a:extLst>
              <a:ext uri="{FF2B5EF4-FFF2-40B4-BE49-F238E27FC236}">
                <a16:creationId xmlns:a16="http://schemas.microsoft.com/office/drawing/2014/main" id="{D3662832-AFF1-4916-8035-920063D90FE5}"/>
              </a:ext>
            </a:extLst>
          </p:cNvPr>
          <p:cNvSpPr/>
          <p:nvPr/>
        </p:nvSpPr>
        <p:spPr>
          <a:xfrm rot="7177570">
            <a:off x="4072270" y="5529312"/>
            <a:ext cx="349134" cy="274320"/>
          </a:xfrm>
          <a:prstGeom prst="rightArrow">
            <a:avLst/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0800000" scaled="1"/>
            <a:tileRect/>
          </a:gradFill>
          <a:ln>
            <a:noFill/>
          </a:ln>
          <a:scene3d>
            <a:camera prst="orthographicFront">
              <a:rot lat="2063569" lon="1084038" rev="2087108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4" name="文本框 195">
            <a:extLst>
              <a:ext uri="{FF2B5EF4-FFF2-40B4-BE49-F238E27FC236}">
                <a16:creationId xmlns:a16="http://schemas.microsoft.com/office/drawing/2014/main" id="{DFCE5E58-C8DD-421A-936F-853E35791775}"/>
              </a:ext>
            </a:extLst>
          </p:cNvPr>
          <p:cNvSpPr txBox="1"/>
          <p:nvPr/>
        </p:nvSpPr>
        <p:spPr>
          <a:xfrm rot="1670026">
            <a:off x="3711964" y="2496234"/>
            <a:ext cx="466794" cy="261610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b="1" noProof="1">
                <a:solidFill>
                  <a:srgbClr val="6575D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检索</a:t>
            </a:r>
          </a:p>
        </p:txBody>
      </p:sp>
      <p:sp>
        <p:nvSpPr>
          <p:cNvPr id="325" name="文本框 195">
            <a:extLst>
              <a:ext uri="{FF2B5EF4-FFF2-40B4-BE49-F238E27FC236}">
                <a16:creationId xmlns:a16="http://schemas.microsoft.com/office/drawing/2014/main" id="{59932103-83F0-400F-AE3F-6EEFEDA56A0E}"/>
              </a:ext>
            </a:extLst>
          </p:cNvPr>
          <p:cNvSpPr txBox="1"/>
          <p:nvPr/>
        </p:nvSpPr>
        <p:spPr>
          <a:xfrm rot="1670026">
            <a:off x="4657743" y="2495623"/>
            <a:ext cx="607859" cy="261610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100" b="1" noProof="1">
                <a:solidFill>
                  <a:srgbClr val="6575D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向量化</a:t>
            </a:r>
          </a:p>
        </p:txBody>
      </p:sp>
      <p:grpSp>
        <p:nvGrpSpPr>
          <p:cNvPr id="327" name="组合 326">
            <a:extLst>
              <a:ext uri="{FF2B5EF4-FFF2-40B4-BE49-F238E27FC236}">
                <a16:creationId xmlns:a16="http://schemas.microsoft.com/office/drawing/2014/main" id="{7E4DDDF6-BC35-418E-BBC2-619431BADC35}"/>
              </a:ext>
            </a:extLst>
          </p:cNvPr>
          <p:cNvGrpSpPr/>
          <p:nvPr/>
        </p:nvGrpSpPr>
        <p:grpSpPr>
          <a:xfrm>
            <a:off x="6547719" y="1630606"/>
            <a:ext cx="5621541" cy="1767348"/>
            <a:chOff x="9041751" y="3993939"/>
            <a:chExt cx="5339433" cy="1767348"/>
          </a:xfrm>
        </p:grpSpPr>
        <p:grpSp>
          <p:nvGrpSpPr>
            <p:cNvPr id="329" name="组合 328">
              <a:extLst>
                <a:ext uri="{FF2B5EF4-FFF2-40B4-BE49-F238E27FC236}">
                  <a16:creationId xmlns:a16="http://schemas.microsoft.com/office/drawing/2014/main" id="{B9A9E92A-B6E5-4748-B4B1-A5E58085A032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9F38DE6B-66B0-416F-A38B-AB09C2EF9349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333" name="图片 332">
                <a:extLst>
                  <a:ext uri="{FF2B5EF4-FFF2-40B4-BE49-F238E27FC236}">
                    <a16:creationId xmlns:a16="http://schemas.microsoft.com/office/drawing/2014/main" id="{7F34B2B5-E973-46E0-B87D-EF761EAE4006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30" name="图片 329">
              <a:extLst>
                <a:ext uri="{FF2B5EF4-FFF2-40B4-BE49-F238E27FC236}">
                  <a16:creationId xmlns:a16="http://schemas.microsoft.com/office/drawing/2014/main" id="{871C8F67-FD8E-4018-93BE-DA7D34B3EF19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56EFD8C5-98E2-4313-9B01-38BDDDA27298}"/>
              </a:ext>
            </a:extLst>
          </p:cNvPr>
          <p:cNvGrpSpPr/>
          <p:nvPr/>
        </p:nvGrpSpPr>
        <p:grpSpPr>
          <a:xfrm>
            <a:off x="6592484" y="3447089"/>
            <a:ext cx="5599515" cy="3409337"/>
            <a:chOff x="9041751" y="3993939"/>
            <a:chExt cx="5339433" cy="3409337"/>
          </a:xfrm>
        </p:grpSpPr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D4A01E95-3F7C-4927-B136-BE0420CBC19D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3153736"/>
              <a:chOff x="9041751" y="3993939"/>
              <a:chExt cx="5265063" cy="3153736"/>
            </a:xfrm>
          </p:grpSpPr>
          <p:sp>
            <p:nvSpPr>
              <p:cNvPr id="338" name="矩形 337">
                <a:extLst>
                  <a:ext uri="{FF2B5EF4-FFF2-40B4-BE49-F238E27FC236}">
                    <a16:creationId xmlns:a16="http://schemas.microsoft.com/office/drawing/2014/main" id="{0512FCD1-0CBE-4921-B434-D6FFB1EE4079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2954414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339" name="图片 338">
                <a:extLst>
                  <a:ext uri="{FF2B5EF4-FFF2-40B4-BE49-F238E27FC236}">
                    <a16:creationId xmlns:a16="http://schemas.microsoft.com/office/drawing/2014/main" id="{6947E442-DF82-44B0-BDDF-D300FA78FD96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37" name="图片 336">
              <a:extLst>
                <a:ext uri="{FF2B5EF4-FFF2-40B4-BE49-F238E27FC236}">
                  <a16:creationId xmlns:a16="http://schemas.microsoft.com/office/drawing/2014/main" id="{9071F393-3D2D-4F70-9F76-13389F06E2B7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6615236"/>
              <a:ext cx="1423260" cy="152820"/>
            </a:xfrm>
            <a:prstGeom prst="rect">
              <a:avLst/>
            </a:prstGeom>
          </p:spPr>
        </p:pic>
      </p:grpSp>
      <p:sp>
        <p:nvSpPr>
          <p:cNvPr id="340" name="文本框 159">
            <a:extLst>
              <a:ext uri="{FF2B5EF4-FFF2-40B4-BE49-F238E27FC236}">
                <a16:creationId xmlns:a16="http://schemas.microsoft.com/office/drawing/2014/main" id="{BD46D656-6929-4B18-8DE5-C8B1399D8367}"/>
              </a:ext>
            </a:extLst>
          </p:cNvPr>
          <p:cNvSpPr txBox="1"/>
          <p:nvPr/>
        </p:nvSpPr>
        <p:spPr>
          <a:xfrm>
            <a:off x="2235923" y="4009493"/>
            <a:ext cx="879628" cy="261610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GaussDB</a:t>
            </a:r>
            <a:endParaRPr lang="zh-CN" sz="1100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Body-1">
            <a:extLst>
              <a:ext uri="{FF2B5EF4-FFF2-40B4-BE49-F238E27FC236}">
                <a16:creationId xmlns:a16="http://schemas.microsoft.com/office/drawing/2014/main" id="{6CEA7615-8827-4022-FCD7-7CC95A752E27}"/>
              </a:ext>
            </a:extLst>
          </p:cNvPr>
          <p:cNvSpPr txBox="1"/>
          <p:nvPr/>
        </p:nvSpPr>
        <p:spPr>
          <a:xfrm>
            <a:off x="6671746" y="1873175"/>
            <a:ext cx="5412936" cy="11535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多源原始数据接入：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支持文本、表格等多种格式导入</a:t>
            </a:r>
            <a:b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数据处理流水线：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完成分块、切片、检索、向量化等步骤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高效一致性保障：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确保不同来源数据统一标准化处理</a:t>
            </a:r>
            <a:endParaRPr kumimoji="1" lang="zh-CN" sz="16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BA0EBCDD-9E6E-2A6C-9CA1-F35D5957A647}"/>
              </a:ext>
            </a:extLst>
          </p:cNvPr>
          <p:cNvSpPr txBox="1"/>
          <p:nvPr/>
        </p:nvSpPr>
        <p:spPr>
          <a:xfrm>
            <a:off x="6747497" y="3641330"/>
            <a:ext cx="5308001" cy="30002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·GaussDB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统一存储：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集中管理各类教学与业务数据，确保数据安全、完整与高效查询。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·Alembic 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数据迁移：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通过版本化管理实现数据库结构的平滑演进与自动升级，避免人工操作风险</a:t>
            </a:r>
            <a:endParaRPr kumimoji="1" lang="en-US" altLang="zh-CN" sz="16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本地知识库高效检索：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本地知识库支持快速查询与响应，实现数据的灵活调用。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多场景适配能力：</a:t>
            </a:r>
            <a:r>
              <a:rPr kumimoji="1" lang="zh-CN" altLang="en-US" sz="16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面向教师、学生与管理人员提供精准的数据支持，全面提升教学效率与管理水平。</a:t>
            </a:r>
            <a:endParaRPr kumimoji="1" lang="zh-CN" sz="16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084CFD-5606-CD4F-4F55-E81805EBB9E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048" y="3471125"/>
            <a:ext cx="630467" cy="4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7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49" name="组合 48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50" name="文本框 49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技术创新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Technological Innovation</a:t>
                </a:r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98B22AA-5F26-41AC-8E26-FC94079E6A14}"/>
              </a:ext>
            </a:extLst>
          </p:cNvPr>
          <p:cNvGrpSpPr/>
          <p:nvPr/>
        </p:nvGrpSpPr>
        <p:grpSpPr>
          <a:xfrm>
            <a:off x="357056" y="1555776"/>
            <a:ext cx="857816" cy="652865"/>
            <a:chOff x="7866731" y="1005791"/>
            <a:chExt cx="1169117" cy="889788"/>
          </a:xfrm>
        </p:grpSpPr>
        <p:sp>
          <p:nvSpPr>
            <p:cNvPr id="65" name="菱形 64">
              <a:extLst>
                <a:ext uri="{FF2B5EF4-FFF2-40B4-BE49-F238E27FC236}">
                  <a16:creationId xmlns:a16="http://schemas.microsoft.com/office/drawing/2014/main" id="{7510B2CD-0E21-47AD-99FF-8AD4CF0D72EE}"/>
                </a:ext>
              </a:extLst>
            </p:cNvPr>
            <p:cNvSpPr/>
            <p:nvPr/>
          </p:nvSpPr>
          <p:spPr>
            <a:xfrm>
              <a:off x="7866731" y="1247010"/>
              <a:ext cx="1169117" cy="648569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490A0CC-0D01-438D-9DC6-92B74221F59B}"/>
                </a:ext>
              </a:extLst>
            </p:cNvPr>
            <p:cNvGrpSpPr/>
            <p:nvPr/>
          </p:nvGrpSpPr>
          <p:grpSpPr>
            <a:xfrm>
              <a:off x="7979430" y="1005791"/>
              <a:ext cx="943718" cy="796776"/>
              <a:chOff x="8056563" y="1092200"/>
              <a:chExt cx="1641476" cy="1385888"/>
            </a:xfrm>
          </p:grpSpPr>
          <p:sp>
            <p:nvSpPr>
              <p:cNvPr id="67" name="Freeform 18">
                <a:extLst>
                  <a:ext uri="{FF2B5EF4-FFF2-40B4-BE49-F238E27FC236}">
                    <a16:creationId xmlns:a16="http://schemas.microsoft.com/office/drawing/2014/main" id="{8FEE3B5B-A60B-41EC-BB4F-C8B4984AF200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Freeform 19">
                <a:extLst>
                  <a:ext uri="{FF2B5EF4-FFF2-40B4-BE49-F238E27FC236}">
                    <a16:creationId xmlns:a16="http://schemas.microsoft.com/office/drawing/2014/main" id="{EB6C1573-B180-431C-9AE7-628F844B026C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Freeform 20">
                <a:extLst>
                  <a:ext uri="{FF2B5EF4-FFF2-40B4-BE49-F238E27FC236}">
                    <a16:creationId xmlns:a16="http://schemas.microsoft.com/office/drawing/2014/main" id="{D5B572D4-BFEC-4455-9AB6-25E860AF0C07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70" name="图形 583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E03E8CC8-DA00-4E7C-96C0-1578D1B9DB36}"/>
              </a:ext>
            </a:extLst>
          </p:cNvPr>
          <p:cNvSpPr/>
          <p:nvPr/>
        </p:nvSpPr>
        <p:spPr>
          <a:xfrm>
            <a:off x="645201" y="1603387"/>
            <a:ext cx="244904" cy="244904"/>
          </a:xfrm>
          <a:custGeom>
            <a:avLst/>
            <a:gdLst>
              <a:gd name="connsiteX0" fmla="*/ 19050 w 190500"/>
              <a:gd name="connsiteY0" fmla="*/ 38100 h 190500"/>
              <a:gd name="connsiteX1" fmla="*/ 0 w 190500"/>
              <a:gd name="connsiteY1" fmla="*/ 38100 h 190500"/>
              <a:gd name="connsiteX2" fmla="*/ 0 w 190500"/>
              <a:gd name="connsiteY2" fmla="*/ 171450 h 190500"/>
              <a:gd name="connsiteX3" fmla="*/ 19050 w 190500"/>
              <a:gd name="connsiteY3" fmla="*/ 190500 h 190500"/>
              <a:gd name="connsiteX4" fmla="*/ 152400 w 190500"/>
              <a:gd name="connsiteY4" fmla="*/ 190500 h 190500"/>
              <a:gd name="connsiteX5" fmla="*/ 152400 w 190500"/>
              <a:gd name="connsiteY5" fmla="*/ 171450 h 190500"/>
              <a:gd name="connsiteX6" fmla="*/ 19050 w 190500"/>
              <a:gd name="connsiteY6" fmla="*/ 171450 h 190500"/>
              <a:gd name="connsiteX7" fmla="*/ 19050 w 190500"/>
              <a:gd name="connsiteY7" fmla="*/ 38100 h 190500"/>
              <a:gd name="connsiteX8" fmla="*/ 171450 w 190500"/>
              <a:gd name="connsiteY8" fmla="*/ 0 h 190500"/>
              <a:gd name="connsiteX9" fmla="*/ 57150 w 190500"/>
              <a:gd name="connsiteY9" fmla="*/ 0 h 190500"/>
              <a:gd name="connsiteX10" fmla="*/ 38100 w 190500"/>
              <a:gd name="connsiteY10" fmla="*/ 19050 h 190500"/>
              <a:gd name="connsiteX11" fmla="*/ 38100 w 190500"/>
              <a:gd name="connsiteY11" fmla="*/ 133350 h 190500"/>
              <a:gd name="connsiteX12" fmla="*/ 57150 w 190500"/>
              <a:gd name="connsiteY12" fmla="*/ 152400 h 190500"/>
              <a:gd name="connsiteX13" fmla="*/ 171450 w 190500"/>
              <a:gd name="connsiteY13" fmla="*/ 152400 h 190500"/>
              <a:gd name="connsiteX14" fmla="*/ 190500 w 190500"/>
              <a:gd name="connsiteY14" fmla="*/ 133350 h 190500"/>
              <a:gd name="connsiteX15" fmla="*/ 190500 w 190500"/>
              <a:gd name="connsiteY15" fmla="*/ 19050 h 190500"/>
              <a:gd name="connsiteX16" fmla="*/ 171450 w 190500"/>
              <a:gd name="connsiteY16" fmla="*/ 0 h 190500"/>
              <a:gd name="connsiteX17" fmla="*/ 161925 w 190500"/>
              <a:gd name="connsiteY17" fmla="*/ 85725 h 190500"/>
              <a:gd name="connsiteX18" fmla="*/ 66675 w 190500"/>
              <a:gd name="connsiteY18" fmla="*/ 85725 h 190500"/>
              <a:gd name="connsiteX19" fmla="*/ 66675 w 190500"/>
              <a:gd name="connsiteY19" fmla="*/ 66675 h 190500"/>
              <a:gd name="connsiteX20" fmla="*/ 161925 w 190500"/>
              <a:gd name="connsiteY20" fmla="*/ 66675 h 190500"/>
              <a:gd name="connsiteX21" fmla="*/ 161925 w 190500"/>
              <a:gd name="connsiteY21" fmla="*/ 85725 h 190500"/>
              <a:gd name="connsiteX22" fmla="*/ 123825 w 190500"/>
              <a:gd name="connsiteY22" fmla="*/ 123825 h 190500"/>
              <a:gd name="connsiteX23" fmla="*/ 66675 w 190500"/>
              <a:gd name="connsiteY23" fmla="*/ 123825 h 190500"/>
              <a:gd name="connsiteX24" fmla="*/ 66675 w 190500"/>
              <a:gd name="connsiteY24" fmla="*/ 104775 h 190500"/>
              <a:gd name="connsiteX25" fmla="*/ 123825 w 190500"/>
              <a:gd name="connsiteY25" fmla="*/ 104775 h 190500"/>
              <a:gd name="connsiteX26" fmla="*/ 123825 w 190500"/>
              <a:gd name="connsiteY26" fmla="*/ 123825 h 190500"/>
              <a:gd name="connsiteX27" fmla="*/ 161925 w 190500"/>
              <a:gd name="connsiteY27" fmla="*/ 47625 h 190500"/>
              <a:gd name="connsiteX28" fmla="*/ 66675 w 190500"/>
              <a:gd name="connsiteY28" fmla="*/ 47625 h 190500"/>
              <a:gd name="connsiteX29" fmla="*/ 66675 w 190500"/>
              <a:gd name="connsiteY29" fmla="*/ 28575 h 190500"/>
              <a:gd name="connsiteX30" fmla="*/ 161925 w 190500"/>
              <a:gd name="connsiteY30" fmla="*/ 28575 h 190500"/>
              <a:gd name="connsiteX31" fmla="*/ 161925 w 190500"/>
              <a:gd name="connsiteY31" fmla="*/ 476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19050" y="38100"/>
                </a:moveTo>
                <a:lnTo>
                  <a:pt x="0" y="38100"/>
                </a:ln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lnTo>
                  <a:pt x="152400" y="171450"/>
                </a:lnTo>
                <a:lnTo>
                  <a:pt x="19050" y="171450"/>
                </a:lnTo>
                <a:lnTo>
                  <a:pt x="19050" y="38100"/>
                </a:lnTo>
                <a:close/>
                <a:moveTo>
                  <a:pt x="171450" y="0"/>
                </a:moveTo>
                <a:lnTo>
                  <a:pt x="57150" y="0"/>
                </a:lnTo>
                <a:cubicBezTo>
                  <a:pt x="46673" y="0"/>
                  <a:pt x="38100" y="8573"/>
                  <a:pt x="38100" y="19050"/>
                </a:cubicBezTo>
                <a:lnTo>
                  <a:pt x="38100" y="133350"/>
                </a:lnTo>
                <a:cubicBezTo>
                  <a:pt x="38100" y="143828"/>
                  <a:pt x="46673" y="152400"/>
                  <a:pt x="57150" y="152400"/>
                </a:cubicBezTo>
                <a:lnTo>
                  <a:pt x="171450" y="152400"/>
                </a:lnTo>
                <a:cubicBezTo>
                  <a:pt x="181928" y="152400"/>
                  <a:pt x="190500" y="143828"/>
                  <a:pt x="190500" y="1333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61925" y="85725"/>
                </a:moveTo>
                <a:lnTo>
                  <a:pt x="66675" y="85725"/>
                </a:lnTo>
                <a:lnTo>
                  <a:pt x="66675" y="66675"/>
                </a:lnTo>
                <a:lnTo>
                  <a:pt x="161925" y="66675"/>
                </a:lnTo>
                <a:lnTo>
                  <a:pt x="161925" y="85725"/>
                </a:lnTo>
                <a:close/>
                <a:moveTo>
                  <a:pt x="123825" y="123825"/>
                </a:moveTo>
                <a:lnTo>
                  <a:pt x="66675" y="123825"/>
                </a:lnTo>
                <a:lnTo>
                  <a:pt x="66675" y="104775"/>
                </a:lnTo>
                <a:lnTo>
                  <a:pt x="123825" y="104775"/>
                </a:lnTo>
                <a:lnTo>
                  <a:pt x="123825" y="123825"/>
                </a:lnTo>
                <a:close/>
                <a:moveTo>
                  <a:pt x="161925" y="47625"/>
                </a:moveTo>
                <a:lnTo>
                  <a:pt x="66675" y="47625"/>
                </a:lnTo>
                <a:lnTo>
                  <a:pt x="66675" y="28575"/>
                </a:lnTo>
                <a:lnTo>
                  <a:pt x="161925" y="28575"/>
                </a:lnTo>
                <a:lnTo>
                  <a:pt x="161925" y="47625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  <a:effectLst>
            <a:outerShdw blurRad="152400" dir="5400000" sx="90000" sy="-19000" rotWithShape="0">
              <a:srgbClr val="3749CC"/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4532352-F2FB-4DBB-B3AC-249F1C365881}"/>
              </a:ext>
            </a:extLst>
          </p:cNvPr>
          <p:cNvGrpSpPr/>
          <p:nvPr/>
        </p:nvGrpSpPr>
        <p:grpSpPr>
          <a:xfrm>
            <a:off x="312812" y="4064741"/>
            <a:ext cx="857816" cy="652865"/>
            <a:chOff x="7866731" y="1005791"/>
            <a:chExt cx="1169117" cy="889788"/>
          </a:xfrm>
        </p:grpSpPr>
        <p:sp>
          <p:nvSpPr>
            <p:cNvPr id="73" name="菱形 72">
              <a:extLst>
                <a:ext uri="{FF2B5EF4-FFF2-40B4-BE49-F238E27FC236}">
                  <a16:creationId xmlns:a16="http://schemas.microsoft.com/office/drawing/2014/main" id="{EFE00E73-EA94-4EFB-8AB8-5D59C2DB642C}"/>
                </a:ext>
              </a:extLst>
            </p:cNvPr>
            <p:cNvSpPr/>
            <p:nvPr/>
          </p:nvSpPr>
          <p:spPr>
            <a:xfrm>
              <a:off x="7866731" y="1247010"/>
              <a:ext cx="1169117" cy="648569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26421637-1DDD-49BF-B937-B32F1325C9BE}"/>
                </a:ext>
              </a:extLst>
            </p:cNvPr>
            <p:cNvGrpSpPr/>
            <p:nvPr/>
          </p:nvGrpSpPr>
          <p:grpSpPr>
            <a:xfrm>
              <a:off x="7979430" y="1005791"/>
              <a:ext cx="943718" cy="796776"/>
              <a:chOff x="8056563" y="1092200"/>
              <a:chExt cx="1641476" cy="1385888"/>
            </a:xfrm>
          </p:grpSpPr>
          <p:sp>
            <p:nvSpPr>
              <p:cNvPr id="75" name="Freeform 18">
                <a:extLst>
                  <a:ext uri="{FF2B5EF4-FFF2-40B4-BE49-F238E27FC236}">
                    <a16:creationId xmlns:a16="http://schemas.microsoft.com/office/drawing/2014/main" id="{9641C2B7-A12C-4E8E-AE8F-8841FB139CC5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6" name="Freeform 19">
                <a:extLst>
                  <a:ext uri="{FF2B5EF4-FFF2-40B4-BE49-F238E27FC236}">
                    <a16:creationId xmlns:a16="http://schemas.microsoft.com/office/drawing/2014/main" id="{616BDAE1-DCE5-4D5E-8896-1613F1E2CC55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7" name="Freeform 20">
                <a:extLst>
                  <a:ext uri="{FF2B5EF4-FFF2-40B4-BE49-F238E27FC236}">
                    <a16:creationId xmlns:a16="http://schemas.microsoft.com/office/drawing/2014/main" id="{F5C60C6C-09A7-4C8B-8C8A-9176B050308C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D6496C3-B2BA-4239-BE32-A81AC7C2BE2D}"/>
              </a:ext>
            </a:extLst>
          </p:cNvPr>
          <p:cNvGrpSpPr/>
          <p:nvPr/>
        </p:nvGrpSpPr>
        <p:grpSpPr>
          <a:xfrm>
            <a:off x="1335626" y="1603387"/>
            <a:ext cx="2637697" cy="503433"/>
            <a:chOff x="2509655" y="2165865"/>
            <a:chExt cx="2637697" cy="503433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5B563B7D-CC5F-499F-BA72-C0274592F382}"/>
                </a:ext>
              </a:extLst>
            </p:cNvPr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22CCD3DC-5FDB-4995-8FDB-3FD219F1CC73}"/>
                </a:ext>
              </a:extLst>
            </p:cNvPr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传统架构</a:t>
              </a:r>
            </a:p>
          </p:txBody>
        </p:sp>
      </p:grpSp>
      <p:sp>
        <p:nvSpPr>
          <p:cNvPr id="83" name="图形 218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120B33AD-C8AF-48EB-A55B-AA2F4741DBC6}"/>
              </a:ext>
            </a:extLst>
          </p:cNvPr>
          <p:cNvSpPr/>
          <p:nvPr/>
        </p:nvSpPr>
        <p:spPr>
          <a:xfrm>
            <a:off x="601330" y="4096777"/>
            <a:ext cx="291376" cy="291376"/>
          </a:xfrm>
          <a:custGeom>
            <a:avLst/>
            <a:gdLst>
              <a:gd name="connsiteX0" fmla="*/ 95155 w 190500"/>
              <a:gd name="connsiteY0" fmla="*/ 0 h 190500"/>
              <a:gd name="connsiteX1" fmla="*/ 0 w 190500"/>
              <a:gd name="connsiteY1" fmla="*/ 95250 h 190500"/>
              <a:gd name="connsiteX2" fmla="*/ 95155 w 190500"/>
              <a:gd name="connsiteY2" fmla="*/ 190500 h 190500"/>
              <a:gd name="connsiteX3" fmla="*/ 190500 w 190500"/>
              <a:gd name="connsiteY3" fmla="*/ 95250 h 190500"/>
              <a:gd name="connsiteX4" fmla="*/ 95155 w 190500"/>
              <a:gd name="connsiteY4" fmla="*/ 0 h 190500"/>
              <a:gd name="connsiteX5" fmla="*/ 135541 w 190500"/>
              <a:gd name="connsiteY5" fmla="*/ 152400 h 190500"/>
              <a:gd name="connsiteX6" fmla="*/ 95250 w 190500"/>
              <a:gd name="connsiteY6" fmla="*/ 128111 h 190500"/>
              <a:gd name="connsiteX7" fmla="*/ 54959 w 190500"/>
              <a:gd name="connsiteY7" fmla="*/ 152400 h 190500"/>
              <a:gd name="connsiteX8" fmla="*/ 65627 w 190500"/>
              <a:gd name="connsiteY8" fmla="*/ 106585 h 190500"/>
              <a:gd name="connsiteX9" fmla="*/ 30099 w 190500"/>
              <a:gd name="connsiteY9" fmla="*/ 75819 h 190500"/>
              <a:gd name="connsiteX10" fmla="*/ 76962 w 190500"/>
              <a:gd name="connsiteY10" fmla="*/ 71819 h 190500"/>
              <a:gd name="connsiteX11" fmla="*/ 95250 w 190500"/>
              <a:gd name="connsiteY11" fmla="*/ 28575 h 190500"/>
              <a:gd name="connsiteX12" fmla="*/ 113538 w 190500"/>
              <a:gd name="connsiteY12" fmla="*/ 71723 h 190500"/>
              <a:gd name="connsiteX13" fmla="*/ 160401 w 190500"/>
              <a:gd name="connsiteY13" fmla="*/ 75724 h 190500"/>
              <a:gd name="connsiteX14" fmla="*/ 124873 w 190500"/>
              <a:gd name="connsiteY14" fmla="*/ 106490 h 190500"/>
              <a:gd name="connsiteX15" fmla="*/ 135541 w 190500"/>
              <a:gd name="connsiteY15" fmla="*/ 1524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0500" h="190500">
                <a:moveTo>
                  <a:pt x="95155" y="0"/>
                </a:moveTo>
                <a:cubicBezTo>
                  <a:pt x="42577" y="0"/>
                  <a:pt x="0" y="42672"/>
                  <a:pt x="0" y="95250"/>
                </a:cubicBezTo>
                <a:cubicBezTo>
                  <a:pt x="0" y="147828"/>
                  <a:pt x="42577" y="190500"/>
                  <a:pt x="95155" y="190500"/>
                </a:cubicBezTo>
                <a:cubicBezTo>
                  <a:pt x="147828" y="190500"/>
                  <a:pt x="190500" y="147828"/>
                  <a:pt x="190500" y="95250"/>
                </a:cubicBezTo>
                <a:cubicBezTo>
                  <a:pt x="190500" y="42672"/>
                  <a:pt x="147828" y="0"/>
                  <a:pt x="95155" y="0"/>
                </a:cubicBezTo>
                <a:close/>
                <a:moveTo>
                  <a:pt x="135541" y="152400"/>
                </a:moveTo>
                <a:lnTo>
                  <a:pt x="95250" y="128111"/>
                </a:lnTo>
                <a:lnTo>
                  <a:pt x="54959" y="152400"/>
                </a:lnTo>
                <a:lnTo>
                  <a:pt x="65627" y="106585"/>
                </a:lnTo>
                <a:lnTo>
                  <a:pt x="30099" y="75819"/>
                </a:lnTo>
                <a:lnTo>
                  <a:pt x="76962" y="71819"/>
                </a:lnTo>
                <a:lnTo>
                  <a:pt x="95250" y="28575"/>
                </a:lnTo>
                <a:lnTo>
                  <a:pt x="113538" y="71723"/>
                </a:lnTo>
                <a:lnTo>
                  <a:pt x="160401" y="75724"/>
                </a:lnTo>
                <a:lnTo>
                  <a:pt x="124873" y="106490"/>
                </a:lnTo>
                <a:lnTo>
                  <a:pt x="135541" y="152400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65059188-3D6F-4B93-B0D5-0D43B0FC15EC}"/>
              </a:ext>
            </a:extLst>
          </p:cNvPr>
          <p:cNvGrpSpPr/>
          <p:nvPr/>
        </p:nvGrpSpPr>
        <p:grpSpPr>
          <a:xfrm>
            <a:off x="1291381" y="4145927"/>
            <a:ext cx="2637697" cy="503433"/>
            <a:chOff x="2509655" y="2165865"/>
            <a:chExt cx="2637697" cy="503433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2E4866FE-5EF7-4DF0-9CBA-6806BCB35F8B}"/>
                </a:ext>
              </a:extLst>
            </p:cNvPr>
            <p:cNvSpPr/>
            <p:nvPr/>
          </p:nvSpPr>
          <p:spPr>
            <a:xfrm>
              <a:off x="2509655" y="2165865"/>
              <a:ext cx="2637697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59F5">
                    <a:alpha val="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E458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E061B8FD-066E-4321-B0BE-C4A80943736A}"/>
                </a:ext>
              </a:extLst>
            </p:cNvPr>
            <p:cNvSpPr txBox="1"/>
            <p:nvPr/>
          </p:nvSpPr>
          <p:spPr>
            <a:xfrm flipH="1">
              <a:off x="2740249" y="2186749"/>
              <a:ext cx="217650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zh-CN" sz="2400" b="1" noProof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技术创新</a:t>
              </a:r>
            </a:p>
          </p:txBody>
        </p:sp>
      </p:grpSp>
      <p:sp>
        <p:nvSpPr>
          <p:cNvPr id="99" name="Body-1">
            <a:extLst>
              <a:ext uri="{FF2B5EF4-FFF2-40B4-BE49-F238E27FC236}">
                <a16:creationId xmlns:a16="http://schemas.microsoft.com/office/drawing/2014/main" id="{78674B20-C378-48BA-B286-7ECD867D148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70628" y="2315420"/>
            <a:ext cx="2365402" cy="1601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单点服务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同步阻塞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静态题库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手动扩容</a:t>
            </a:r>
          </a:p>
        </p:txBody>
      </p:sp>
      <p:sp>
        <p:nvSpPr>
          <p:cNvPr id="100" name="Body-1">
            <a:extLst>
              <a:ext uri="{FF2B5EF4-FFF2-40B4-BE49-F238E27FC236}">
                <a16:creationId xmlns:a16="http://schemas.microsoft.com/office/drawing/2014/main" id="{A9F041A5-437F-4FF7-AF67-C4DD79DD191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32180" y="4943673"/>
            <a:ext cx="5369473" cy="159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微服务解耦（备课/批改/推荐引擎独立部署）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异步批处理（FastAPI+UVicorn）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动态题库生成（</a:t>
            </a: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GaussDB </a:t>
            </a:r>
            <a:r>
              <a:rPr lang="zh-CN" sz="2000" noProof="1">
                <a:solidFill>
                  <a:schemeClr val="bg1"/>
                </a:solidFill>
              </a:rPr>
              <a:t>数据存储与映射</a:t>
            </a: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sz="20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K8s自动伸缩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073DEF-ABE3-98E8-B0BF-7F0806597E0D}"/>
              </a:ext>
            </a:extLst>
          </p:cNvPr>
          <p:cNvSpPr/>
          <p:nvPr/>
        </p:nvSpPr>
        <p:spPr>
          <a:xfrm>
            <a:off x="10904220" y="5981700"/>
            <a:ext cx="502920" cy="144780"/>
          </a:xfrm>
          <a:prstGeom prst="rect">
            <a:avLst/>
          </a:prstGeom>
          <a:solidFill>
            <a:srgbClr val="000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B1E975A-6888-381A-56AA-449DFB5E057F}"/>
              </a:ext>
            </a:extLst>
          </p:cNvPr>
          <p:cNvCxnSpPr>
            <a:cxnSpLocks/>
          </p:cNvCxnSpPr>
          <p:nvPr/>
        </p:nvCxnSpPr>
        <p:spPr>
          <a:xfrm flipV="1">
            <a:off x="11132820" y="5867400"/>
            <a:ext cx="218091" cy="259080"/>
          </a:xfrm>
          <a:prstGeom prst="line">
            <a:avLst/>
          </a:prstGeom>
          <a:ln w="28575">
            <a:solidFill>
              <a:srgbClr val="0237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211353AA-D6F1-A9C2-BC8C-70F1AC1257A4}"/>
              </a:ext>
            </a:extLst>
          </p:cNvPr>
          <p:cNvGrpSpPr/>
          <p:nvPr/>
        </p:nvGrpSpPr>
        <p:grpSpPr>
          <a:xfrm>
            <a:off x="4594647" y="806592"/>
            <a:ext cx="7469606" cy="5437310"/>
            <a:chOff x="4921169" y="1335324"/>
            <a:chExt cx="7469606" cy="543731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7350CC3-CD77-0D29-3463-AA33A0F9B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1169" y="2201071"/>
              <a:ext cx="7469606" cy="4571563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DCFEF7B-F011-F6E7-1455-8E3D642DC5B9}"/>
                </a:ext>
              </a:extLst>
            </p:cNvPr>
            <p:cNvGrpSpPr/>
            <p:nvPr/>
          </p:nvGrpSpPr>
          <p:grpSpPr>
            <a:xfrm>
              <a:off x="9087416" y="1335324"/>
              <a:ext cx="2598118" cy="1857300"/>
              <a:chOff x="9087416" y="1335324"/>
              <a:chExt cx="2598118" cy="1857300"/>
            </a:xfrm>
          </p:grpSpPr>
          <p:pic>
            <p:nvPicPr>
              <p:cNvPr id="6" name="Picture 2" descr="全朗智慧课堂 - 全朗教育">
                <a:extLst>
                  <a:ext uri="{FF2B5EF4-FFF2-40B4-BE49-F238E27FC236}">
                    <a16:creationId xmlns:a16="http://schemas.microsoft.com/office/drawing/2014/main" id="{ABB59D75-95B2-BFB6-7C6B-784D06713C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701" r="29678" b="88114"/>
              <a:stretch>
                <a:fillRect/>
              </a:stretch>
            </p:blipFill>
            <p:spPr bwMode="auto">
              <a:xfrm>
                <a:off x="9280706" y="1335324"/>
                <a:ext cx="792830" cy="6203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" descr="全朗智慧课堂 - 全朗教育">
                <a:extLst>
                  <a:ext uri="{FF2B5EF4-FFF2-40B4-BE49-F238E27FC236}">
                    <a16:creationId xmlns:a16="http://schemas.microsoft.com/office/drawing/2014/main" id="{DA98366B-B79E-1F3E-C02E-3DA2E70DB0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38" t="13806" r="7745" b="72004"/>
              <a:stretch>
                <a:fillRect/>
              </a:stretch>
            </p:blipFill>
            <p:spPr bwMode="auto">
              <a:xfrm>
                <a:off x="10950478" y="1704620"/>
                <a:ext cx="635794" cy="7405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文本框 17">
                <a:extLst>
                  <a:ext uri="{FF2B5EF4-FFF2-40B4-BE49-F238E27FC236}">
                    <a16:creationId xmlns:a16="http://schemas.microsoft.com/office/drawing/2014/main" id="{F42D4630-D523-117D-73CA-C9ADF11C692C}"/>
                  </a:ext>
                </a:extLst>
              </p:cNvPr>
              <p:cNvSpPr txBox="1"/>
              <p:nvPr/>
            </p:nvSpPr>
            <p:spPr>
              <a:xfrm>
                <a:off x="9087416" y="1719200"/>
                <a:ext cx="986116" cy="1332031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·资源管理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·网络教研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·在线备课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·在线学习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·结构化实录</a:t>
                </a:r>
              </a:p>
            </p:txBody>
          </p:sp>
          <p:sp>
            <p:nvSpPr>
              <p:cNvPr id="16" name="文本框 18">
                <a:extLst>
                  <a:ext uri="{FF2B5EF4-FFF2-40B4-BE49-F238E27FC236}">
                    <a16:creationId xmlns:a16="http://schemas.microsoft.com/office/drawing/2014/main" id="{E70681F7-AAB9-8C28-C942-06A36E3CAAEF}"/>
                  </a:ext>
                </a:extLst>
              </p:cNvPr>
              <p:cNvSpPr txBox="1"/>
              <p:nvPr/>
            </p:nvSpPr>
            <p:spPr>
              <a:xfrm>
                <a:off x="10699418" y="2201071"/>
                <a:ext cx="986116" cy="991553"/>
              </a:xfrm>
              <a:prstGeom prst="rect">
                <a:avLst/>
              </a:prstGeom>
              <a:noFill/>
              <a:scene3d>
                <a:camera prst="isometricLeftDown"/>
                <a:lightRig rig="threePt" dir="t"/>
              </a:scene3d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8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·数据中心</a:t>
                </a:r>
              </a:p>
              <a:p>
                <a:pPr>
                  <a:lnSpc>
                    <a:spcPts val="18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·管控中心</a:t>
                </a:r>
              </a:p>
              <a:p>
                <a:pPr>
                  <a:lnSpc>
                    <a:spcPts val="18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·通讯中心</a:t>
                </a:r>
              </a:p>
              <a:p>
                <a:pPr>
                  <a:lnSpc>
                    <a:spcPts val="1800"/>
                  </a:lnSpc>
                </a:pPr>
                <a:r>
                  <a:rPr lang="zh-CN" sz="1100" b="1" noProof="1">
                    <a:solidFill>
                      <a:schemeClr val="bg1"/>
                    </a:solidFill>
                    <a:latin typeface="HarmonyOS Sans SC Medium" panose="00000600000000000000" pitchFamily="2" charset="-122"/>
                    <a:ea typeface="HarmonyOS Sans SC Medium" panose="00000600000000000000" pitchFamily="2" charset="-122"/>
                  </a:rPr>
                  <a:t>·运算中心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49" name="组合 48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50" name="文本框 49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技术创新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Technological Innovation</a:t>
                </a:r>
              </a:p>
            </p:txBody>
          </p:sp>
        </p:grpSp>
      </p:grpSp>
      <p:sp>
        <p:nvSpPr>
          <p:cNvPr id="189" name="文本框 188"/>
          <p:cNvSpPr txBox="1"/>
          <p:nvPr/>
        </p:nvSpPr>
        <p:spPr>
          <a:xfrm>
            <a:off x="1271983" y="31309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检索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3985408" y="3095012"/>
            <a:ext cx="1280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分块、生成向量持久化存储</a:t>
            </a:r>
          </a:p>
        </p:txBody>
      </p:sp>
      <p:sp>
        <p:nvSpPr>
          <p:cNvPr id="193" name="文本框 192"/>
          <p:cNvSpPr txBox="1"/>
          <p:nvPr/>
        </p:nvSpPr>
        <p:spPr>
          <a:xfrm>
            <a:off x="2409749" y="30296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知识库构建</a:t>
            </a:r>
          </a:p>
        </p:txBody>
      </p:sp>
      <p:sp>
        <p:nvSpPr>
          <p:cNvPr id="199" name="文本框 198"/>
          <p:cNvSpPr txBox="1"/>
          <p:nvPr/>
        </p:nvSpPr>
        <p:spPr>
          <a:xfrm>
            <a:off x="4001909" y="511082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检索</a:t>
            </a:r>
          </a:p>
        </p:txBody>
      </p:sp>
      <p:sp>
        <p:nvSpPr>
          <p:cNvPr id="200" name="文本框 199"/>
          <p:cNvSpPr txBox="1"/>
          <p:nvPr/>
        </p:nvSpPr>
        <p:spPr>
          <a:xfrm>
            <a:off x="1179662" y="514411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2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抽取、分词</a:t>
            </a:r>
          </a:p>
        </p:txBody>
      </p: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7F1207D1-8577-4CC2-B3CE-06ED94CBD759}"/>
              </a:ext>
            </a:extLst>
          </p:cNvPr>
          <p:cNvGrpSpPr/>
          <p:nvPr/>
        </p:nvGrpSpPr>
        <p:grpSpPr>
          <a:xfrm>
            <a:off x="1698649" y="2003853"/>
            <a:ext cx="2661090" cy="975826"/>
            <a:chOff x="2106613" y="1500187"/>
            <a:chExt cx="7426324" cy="4559300"/>
          </a:xfrm>
        </p:grpSpPr>
        <p:sp>
          <p:nvSpPr>
            <p:cNvPr id="216" name="Freeform 5">
              <a:extLst>
                <a:ext uri="{FF2B5EF4-FFF2-40B4-BE49-F238E27FC236}">
                  <a16:creationId xmlns:a16="http://schemas.microsoft.com/office/drawing/2014/main" id="{7AAC895D-4CB8-43B8-BA01-73CF07D1B5C2}"/>
                </a:ext>
              </a:extLst>
            </p:cNvPr>
            <p:cNvSpPr/>
            <p:nvPr/>
          </p:nvSpPr>
          <p:spPr bwMode="auto">
            <a:xfrm>
              <a:off x="2436813" y="3640137"/>
              <a:ext cx="6761162" cy="2419350"/>
            </a:xfrm>
            <a:custGeom>
              <a:avLst/>
              <a:gdLst>
                <a:gd name="T0" fmla="*/ 8434 w 8434"/>
                <a:gd name="T1" fmla="*/ 24 h 3018"/>
                <a:gd name="T2" fmla="*/ 8433 w 8434"/>
                <a:gd name="T3" fmla="*/ 350 h 3018"/>
                <a:gd name="T4" fmla="*/ 7208 w 8434"/>
                <a:gd name="T5" fmla="*/ 2065 h 3018"/>
                <a:gd name="T6" fmla="*/ 1246 w 8434"/>
                <a:gd name="T7" fmla="*/ 2065 h 3018"/>
                <a:gd name="T8" fmla="*/ 2 w 8434"/>
                <a:gd name="T9" fmla="*/ 326 h 3018"/>
                <a:gd name="T10" fmla="*/ 3 w 8434"/>
                <a:gd name="T11" fmla="*/ 0 h 3018"/>
                <a:gd name="T12" fmla="*/ 1247 w 8434"/>
                <a:gd name="T13" fmla="*/ 1739 h 3018"/>
                <a:gd name="T14" fmla="*/ 7209 w 8434"/>
                <a:gd name="T15" fmla="*/ 1739 h 3018"/>
                <a:gd name="T16" fmla="*/ 8434 w 8434"/>
                <a:gd name="T17" fmla="*/ 24 h 3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34" h="3018">
                  <a:moveTo>
                    <a:pt x="8434" y="24"/>
                  </a:moveTo>
                  <a:cubicBezTo>
                    <a:pt x="8433" y="350"/>
                    <a:pt x="8433" y="350"/>
                    <a:pt x="8433" y="350"/>
                  </a:cubicBezTo>
                  <a:cubicBezTo>
                    <a:pt x="8431" y="971"/>
                    <a:pt x="8023" y="1591"/>
                    <a:pt x="7208" y="2065"/>
                  </a:cubicBezTo>
                  <a:cubicBezTo>
                    <a:pt x="5567" y="3018"/>
                    <a:pt x="2898" y="3018"/>
                    <a:pt x="1246" y="2065"/>
                  </a:cubicBezTo>
                  <a:cubicBezTo>
                    <a:pt x="415" y="1585"/>
                    <a:pt x="0" y="955"/>
                    <a:pt x="2" y="32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629"/>
                    <a:pt x="416" y="1259"/>
                    <a:pt x="1247" y="1739"/>
                  </a:cubicBezTo>
                  <a:cubicBezTo>
                    <a:pt x="2899" y="2692"/>
                    <a:pt x="5568" y="2692"/>
                    <a:pt x="7209" y="1739"/>
                  </a:cubicBezTo>
                  <a:cubicBezTo>
                    <a:pt x="8024" y="1265"/>
                    <a:pt x="8432" y="645"/>
                    <a:pt x="8434" y="2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7584E5"/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7" name="Freeform 6">
              <a:extLst>
                <a:ext uri="{FF2B5EF4-FFF2-40B4-BE49-F238E27FC236}">
                  <a16:creationId xmlns:a16="http://schemas.microsoft.com/office/drawing/2014/main" id="{12559C7F-C0D0-4DC9-B8A7-A3C05591339A}"/>
                </a:ext>
              </a:extLst>
            </p:cNvPr>
            <p:cNvSpPr/>
            <p:nvPr/>
          </p:nvSpPr>
          <p:spPr bwMode="auto">
            <a:xfrm>
              <a:off x="2106613" y="1500187"/>
              <a:ext cx="7426324" cy="4298950"/>
            </a:xfrm>
            <a:custGeom>
              <a:avLst/>
              <a:gdLst>
                <a:gd name="T0" fmla="*/ 7602 w 9263"/>
                <a:gd name="T1" fmla="*/ 953 h 5360"/>
                <a:gd name="T2" fmla="*/ 7622 w 9263"/>
                <a:gd name="T3" fmla="*/ 4407 h 5360"/>
                <a:gd name="T4" fmla="*/ 1660 w 9263"/>
                <a:gd name="T5" fmla="*/ 4407 h 5360"/>
                <a:gd name="T6" fmla="*/ 1641 w 9263"/>
                <a:gd name="T7" fmla="*/ 953 h 5360"/>
                <a:gd name="T8" fmla="*/ 7602 w 9263"/>
                <a:gd name="T9" fmla="*/ 953 h 5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63" h="5360">
                  <a:moveTo>
                    <a:pt x="7602" y="953"/>
                  </a:moveTo>
                  <a:cubicBezTo>
                    <a:pt x="9254" y="1907"/>
                    <a:pt x="9263" y="3453"/>
                    <a:pt x="7622" y="4407"/>
                  </a:cubicBezTo>
                  <a:cubicBezTo>
                    <a:pt x="5981" y="5360"/>
                    <a:pt x="3312" y="5360"/>
                    <a:pt x="1660" y="4407"/>
                  </a:cubicBezTo>
                  <a:cubicBezTo>
                    <a:pt x="8" y="3453"/>
                    <a:pt x="0" y="1907"/>
                    <a:pt x="1641" y="953"/>
                  </a:cubicBezTo>
                  <a:cubicBezTo>
                    <a:pt x="3281" y="0"/>
                    <a:pt x="5951" y="0"/>
                    <a:pt x="7602" y="9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EB3D4"/>
                </a:gs>
                <a:gs pos="100000">
                  <a:srgbClr val="FAFBFF"/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D3A82F52-AB36-409A-9555-B17C3C2E99A1}"/>
              </a:ext>
            </a:extLst>
          </p:cNvPr>
          <p:cNvGrpSpPr/>
          <p:nvPr/>
        </p:nvGrpSpPr>
        <p:grpSpPr>
          <a:xfrm>
            <a:off x="2318723" y="1570483"/>
            <a:ext cx="1395941" cy="1199889"/>
            <a:chOff x="9401960" y="2410836"/>
            <a:chExt cx="1395941" cy="1199889"/>
          </a:xfrm>
        </p:grpSpPr>
        <p:sp>
          <p:nvSpPr>
            <p:cNvPr id="238" name="菱形 237">
              <a:extLst>
                <a:ext uri="{FF2B5EF4-FFF2-40B4-BE49-F238E27FC236}">
                  <a16:creationId xmlns:a16="http://schemas.microsoft.com/office/drawing/2014/main" id="{4C201980-D78B-44E6-B728-837406D1FC3E}"/>
                </a:ext>
              </a:extLst>
            </p:cNvPr>
            <p:cNvSpPr/>
            <p:nvPr/>
          </p:nvSpPr>
          <p:spPr>
            <a:xfrm>
              <a:off x="9401960" y="2836325"/>
              <a:ext cx="1395941" cy="774400"/>
            </a:xfrm>
            <a:prstGeom prst="diamond">
              <a:avLst/>
            </a:prstGeom>
            <a:noFill/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E7A02BE7-BFF7-4377-BED1-B631F5219567}"/>
                </a:ext>
              </a:extLst>
            </p:cNvPr>
            <p:cNvGrpSpPr/>
            <p:nvPr/>
          </p:nvGrpSpPr>
          <p:grpSpPr>
            <a:xfrm>
              <a:off x="9511419" y="2410836"/>
              <a:ext cx="1177014" cy="1107724"/>
              <a:chOff x="7716402" y="-134808"/>
              <a:chExt cx="2049463" cy="1928813"/>
            </a:xfrm>
          </p:grpSpPr>
          <p:sp>
            <p:nvSpPr>
              <p:cNvPr id="240" name="Freeform 28">
                <a:extLst>
                  <a:ext uri="{FF2B5EF4-FFF2-40B4-BE49-F238E27FC236}">
                    <a16:creationId xmlns:a16="http://schemas.microsoft.com/office/drawing/2014/main" id="{33E40147-7B98-4FE6-91BC-6557AB4A5A2A}"/>
                  </a:ext>
                </a:extLst>
              </p:cNvPr>
              <p:cNvSpPr/>
              <p:nvPr/>
            </p:nvSpPr>
            <p:spPr bwMode="auto">
              <a:xfrm>
                <a:off x="8745102" y="458917"/>
                <a:ext cx="1020763" cy="1335088"/>
              </a:xfrm>
              <a:custGeom>
                <a:avLst/>
                <a:gdLst>
                  <a:gd name="T0" fmla="*/ 643 w 643"/>
                  <a:gd name="T1" fmla="*/ 0 h 841"/>
                  <a:gd name="T2" fmla="*/ 641 w 643"/>
                  <a:gd name="T3" fmla="*/ 467 h 841"/>
                  <a:gd name="T4" fmla="*/ 0 w 643"/>
                  <a:gd name="T5" fmla="*/ 841 h 841"/>
                  <a:gd name="T6" fmla="*/ 0 w 643"/>
                  <a:gd name="T7" fmla="*/ 377 h 841"/>
                  <a:gd name="T8" fmla="*/ 643 w 643"/>
                  <a:gd name="T9" fmla="*/ 0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3" h="841">
                    <a:moveTo>
                      <a:pt x="643" y="0"/>
                    </a:moveTo>
                    <a:lnTo>
                      <a:pt x="641" y="467"/>
                    </a:lnTo>
                    <a:lnTo>
                      <a:pt x="0" y="841"/>
                    </a:lnTo>
                    <a:lnTo>
                      <a:pt x="0" y="377"/>
                    </a:lnTo>
                    <a:lnTo>
                      <a:pt x="643" y="0"/>
                    </a:lnTo>
                    <a:close/>
                  </a:path>
                </a:pathLst>
              </a:custGeom>
              <a:gradFill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1" name="Freeform 29">
                <a:extLst>
                  <a:ext uri="{FF2B5EF4-FFF2-40B4-BE49-F238E27FC236}">
                    <a16:creationId xmlns:a16="http://schemas.microsoft.com/office/drawing/2014/main" id="{EADFF7EF-93BD-420D-97B6-68290CE55E71}"/>
                  </a:ext>
                </a:extLst>
              </p:cNvPr>
              <p:cNvSpPr/>
              <p:nvPr/>
            </p:nvSpPr>
            <p:spPr bwMode="auto">
              <a:xfrm>
                <a:off x="7716402" y="458917"/>
                <a:ext cx="1028700" cy="1335088"/>
              </a:xfrm>
              <a:custGeom>
                <a:avLst/>
                <a:gdLst>
                  <a:gd name="T0" fmla="*/ 648 w 648"/>
                  <a:gd name="T1" fmla="*/ 377 h 841"/>
                  <a:gd name="T2" fmla="*/ 648 w 648"/>
                  <a:gd name="T3" fmla="*/ 841 h 841"/>
                  <a:gd name="T4" fmla="*/ 0 w 648"/>
                  <a:gd name="T5" fmla="*/ 467 h 841"/>
                  <a:gd name="T6" fmla="*/ 2 w 648"/>
                  <a:gd name="T7" fmla="*/ 0 h 841"/>
                  <a:gd name="T8" fmla="*/ 648 w 648"/>
                  <a:gd name="T9" fmla="*/ 377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8" h="841">
                    <a:moveTo>
                      <a:pt x="648" y="377"/>
                    </a:moveTo>
                    <a:lnTo>
                      <a:pt x="648" y="841"/>
                    </a:lnTo>
                    <a:lnTo>
                      <a:pt x="0" y="467"/>
                    </a:lnTo>
                    <a:lnTo>
                      <a:pt x="2" y="0"/>
                    </a:lnTo>
                    <a:lnTo>
                      <a:pt x="648" y="377"/>
                    </a:lnTo>
                    <a:close/>
                  </a:path>
                </a:pathLst>
              </a:custGeom>
              <a:gradFill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2" name="Freeform 30">
                <a:extLst>
                  <a:ext uri="{FF2B5EF4-FFF2-40B4-BE49-F238E27FC236}">
                    <a16:creationId xmlns:a16="http://schemas.microsoft.com/office/drawing/2014/main" id="{B1F2168D-9657-4458-9322-E25F0A2B527B}"/>
                  </a:ext>
                </a:extLst>
              </p:cNvPr>
              <p:cNvSpPr/>
              <p:nvPr/>
            </p:nvSpPr>
            <p:spPr bwMode="auto">
              <a:xfrm>
                <a:off x="7719577" y="-134808"/>
                <a:ext cx="2046288" cy="1192213"/>
              </a:xfrm>
              <a:custGeom>
                <a:avLst/>
                <a:gdLst>
                  <a:gd name="T0" fmla="*/ 1289 w 1289"/>
                  <a:gd name="T1" fmla="*/ 374 h 751"/>
                  <a:gd name="T2" fmla="*/ 646 w 1289"/>
                  <a:gd name="T3" fmla="*/ 751 h 751"/>
                  <a:gd name="T4" fmla="*/ 0 w 1289"/>
                  <a:gd name="T5" fmla="*/ 374 h 751"/>
                  <a:gd name="T6" fmla="*/ 641 w 1289"/>
                  <a:gd name="T7" fmla="*/ 0 h 751"/>
                  <a:gd name="T8" fmla="*/ 1289 w 1289"/>
                  <a:gd name="T9" fmla="*/ 374 h 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751">
                    <a:moveTo>
                      <a:pt x="1289" y="374"/>
                    </a:moveTo>
                    <a:lnTo>
                      <a:pt x="646" y="751"/>
                    </a:lnTo>
                    <a:lnTo>
                      <a:pt x="0" y="374"/>
                    </a:lnTo>
                    <a:lnTo>
                      <a:pt x="641" y="0"/>
                    </a:lnTo>
                    <a:lnTo>
                      <a:pt x="1289" y="37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8E9CEF">
                      <a:lumMod val="52000"/>
                      <a:lumOff val="48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3" name="Freeform 31">
                <a:extLst>
                  <a:ext uri="{FF2B5EF4-FFF2-40B4-BE49-F238E27FC236}">
                    <a16:creationId xmlns:a16="http://schemas.microsoft.com/office/drawing/2014/main" id="{2A60A5FC-AE75-4EEB-B5CC-32E0979022C2}"/>
                  </a:ext>
                </a:extLst>
              </p:cNvPr>
              <p:cNvSpPr/>
              <p:nvPr/>
            </p:nvSpPr>
            <p:spPr bwMode="auto">
              <a:xfrm>
                <a:off x="8740340" y="357317"/>
                <a:ext cx="644525" cy="495300"/>
              </a:xfrm>
              <a:custGeom>
                <a:avLst/>
                <a:gdLst>
                  <a:gd name="T0" fmla="*/ 406 w 406"/>
                  <a:gd name="T1" fmla="*/ 0 h 312"/>
                  <a:gd name="T2" fmla="*/ 406 w 406"/>
                  <a:gd name="T3" fmla="*/ 76 h 312"/>
                  <a:gd name="T4" fmla="*/ 0 w 406"/>
                  <a:gd name="T5" fmla="*/ 312 h 312"/>
                  <a:gd name="T6" fmla="*/ 3 w 406"/>
                  <a:gd name="T7" fmla="*/ 236 h 312"/>
                  <a:gd name="T8" fmla="*/ 406 w 406"/>
                  <a:gd name="T9" fmla="*/ 0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6" h="312">
                    <a:moveTo>
                      <a:pt x="406" y="0"/>
                    </a:moveTo>
                    <a:lnTo>
                      <a:pt x="406" y="76"/>
                    </a:lnTo>
                    <a:lnTo>
                      <a:pt x="0" y="312"/>
                    </a:lnTo>
                    <a:lnTo>
                      <a:pt x="3" y="236"/>
                    </a:lnTo>
                    <a:lnTo>
                      <a:pt x="406" y="0"/>
                    </a:lnTo>
                    <a:close/>
                  </a:path>
                </a:pathLst>
              </a:custGeom>
              <a:gradFill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4" name="Freeform 32">
                <a:extLst>
                  <a:ext uri="{FF2B5EF4-FFF2-40B4-BE49-F238E27FC236}">
                    <a16:creationId xmlns:a16="http://schemas.microsoft.com/office/drawing/2014/main" id="{0090621A-B69D-4D02-A5E8-31F50ACBCEE4}"/>
                  </a:ext>
                </a:extLst>
              </p:cNvPr>
              <p:cNvSpPr/>
              <p:nvPr/>
            </p:nvSpPr>
            <p:spPr bwMode="auto">
              <a:xfrm>
                <a:off x="8095815" y="357317"/>
                <a:ext cx="649288" cy="495300"/>
              </a:xfrm>
              <a:custGeom>
                <a:avLst/>
                <a:gdLst>
                  <a:gd name="T0" fmla="*/ 409 w 409"/>
                  <a:gd name="T1" fmla="*/ 236 h 312"/>
                  <a:gd name="T2" fmla="*/ 406 w 409"/>
                  <a:gd name="T3" fmla="*/ 312 h 312"/>
                  <a:gd name="T4" fmla="*/ 0 w 409"/>
                  <a:gd name="T5" fmla="*/ 76 h 312"/>
                  <a:gd name="T6" fmla="*/ 0 w 409"/>
                  <a:gd name="T7" fmla="*/ 0 h 312"/>
                  <a:gd name="T8" fmla="*/ 409 w 409"/>
                  <a:gd name="T9" fmla="*/ 236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9" h="312">
                    <a:moveTo>
                      <a:pt x="409" y="236"/>
                    </a:moveTo>
                    <a:lnTo>
                      <a:pt x="406" y="312"/>
                    </a:lnTo>
                    <a:lnTo>
                      <a:pt x="0" y="76"/>
                    </a:lnTo>
                    <a:lnTo>
                      <a:pt x="0" y="0"/>
                    </a:lnTo>
                    <a:lnTo>
                      <a:pt x="409" y="236"/>
                    </a:lnTo>
                    <a:close/>
                  </a:path>
                </a:pathLst>
              </a:custGeom>
              <a:gradFill>
                <a:gsLst>
                  <a:gs pos="0">
                    <a:srgbClr val="3749CC"/>
                  </a:gs>
                  <a:gs pos="100000">
                    <a:srgbClr val="6578F0"/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45" name="Freeform 33">
                <a:extLst>
                  <a:ext uri="{FF2B5EF4-FFF2-40B4-BE49-F238E27FC236}">
                    <a16:creationId xmlns:a16="http://schemas.microsoft.com/office/drawing/2014/main" id="{B47163AB-4619-4CB8-856D-6081901F3147}"/>
                  </a:ext>
                </a:extLst>
              </p:cNvPr>
              <p:cNvSpPr/>
              <p:nvPr/>
            </p:nvSpPr>
            <p:spPr bwMode="auto">
              <a:xfrm>
                <a:off x="8095815" y="-17333"/>
                <a:ext cx="1289050" cy="749300"/>
              </a:xfrm>
              <a:custGeom>
                <a:avLst/>
                <a:gdLst>
                  <a:gd name="T0" fmla="*/ 812 w 812"/>
                  <a:gd name="T1" fmla="*/ 236 h 472"/>
                  <a:gd name="T2" fmla="*/ 409 w 812"/>
                  <a:gd name="T3" fmla="*/ 472 h 472"/>
                  <a:gd name="T4" fmla="*/ 0 w 812"/>
                  <a:gd name="T5" fmla="*/ 236 h 472"/>
                  <a:gd name="T6" fmla="*/ 404 w 812"/>
                  <a:gd name="T7" fmla="*/ 0 h 472"/>
                  <a:gd name="T8" fmla="*/ 812 w 812"/>
                  <a:gd name="T9" fmla="*/ 23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2" h="472">
                    <a:moveTo>
                      <a:pt x="812" y="236"/>
                    </a:moveTo>
                    <a:lnTo>
                      <a:pt x="409" y="472"/>
                    </a:lnTo>
                    <a:lnTo>
                      <a:pt x="0" y="236"/>
                    </a:lnTo>
                    <a:lnTo>
                      <a:pt x="404" y="0"/>
                    </a:lnTo>
                    <a:lnTo>
                      <a:pt x="812" y="2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0"/>
                      <a:lumOff val="100000"/>
                    </a:schemeClr>
                  </a:gs>
                  <a:gs pos="100000">
                    <a:srgbClr val="8E9CEF">
                      <a:lumMod val="61000"/>
                      <a:lumOff val="39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C95E956A-A004-4B15-AB7E-87861214233B}"/>
              </a:ext>
            </a:extLst>
          </p:cNvPr>
          <p:cNvGrpSpPr/>
          <p:nvPr/>
        </p:nvGrpSpPr>
        <p:grpSpPr>
          <a:xfrm>
            <a:off x="3268970" y="2208515"/>
            <a:ext cx="137559" cy="148262"/>
            <a:chOff x="8710795" y="4018668"/>
            <a:chExt cx="230903" cy="248870"/>
          </a:xfrm>
          <a:scene3d>
            <a:camera prst="isometricRightUp"/>
            <a:lightRig rig="threePt" dir="t"/>
          </a:scene3d>
        </p:grpSpPr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BFE4C8D1-705C-4B0C-B77C-2F054EA1D133}"/>
                </a:ext>
              </a:extLst>
            </p:cNvPr>
            <p:cNvSpPr/>
            <p:nvPr/>
          </p:nvSpPr>
          <p:spPr>
            <a:xfrm>
              <a:off x="8710795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2EFA5B1D-C96D-46B7-A896-6D4EEDFD9AE5}"/>
                </a:ext>
              </a:extLst>
            </p:cNvPr>
            <p:cNvSpPr/>
            <p:nvPr/>
          </p:nvSpPr>
          <p:spPr>
            <a:xfrm>
              <a:off x="8803387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41C02D8A-5CAB-4E40-9EF5-14A8D22F87D2}"/>
                </a:ext>
              </a:extLst>
            </p:cNvPr>
            <p:cNvSpPr/>
            <p:nvPr/>
          </p:nvSpPr>
          <p:spPr>
            <a:xfrm>
              <a:off x="8895979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4" name="图形 243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74D56604-F099-416C-99F6-81B8464F1DCE}"/>
              </a:ext>
            </a:extLst>
          </p:cNvPr>
          <p:cNvSpPr/>
          <p:nvPr/>
        </p:nvSpPr>
        <p:spPr>
          <a:xfrm>
            <a:off x="2862867" y="1688741"/>
            <a:ext cx="327588" cy="297808"/>
          </a:xfrm>
          <a:custGeom>
            <a:avLst/>
            <a:gdLst>
              <a:gd name="connsiteX0" fmla="*/ 24289 w 209550"/>
              <a:gd name="connsiteY0" fmla="*/ 162306 h 190500"/>
              <a:gd name="connsiteX1" fmla="*/ 37719 w 209550"/>
              <a:gd name="connsiteY1" fmla="*/ 175736 h 190500"/>
              <a:gd name="connsiteX2" fmla="*/ 54769 w 209550"/>
              <a:gd name="connsiteY2" fmla="*/ 158591 h 190500"/>
              <a:gd name="connsiteX3" fmla="*/ 41339 w 209550"/>
              <a:gd name="connsiteY3" fmla="*/ 145161 h 190500"/>
              <a:gd name="connsiteX4" fmla="*/ 24289 w 209550"/>
              <a:gd name="connsiteY4" fmla="*/ 162306 h 190500"/>
              <a:gd name="connsiteX5" fmla="*/ 95250 w 209550"/>
              <a:gd name="connsiteY5" fmla="*/ 199549 h 190500"/>
              <a:gd name="connsiteX6" fmla="*/ 114300 w 209550"/>
              <a:gd name="connsiteY6" fmla="*/ 199549 h 190500"/>
              <a:gd name="connsiteX7" fmla="*/ 114300 w 209550"/>
              <a:gd name="connsiteY7" fmla="*/ 171450 h 190500"/>
              <a:gd name="connsiteX8" fmla="*/ 95250 w 209550"/>
              <a:gd name="connsiteY8" fmla="*/ 171450 h 190500"/>
              <a:gd name="connsiteX9" fmla="*/ 95250 w 209550"/>
              <a:gd name="connsiteY9" fmla="*/ 199549 h 190500"/>
              <a:gd name="connsiteX10" fmla="*/ 28575 w 209550"/>
              <a:gd name="connsiteY10" fmla="*/ 85725 h 190500"/>
              <a:gd name="connsiteX11" fmla="*/ 0 w 209550"/>
              <a:gd name="connsiteY11" fmla="*/ 85725 h 190500"/>
              <a:gd name="connsiteX12" fmla="*/ 0 w 209550"/>
              <a:gd name="connsiteY12" fmla="*/ 104775 h 190500"/>
              <a:gd name="connsiteX13" fmla="*/ 28575 w 209550"/>
              <a:gd name="connsiteY13" fmla="*/ 104775 h 190500"/>
              <a:gd name="connsiteX14" fmla="*/ 28575 w 209550"/>
              <a:gd name="connsiteY14" fmla="*/ 85725 h 190500"/>
              <a:gd name="connsiteX15" fmla="*/ 133350 w 209550"/>
              <a:gd name="connsiteY15" fmla="*/ 45815 h 190500"/>
              <a:gd name="connsiteX16" fmla="*/ 133350 w 209550"/>
              <a:gd name="connsiteY16" fmla="*/ 0 h 190500"/>
              <a:gd name="connsiteX17" fmla="*/ 76200 w 209550"/>
              <a:gd name="connsiteY17" fmla="*/ 0 h 190500"/>
              <a:gd name="connsiteX18" fmla="*/ 76200 w 209550"/>
              <a:gd name="connsiteY18" fmla="*/ 45815 h 190500"/>
              <a:gd name="connsiteX19" fmla="*/ 47625 w 209550"/>
              <a:gd name="connsiteY19" fmla="*/ 95250 h 190500"/>
              <a:gd name="connsiteX20" fmla="*/ 104775 w 209550"/>
              <a:gd name="connsiteY20" fmla="*/ 152400 h 190500"/>
              <a:gd name="connsiteX21" fmla="*/ 161925 w 209550"/>
              <a:gd name="connsiteY21" fmla="*/ 95250 h 190500"/>
              <a:gd name="connsiteX22" fmla="*/ 133350 w 209550"/>
              <a:gd name="connsiteY22" fmla="*/ 45815 h 190500"/>
              <a:gd name="connsiteX23" fmla="*/ 180975 w 209550"/>
              <a:gd name="connsiteY23" fmla="*/ 85725 h 190500"/>
              <a:gd name="connsiteX24" fmla="*/ 180975 w 209550"/>
              <a:gd name="connsiteY24" fmla="*/ 104775 h 190500"/>
              <a:gd name="connsiteX25" fmla="*/ 209550 w 209550"/>
              <a:gd name="connsiteY25" fmla="*/ 104775 h 190500"/>
              <a:gd name="connsiteX26" fmla="*/ 209550 w 209550"/>
              <a:gd name="connsiteY26" fmla="*/ 85725 h 190500"/>
              <a:gd name="connsiteX27" fmla="*/ 180975 w 209550"/>
              <a:gd name="connsiteY27" fmla="*/ 85725 h 190500"/>
              <a:gd name="connsiteX28" fmla="*/ 154686 w 209550"/>
              <a:gd name="connsiteY28" fmla="*/ 158687 h 190500"/>
              <a:gd name="connsiteX29" fmla="*/ 171736 w 209550"/>
              <a:gd name="connsiteY29" fmla="*/ 175831 h 190500"/>
              <a:gd name="connsiteX30" fmla="*/ 185166 w 209550"/>
              <a:gd name="connsiteY30" fmla="*/ 162401 h 190500"/>
              <a:gd name="connsiteX31" fmla="*/ 168021 w 209550"/>
              <a:gd name="connsiteY31" fmla="*/ 145352 h 190500"/>
              <a:gd name="connsiteX32" fmla="*/ 154686 w 209550"/>
              <a:gd name="connsiteY32" fmla="*/ 158687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9550" h="190500">
                <a:moveTo>
                  <a:pt x="24289" y="162306"/>
                </a:moveTo>
                <a:lnTo>
                  <a:pt x="37719" y="175736"/>
                </a:lnTo>
                <a:lnTo>
                  <a:pt x="54769" y="158591"/>
                </a:lnTo>
                <a:lnTo>
                  <a:pt x="41339" y="145161"/>
                </a:lnTo>
                <a:cubicBezTo>
                  <a:pt x="41339" y="145161"/>
                  <a:pt x="24289" y="162306"/>
                  <a:pt x="24289" y="162306"/>
                </a:cubicBezTo>
                <a:close/>
                <a:moveTo>
                  <a:pt x="95250" y="199549"/>
                </a:moveTo>
                <a:lnTo>
                  <a:pt x="114300" y="199549"/>
                </a:lnTo>
                <a:lnTo>
                  <a:pt x="114300" y="171450"/>
                </a:lnTo>
                <a:lnTo>
                  <a:pt x="95250" y="171450"/>
                </a:lnTo>
                <a:lnTo>
                  <a:pt x="95250" y="199549"/>
                </a:lnTo>
                <a:close/>
                <a:moveTo>
                  <a:pt x="28575" y="85725"/>
                </a:moveTo>
                <a:lnTo>
                  <a:pt x="0" y="85725"/>
                </a:lnTo>
                <a:lnTo>
                  <a:pt x="0" y="104775"/>
                </a:lnTo>
                <a:lnTo>
                  <a:pt x="28575" y="104775"/>
                </a:lnTo>
                <a:lnTo>
                  <a:pt x="28575" y="85725"/>
                </a:lnTo>
                <a:close/>
                <a:moveTo>
                  <a:pt x="133350" y="45815"/>
                </a:moveTo>
                <a:lnTo>
                  <a:pt x="133350" y="0"/>
                </a:lnTo>
                <a:lnTo>
                  <a:pt x="76200" y="0"/>
                </a:lnTo>
                <a:lnTo>
                  <a:pt x="76200" y="45815"/>
                </a:lnTo>
                <a:cubicBezTo>
                  <a:pt x="59150" y="55721"/>
                  <a:pt x="47625" y="74105"/>
                  <a:pt x="47625" y="95250"/>
                </a:cubicBezTo>
                <a:cubicBezTo>
                  <a:pt x="47625" y="126778"/>
                  <a:pt x="73247" y="152400"/>
                  <a:pt x="104775" y="152400"/>
                </a:cubicBezTo>
                <a:cubicBezTo>
                  <a:pt x="136303" y="152400"/>
                  <a:pt x="161925" y="126778"/>
                  <a:pt x="161925" y="95250"/>
                </a:cubicBezTo>
                <a:cubicBezTo>
                  <a:pt x="161925" y="74105"/>
                  <a:pt x="150400" y="55721"/>
                  <a:pt x="133350" y="45815"/>
                </a:cubicBezTo>
                <a:close/>
                <a:moveTo>
                  <a:pt x="180975" y="85725"/>
                </a:moveTo>
                <a:lnTo>
                  <a:pt x="180975" y="104775"/>
                </a:lnTo>
                <a:lnTo>
                  <a:pt x="209550" y="104775"/>
                </a:lnTo>
                <a:lnTo>
                  <a:pt x="209550" y="85725"/>
                </a:lnTo>
                <a:lnTo>
                  <a:pt x="180975" y="85725"/>
                </a:lnTo>
                <a:close/>
                <a:moveTo>
                  <a:pt x="154686" y="158687"/>
                </a:moveTo>
                <a:lnTo>
                  <a:pt x="171736" y="175831"/>
                </a:lnTo>
                <a:lnTo>
                  <a:pt x="185166" y="162401"/>
                </a:lnTo>
                <a:lnTo>
                  <a:pt x="168021" y="145352"/>
                </a:lnTo>
                <a:cubicBezTo>
                  <a:pt x="168021" y="145352"/>
                  <a:pt x="154686" y="158687"/>
                  <a:pt x="154686" y="158687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0800000" scaled="1"/>
            <a:tileRect/>
          </a:gradFill>
          <a:ln w="9525">
            <a:noFill/>
            <a:round/>
          </a:ln>
          <a:effectLst>
            <a:outerShdw blurRad="152400" dir="5400000" sx="90000" sy="-19000" rotWithShape="0">
              <a:srgbClr val="3749CC"/>
            </a:outerShdw>
          </a:effectLst>
          <a:scene3d>
            <a:camera prst="isometricTopUp"/>
            <a:lightRig rig="threePt" dir="t"/>
          </a:scene3d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487483BD-2C74-406C-85E5-ECFDC9B38368}"/>
              </a:ext>
            </a:extLst>
          </p:cNvPr>
          <p:cNvSpPr txBox="1"/>
          <p:nvPr/>
        </p:nvSpPr>
        <p:spPr>
          <a:xfrm rot="1764608">
            <a:off x="1947107" y="2440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4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数据库</a:t>
            </a:r>
          </a:p>
        </p:txBody>
      </p: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7EE9C61E-CC59-4A74-AAC8-AC75B36D2FB6}"/>
              </a:ext>
            </a:extLst>
          </p:cNvPr>
          <p:cNvGrpSpPr/>
          <p:nvPr/>
        </p:nvGrpSpPr>
        <p:grpSpPr>
          <a:xfrm rot="19740000" flipH="1">
            <a:off x="690856" y="3006424"/>
            <a:ext cx="4818761" cy="3001651"/>
            <a:chOff x="155731" y="3218073"/>
            <a:chExt cx="4516529" cy="2705845"/>
          </a:xfrm>
        </p:grpSpPr>
        <p:sp>
          <p:nvSpPr>
            <p:cNvPr id="248" name="Freeform 27">
              <a:extLst>
                <a:ext uri="{FF2B5EF4-FFF2-40B4-BE49-F238E27FC236}">
                  <a16:creationId xmlns:a16="http://schemas.microsoft.com/office/drawing/2014/main" id="{FDAE27AE-F831-48EA-B55C-8ACA27C987B0}"/>
                </a:ext>
              </a:extLst>
            </p:cNvPr>
            <p:cNvSpPr/>
            <p:nvPr/>
          </p:nvSpPr>
          <p:spPr bwMode="auto">
            <a:xfrm>
              <a:off x="168668" y="3645149"/>
              <a:ext cx="4488820" cy="2278769"/>
            </a:xfrm>
            <a:custGeom>
              <a:avLst/>
              <a:gdLst>
                <a:gd name="T0" fmla="*/ 1918 w 1936"/>
                <a:gd name="T1" fmla="*/ 24 h 982"/>
                <a:gd name="T2" fmla="*/ 350 w 1936"/>
                <a:gd name="T3" fmla="*/ 936 h 982"/>
                <a:gd name="T4" fmla="*/ 265 w 1936"/>
                <a:gd name="T5" fmla="*/ 936 h 982"/>
                <a:gd name="T6" fmla="*/ 18 w 1936"/>
                <a:gd name="T7" fmla="*/ 793 h 982"/>
                <a:gd name="T8" fmla="*/ 0 w 1936"/>
                <a:gd name="T9" fmla="*/ 768 h 982"/>
                <a:gd name="T10" fmla="*/ 0 w 1936"/>
                <a:gd name="T11" fmla="*/ 801 h 982"/>
                <a:gd name="T12" fmla="*/ 18 w 1936"/>
                <a:gd name="T13" fmla="*/ 825 h 982"/>
                <a:gd name="T14" fmla="*/ 265 w 1936"/>
                <a:gd name="T15" fmla="*/ 968 h 982"/>
                <a:gd name="T16" fmla="*/ 350 w 1936"/>
                <a:gd name="T17" fmla="*/ 968 h 982"/>
                <a:gd name="T18" fmla="*/ 1918 w 1936"/>
                <a:gd name="T19" fmla="*/ 57 h 982"/>
                <a:gd name="T20" fmla="*/ 1936 w 1936"/>
                <a:gd name="T21" fmla="*/ 32 h 982"/>
                <a:gd name="T22" fmla="*/ 1936 w 1936"/>
                <a:gd name="T23" fmla="*/ 0 h 982"/>
                <a:gd name="T24" fmla="*/ 1918 w 1936"/>
                <a:gd name="T25" fmla="*/ 24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6" h="982">
                  <a:moveTo>
                    <a:pt x="1918" y="24"/>
                  </a:moveTo>
                  <a:cubicBezTo>
                    <a:pt x="350" y="936"/>
                    <a:pt x="350" y="936"/>
                    <a:pt x="350" y="936"/>
                  </a:cubicBezTo>
                  <a:cubicBezTo>
                    <a:pt x="326" y="949"/>
                    <a:pt x="289" y="949"/>
                    <a:pt x="265" y="936"/>
                  </a:cubicBezTo>
                  <a:cubicBezTo>
                    <a:pt x="18" y="793"/>
                    <a:pt x="18" y="793"/>
                    <a:pt x="18" y="793"/>
                  </a:cubicBezTo>
                  <a:cubicBezTo>
                    <a:pt x="6" y="786"/>
                    <a:pt x="0" y="777"/>
                    <a:pt x="0" y="768"/>
                  </a:cubicBezTo>
                  <a:cubicBezTo>
                    <a:pt x="0" y="801"/>
                    <a:pt x="0" y="801"/>
                    <a:pt x="0" y="801"/>
                  </a:cubicBezTo>
                  <a:cubicBezTo>
                    <a:pt x="0" y="810"/>
                    <a:pt x="6" y="819"/>
                    <a:pt x="18" y="825"/>
                  </a:cubicBezTo>
                  <a:cubicBezTo>
                    <a:pt x="265" y="968"/>
                    <a:pt x="265" y="968"/>
                    <a:pt x="265" y="968"/>
                  </a:cubicBezTo>
                  <a:cubicBezTo>
                    <a:pt x="288" y="982"/>
                    <a:pt x="326" y="982"/>
                    <a:pt x="350" y="968"/>
                  </a:cubicBezTo>
                  <a:cubicBezTo>
                    <a:pt x="1918" y="57"/>
                    <a:pt x="1918" y="57"/>
                    <a:pt x="1918" y="57"/>
                  </a:cubicBezTo>
                  <a:cubicBezTo>
                    <a:pt x="1930" y="50"/>
                    <a:pt x="1936" y="41"/>
                    <a:pt x="1936" y="32"/>
                  </a:cubicBezTo>
                  <a:cubicBezTo>
                    <a:pt x="1936" y="0"/>
                    <a:pt x="1936" y="0"/>
                    <a:pt x="1936" y="0"/>
                  </a:cubicBezTo>
                  <a:cubicBezTo>
                    <a:pt x="1936" y="9"/>
                    <a:pt x="1930" y="17"/>
                    <a:pt x="1918" y="24"/>
                  </a:cubicBezTo>
                  <a:close/>
                </a:path>
              </a:pathLst>
            </a:custGeom>
            <a:solidFill>
              <a:srgbClr val="6575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  <p:sp>
          <p:nvSpPr>
            <p:cNvPr id="249" name="Freeform 28">
              <a:extLst>
                <a:ext uri="{FF2B5EF4-FFF2-40B4-BE49-F238E27FC236}">
                  <a16:creationId xmlns:a16="http://schemas.microsoft.com/office/drawing/2014/main" id="{37BE1EFB-5088-4DB3-AD74-C7D6129EB2A7}"/>
                </a:ext>
              </a:extLst>
            </p:cNvPr>
            <p:cNvSpPr/>
            <p:nvPr/>
          </p:nvSpPr>
          <p:spPr bwMode="auto">
            <a:xfrm>
              <a:off x="155731" y="3218073"/>
              <a:ext cx="4516529" cy="2621250"/>
            </a:xfrm>
            <a:custGeom>
              <a:avLst/>
              <a:gdLst>
                <a:gd name="T0" fmla="*/ 1924 w 1948"/>
                <a:gd name="T1" fmla="*/ 156 h 1130"/>
                <a:gd name="T2" fmla="*/ 1924 w 1948"/>
                <a:gd name="T3" fmla="*/ 205 h 1130"/>
                <a:gd name="T4" fmla="*/ 356 w 1948"/>
                <a:gd name="T5" fmla="*/ 1117 h 1130"/>
                <a:gd name="T6" fmla="*/ 271 w 1948"/>
                <a:gd name="T7" fmla="*/ 1117 h 1130"/>
                <a:gd name="T8" fmla="*/ 24 w 1948"/>
                <a:gd name="T9" fmla="*/ 974 h 1130"/>
                <a:gd name="T10" fmla="*/ 23 w 1948"/>
                <a:gd name="T11" fmla="*/ 925 h 1130"/>
                <a:gd name="T12" fmla="*/ 1592 w 1948"/>
                <a:gd name="T13" fmla="*/ 13 h 1130"/>
                <a:gd name="T14" fmla="*/ 1677 w 1948"/>
                <a:gd name="T15" fmla="*/ 13 h 1130"/>
                <a:gd name="T16" fmla="*/ 1924 w 1948"/>
                <a:gd name="T17" fmla="*/ 156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8" h="1130">
                  <a:moveTo>
                    <a:pt x="1924" y="156"/>
                  </a:moveTo>
                  <a:cubicBezTo>
                    <a:pt x="1948" y="170"/>
                    <a:pt x="1948" y="192"/>
                    <a:pt x="1924" y="205"/>
                  </a:cubicBezTo>
                  <a:cubicBezTo>
                    <a:pt x="356" y="1117"/>
                    <a:pt x="356" y="1117"/>
                    <a:pt x="356" y="1117"/>
                  </a:cubicBezTo>
                  <a:cubicBezTo>
                    <a:pt x="332" y="1130"/>
                    <a:pt x="295" y="1130"/>
                    <a:pt x="271" y="1117"/>
                  </a:cubicBezTo>
                  <a:cubicBezTo>
                    <a:pt x="24" y="974"/>
                    <a:pt x="24" y="974"/>
                    <a:pt x="24" y="974"/>
                  </a:cubicBezTo>
                  <a:cubicBezTo>
                    <a:pt x="0" y="960"/>
                    <a:pt x="0" y="938"/>
                    <a:pt x="23" y="925"/>
                  </a:cubicBezTo>
                  <a:cubicBezTo>
                    <a:pt x="1592" y="13"/>
                    <a:pt x="1592" y="13"/>
                    <a:pt x="1592" y="13"/>
                  </a:cubicBezTo>
                  <a:cubicBezTo>
                    <a:pt x="1615" y="0"/>
                    <a:pt x="1653" y="0"/>
                    <a:pt x="1677" y="13"/>
                  </a:cubicBezTo>
                  <a:lnTo>
                    <a:pt x="1924" y="15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C7307423-B38D-4520-8152-8A9A60A39458}"/>
              </a:ext>
            </a:extLst>
          </p:cNvPr>
          <p:cNvGrpSpPr/>
          <p:nvPr/>
        </p:nvGrpSpPr>
        <p:grpSpPr>
          <a:xfrm rot="19801696" flipH="1">
            <a:off x="1057588" y="4995808"/>
            <a:ext cx="3905400" cy="2308507"/>
            <a:chOff x="155731" y="3218073"/>
            <a:chExt cx="4516529" cy="2705845"/>
          </a:xfrm>
        </p:grpSpPr>
        <p:sp>
          <p:nvSpPr>
            <p:cNvPr id="285" name="Freeform 27">
              <a:extLst>
                <a:ext uri="{FF2B5EF4-FFF2-40B4-BE49-F238E27FC236}">
                  <a16:creationId xmlns:a16="http://schemas.microsoft.com/office/drawing/2014/main" id="{DF25AF22-3338-4561-AB17-E4F2E1D519AB}"/>
                </a:ext>
              </a:extLst>
            </p:cNvPr>
            <p:cNvSpPr/>
            <p:nvPr/>
          </p:nvSpPr>
          <p:spPr bwMode="auto">
            <a:xfrm>
              <a:off x="168668" y="3645149"/>
              <a:ext cx="4488820" cy="2278769"/>
            </a:xfrm>
            <a:custGeom>
              <a:avLst/>
              <a:gdLst>
                <a:gd name="T0" fmla="*/ 1918 w 1936"/>
                <a:gd name="T1" fmla="*/ 24 h 982"/>
                <a:gd name="T2" fmla="*/ 350 w 1936"/>
                <a:gd name="T3" fmla="*/ 936 h 982"/>
                <a:gd name="T4" fmla="*/ 265 w 1936"/>
                <a:gd name="T5" fmla="*/ 936 h 982"/>
                <a:gd name="T6" fmla="*/ 18 w 1936"/>
                <a:gd name="T7" fmla="*/ 793 h 982"/>
                <a:gd name="T8" fmla="*/ 0 w 1936"/>
                <a:gd name="T9" fmla="*/ 768 h 982"/>
                <a:gd name="T10" fmla="*/ 0 w 1936"/>
                <a:gd name="T11" fmla="*/ 801 h 982"/>
                <a:gd name="T12" fmla="*/ 18 w 1936"/>
                <a:gd name="T13" fmla="*/ 825 h 982"/>
                <a:gd name="T14" fmla="*/ 265 w 1936"/>
                <a:gd name="T15" fmla="*/ 968 h 982"/>
                <a:gd name="T16" fmla="*/ 350 w 1936"/>
                <a:gd name="T17" fmla="*/ 968 h 982"/>
                <a:gd name="T18" fmla="*/ 1918 w 1936"/>
                <a:gd name="T19" fmla="*/ 57 h 982"/>
                <a:gd name="T20" fmla="*/ 1936 w 1936"/>
                <a:gd name="T21" fmla="*/ 32 h 982"/>
                <a:gd name="T22" fmla="*/ 1936 w 1936"/>
                <a:gd name="T23" fmla="*/ 0 h 982"/>
                <a:gd name="T24" fmla="*/ 1918 w 1936"/>
                <a:gd name="T25" fmla="*/ 24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6" h="982">
                  <a:moveTo>
                    <a:pt x="1918" y="24"/>
                  </a:moveTo>
                  <a:cubicBezTo>
                    <a:pt x="350" y="936"/>
                    <a:pt x="350" y="936"/>
                    <a:pt x="350" y="936"/>
                  </a:cubicBezTo>
                  <a:cubicBezTo>
                    <a:pt x="326" y="949"/>
                    <a:pt x="289" y="949"/>
                    <a:pt x="265" y="936"/>
                  </a:cubicBezTo>
                  <a:cubicBezTo>
                    <a:pt x="18" y="793"/>
                    <a:pt x="18" y="793"/>
                    <a:pt x="18" y="793"/>
                  </a:cubicBezTo>
                  <a:cubicBezTo>
                    <a:pt x="6" y="786"/>
                    <a:pt x="0" y="777"/>
                    <a:pt x="0" y="768"/>
                  </a:cubicBezTo>
                  <a:cubicBezTo>
                    <a:pt x="0" y="801"/>
                    <a:pt x="0" y="801"/>
                    <a:pt x="0" y="801"/>
                  </a:cubicBezTo>
                  <a:cubicBezTo>
                    <a:pt x="0" y="810"/>
                    <a:pt x="6" y="819"/>
                    <a:pt x="18" y="825"/>
                  </a:cubicBezTo>
                  <a:cubicBezTo>
                    <a:pt x="265" y="968"/>
                    <a:pt x="265" y="968"/>
                    <a:pt x="265" y="968"/>
                  </a:cubicBezTo>
                  <a:cubicBezTo>
                    <a:pt x="288" y="982"/>
                    <a:pt x="326" y="982"/>
                    <a:pt x="350" y="968"/>
                  </a:cubicBezTo>
                  <a:cubicBezTo>
                    <a:pt x="1918" y="57"/>
                    <a:pt x="1918" y="57"/>
                    <a:pt x="1918" y="57"/>
                  </a:cubicBezTo>
                  <a:cubicBezTo>
                    <a:pt x="1930" y="50"/>
                    <a:pt x="1936" y="41"/>
                    <a:pt x="1936" y="32"/>
                  </a:cubicBezTo>
                  <a:cubicBezTo>
                    <a:pt x="1936" y="0"/>
                    <a:pt x="1936" y="0"/>
                    <a:pt x="1936" y="0"/>
                  </a:cubicBezTo>
                  <a:cubicBezTo>
                    <a:pt x="1936" y="9"/>
                    <a:pt x="1930" y="17"/>
                    <a:pt x="1918" y="24"/>
                  </a:cubicBezTo>
                  <a:close/>
                </a:path>
              </a:pathLst>
            </a:custGeom>
            <a:solidFill>
              <a:srgbClr val="6575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  <p:sp>
          <p:nvSpPr>
            <p:cNvPr id="286" name="Freeform 28">
              <a:extLst>
                <a:ext uri="{FF2B5EF4-FFF2-40B4-BE49-F238E27FC236}">
                  <a16:creationId xmlns:a16="http://schemas.microsoft.com/office/drawing/2014/main" id="{1F0F4E89-A3B6-4B92-9737-EAF5974AB93A}"/>
                </a:ext>
              </a:extLst>
            </p:cNvPr>
            <p:cNvSpPr/>
            <p:nvPr/>
          </p:nvSpPr>
          <p:spPr bwMode="auto">
            <a:xfrm>
              <a:off x="155731" y="3218073"/>
              <a:ext cx="4516529" cy="2621250"/>
            </a:xfrm>
            <a:custGeom>
              <a:avLst/>
              <a:gdLst>
                <a:gd name="T0" fmla="*/ 1924 w 1948"/>
                <a:gd name="T1" fmla="*/ 156 h 1130"/>
                <a:gd name="T2" fmla="*/ 1924 w 1948"/>
                <a:gd name="T3" fmla="*/ 205 h 1130"/>
                <a:gd name="T4" fmla="*/ 356 w 1948"/>
                <a:gd name="T5" fmla="*/ 1117 h 1130"/>
                <a:gd name="T6" fmla="*/ 271 w 1948"/>
                <a:gd name="T7" fmla="*/ 1117 h 1130"/>
                <a:gd name="T8" fmla="*/ 24 w 1948"/>
                <a:gd name="T9" fmla="*/ 974 h 1130"/>
                <a:gd name="T10" fmla="*/ 23 w 1948"/>
                <a:gd name="T11" fmla="*/ 925 h 1130"/>
                <a:gd name="T12" fmla="*/ 1592 w 1948"/>
                <a:gd name="T13" fmla="*/ 13 h 1130"/>
                <a:gd name="T14" fmla="*/ 1677 w 1948"/>
                <a:gd name="T15" fmla="*/ 13 h 1130"/>
                <a:gd name="T16" fmla="*/ 1924 w 1948"/>
                <a:gd name="T17" fmla="*/ 156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8" h="1130">
                  <a:moveTo>
                    <a:pt x="1924" y="156"/>
                  </a:moveTo>
                  <a:cubicBezTo>
                    <a:pt x="1948" y="170"/>
                    <a:pt x="1948" y="192"/>
                    <a:pt x="1924" y="205"/>
                  </a:cubicBezTo>
                  <a:cubicBezTo>
                    <a:pt x="356" y="1117"/>
                    <a:pt x="356" y="1117"/>
                    <a:pt x="356" y="1117"/>
                  </a:cubicBezTo>
                  <a:cubicBezTo>
                    <a:pt x="332" y="1130"/>
                    <a:pt x="295" y="1130"/>
                    <a:pt x="271" y="1117"/>
                  </a:cubicBezTo>
                  <a:cubicBezTo>
                    <a:pt x="24" y="974"/>
                    <a:pt x="24" y="974"/>
                    <a:pt x="24" y="974"/>
                  </a:cubicBezTo>
                  <a:cubicBezTo>
                    <a:pt x="0" y="960"/>
                    <a:pt x="0" y="938"/>
                    <a:pt x="23" y="925"/>
                  </a:cubicBezTo>
                  <a:cubicBezTo>
                    <a:pt x="1592" y="13"/>
                    <a:pt x="1592" y="13"/>
                    <a:pt x="1592" y="13"/>
                  </a:cubicBezTo>
                  <a:cubicBezTo>
                    <a:pt x="1615" y="0"/>
                    <a:pt x="1653" y="0"/>
                    <a:pt x="1677" y="13"/>
                  </a:cubicBezTo>
                  <a:lnTo>
                    <a:pt x="1924" y="15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noProof="1"/>
            </a:p>
          </p:txBody>
        </p:sp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B5FEE46B-2D52-4DDE-92C7-B8FB5BAF45C3}"/>
              </a:ext>
            </a:extLst>
          </p:cNvPr>
          <p:cNvGrpSpPr/>
          <p:nvPr/>
        </p:nvGrpSpPr>
        <p:grpSpPr>
          <a:xfrm>
            <a:off x="1104826" y="3718776"/>
            <a:ext cx="1111760" cy="1005679"/>
            <a:chOff x="7344204" y="2552700"/>
            <a:chExt cx="2248891" cy="2034308"/>
          </a:xfrm>
        </p:grpSpPr>
        <p:sp>
          <p:nvSpPr>
            <p:cNvPr id="291" name="Freeform 13">
              <a:extLst>
                <a:ext uri="{FF2B5EF4-FFF2-40B4-BE49-F238E27FC236}">
                  <a16:creationId xmlns:a16="http://schemas.microsoft.com/office/drawing/2014/main" id="{566850BF-6938-487D-8053-0DCA036D84C9}"/>
                </a:ext>
              </a:extLst>
            </p:cNvPr>
            <p:cNvSpPr/>
            <p:nvPr/>
          </p:nvSpPr>
          <p:spPr bwMode="auto">
            <a:xfrm>
              <a:off x="7642084" y="3401165"/>
              <a:ext cx="1653131" cy="959105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solidFill>
              <a:srgbClr val="E7EBFF">
                <a:alpha val="8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92" name="Freeform 13">
              <a:extLst>
                <a:ext uri="{FF2B5EF4-FFF2-40B4-BE49-F238E27FC236}">
                  <a16:creationId xmlns:a16="http://schemas.microsoft.com/office/drawing/2014/main" id="{7D7CF57B-8E2A-4B38-B7E3-4E69251594CB}"/>
                </a:ext>
              </a:extLst>
            </p:cNvPr>
            <p:cNvSpPr/>
            <p:nvPr/>
          </p:nvSpPr>
          <p:spPr bwMode="auto">
            <a:xfrm>
              <a:off x="7344204" y="3282259"/>
              <a:ext cx="2248891" cy="1304749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noFill/>
            <a:ln>
              <a:solidFill>
                <a:srgbClr val="8E9CEF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05CC14BC-9BEC-489A-B531-92F720C62736}"/>
                </a:ext>
              </a:extLst>
            </p:cNvPr>
            <p:cNvGrpSpPr/>
            <p:nvPr/>
          </p:nvGrpSpPr>
          <p:grpSpPr>
            <a:xfrm>
              <a:off x="7636058" y="2804158"/>
              <a:ext cx="1665181" cy="1409015"/>
              <a:chOff x="8634730" y="2989740"/>
              <a:chExt cx="2193926" cy="1856422"/>
            </a:xfrm>
          </p:grpSpPr>
          <p:sp>
            <p:nvSpPr>
              <p:cNvPr id="298" name="Freeform 11">
                <a:extLst>
                  <a:ext uri="{FF2B5EF4-FFF2-40B4-BE49-F238E27FC236}">
                    <a16:creationId xmlns:a16="http://schemas.microsoft.com/office/drawing/2014/main" id="{DE6FEAFB-C33C-4A49-BF36-A90F3CB53C4C}"/>
                  </a:ext>
                </a:extLst>
              </p:cNvPr>
              <p:cNvSpPr/>
              <p:nvPr/>
            </p:nvSpPr>
            <p:spPr bwMode="auto">
              <a:xfrm>
                <a:off x="9731693" y="408892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9" name="Freeform 12">
                <a:extLst>
                  <a:ext uri="{FF2B5EF4-FFF2-40B4-BE49-F238E27FC236}">
                    <a16:creationId xmlns:a16="http://schemas.microsoft.com/office/drawing/2014/main" id="{5CDEAF27-313E-4744-BCA0-D2F380513B81}"/>
                  </a:ext>
                </a:extLst>
              </p:cNvPr>
              <p:cNvSpPr/>
              <p:nvPr/>
            </p:nvSpPr>
            <p:spPr bwMode="auto">
              <a:xfrm>
                <a:off x="8634730" y="408892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0" name="Freeform 13">
                <a:extLst>
                  <a:ext uri="{FF2B5EF4-FFF2-40B4-BE49-F238E27FC236}">
                    <a16:creationId xmlns:a16="http://schemas.microsoft.com/office/drawing/2014/main" id="{67418E2B-E492-4642-B098-AFD9AB719308}"/>
                  </a:ext>
                </a:extLst>
              </p:cNvPr>
              <p:cNvSpPr/>
              <p:nvPr/>
            </p:nvSpPr>
            <p:spPr bwMode="auto">
              <a:xfrm>
                <a:off x="8637905" y="345710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1" name="Freeform 11">
                <a:extLst>
                  <a:ext uri="{FF2B5EF4-FFF2-40B4-BE49-F238E27FC236}">
                    <a16:creationId xmlns:a16="http://schemas.microsoft.com/office/drawing/2014/main" id="{C53ABD9C-FF7E-4E2E-BD86-6DEC5F2D0508}"/>
                  </a:ext>
                </a:extLst>
              </p:cNvPr>
              <p:cNvSpPr/>
              <p:nvPr/>
            </p:nvSpPr>
            <p:spPr bwMode="auto">
              <a:xfrm>
                <a:off x="9738043" y="385524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2" name="Freeform 12">
                <a:extLst>
                  <a:ext uri="{FF2B5EF4-FFF2-40B4-BE49-F238E27FC236}">
                    <a16:creationId xmlns:a16="http://schemas.microsoft.com/office/drawing/2014/main" id="{9945A8A1-9080-4AAF-92C7-59D1E3A873D0}"/>
                  </a:ext>
                </a:extLst>
              </p:cNvPr>
              <p:cNvSpPr/>
              <p:nvPr/>
            </p:nvSpPr>
            <p:spPr bwMode="auto">
              <a:xfrm>
                <a:off x="8641080" y="385524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>
                      <a:lumMod val="70000"/>
                      <a:lumOff val="3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3" name="Freeform 13">
                <a:extLst>
                  <a:ext uri="{FF2B5EF4-FFF2-40B4-BE49-F238E27FC236}">
                    <a16:creationId xmlns:a16="http://schemas.microsoft.com/office/drawing/2014/main" id="{8096A515-77DA-4EA0-8C2C-52F13BD656D1}"/>
                  </a:ext>
                </a:extLst>
              </p:cNvPr>
              <p:cNvSpPr/>
              <p:nvPr/>
            </p:nvSpPr>
            <p:spPr bwMode="auto">
              <a:xfrm>
                <a:off x="8644255" y="322342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4" name="Freeform 11">
                <a:extLst>
                  <a:ext uri="{FF2B5EF4-FFF2-40B4-BE49-F238E27FC236}">
                    <a16:creationId xmlns:a16="http://schemas.microsoft.com/office/drawing/2014/main" id="{1FFF1ECF-0163-4172-9CBC-7D630EF45180}"/>
                  </a:ext>
                </a:extLst>
              </p:cNvPr>
              <p:cNvSpPr/>
              <p:nvPr/>
            </p:nvSpPr>
            <p:spPr bwMode="auto">
              <a:xfrm>
                <a:off x="9744393" y="362156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5" name="Freeform 12">
                <a:extLst>
                  <a:ext uri="{FF2B5EF4-FFF2-40B4-BE49-F238E27FC236}">
                    <a16:creationId xmlns:a16="http://schemas.microsoft.com/office/drawing/2014/main" id="{E9748917-88CE-4A35-B464-293701DDB030}"/>
                  </a:ext>
                </a:extLst>
              </p:cNvPr>
              <p:cNvSpPr/>
              <p:nvPr/>
            </p:nvSpPr>
            <p:spPr bwMode="auto">
              <a:xfrm>
                <a:off x="8647430" y="362156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CDD2F8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6" name="Freeform 13">
                <a:extLst>
                  <a:ext uri="{FF2B5EF4-FFF2-40B4-BE49-F238E27FC236}">
                    <a16:creationId xmlns:a16="http://schemas.microsoft.com/office/drawing/2014/main" id="{E9E136D3-DD86-4A95-AD25-BBF3D1499E39}"/>
                  </a:ext>
                </a:extLst>
              </p:cNvPr>
              <p:cNvSpPr/>
              <p:nvPr/>
            </p:nvSpPr>
            <p:spPr bwMode="auto">
              <a:xfrm>
                <a:off x="8650605" y="298974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/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94" name="AutoShape 3">
              <a:extLst>
                <a:ext uri="{FF2B5EF4-FFF2-40B4-BE49-F238E27FC236}">
                  <a16:creationId xmlns:a16="http://schemas.microsoft.com/office/drawing/2014/main" id="{2027B131-08D0-4A07-887D-B9D5EF3188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42355" y="2552700"/>
              <a:ext cx="1652588" cy="105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8AB5F8D3-359F-456D-B2EB-0425150AB1A2}"/>
                </a:ext>
              </a:extLst>
            </p:cNvPr>
            <p:cNvGrpSpPr/>
            <p:nvPr/>
          </p:nvGrpSpPr>
          <p:grpSpPr>
            <a:xfrm>
              <a:off x="7638740" y="2557339"/>
              <a:ext cx="1659818" cy="1028831"/>
              <a:chOff x="8653885" y="75609"/>
              <a:chExt cx="2463801" cy="1527176"/>
            </a:xfrm>
          </p:grpSpPr>
          <p:sp>
            <p:nvSpPr>
              <p:cNvPr id="296" name="Freeform 10">
                <a:extLst>
                  <a:ext uri="{FF2B5EF4-FFF2-40B4-BE49-F238E27FC236}">
                    <a16:creationId xmlns:a16="http://schemas.microsoft.com/office/drawing/2014/main" id="{F0C20C0C-90EB-4A80-8F3B-38F37E5E128C}"/>
                  </a:ext>
                </a:extLst>
              </p:cNvPr>
              <p:cNvSpPr/>
              <p:nvPr/>
            </p:nvSpPr>
            <p:spPr bwMode="auto">
              <a:xfrm>
                <a:off x="8671348" y="761410"/>
                <a:ext cx="2427288" cy="841375"/>
              </a:xfrm>
              <a:custGeom>
                <a:avLst/>
                <a:gdLst>
                  <a:gd name="T0" fmla="*/ 627 w 642"/>
                  <a:gd name="T1" fmla="*/ 22 h 222"/>
                  <a:gd name="T2" fmla="*/ 359 w 642"/>
                  <a:gd name="T3" fmla="*/ 177 h 222"/>
                  <a:gd name="T4" fmla="*/ 285 w 642"/>
                  <a:gd name="T5" fmla="*/ 177 h 222"/>
                  <a:gd name="T6" fmla="*/ 15 w 642"/>
                  <a:gd name="T7" fmla="*/ 22 h 222"/>
                  <a:gd name="T8" fmla="*/ 0 w 642"/>
                  <a:gd name="T9" fmla="*/ 0 h 222"/>
                  <a:gd name="T10" fmla="*/ 0 w 642"/>
                  <a:gd name="T11" fmla="*/ 33 h 222"/>
                  <a:gd name="T12" fmla="*/ 15 w 642"/>
                  <a:gd name="T13" fmla="*/ 54 h 222"/>
                  <a:gd name="T14" fmla="*/ 285 w 642"/>
                  <a:gd name="T15" fmla="*/ 210 h 222"/>
                  <a:gd name="T16" fmla="*/ 359 w 642"/>
                  <a:gd name="T17" fmla="*/ 210 h 222"/>
                  <a:gd name="T18" fmla="*/ 627 w 642"/>
                  <a:gd name="T19" fmla="*/ 54 h 222"/>
                  <a:gd name="T20" fmla="*/ 642 w 642"/>
                  <a:gd name="T21" fmla="*/ 33 h 222"/>
                  <a:gd name="T22" fmla="*/ 642 w 642"/>
                  <a:gd name="T23" fmla="*/ 0 h 222"/>
                  <a:gd name="T24" fmla="*/ 627 w 642"/>
                  <a:gd name="T25" fmla="*/ 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2" h="222">
                    <a:moveTo>
                      <a:pt x="627" y="22"/>
                    </a:moveTo>
                    <a:cubicBezTo>
                      <a:pt x="359" y="177"/>
                      <a:pt x="359" y="177"/>
                      <a:pt x="359" y="177"/>
                    </a:cubicBezTo>
                    <a:cubicBezTo>
                      <a:pt x="339" y="189"/>
                      <a:pt x="305" y="189"/>
                      <a:pt x="285" y="177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5" y="16"/>
                      <a:pt x="0" y="8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0"/>
                      <a:pt x="5" y="48"/>
                      <a:pt x="15" y="54"/>
                    </a:cubicBezTo>
                    <a:cubicBezTo>
                      <a:pt x="285" y="210"/>
                      <a:pt x="285" y="210"/>
                      <a:pt x="285" y="210"/>
                    </a:cubicBezTo>
                    <a:cubicBezTo>
                      <a:pt x="305" y="222"/>
                      <a:pt x="339" y="222"/>
                      <a:pt x="359" y="210"/>
                    </a:cubicBezTo>
                    <a:cubicBezTo>
                      <a:pt x="627" y="54"/>
                      <a:pt x="627" y="54"/>
                      <a:pt x="627" y="54"/>
                    </a:cubicBezTo>
                    <a:cubicBezTo>
                      <a:pt x="637" y="48"/>
                      <a:pt x="642" y="41"/>
                      <a:pt x="642" y="33"/>
                    </a:cubicBezTo>
                    <a:cubicBezTo>
                      <a:pt x="642" y="0"/>
                      <a:pt x="642" y="0"/>
                      <a:pt x="642" y="0"/>
                    </a:cubicBezTo>
                    <a:cubicBezTo>
                      <a:pt x="642" y="8"/>
                      <a:pt x="637" y="16"/>
                      <a:pt x="627" y="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9CEF"/>
                  </a:gs>
                  <a:gs pos="100000">
                    <a:srgbClr val="3749CC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7" name="Freeform 11">
                <a:extLst>
                  <a:ext uri="{FF2B5EF4-FFF2-40B4-BE49-F238E27FC236}">
                    <a16:creationId xmlns:a16="http://schemas.microsoft.com/office/drawing/2014/main" id="{1C839D49-3F3A-48F7-A397-DB2C0450CEFE}"/>
                  </a:ext>
                </a:extLst>
              </p:cNvPr>
              <p:cNvSpPr/>
              <p:nvPr/>
            </p:nvSpPr>
            <p:spPr bwMode="auto">
              <a:xfrm>
                <a:off x="8653885" y="75609"/>
                <a:ext cx="2463801" cy="1431925"/>
              </a:xfrm>
              <a:custGeom>
                <a:avLst/>
                <a:gdLst>
                  <a:gd name="T0" fmla="*/ 632 w 652"/>
                  <a:gd name="T1" fmla="*/ 167 h 378"/>
                  <a:gd name="T2" fmla="*/ 632 w 652"/>
                  <a:gd name="T3" fmla="*/ 211 h 378"/>
                  <a:gd name="T4" fmla="*/ 364 w 652"/>
                  <a:gd name="T5" fmla="*/ 366 h 378"/>
                  <a:gd name="T6" fmla="*/ 290 w 652"/>
                  <a:gd name="T7" fmla="*/ 366 h 378"/>
                  <a:gd name="T8" fmla="*/ 20 w 652"/>
                  <a:gd name="T9" fmla="*/ 211 h 378"/>
                  <a:gd name="T10" fmla="*/ 20 w 652"/>
                  <a:gd name="T11" fmla="*/ 167 h 378"/>
                  <a:gd name="T12" fmla="*/ 288 w 652"/>
                  <a:gd name="T13" fmla="*/ 12 h 378"/>
                  <a:gd name="T14" fmla="*/ 362 w 652"/>
                  <a:gd name="T15" fmla="*/ 12 h 378"/>
                  <a:gd name="T16" fmla="*/ 632 w 652"/>
                  <a:gd name="T17" fmla="*/ 167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2" h="378">
                    <a:moveTo>
                      <a:pt x="632" y="167"/>
                    </a:moveTo>
                    <a:cubicBezTo>
                      <a:pt x="652" y="179"/>
                      <a:pt x="652" y="199"/>
                      <a:pt x="632" y="211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44" y="378"/>
                      <a:pt x="310" y="378"/>
                      <a:pt x="290" y="36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0" y="199"/>
                      <a:pt x="0" y="179"/>
                      <a:pt x="20" y="167"/>
                    </a:cubicBezTo>
                    <a:cubicBezTo>
                      <a:pt x="288" y="12"/>
                      <a:pt x="288" y="12"/>
                      <a:pt x="288" y="12"/>
                    </a:cubicBezTo>
                    <a:cubicBezTo>
                      <a:pt x="308" y="0"/>
                      <a:pt x="342" y="0"/>
                      <a:pt x="362" y="12"/>
                    </a:cubicBezTo>
                    <a:lnTo>
                      <a:pt x="632" y="1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D4D9F7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307" name="图形 1014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267842A5-74D4-43E0-B912-3CF91400B056}"/>
              </a:ext>
            </a:extLst>
          </p:cNvPr>
          <p:cNvSpPr/>
          <p:nvPr/>
        </p:nvSpPr>
        <p:spPr>
          <a:xfrm>
            <a:off x="1494364" y="3743761"/>
            <a:ext cx="339422" cy="226282"/>
          </a:xfrm>
          <a:custGeom>
            <a:avLst/>
            <a:gdLst>
              <a:gd name="connsiteX0" fmla="*/ 184309 w 228600"/>
              <a:gd name="connsiteY0" fmla="*/ 57531 h 152400"/>
              <a:gd name="connsiteX1" fmla="*/ 114300 w 228600"/>
              <a:gd name="connsiteY1" fmla="*/ 0 h 152400"/>
              <a:gd name="connsiteX2" fmla="*/ 50959 w 228600"/>
              <a:gd name="connsiteY2" fmla="*/ 38481 h 152400"/>
              <a:gd name="connsiteX3" fmla="*/ 0 w 228600"/>
              <a:gd name="connsiteY3" fmla="*/ 95250 h 152400"/>
              <a:gd name="connsiteX4" fmla="*/ 57150 w 228600"/>
              <a:gd name="connsiteY4" fmla="*/ 152400 h 152400"/>
              <a:gd name="connsiteX5" fmla="*/ 180975 w 228600"/>
              <a:gd name="connsiteY5" fmla="*/ 152400 h 152400"/>
              <a:gd name="connsiteX6" fmla="*/ 228600 w 228600"/>
              <a:gd name="connsiteY6" fmla="*/ 104775 h 152400"/>
              <a:gd name="connsiteX7" fmla="*/ 184309 w 228600"/>
              <a:gd name="connsiteY7" fmla="*/ 57531 h 152400"/>
              <a:gd name="connsiteX8" fmla="*/ 95250 w 228600"/>
              <a:gd name="connsiteY8" fmla="*/ 123825 h 152400"/>
              <a:gd name="connsiteX9" fmla="*/ 61913 w 228600"/>
              <a:gd name="connsiteY9" fmla="*/ 90488 h 152400"/>
              <a:gd name="connsiteX10" fmla="*/ 75343 w 228600"/>
              <a:gd name="connsiteY10" fmla="*/ 77057 h 152400"/>
              <a:gd name="connsiteX11" fmla="*/ 95250 w 228600"/>
              <a:gd name="connsiteY11" fmla="*/ 96869 h 152400"/>
              <a:gd name="connsiteX12" fmla="*/ 144590 w 228600"/>
              <a:gd name="connsiteY12" fmla="*/ 47625 h 152400"/>
              <a:gd name="connsiteX13" fmla="*/ 158020 w 228600"/>
              <a:gd name="connsiteY13" fmla="*/ 61055 h 152400"/>
              <a:gd name="connsiteX14" fmla="*/ 95250 w 228600"/>
              <a:gd name="connsiteY14" fmla="*/ 123825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8600" h="152400">
                <a:moveTo>
                  <a:pt x="184309" y="57531"/>
                </a:moveTo>
                <a:cubicBezTo>
                  <a:pt x="177832" y="24670"/>
                  <a:pt x="148971" y="0"/>
                  <a:pt x="114300" y="0"/>
                </a:cubicBezTo>
                <a:cubicBezTo>
                  <a:pt x="86773" y="0"/>
                  <a:pt x="62865" y="15621"/>
                  <a:pt x="50959" y="38481"/>
                </a:cubicBezTo>
                <a:cubicBezTo>
                  <a:pt x="22289" y="41529"/>
                  <a:pt x="0" y="65818"/>
                  <a:pt x="0" y="95250"/>
                </a:cubicBezTo>
                <a:cubicBezTo>
                  <a:pt x="0" y="126778"/>
                  <a:pt x="25622" y="152400"/>
                  <a:pt x="57150" y="152400"/>
                </a:cubicBezTo>
                <a:lnTo>
                  <a:pt x="180975" y="152400"/>
                </a:lnTo>
                <a:cubicBezTo>
                  <a:pt x="207264" y="152400"/>
                  <a:pt x="228600" y="131064"/>
                  <a:pt x="228600" y="104775"/>
                </a:cubicBezTo>
                <a:cubicBezTo>
                  <a:pt x="228600" y="79629"/>
                  <a:pt x="209074" y="59245"/>
                  <a:pt x="184309" y="57531"/>
                </a:cubicBezTo>
                <a:close/>
                <a:moveTo>
                  <a:pt x="95250" y="123825"/>
                </a:moveTo>
                <a:lnTo>
                  <a:pt x="61913" y="90488"/>
                </a:lnTo>
                <a:lnTo>
                  <a:pt x="75343" y="77057"/>
                </a:lnTo>
                <a:lnTo>
                  <a:pt x="95250" y="96869"/>
                </a:lnTo>
                <a:lnTo>
                  <a:pt x="144590" y="47625"/>
                </a:lnTo>
                <a:lnTo>
                  <a:pt x="158020" y="61055"/>
                </a:lnTo>
                <a:lnTo>
                  <a:pt x="95250" y="123825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/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D138A56A-CAAE-4C1F-A81C-F2A27DDC288F}"/>
              </a:ext>
            </a:extLst>
          </p:cNvPr>
          <p:cNvGrpSpPr/>
          <p:nvPr/>
        </p:nvGrpSpPr>
        <p:grpSpPr>
          <a:xfrm>
            <a:off x="2456196" y="3718776"/>
            <a:ext cx="1111760" cy="1005679"/>
            <a:chOff x="7344204" y="2552700"/>
            <a:chExt cx="2248891" cy="2034308"/>
          </a:xfrm>
        </p:grpSpPr>
        <p:sp>
          <p:nvSpPr>
            <p:cNvPr id="309" name="Freeform 13">
              <a:extLst>
                <a:ext uri="{FF2B5EF4-FFF2-40B4-BE49-F238E27FC236}">
                  <a16:creationId xmlns:a16="http://schemas.microsoft.com/office/drawing/2014/main" id="{EA2D6957-46B9-4859-AA5A-5A28768BCE3A}"/>
                </a:ext>
              </a:extLst>
            </p:cNvPr>
            <p:cNvSpPr/>
            <p:nvPr/>
          </p:nvSpPr>
          <p:spPr bwMode="auto">
            <a:xfrm>
              <a:off x="7642084" y="3401165"/>
              <a:ext cx="1653131" cy="959105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solidFill>
              <a:srgbClr val="E7EBFF">
                <a:alpha val="8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0" name="Freeform 13">
              <a:extLst>
                <a:ext uri="{FF2B5EF4-FFF2-40B4-BE49-F238E27FC236}">
                  <a16:creationId xmlns:a16="http://schemas.microsoft.com/office/drawing/2014/main" id="{8F24DBA0-59A1-41CA-9827-5E049E7CB4C5}"/>
                </a:ext>
              </a:extLst>
            </p:cNvPr>
            <p:cNvSpPr/>
            <p:nvPr/>
          </p:nvSpPr>
          <p:spPr bwMode="auto">
            <a:xfrm>
              <a:off x="7344204" y="3282259"/>
              <a:ext cx="2248891" cy="1304749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noFill/>
            <a:ln>
              <a:solidFill>
                <a:srgbClr val="8E9CEF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11" name="组合 310">
              <a:extLst>
                <a:ext uri="{FF2B5EF4-FFF2-40B4-BE49-F238E27FC236}">
                  <a16:creationId xmlns:a16="http://schemas.microsoft.com/office/drawing/2014/main" id="{49A54E0B-93F7-437E-B605-C2C3DC88089C}"/>
                </a:ext>
              </a:extLst>
            </p:cNvPr>
            <p:cNvGrpSpPr/>
            <p:nvPr/>
          </p:nvGrpSpPr>
          <p:grpSpPr>
            <a:xfrm>
              <a:off x="7636058" y="2804158"/>
              <a:ext cx="1665181" cy="1409015"/>
              <a:chOff x="8634730" y="2989740"/>
              <a:chExt cx="2193926" cy="1856422"/>
            </a:xfrm>
          </p:grpSpPr>
          <p:sp>
            <p:nvSpPr>
              <p:cNvPr id="316" name="Freeform 11">
                <a:extLst>
                  <a:ext uri="{FF2B5EF4-FFF2-40B4-BE49-F238E27FC236}">
                    <a16:creationId xmlns:a16="http://schemas.microsoft.com/office/drawing/2014/main" id="{5611789C-5C71-49B8-AC55-276E23F6AA18}"/>
                  </a:ext>
                </a:extLst>
              </p:cNvPr>
              <p:cNvSpPr/>
              <p:nvPr/>
            </p:nvSpPr>
            <p:spPr bwMode="auto">
              <a:xfrm>
                <a:off x="9731693" y="408892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7" name="Freeform 12">
                <a:extLst>
                  <a:ext uri="{FF2B5EF4-FFF2-40B4-BE49-F238E27FC236}">
                    <a16:creationId xmlns:a16="http://schemas.microsoft.com/office/drawing/2014/main" id="{A1E3D5EC-1AA0-4F4B-980A-62F1107BC7DD}"/>
                  </a:ext>
                </a:extLst>
              </p:cNvPr>
              <p:cNvSpPr/>
              <p:nvPr/>
            </p:nvSpPr>
            <p:spPr bwMode="auto">
              <a:xfrm>
                <a:off x="8634730" y="408892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8" name="Freeform 13">
                <a:extLst>
                  <a:ext uri="{FF2B5EF4-FFF2-40B4-BE49-F238E27FC236}">
                    <a16:creationId xmlns:a16="http://schemas.microsoft.com/office/drawing/2014/main" id="{FD09D190-22A9-4FD8-A14C-C33A4042F82A}"/>
                  </a:ext>
                </a:extLst>
              </p:cNvPr>
              <p:cNvSpPr/>
              <p:nvPr/>
            </p:nvSpPr>
            <p:spPr bwMode="auto">
              <a:xfrm>
                <a:off x="8637905" y="345710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9" name="Freeform 11">
                <a:extLst>
                  <a:ext uri="{FF2B5EF4-FFF2-40B4-BE49-F238E27FC236}">
                    <a16:creationId xmlns:a16="http://schemas.microsoft.com/office/drawing/2014/main" id="{786FFED2-9290-47B8-B136-CF837DE9CCF1}"/>
                  </a:ext>
                </a:extLst>
              </p:cNvPr>
              <p:cNvSpPr/>
              <p:nvPr/>
            </p:nvSpPr>
            <p:spPr bwMode="auto">
              <a:xfrm>
                <a:off x="9738043" y="385524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0" name="Freeform 12">
                <a:extLst>
                  <a:ext uri="{FF2B5EF4-FFF2-40B4-BE49-F238E27FC236}">
                    <a16:creationId xmlns:a16="http://schemas.microsoft.com/office/drawing/2014/main" id="{74EAE73D-BFD9-4929-B9BE-91B12B3799E2}"/>
                  </a:ext>
                </a:extLst>
              </p:cNvPr>
              <p:cNvSpPr/>
              <p:nvPr/>
            </p:nvSpPr>
            <p:spPr bwMode="auto">
              <a:xfrm>
                <a:off x="8641080" y="385524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>
                      <a:lumMod val="70000"/>
                      <a:lumOff val="3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1" name="Freeform 13">
                <a:extLst>
                  <a:ext uri="{FF2B5EF4-FFF2-40B4-BE49-F238E27FC236}">
                    <a16:creationId xmlns:a16="http://schemas.microsoft.com/office/drawing/2014/main" id="{3FB93CC2-1D8D-4206-9CA1-CB26A4556161}"/>
                  </a:ext>
                </a:extLst>
              </p:cNvPr>
              <p:cNvSpPr/>
              <p:nvPr/>
            </p:nvSpPr>
            <p:spPr bwMode="auto">
              <a:xfrm>
                <a:off x="8644255" y="322342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2" name="Freeform 11">
                <a:extLst>
                  <a:ext uri="{FF2B5EF4-FFF2-40B4-BE49-F238E27FC236}">
                    <a16:creationId xmlns:a16="http://schemas.microsoft.com/office/drawing/2014/main" id="{5C34E5B7-FFB7-4D59-8572-970CBBB47206}"/>
                  </a:ext>
                </a:extLst>
              </p:cNvPr>
              <p:cNvSpPr/>
              <p:nvPr/>
            </p:nvSpPr>
            <p:spPr bwMode="auto">
              <a:xfrm>
                <a:off x="9744393" y="362156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3" name="Freeform 12">
                <a:extLst>
                  <a:ext uri="{FF2B5EF4-FFF2-40B4-BE49-F238E27FC236}">
                    <a16:creationId xmlns:a16="http://schemas.microsoft.com/office/drawing/2014/main" id="{A72750F5-DF3A-4FC6-8FAC-20F7F248D1CF}"/>
                  </a:ext>
                </a:extLst>
              </p:cNvPr>
              <p:cNvSpPr/>
              <p:nvPr/>
            </p:nvSpPr>
            <p:spPr bwMode="auto">
              <a:xfrm>
                <a:off x="8647430" y="362156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CDD2F8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4" name="Freeform 13">
                <a:extLst>
                  <a:ext uri="{FF2B5EF4-FFF2-40B4-BE49-F238E27FC236}">
                    <a16:creationId xmlns:a16="http://schemas.microsoft.com/office/drawing/2014/main" id="{71ECF999-17F9-479B-8F15-34EE8A1FA0DB}"/>
                  </a:ext>
                </a:extLst>
              </p:cNvPr>
              <p:cNvSpPr/>
              <p:nvPr/>
            </p:nvSpPr>
            <p:spPr bwMode="auto">
              <a:xfrm>
                <a:off x="8650605" y="298974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/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12" name="AutoShape 3">
              <a:extLst>
                <a:ext uri="{FF2B5EF4-FFF2-40B4-BE49-F238E27FC236}">
                  <a16:creationId xmlns:a16="http://schemas.microsoft.com/office/drawing/2014/main" id="{EB289574-7040-4181-9413-A7952066B9C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42355" y="2552700"/>
              <a:ext cx="1652588" cy="105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502F98F6-1DD3-433C-99E9-7F510336BCDD}"/>
                </a:ext>
              </a:extLst>
            </p:cNvPr>
            <p:cNvGrpSpPr/>
            <p:nvPr/>
          </p:nvGrpSpPr>
          <p:grpSpPr>
            <a:xfrm>
              <a:off x="7638740" y="2557339"/>
              <a:ext cx="1659818" cy="1028831"/>
              <a:chOff x="8653885" y="75609"/>
              <a:chExt cx="2463801" cy="1527176"/>
            </a:xfrm>
          </p:grpSpPr>
          <p:sp>
            <p:nvSpPr>
              <p:cNvPr id="314" name="Freeform 10">
                <a:extLst>
                  <a:ext uri="{FF2B5EF4-FFF2-40B4-BE49-F238E27FC236}">
                    <a16:creationId xmlns:a16="http://schemas.microsoft.com/office/drawing/2014/main" id="{63CD153C-FBD4-4DD8-892E-12D5268D44F7}"/>
                  </a:ext>
                </a:extLst>
              </p:cNvPr>
              <p:cNvSpPr/>
              <p:nvPr/>
            </p:nvSpPr>
            <p:spPr bwMode="auto">
              <a:xfrm>
                <a:off x="8671348" y="761410"/>
                <a:ext cx="2427288" cy="841375"/>
              </a:xfrm>
              <a:custGeom>
                <a:avLst/>
                <a:gdLst>
                  <a:gd name="T0" fmla="*/ 627 w 642"/>
                  <a:gd name="T1" fmla="*/ 22 h 222"/>
                  <a:gd name="T2" fmla="*/ 359 w 642"/>
                  <a:gd name="T3" fmla="*/ 177 h 222"/>
                  <a:gd name="T4" fmla="*/ 285 w 642"/>
                  <a:gd name="T5" fmla="*/ 177 h 222"/>
                  <a:gd name="T6" fmla="*/ 15 w 642"/>
                  <a:gd name="T7" fmla="*/ 22 h 222"/>
                  <a:gd name="T8" fmla="*/ 0 w 642"/>
                  <a:gd name="T9" fmla="*/ 0 h 222"/>
                  <a:gd name="T10" fmla="*/ 0 w 642"/>
                  <a:gd name="T11" fmla="*/ 33 h 222"/>
                  <a:gd name="T12" fmla="*/ 15 w 642"/>
                  <a:gd name="T13" fmla="*/ 54 h 222"/>
                  <a:gd name="T14" fmla="*/ 285 w 642"/>
                  <a:gd name="T15" fmla="*/ 210 h 222"/>
                  <a:gd name="T16" fmla="*/ 359 w 642"/>
                  <a:gd name="T17" fmla="*/ 210 h 222"/>
                  <a:gd name="T18" fmla="*/ 627 w 642"/>
                  <a:gd name="T19" fmla="*/ 54 h 222"/>
                  <a:gd name="T20" fmla="*/ 642 w 642"/>
                  <a:gd name="T21" fmla="*/ 33 h 222"/>
                  <a:gd name="T22" fmla="*/ 642 w 642"/>
                  <a:gd name="T23" fmla="*/ 0 h 222"/>
                  <a:gd name="T24" fmla="*/ 627 w 642"/>
                  <a:gd name="T25" fmla="*/ 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2" h="222">
                    <a:moveTo>
                      <a:pt x="627" y="22"/>
                    </a:moveTo>
                    <a:cubicBezTo>
                      <a:pt x="359" y="177"/>
                      <a:pt x="359" y="177"/>
                      <a:pt x="359" y="177"/>
                    </a:cubicBezTo>
                    <a:cubicBezTo>
                      <a:pt x="339" y="189"/>
                      <a:pt x="305" y="189"/>
                      <a:pt x="285" y="177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5" y="16"/>
                      <a:pt x="0" y="8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0"/>
                      <a:pt x="5" y="48"/>
                      <a:pt x="15" y="54"/>
                    </a:cubicBezTo>
                    <a:cubicBezTo>
                      <a:pt x="285" y="210"/>
                      <a:pt x="285" y="210"/>
                      <a:pt x="285" y="210"/>
                    </a:cubicBezTo>
                    <a:cubicBezTo>
                      <a:pt x="305" y="222"/>
                      <a:pt x="339" y="222"/>
                      <a:pt x="359" y="210"/>
                    </a:cubicBezTo>
                    <a:cubicBezTo>
                      <a:pt x="627" y="54"/>
                      <a:pt x="627" y="54"/>
                      <a:pt x="627" y="54"/>
                    </a:cubicBezTo>
                    <a:cubicBezTo>
                      <a:pt x="637" y="48"/>
                      <a:pt x="642" y="41"/>
                      <a:pt x="642" y="33"/>
                    </a:cubicBezTo>
                    <a:cubicBezTo>
                      <a:pt x="642" y="0"/>
                      <a:pt x="642" y="0"/>
                      <a:pt x="642" y="0"/>
                    </a:cubicBezTo>
                    <a:cubicBezTo>
                      <a:pt x="642" y="8"/>
                      <a:pt x="637" y="16"/>
                      <a:pt x="627" y="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9CEF"/>
                  </a:gs>
                  <a:gs pos="100000">
                    <a:srgbClr val="3749CC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5" name="Freeform 11">
                <a:extLst>
                  <a:ext uri="{FF2B5EF4-FFF2-40B4-BE49-F238E27FC236}">
                    <a16:creationId xmlns:a16="http://schemas.microsoft.com/office/drawing/2014/main" id="{306C09AB-F754-441E-A86A-385273658F9D}"/>
                  </a:ext>
                </a:extLst>
              </p:cNvPr>
              <p:cNvSpPr/>
              <p:nvPr/>
            </p:nvSpPr>
            <p:spPr bwMode="auto">
              <a:xfrm>
                <a:off x="8653885" y="75609"/>
                <a:ext cx="2463801" cy="1431925"/>
              </a:xfrm>
              <a:custGeom>
                <a:avLst/>
                <a:gdLst>
                  <a:gd name="T0" fmla="*/ 632 w 652"/>
                  <a:gd name="T1" fmla="*/ 167 h 378"/>
                  <a:gd name="T2" fmla="*/ 632 w 652"/>
                  <a:gd name="T3" fmla="*/ 211 h 378"/>
                  <a:gd name="T4" fmla="*/ 364 w 652"/>
                  <a:gd name="T5" fmla="*/ 366 h 378"/>
                  <a:gd name="T6" fmla="*/ 290 w 652"/>
                  <a:gd name="T7" fmla="*/ 366 h 378"/>
                  <a:gd name="T8" fmla="*/ 20 w 652"/>
                  <a:gd name="T9" fmla="*/ 211 h 378"/>
                  <a:gd name="T10" fmla="*/ 20 w 652"/>
                  <a:gd name="T11" fmla="*/ 167 h 378"/>
                  <a:gd name="T12" fmla="*/ 288 w 652"/>
                  <a:gd name="T13" fmla="*/ 12 h 378"/>
                  <a:gd name="T14" fmla="*/ 362 w 652"/>
                  <a:gd name="T15" fmla="*/ 12 h 378"/>
                  <a:gd name="T16" fmla="*/ 632 w 652"/>
                  <a:gd name="T17" fmla="*/ 167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2" h="378">
                    <a:moveTo>
                      <a:pt x="632" y="167"/>
                    </a:moveTo>
                    <a:cubicBezTo>
                      <a:pt x="652" y="179"/>
                      <a:pt x="652" y="199"/>
                      <a:pt x="632" y="211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44" y="378"/>
                      <a:pt x="310" y="378"/>
                      <a:pt x="290" y="36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0" y="199"/>
                      <a:pt x="0" y="179"/>
                      <a:pt x="20" y="167"/>
                    </a:cubicBezTo>
                    <a:cubicBezTo>
                      <a:pt x="288" y="12"/>
                      <a:pt x="288" y="12"/>
                      <a:pt x="288" y="12"/>
                    </a:cubicBezTo>
                    <a:cubicBezTo>
                      <a:pt x="308" y="0"/>
                      <a:pt x="342" y="0"/>
                      <a:pt x="362" y="12"/>
                    </a:cubicBezTo>
                    <a:lnTo>
                      <a:pt x="632" y="1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D4D9F7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2CD9B6E6-9E9F-41D1-920C-9226A377138B}"/>
              </a:ext>
            </a:extLst>
          </p:cNvPr>
          <p:cNvGrpSpPr/>
          <p:nvPr/>
        </p:nvGrpSpPr>
        <p:grpSpPr>
          <a:xfrm>
            <a:off x="3850486" y="3718776"/>
            <a:ext cx="1111760" cy="1005679"/>
            <a:chOff x="7344204" y="2552700"/>
            <a:chExt cx="2248891" cy="2034308"/>
          </a:xfrm>
        </p:grpSpPr>
        <p:sp>
          <p:nvSpPr>
            <p:cNvPr id="327" name="Freeform 13">
              <a:extLst>
                <a:ext uri="{FF2B5EF4-FFF2-40B4-BE49-F238E27FC236}">
                  <a16:creationId xmlns:a16="http://schemas.microsoft.com/office/drawing/2014/main" id="{6E4B6BBC-58BC-4287-86C5-5621BB9A4F6C}"/>
                </a:ext>
              </a:extLst>
            </p:cNvPr>
            <p:cNvSpPr/>
            <p:nvPr/>
          </p:nvSpPr>
          <p:spPr bwMode="auto">
            <a:xfrm>
              <a:off x="7642084" y="3401165"/>
              <a:ext cx="1653131" cy="959105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solidFill>
              <a:srgbClr val="E7EBFF">
                <a:alpha val="82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28" name="Freeform 13">
              <a:extLst>
                <a:ext uri="{FF2B5EF4-FFF2-40B4-BE49-F238E27FC236}">
                  <a16:creationId xmlns:a16="http://schemas.microsoft.com/office/drawing/2014/main" id="{04201F34-620E-4099-9D11-7B94C9A112BD}"/>
                </a:ext>
              </a:extLst>
            </p:cNvPr>
            <p:cNvSpPr/>
            <p:nvPr/>
          </p:nvSpPr>
          <p:spPr bwMode="auto">
            <a:xfrm>
              <a:off x="7344204" y="3282259"/>
              <a:ext cx="2248891" cy="1304749"/>
            </a:xfrm>
            <a:custGeom>
              <a:avLst/>
              <a:gdLst>
                <a:gd name="T0" fmla="*/ 1372 w 1372"/>
                <a:gd name="T1" fmla="*/ 398 h 796"/>
                <a:gd name="T2" fmla="*/ 689 w 1372"/>
                <a:gd name="T3" fmla="*/ 796 h 796"/>
                <a:gd name="T4" fmla="*/ 0 w 1372"/>
                <a:gd name="T5" fmla="*/ 398 h 796"/>
                <a:gd name="T6" fmla="*/ 684 w 1372"/>
                <a:gd name="T7" fmla="*/ 0 h 796"/>
                <a:gd name="T8" fmla="*/ 1372 w 1372"/>
                <a:gd name="T9" fmla="*/ 398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2" h="796">
                  <a:moveTo>
                    <a:pt x="1372" y="398"/>
                  </a:moveTo>
                  <a:lnTo>
                    <a:pt x="689" y="796"/>
                  </a:lnTo>
                  <a:lnTo>
                    <a:pt x="0" y="398"/>
                  </a:lnTo>
                  <a:lnTo>
                    <a:pt x="684" y="0"/>
                  </a:lnTo>
                  <a:lnTo>
                    <a:pt x="1372" y="398"/>
                  </a:lnTo>
                  <a:close/>
                </a:path>
              </a:pathLst>
            </a:custGeom>
            <a:noFill/>
            <a:ln>
              <a:solidFill>
                <a:srgbClr val="8E9CEF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29" name="组合 328">
              <a:extLst>
                <a:ext uri="{FF2B5EF4-FFF2-40B4-BE49-F238E27FC236}">
                  <a16:creationId xmlns:a16="http://schemas.microsoft.com/office/drawing/2014/main" id="{F43EF26E-DC89-4A56-B018-7CF86B2470AF}"/>
                </a:ext>
              </a:extLst>
            </p:cNvPr>
            <p:cNvGrpSpPr/>
            <p:nvPr/>
          </p:nvGrpSpPr>
          <p:grpSpPr>
            <a:xfrm>
              <a:off x="7636058" y="2804158"/>
              <a:ext cx="1665181" cy="1409015"/>
              <a:chOff x="8634730" y="2989740"/>
              <a:chExt cx="2193926" cy="1856422"/>
            </a:xfrm>
          </p:grpSpPr>
          <p:sp>
            <p:nvSpPr>
              <p:cNvPr id="334" name="Freeform 11">
                <a:extLst>
                  <a:ext uri="{FF2B5EF4-FFF2-40B4-BE49-F238E27FC236}">
                    <a16:creationId xmlns:a16="http://schemas.microsoft.com/office/drawing/2014/main" id="{B5663070-68A6-4CC1-9A58-05057E48DF5D}"/>
                  </a:ext>
                </a:extLst>
              </p:cNvPr>
              <p:cNvSpPr/>
              <p:nvPr/>
            </p:nvSpPr>
            <p:spPr bwMode="auto">
              <a:xfrm>
                <a:off x="9731693" y="408892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5" name="Freeform 12">
                <a:extLst>
                  <a:ext uri="{FF2B5EF4-FFF2-40B4-BE49-F238E27FC236}">
                    <a16:creationId xmlns:a16="http://schemas.microsoft.com/office/drawing/2014/main" id="{3D22E9FA-81F1-4672-B322-81AA21FB0BC6}"/>
                  </a:ext>
                </a:extLst>
              </p:cNvPr>
              <p:cNvSpPr/>
              <p:nvPr/>
            </p:nvSpPr>
            <p:spPr bwMode="auto">
              <a:xfrm>
                <a:off x="8634730" y="408892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6" name="Freeform 13">
                <a:extLst>
                  <a:ext uri="{FF2B5EF4-FFF2-40B4-BE49-F238E27FC236}">
                    <a16:creationId xmlns:a16="http://schemas.microsoft.com/office/drawing/2014/main" id="{289263DC-212E-4845-A65E-BFA5A1284381}"/>
                  </a:ext>
                </a:extLst>
              </p:cNvPr>
              <p:cNvSpPr/>
              <p:nvPr/>
            </p:nvSpPr>
            <p:spPr bwMode="auto">
              <a:xfrm>
                <a:off x="8637905" y="345710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7" name="Freeform 11">
                <a:extLst>
                  <a:ext uri="{FF2B5EF4-FFF2-40B4-BE49-F238E27FC236}">
                    <a16:creationId xmlns:a16="http://schemas.microsoft.com/office/drawing/2014/main" id="{9F0AD8FA-5124-4AF2-90E8-4F99DD5A92A8}"/>
                  </a:ext>
                </a:extLst>
              </p:cNvPr>
              <p:cNvSpPr/>
              <p:nvPr/>
            </p:nvSpPr>
            <p:spPr bwMode="auto">
              <a:xfrm>
                <a:off x="9738043" y="385524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8" name="Freeform 12">
                <a:extLst>
                  <a:ext uri="{FF2B5EF4-FFF2-40B4-BE49-F238E27FC236}">
                    <a16:creationId xmlns:a16="http://schemas.microsoft.com/office/drawing/2014/main" id="{BBD90A00-0888-4ACF-98D1-58E183AA3646}"/>
                  </a:ext>
                </a:extLst>
              </p:cNvPr>
              <p:cNvSpPr/>
              <p:nvPr/>
            </p:nvSpPr>
            <p:spPr bwMode="auto">
              <a:xfrm>
                <a:off x="8641080" y="385524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>
                      <a:lumMod val="70000"/>
                      <a:lumOff val="3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9" name="Freeform 13">
                <a:extLst>
                  <a:ext uri="{FF2B5EF4-FFF2-40B4-BE49-F238E27FC236}">
                    <a16:creationId xmlns:a16="http://schemas.microsoft.com/office/drawing/2014/main" id="{B65994FE-D3BC-4A39-AAA5-ECB91978D78E}"/>
                  </a:ext>
                </a:extLst>
              </p:cNvPr>
              <p:cNvSpPr/>
              <p:nvPr/>
            </p:nvSpPr>
            <p:spPr bwMode="auto">
              <a:xfrm>
                <a:off x="8644255" y="322342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>
                      <a:lumMod val="89000"/>
                    </a:srgbClr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40" name="Freeform 11">
                <a:extLst>
                  <a:ext uri="{FF2B5EF4-FFF2-40B4-BE49-F238E27FC236}">
                    <a16:creationId xmlns:a16="http://schemas.microsoft.com/office/drawing/2014/main" id="{7DEA9371-B79A-40D8-ACF3-EE3D7BCCFDD5}"/>
                  </a:ext>
                </a:extLst>
              </p:cNvPr>
              <p:cNvSpPr/>
              <p:nvPr/>
            </p:nvSpPr>
            <p:spPr bwMode="auto">
              <a:xfrm>
                <a:off x="9744393" y="3621565"/>
                <a:ext cx="1084263" cy="757237"/>
              </a:xfrm>
              <a:custGeom>
                <a:avLst/>
                <a:gdLst>
                  <a:gd name="T0" fmla="*/ 683 w 683"/>
                  <a:gd name="T1" fmla="*/ 0 h 477"/>
                  <a:gd name="T2" fmla="*/ 683 w 683"/>
                  <a:gd name="T3" fmla="*/ 79 h 477"/>
                  <a:gd name="T4" fmla="*/ 0 w 683"/>
                  <a:gd name="T5" fmla="*/ 477 h 477"/>
                  <a:gd name="T6" fmla="*/ 0 w 683"/>
                  <a:gd name="T7" fmla="*/ 398 h 477"/>
                  <a:gd name="T8" fmla="*/ 683 w 683"/>
                  <a:gd name="T9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3" h="477">
                    <a:moveTo>
                      <a:pt x="683" y="0"/>
                    </a:moveTo>
                    <a:lnTo>
                      <a:pt x="683" y="79"/>
                    </a:lnTo>
                    <a:lnTo>
                      <a:pt x="0" y="477"/>
                    </a:lnTo>
                    <a:lnTo>
                      <a:pt x="0" y="398"/>
                    </a:lnTo>
                    <a:lnTo>
                      <a:pt x="68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108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41" name="Freeform 12">
                <a:extLst>
                  <a:ext uri="{FF2B5EF4-FFF2-40B4-BE49-F238E27FC236}">
                    <a16:creationId xmlns:a16="http://schemas.microsoft.com/office/drawing/2014/main" id="{3393819B-198B-4B31-9846-7F5D2FEFCA7F}"/>
                  </a:ext>
                </a:extLst>
              </p:cNvPr>
              <p:cNvSpPr/>
              <p:nvPr/>
            </p:nvSpPr>
            <p:spPr bwMode="auto">
              <a:xfrm>
                <a:off x="8647430" y="3621565"/>
                <a:ext cx="1096963" cy="757237"/>
              </a:xfrm>
              <a:custGeom>
                <a:avLst/>
                <a:gdLst>
                  <a:gd name="T0" fmla="*/ 691 w 691"/>
                  <a:gd name="T1" fmla="*/ 398 h 477"/>
                  <a:gd name="T2" fmla="*/ 691 w 691"/>
                  <a:gd name="T3" fmla="*/ 477 h 477"/>
                  <a:gd name="T4" fmla="*/ 0 w 691"/>
                  <a:gd name="T5" fmla="*/ 79 h 477"/>
                  <a:gd name="T6" fmla="*/ 2 w 691"/>
                  <a:gd name="T7" fmla="*/ 0 h 477"/>
                  <a:gd name="T8" fmla="*/ 691 w 691"/>
                  <a:gd name="T9" fmla="*/ 398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477">
                    <a:moveTo>
                      <a:pt x="691" y="398"/>
                    </a:moveTo>
                    <a:lnTo>
                      <a:pt x="691" y="477"/>
                    </a:lnTo>
                    <a:lnTo>
                      <a:pt x="0" y="79"/>
                    </a:lnTo>
                    <a:lnTo>
                      <a:pt x="2" y="0"/>
                    </a:lnTo>
                    <a:lnTo>
                      <a:pt x="691" y="3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CDD2F8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42" name="Freeform 13">
                <a:extLst>
                  <a:ext uri="{FF2B5EF4-FFF2-40B4-BE49-F238E27FC236}">
                    <a16:creationId xmlns:a16="http://schemas.microsoft.com/office/drawing/2014/main" id="{D0855AC4-84B8-4FD0-A9E7-DB89790A8792}"/>
                  </a:ext>
                </a:extLst>
              </p:cNvPr>
              <p:cNvSpPr/>
              <p:nvPr/>
            </p:nvSpPr>
            <p:spPr bwMode="auto">
              <a:xfrm>
                <a:off x="8650605" y="2989740"/>
                <a:ext cx="2178050" cy="1263650"/>
              </a:xfrm>
              <a:custGeom>
                <a:avLst/>
                <a:gdLst>
                  <a:gd name="T0" fmla="*/ 1372 w 1372"/>
                  <a:gd name="T1" fmla="*/ 398 h 796"/>
                  <a:gd name="T2" fmla="*/ 689 w 1372"/>
                  <a:gd name="T3" fmla="*/ 796 h 796"/>
                  <a:gd name="T4" fmla="*/ 0 w 1372"/>
                  <a:gd name="T5" fmla="*/ 398 h 796"/>
                  <a:gd name="T6" fmla="*/ 684 w 1372"/>
                  <a:gd name="T7" fmla="*/ 0 h 796"/>
                  <a:gd name="T8" fmla="*/ 1372 w 1372"/>
                  <a:gd name="T9" fmla="*/ 398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2" h="796">
                    <a:moveTo>
                      <a:pt x="1372" y="398"/>
                    </a:moveTo>
                    <a:lnTo>
                      <a:pt x="689" y="796"/>
                    </a:lnTo>
                    <a:lnTo>
                      <a:pt x="0" y="398"/>
                    </a:lnTo>
                    <a:lnTo>
                      <a:pt x="684" y="0"/>
                    </a:lnTo>
                    <a:lnTo>
                      <a:pt x="1372" y="398"/>
                    </a:lnTo>
                    <a:close/>
                  </a:path>
                </a:pathLst>
              </a:custGeom>
              <a:gradFill>
                <a:gsLst>
                  <a:gs pos="0">
                    <a:srgbClr val="CDD2F8"/>
                  </a:gs>
                  <a:gs pos="100000">
                    <a:srgbClr val="6578F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30" name="AutoShape 3">
              <a:extLst>
                <a:ext uri="{FF2B5EF4-FFF2-40B4-BE49-F238E27FC236}">
                  <a16:creationId xmlns:a16="http://schemas.microsoft.com/office/drawing/2014/main" id="{7F20BEC9-99DA-45A1-AE54-2BA234FD97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42355" y="2552700"/>
              <a:ext cx="1652588" cy="105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31" name="组合 330">
              <a:extLst>
                <a:ext uri="{FF2B5EF4-FFF2-40B4-BE49-F238E27FC236}">
                  <a16:creationId xmlns:a16="http://schemas.microsoft.com/office/drawing/2014/main" id="{8DC7CA6C-FA1E-4078-B50E-F347F72DA162}"/>
                </a:ext>
              </a:extLst>
            </p:cNvPr>
            <p:cNvGrpSpPr/>
            <p:nvPr/>
          </p:nvGrpSpPr>
          <p:grpSpPr>
            <a:xfrm>
              <a:off x="7638740" y="2557339"/>
              <a:ext cx="1659818" cy="1028831"/>
              <a:chOff x="8653885" y="75609"/>
              <a:chExt cx="2463801" cy="1527176"/>
            </a:xfrm>
          </p:grpSpPr>
          <p:sp>
            <p:nvSpPr>
              <p:cNvPr id="332" name="Freeform 10">
                <a:extLst>
                  <a:ext uri="{FF2B5EF4-FFF2-40B4-BE49-F238E27FC236}">
                    <a16:creationId xmlns:a16="http://schemas.microsoft.com/office/drawing/2014/main" id="{17E02312-3054-4DED-BEF1-E491F3535034}"/>
                  </a:ext>
                </a:extLst>
              </p:cNvPr>
              <p:cNvSpPr/>
              <p:nvPr/>
            </p:nvSpPr>
            <p:spPr bwMode="auto">
              <a:xfrm>
                <a:off x="8671348" y="761410"/>
                <a:ext cx="2427288" cy="841375"/>
              </a:xfrm>
              <a:custGeom>
                <a:avLst/>
                <a:gdLst>
                  <a:gd name="T0" fmla="*/ 627 w 642"/>
                  <a:gd name="T1" fmla="*/ 22 h 222"/>
                  <a:gd name="T2" fmla="*/ 359 w 642"/>
                  <a:gd name="T3" fmla="*/ 177 h 222"/>
                  <a:gd name="T4" fmla="*/ 285 w 642"/>
                  <a:gd name="T5" fmla="*/ 177 h 222"/>
                  <a:gd name="T6" fmla="*/ 15 w 642"/>
                  <a:gd name="T7" fmla="*/ 22 h 222"/>
                  <a:gd name="T8" fmla="*/ 0 w 642"/>
                  <a:gd name="T9" fmla="*/ 0 h 222"/>
                  <a:gd name="T10" fmla="*/ 0 w 642"/>
                  <a:gd name="T11" fmla="*/ 33 h 222"/>
                  <a:gd name="T12" fmla="*/ 15 w 642"/>
                  <a:gd name="T13" fmla="*/ 54 h 222"/>
                  <a:gd name="T14" fmla="*/ 285 w 642"/>
                  <a:gd name="T15" fmla="*/ 210 h 222"/>
                  <a:gd name="T16" fmla="*/ 359 w 642"/>
                  <a:gd name="T17" fmla="*/ 210 h 222"/>
                  <a:gd name="T18" fmla="*/ 627 w 642"/>
                  <a:gd name="T19" fmla="*/ 54 h 222"/>
                  <a:gd name="T20" fmla="*/ 642 w 642"/>
                  <a:gd name="T21" fmla="*/ 33 h 222"/>
                  <a:gd name="T22" fmla="*/ 642 w 642"/>
                  <a:gd name="T23" fmla="*/ 0 h 222"/>
                  <a:gd name="T24" fmla="*/ 627 w 642"/>
                  <a:gd name="T25" fmla="*/ 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2" h="222">
                    <a:moveTo>
                      <a:pt x="627" y="22"/>
                    </a:moveTo>
                    <a:cubicBezTo>
                      <a:pt x="359" y="177"/>
                      <a:pt x="359" y="177"/>
                      <a:pt x="359" y="177"/>
                    </a:cubicBezTo>
                    <a:cubicBezTo>
                      <a:pt x="339" y="189"/>
                      <a:pt x="305" y="189"/>
                      <a:pt x="285" y="177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5" y="16"/>
                      <a:pt x="0" y="8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0"/>
                      <a:pt x="5" y="48"/>
                      <a:pt x="15" y="54"/>
                    </a:cubicBezTo>
                    <a:cubicBezTo>
                      <a:pt x="285" y="210"/>
                      <a:pt x="285" y="210"/>
                      <a:pt x="285" y="210"/>
                    </a:cubicBezTo>
                    <a:cubicBezTo>
                      <a:pt x="305" y="222"/>
                      <a:pt x="339" y="222"/>
                      <a:pt x="359" y="210"/>
                    </a:cubicBezTo>
                    <a:cubicBezTo>
                      <a:pt x="627" y="54"/>
                      <a:pt x="627" y="54"/>
                      <a:pt x="627" y="54"/>
                    </a:cubicBezTo>
                    <a:cubicBezTo>
                      <a:pt x="637" y="48"/>
                      <a:pt x="642" y="41"/>
                      <a:pt x="642" y="33"/>
                    </a:cubicBezTo>
                    <a:cubicBezTo>
                      <a:pt x="642" y="0"/>
                      <a:pt x="642" y="0"/>
                      <a:pt x="642" y="0"/>
                    </a:cubicBezTo>
                    <a:cubicBezTo>
                      <a:pt x="642" y="8"/>
                      <a:pt x="637" y="16"/>
                      <a:pt x="627" y="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9CEF"/>
                  </a:gs>
                  <a:gs pos="100000">
                    <a:srgbClr val="3749CC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33" name="Freeform 11">
                <a:extLst>
                  <a:ext uri="{FF2B5EF4-FFF2-40B4-BE49-F238E27FC236}">
                    <a16:creationId xmlns:a16="http://schemas.microsoft.com/office/drawing/2014/main" id="{7CC13153-DED8-4D52-B43B-BCAB9460113C}"/>
                  </a:ext>
                </a:extLst>
              </p:cNvPr>
              <p:cNvSpPr/>
              <p:nvPr/>
            </p:nvSpPr>
            <p:spPr bwMode="auto">
              <a:xfrm>
                <a:off x="8653885" y="75609"/>
                <a:ext cx="2463801" cy="1431925"/>
              </a:xfrm>
              <a:custGeom>
                <a:avLst/>
                <a:gdLst>
                  <a:gd name="T0" fmla="*/ 632 w 652"/>
                  <a:gd name="T1" fmla="*/ 167 h 378"/>
                  <a:gd name="T2" fmla="*/ 632 w 652"/>
                  <a:gd name="T3" fmla="*/ 211 h 378"/>
                  <a:gd name="T4" fmla="*/ 364 w 652"/>
                  <a:gd name="T5" fmla="*/ 366 h 378"/>
                  <a:gd name="T6" fmla="*/ 290 w 652"/>
                  <a:gd name="T7" fmla="*/ 366 h 378"/>
                  <a:gd name="T8" fmla="*/ 20 w 652"/>
                  <a:gd name="T9" fmla="*/ 211 h 378"/>
                  <a:gd name="T10" fmla="*/ 20 w 652"/>
                  <a:gd name="T11" fmla="*/ 167 h 378"/>
                  <a:gd name="T12" fmla="*/ 288 w 652"/>
                  <a:gd name="T13" fmla="*/ 12 h 378"/>
                  <a:gd name="T14" fmla="*/ 362 w 652"/>
                  <a:gd name="T15" fmla="*/ 12 h 378"/>
                  <a:gd name="T16" fmla="*/ 632 w 652"/>
                  <a:gd name="T17" fmla="*/ 167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2" h="378">
                    <a:moveTo>
                      <a:pt x="632" y="167"/>
                    </a:moveTo>
                    <a:cubicBezTo>
                      <a:pt x="652" y="179"/>
                      <a:pt x="652" y="199"/>
                      <a:pt x="632" y="211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44" y="378"/>
                      <a:pt x="310" y="378"/>
                      <a:pt x="290" y="36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0" y="199"/>
                      <a:pt x="0" y="179"/>
                      <a:pt x="20" y="167"/>
                    </a:cubicBezTo>
                    <a:cubicBezTo>
                      <a:pt x="288" y="12"/>
                      <a:pt x="288" y="12"/>
                      <a:pt x="288" y="12"/>
                    </a:cubicBezTo>
                    <a:cubicBezTo>
                      <a:pt x="308" y="0"/>
                      <a:pt x="342" y="0"/>
                      <a:pt x="362" y="12"/>
                    </a:cubicBezTo>
                    <a:lnTo>
                      <a:pt x="632" y="1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AFBFF"/>
                  </a:gs>
                  <a:gs pos="100000">
                    <a:srgbClr val="D4D9F7"/>
                  </a:gs>
                </a:gsLst>
                <a:lin ang="54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344" name="文本框 343">
            <a:extLst>
              <a:ext uri="{FF2B5EF4-FFF2-40B4-BE49-F238E27FC236}">
                <a16:creationId xmlns:a16="http://schemas.microsoft.com/office/drawing/2014/main" id="{6F81B435-8AE3-4739-8CFF-745634915854}"/>
              </a:ext>
            </a:extLst>
          </p:cNvPr>
          <p:cNvSpPr txBox="1"/>
          <p:nvPr/>
        </p:nvSpPr>
        <p:spPr>
          <a:xfrm>
            <a:off x="1935498" y="4614443"/>
            <a:ext cx="2171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4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Sentence Transformer</a:t>
            </a:r>
          </a:p>
        </p:txBody>
      </p:sp>
      <p:sp>
        <p:nvSpPr>
          <p:cNvPr id="345" name="图形 690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27F1493A-6A78-4461-AAA4-D5177E9DDAA4}"/>
              </a:ext>
            </a:extLst>
          </p:cNvPr>
          <p:cNvSpPr/>
          <p:nvPr/>
        </p:nvSpPr>
        <p:spPr>
          <a:xfrm>
            <a:off x="2877480" y="3748441"/>
            <a:ext cx="312285" cy="312285"/>
          </a:xfrm>
          <a:custGeom>
            <a:avLst/>
            <a:gdLst>
              <a:gd name="connsiteX0" fmla="*/ 171450 w 190500"/>
              <a:gd name="connsiteY0" fmla="*/ 0 h 190500"/>
              <a:gd name="connsiteX1" fmla="*/ 19050 w 190500"/>
              <a:gd name="connsiteY1" fmla="*/ 0 h 190500"/>
              <a:gd name="connsiteX2" fmla="*/ 95 w 190500"/>
              <a:gd name="connsiteY2" fmla="*/ 19050 h 190500"/>
              <a:gd name="connsiteX3" fmla="*/ 0 w 190500"/>
              <a:gd name="connsiteY3" fmla="*/ 190500 h 190500"/>
              <a:gd name="connsiteX4" fmla="*/ 38100 w 190500"/>
              <a:gd name="connsiteY4" fmla="*/ 152400 h 190500"/>
              <a:gd name="connsiteX5" fmla="*/ 171450 w 190500"/>
              <a:gd name="connsiteY5" fmla="*/ 152400 h 190500"/>
              <a:gd name="connsiteX6" fmla="*/ 190500 w 190500"/>
              <a:gd name="connsiteY6" fmla="*/ 133350 h 190500"/>
              <a:gd name="connsiteX7" fmla="*/ 190500 w 190500"/>
              <a:gd name="connsiteY7" fmla="*/ 19050 h 190500"/>
              <a:gd name="connsiteX8" fmla="*/ 171450 w 190500"/>
              <a:gd name="connsiteY8" fmla="*/ 0 h 190500"/>
              <a:gd name="connsiteX9" fmla="*/ 152400 w 190500"/>
              <a:gd name="connsiteY9" fmla="*/ 114300 h 190500"/>
              <a:gd name="connsiteX10" fmla="*/ 38100 w 190500"/>
              <a:gd name="connsiteY10" fmla="*/ 114300 h 190500"/>
              <a:gd name="connsiteX11" fmla="*/ 38100 w 190500"/>
              <a:gd name="connsiteY11" fmla="*/ 95250 h 190500"/>
              <a:gd name="connsiteX12" fmla="*/ 152400 w 190500"/>
              <a:gd name="connsiteY12" fmla="*/ 95250 h 190500"/>
              <a:gd name="connsiteX13" fmla="*/ 152400 w 190500"/>
              <a:gd name="connsiteY13" fmla="*/ 114300 h 190500"/>
              <a:gd name="connsiteX14" fmla="*/ 152400 w 190500"/>
              <a:gd name="connsiteY14" fmla="*/ 85725 h 190500"/>
              <a:gd name="connsiteX15" fmla="*/ 38100 w 190500"/>
              <a:gd name="connsiteY15" fmla="*/ 85725 h 190500"/>
              <a:gd name="connsiteX16" fmla="*/ 38100 w 190500"/>
              <a:gd name="connsiteY16" fmla="*/ 66675 h 190500"/>
              <a:gd name="connsiteX17" fmla="*/ 152400 w 190500"/>
              <a:gd name="connsiteY17" fmla="*/ 66675 h 190500"/>
              <a:gd name="connsiteX18" fmla="*/ 152400 w 190500"/>
              <a:gd name="connsiteY18" fmla="*/ 85725 h 190500"/>
              <a:gd name="connsiteX19" fmla="*/ 152400 w 190500"/>
              <a:gd name="connsiteY19" fmla="*/ 57150 h 190500"/>
              <a:gd name="connsiteX20" fmla="*/ 38100 w 190500"/>
              <a:gd name="connsiteY20" fmla="*/ 57150 h 190500"/>
              <a:gd name="connsiteX21" fmla="*/ 38100 w 190500"/>
              <a:gd name="connsiteY21" fmla="*/ 38100 h 190500"/>
              <a:gd name="connsiteX22" fmla="*/ 152400 w 190500"/>
              <a:gd name="connsiteY22" fmla="*/ 38100 h 190500"/>
              <a:gd name="connsiteX23" fmla="*/ 152400 w 190500"/>
              <a:gd name="connsiteY23" fmla="*/ 5715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90500" h="190500">
                <a:moveTo>
                  <a:pt x="171450" y="0"/>
                </a:moveTo>
                <a:lnTo>
                  <a:pt x="19050" y="0"/>
                </a:lnTo>
                <a:cubicBezTo>
                  <a:pt x="8573" y="0"/>
                  <a:pt x="95" y="8573"/>
                  <a:pt x="95" y="19050"/>
                </a:cubicBezTo>
                <a:lnTo>
                  <a:pt x="0" y="190500"/>
                </a:lnTo>
                <a:lnTo>
                  <a:pt x="38100" y="152400"/>
                </a:lnTo>
                <a:lnTo>
                  <a:pt x="171450" y="152400"/>
                </a:lnTo>
                <a:cubicBezTo>
                  <a:pt x="181928" y="152400"/>
                  <a:pt x="190500" y="143828"/>
                  <a:pt x="190500" y="1333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52400" y="114300"/>
                </a:moveTo>
                <a:lnTo>
                  <a:pt x="38100" y="114300"/>
                </a:lnTo>
                <a:lnTo>
                  <a:pt x="38100" y="95250"/>
                </a:lnTo>
                <a:lnTo>
                  <a:pt x="152400" y="95250"/>
                </a:lnTo>
                <a:lnTo>
                  <a:pt x="152400" y="114300"/>
                </a:lnTo>
                <a:close/>
                <a:moveTo>
                  <a:pt x="152400" y="85725"/>
                </a:moveTo>
                <a:lnTo>
                  <a:pt x="38100" y="85725"/>
                </a:lnTo>
                <a:lnTo>
                  <a:pt x="38100" y="66675"/>
                </a:lnTo>
                <a:lnTo>
                  <a:pt x="152400" y="66675"/>
                </a:lnTo>
                <a:lnTo>
                  <a:pt x="152400" y="85725"/>
                </a:lnTo>
                <a:close/>
                <a:moveTo>
                  <a:pt x="152400" y="57150"/>
                </a:moveTo>
                <a:lnTo>
                  <a:pt x="38100" y="57150"/>
                </a:lnTo>
                <a:lnTo>
                  <a:pt x="38100" y="38100"/>
                </a:lnTo>
                <a:lnTo>
                  <a:pt x="152400" y="38100"/>
                </a:lnTo>
                <a:lnTo>
                  <a:pt x="152400" y="57150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6" name="图形 734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8BC497E4-3D4E-4475-9F30-A024C78C7B9F}"/>
              </a:ext>
            </a:extLst>
          </p:cNvPr>
          <p:cNvSpPr/>
          <p:nvPr/>
        </p:nvSpPr>
        <p:spPr>
          <a:xfrm>
            <a:off x="4249290" y="3757688"/>
            <a:ext cx="312285" cy="312285"/>
          </a:xfrm>
          <a:custGeom>
            <a:avLst/>
            <a:gdLst>
              <a:gd name="connsiteX0" fmla="*/ 171450 w 190500"/>
              <a:gd name="connsiteY0" fmla="*/ 0 h 190500"/>
              <a:gd name="connsiteX1" fmla="*/ 95250 w 190500"/>
              <a:gd name="connsiteY1" fmla="*/ 0 h 190500"/>
              <a:gd name="connsiteX2" fmla="*/ 0 w 190500"/>
              <a:gd name="connsiteY2" fmla="*/ 97917 h 190500"/>
              <a:gd name="connsiteX3" fmla="*/ 92583 w 190500"/>
              <a:gd name="connsiteY3" fmla="*/ 190500 h 190500"/>
              <a:gd name="connsiteX4" fmla="*/ 190500 w 190500"/>
              <a:gd name="connsiteY4" fmla="*/ 95250 h 190500"/>
              <a:gd name="connsiteX5" fmla="*/ 190500 w 190500"/>
              <a:gd name="connsiteY5" fmla="*/ 19050 h 190500"/>
              <a:gd name="connsiteX6" fmla="*/ 171450 w 190500"/>
              <a:gd name="connsiteY6" fmla="*/ 0 h 190500"/>
              <a:gd name="connsiteX7" fmla="*/ 142875 w 190500"/>
              <a:gd name="connsiteY7" fmla="*/ 123825 h 190500"/>
              <a:gd name="connsiteX8" fmla="*/ 114300 w 190500"/>
              <a:gd name="connsiteY8" fmla="*/ 104775 h 190500"/>
              <a:gd name="connsiteX9" fmla="*/ 114300 w 190500"/>
              <a:gd name="connsiteY9" fmla="*/ 123825 h 190500"/>
              <a:gd name="connsiteX10" fmla="*/ 47625 w 190500"/>
              <a:gd name="connsiteY10" fmla="*/ 123825 h 190500"/>
              <a:gd name="connsiteX11" fmla="*/ 47625 w 190500"/>
              <a:gd name="connsiteY11" fmla="*/ 66675 h 190500"/>
              <a:gd name="connsiteX12" fmla="*/ 114300 w 190500"/>
              <a:gd name="connsiteY12" fmla="*/ 66675 h 190500"/>
              <a:gd name="connsiteX13" fmla="*/ 114300 w 190500"/>
              <a:gd name="connsiteY13" fmla="*/ 85725 h 190500"/>
              <a:gd name="connsiteX14" fmla="*/ 142875 w 190500"/>
              <a:gd name="connsiteY14" fmla="*/ 66675 h 190500"/>
              <a:gd name="connsiteX15" fmla="*/ 142875 w 190500"/>
              <a:gd name="connsiteY15" fmla="*/ 1238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0500" h="190500">
                <a:moveTo>
                  <a:pt x="171450" y="0"/>
                </a:moveTo>
                <a:lnTo>
                  <a:pt x="95250" y="0"/>
                </a:lnTo>
                <a:cubicBezTo>
                  <a:pt x="41720" y="0"/>
                  <a:pt x="0" y="44387"/>
                  <a:pt x="0" y="97917"/>
                </a:cubicBezTo>
                <a:cubicBezTo>
                  <a:pt x="0" y="147638"/>
                  <a:pt x="42767" y="190500"/>
                  <a:pt x="92583" y="190500"/>
                </a:cubicBezTo>
                <a:cubicBezTo>
                  <a:pt x="146590" y="190500"/>
                  <a:pt x="190500" y="148781"/>
                  <a:pt x="190500" y="952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42875" y="123825"/>
                </a:moveTo>
                <a:lnTo>
                  <a:pt x="114300" y="104775"/>
                </a:lnTo>
                <a:lnTo>
                  <a:pt x="114300" y="123825"/>
                </a:lnTo>
                <a:lnTo>
                  <a:pt x="47625" y="123825"/>
                </a:lnTo>
                <a:lnTo>
                  <a:pt x="47625" y="66675"/>
                </a:lnTo>
                <a:lnTo>
                  <a:pt x="114300" y="66675"/>
                </a:lnTo>
                <a:lnTo>
                  <a:pt x="114300" y="85725"/>
                </a:lnTo>
                <a:lnTo>
                  <a:pt x="142875" y="66675"/>
                </a:lnTo>
                <a:lnTo>
                  <a:pt x="142875" y="123825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7CBEE6DD-EE35-4ACC-AED8-ED9CDCC9E914}"/>
              </a:ext>
            </a:extLst>
          </p:cNvPr>
          <p:cNvSpPr txBox="1"/>
          <p:nvPr/>
        </p:nvSpPr>
        <p:spPr>
          <a:xfrm rot="1760815">
            <a:off x="2413659" y="4356707"/>
            <a:ext cx="834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2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Vector</a:t>
            </a:r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C3D9B0E7-37FB-4CF6-BE82-D4F63BC198DD}"/>
              </a:ext>
            </a:extLst>
          </p:cNvPr>
          <p:cNvSpPr txBox="1"/>
          <p:nvPr/>
        </p:nvSpPr>
        <p:spPr>
          <a:xfrm rot="1789752">
            <a:off x="3747870" y="4367096"/>
            <a:ext cx="1053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2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Activation</a:t>
            </a:r>
          </a:p>
        </p:txBody>
      </p:sp>
      <p:sp>
        <p:nvSpPr>
          <p:cNvPr id="350" name="文本框 195">
            <a:extLst>
              <a:ext uri="{FF2B5EF4-FFF2-40B4-BE49-F238E27FC236}">
                <a16:creationId xmlns:a16="http://schemas.microsoft.com/office/drawing/2014/main" id="{5DD454E1-6856-4E51-8D38-4E31E776053D}"/>
              </a:ext>
            </a:extLst>
          </p:cNvPr>
          <p:cNvSpPr txBox="1"/>
          <p:nvPr/>
        </p:nvSpPr>
        <p:spPr>
          <a:xfrm rot="1810240">
            <a:off x="875687" y="4385130"/>
            <a:ext cx="12623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Document</a:t>
            </a:r>
          </a:p>
        </p:txBody>
      </p: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ED5D8AAC-4612-4319-9439-7EFB4AAC1B1F}"/>
              </a:ext>
            </a:extLst>
          </p:cNvPr>
          <p:cNvGrpSpPr/>
          <p:nvPr/>
        </p:nvGrpSpPr>
        <p:grpSpPr>
          <a:xfrm>
            <a:off x="1651608" y="5507675"/>
            <a:ext cx="1129956" cy="798833"/>
            <a:chOff x="4778117" y="1406293"/>
            <a:chExt cx="815793" cy="576732"/>
          </a:xfrm>
        </p:grpSpPr>
        <p:sp>
          <p:nvSpPr>
            <p:cNvPr id="352" name="菱形 351">
              <a:extLst>
                <a:ext uri="{FF2B5EF4-FFF2-40B4-BE49-F238E27FC236}">
                  <a16:creationId xmlns:a16="http://schemas.microsoft.com/office/drawing/2014/main" id="{63483BDA-25DD-45A5-8519-C50F8D7A63C6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53" name="组合 352">
              <a:extLst>
                <a:ext uri="{FF2B5EF4-FFF2-40B4-BE49-F238E27FC236}">
                  <a16:creationId xmlns:a16="http://schemas.microsoft.com/office/drawing/2014/main" id="{C1B30C04-CB76-4634-A35B-0324EDE09E0B}"/>
                </a:ext>
              </a:extLst>
            </p:cNvPr>
            <p:cNvGrpSpPr/>
            <p:nvPr/>
          </p:nvGrpSpPr>
          <p:grpSpPr>
            <a:xfrm>
              <a:off x="4876554" y="1406293"/>
              <a:ext cx="620945" cy="489741"/>
              <a:chOff x="2883576" y="2534043"/>
              <a:chExt cx="620945" cy="489741"/>
            </a:xfrm>
          </p:grpSpPr>
          <p:grpSp>
            <p:nvGrpSpPr>
              <p:cNvPr id="354" name="组合 353">
                <a:extLst>
                  <a:ext uri="{FF2B5EF4-FFF2-40B4-BE49-F238E27FC236}">
                    <a16:creationId xmlns:a16="http://schemas.microsoft.com/office/drawing/2014/main" id="{99C7F663-D8E2-4A40-A743-37B083D8E541}"/>
                  </a:ext>
                </a:extLst>
              </p:cNvPr>
              <p:cNvGrpSpPr/>
              <p:nvPr/>
            </p:nvGrpSpPr>
            <p:grpSpPr>
              <a:xfrm>
                <a:off x="2883576" y="2621661"/>
                <a:ext cx="620945" cy="402123"/>
                <a:chOff x="6512018" y="615964"/>
                <a:chExt cx="1370013" cy="930275"/>
              </a:xfrm>
            </p:grpSpPr>
            <p:sp>
              <p:nvSpPr>
                <p:cNvPr id="359" name="Freeform 14">
                  <a:extLst>
                    <a:ext uri="{FF2B5EF4-FFF2-40B4-BE49-F238E27FC236}">
                      <a16:creationId xmlns:a16="http://schemas.microsoft.com/office/drawing/2014/main" id="{57DC6841-EACD-4486-A5BA-C1E7138EFA38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0" name="Freeform 15">
                  <a:extLst>
                    <a:ext uri="{FF2B5EF4-FFF2-40B4-BE49-F238E27FC236}">
                      <a16:creationId xmlns:a16="http://schemas.microsoft.com/office/drawing/2014/main" id="{9ED5B852-17FB-4BA4-80CC-6D0CC85554C2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1" name="Freeform 16">
                  <a:extLst>
                    <a:ext uri="{FF2B5EF4-FFF2-40B4-BE49-F238E27FC236}">
                      <a16:creationId xmlns:a16="http://schemas.microsoft.com/office/drawing/2014/main" id="{300E6823-86DE-406A-A309-8F6718D7CB3C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55" name="组合 354">
                <a:extLst>
                  <a:ext uri="{FF2B5EF4-FFF2-40B4-BE49-F238E27FC236}">
                    <a16:creationId xmlns:a16="http://schemas.microsoft.com/office/drawing/2014/main" id="{2FA71A5E-81A3-42B4-903E-BAD0CB5F52BE}"/>
                  </a:ext>
                </a:extLst>
              </p:cNvPr>
              <p:cNvGrpSpPr/>
              <p:nvPr/>
            </p:nvGrpSpPr>
            <p:grpSpPr>
              <a:xfrm>
                <a:off x="2883576" y="2534043"/>
                <a:ext cx="620945" cy="396317"/>
                <a:chOff x="6512018" y="629396"/>
                <a:chExt cx="1370013" cy="916843"/>
              </a:xfrm>
            </p:grpSpPr>
            <p:sp>
              <p:nvSpPr>
                <p:cNvPr id="356" name="Freeform 14">
                  <a:extLst>
                    <a:ext uri="{FF2B5EF4-FFF2-40B4-BE49-F238E27FC236}">
                      <a16:creationId xmlns:a16="http://schemas.microsoft.com/office/drawing/2014/main" id="{32A3FDB2-17CA-47AD-8C05-2AD60E56ACB2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57" name="Freeform 15">
                  <a:extLst>
                    <a:ext uri="{FF2B5EF4-FFF2-40B4-BE49-F238E27FC236}">
                      <a16:creationId xmlns:a16="http://schemas.microsoft.com/office/drawing/2014/main" id="{1BCC0921-EE42-4519-8C94-A980A7A588C9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58" name="Freeform 16">
                  <a:extLst>
                    <a:ext uri="{FF2B5EF4-FFF2-40B4-BE49-F238E27FC236}">
                      <a16:creationId xmlns:a16="http://schemas.microsoft.com/office/drawing/2014/main" id="{89C335BD-91B2-4E61-BF1E-E40F3209757D}"/>
                    </a:ext>
                  </a:extLst>
                </p:cNvPr>
                <p:cNvSpPr/>
                <p:nvPr/>
              </p:nvSpPr>
              <p:spPr bwMode="auto">
                <a:xfrm>
                  <a:off x="6512018" y="629396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362" name="组合 361">
            <a:extLst>
              <a:ext uri="{FF2B5EF4-FFF2-40B4-BE49-F238E27FC236}">
                <a16:creationId xmlns:a16="http://schemas.microsoft.com/office/drawing/2014/main" id="{04FC65B3-070D-4BB0-9A9B-E8384F6B4C9D}"/>
              </a:ext>
            </a:extLst>
          </p:cNvPr>
          <p:cNvGrpSpPr/>
          <p:nvPr/>
        </p:nvGrpSpPr>
        <p:grpSpPr>
          <a:xfrm>
            <a:off x="3287368" y="5507675"/>
            <a:ext cx="1129956" cy="798833"/>
            <a:chOff x="4778117" y="1406293"/>
            <a:chExt cx="815793" cy="576732"/>
          </a:xfrm>
        </p:grpSpPr>
        <p:sp>
          <p:nvSpPr>
            <p:cNvPr id="363" name="菱形 362">
              <a:extLst>
                <a:ext uri="{FF2B5EF4-FFF2-40B4-BE49-F238E27FC236}">
                  <a16:creationId xmlns:a16="http://schemas.microsoft.com/office/drawing/2014/main" id="{809EB306-FD8E-4DA1-A974-103AC80B7738}"/>
                </a:ext>
              </a:extLst>
            </p:cNvPr>
            <p:cNvSpPr/>
            <p:nvPr/>
          </p:nvSpPr>
          <p:spPr>
            <a:xfrm>
              <a:off x="4778117" y="1530463"/>
              <a:ext cx="815793" cy="452562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sz="200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6C43D6ED-E542-49C1-840F-3AAA478E202F}"/>
                </a:ext>
              </a:extLst>
            </p:cNvPr>
            <p:cNvGrpSpPr/>
            <p:nvPr/>
          </p:nvGrpSpPr>
          <p:grpSpPr>
            <a:xfrm>
              <a:off x="4876554" y="1406293"/>
              <a:ext cx="620945" cy="489741"/>
              <a:chOff x="2883576" y="2534043"/>
              <a:chExt cx="620945" cy="489741"/>
            </a:xfrm>
          </p:grpSpPr>
          <p:grpSp>
            <p:nvGrpSpPr>
              <p:cNvPr id="365" name="组合 364">
                <a:extLst>
                  <a:ext uri="{FF2B5EF4-FFF2-40B4-BE49-F238E27FC236}">
                    <a16:creationId xmlns:a16="http://schemas.microsoft.com/office/drawing/2014/main" id="{A406F2E4-7144-46BE-A8D7-ABE1BF1AD088}"/>
                  </a:ext>
                </a:extLst>
              </p:cNvPr>
              <p:cNvGrpSpPr/>
              <p:nvPr/>
            </p:nvGrpSpPr>
            <p:grpSpPr>
              <a:xfrm>
                <a:off x="2883576" y="2621661"/>
                <a:ext cx="620945" cy="402123"/>
                <a:chOff x="6512018" y="615964"/>
                <a:chExt cx="1370013" cy="930275"/>
              </a:xfrm>
            </p:grpSpPr>
            <p:sp>
              <p:nvSpPr>
                <p:cNvPr id="370" name="Freeform 14">
                  <a:extLst>
                    <a:ext uri="{FF2B5EF4-FFF2-40B4-BE49-F238E27FC236}">
                      <a16:creationId xmlns:a16="http://schemas.microsoft.com/office/drawing/2014/main" id="{DADA5963-D0D6-46C8-A58C-788A8CACF1E5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1" name="Freeform 15">
                  <a:extLst>
                    <a:ext uri="{FF2B5EF4-FFF2-40B4-BE49-F238E27FC236}">
                      <a16:creationId xmlns:a16="http://schemas.microsoft.com/office/drawing/2014/main" id="{108576C4-28DA-42C9-92DF-09148F3A14AD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2" name="Freeform 16">
                  <a:extLst>
                    <a:ext uri="{FF2B5EF4-FFF2-40B4-BE49-F238E27FC236}">
                      <a16:creationId xmlns:a16="http://schemas.microsoft.com/office/drawing/2014/main" id="{88129B79-F3AC-442D-8DA1-A834EA93362A}"/>
                    </a:ext>
                  </a:extLst>
                </p:cNvPr>
                <p:cNvSpPr/>
                <p:nvPr/>
              </p:nvSpPr>
              <p:spPr bwMode="auto">
                <a:xfrm>
                  <a:off x="6512018" y="615964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366" name="组合 365">
                <a:extLst>
                  <a:ext uri="{FF2B5EF4-FFF2-40B4-BE49-F238E27FC236}">
                    <a16:creationId xmlns:a16="http://schemas.microsoft.com/office/drawing/2014/main" id="{B6DA732B-D30C-48DA-B1DB-8522A8927AF2}"/>
                  </a:ext>
                </a:extLst>
              </p:cNvPr>
              <p:cNvGrpSpPr/>
              <p:nvPr/>
            </p:nvGrpSpPr>
            <p:grpSpPr>
              <a:xfrm>
                <a:off x="2883576" y="2534043"/>
                <a:ext cx="620945" cy="396317"/>
                <a:chOff x="6512018" y="629396"/>
                <a:chExt cx="1370013" cy="916843"/>
              </a:xfrm>
            </p:grpSpPr>
            <p:sp>
              <p:nvSpPr>
                <p:cNvPr id="367" name="Freeform 14">
                  <a:extLst>
                    <a:ext uri="{FF2B5EF4-FFF2-40B4-BE49-F238E27FC236}">
                      <a16:creationId xmlns:a16="http://schemas.microsoft.com/office/drawing/2014/main" id="{17977EF8-8FEC-439B-93B9-CFD149431D9C}"/>
                    </a:ext>
                  </a:extLst>
                </p:cNvPr>
                <p:cNvSpPr/>
                <p:nvPr/>
              </p:nvSpPr>
              <p:spPr bwMode="auto">
                <a:xfrm>
                  <a:off x="7199405" y="1019189"/>
                  <a:ext cx="682625" cy="527050"/>
                </a:xfrm>
                <a:custGeom>
                  <a:avLst/>
                  <a:gdLst>
                    <a:gd name="T0" fmla="*/ 430 w 430"/>
                    <a:gd name="T1" fmla="*/ 0 h 332"/>
                    <a:gd name="T2" fmla="*/ 430 w 430"/>
                    <a:gd name="T3" fmla="*/ 77 h 332"/>
                    <a:gd name="T4" fmla="*/ 0 w 430"/>
                    <a:gd name="T5" fmla="*/ 332 h 332"/>
                    <a:gd name="T6" fmla="*/ 0 w 430"/>
                    <a:gd name="T7" fmla="*/ 253 h 332"/>
                    <a:gd name="T8" fmla="*/ 430 w 430"/>
                    <a:gd name="T9" fmla="*/ 0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0" h="332">
                      <a:moveTo>
                        <a:pt x="430" y="0"/>
                      </a:moveTo>
                      <a:lnTo>
                        <a:pt x="430" y="77"/>
                      </a:lnTo>
                      <a:lnTo>
                        <a:pt x="0" y="332"/>
                      </a:lnTo>
                      <a:lnTo>
                        <a:pt x="0" y="253"/>
                      </a:lnTo>
                      <a:lnTo>
                        <a:pt x="43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" name="Freeform 15">
                  <a:extLst>
                    <a:ext uri="{FF2B5EF4-FFF2-40B4-BE49-F238E27FC236}">
                      <a16:creationId xmlns:a16="http://schemas.microsoft.com/office/drawing/2014/main" id="{14ECAA32-2685-4ACE-A82E-DAA9C03FB4C4}"/>
                    </a:ext>
                  </a:extLst>
                </p:cNvPr>
                <p:cNvSpPr/>
                <p:nvPr/>
              </p:nvSpPr>
              <p:spPr bwMode="auto">
                <a:xfrm>
                  <a:off x="6512018" y="1019189"/>
                  <a:ext cx="687388" cy="527050"/>
                </a:xfrm>
                <a:custGeom>
                  <a:avLst/>
                  <a:gdLst>
                    <a:gd name="T0" fmla="*/ 433 w 433"/>
                    <a:gd name="T1" fmla="*/ 253 h 332"/>
                    <a:gd name="T2" fmla="*/ 433 w 433"/>
                    <a:gd name="T3" fmla="*/ 332 h 332"/>
                    <a:gd name="T4" fmla="*/ 0 w 433"/>
                    <a:gd name="T5" fmla="*/ 77 h 332"/>
                    <a:gd name="T6" fmla="*/ 0 w 433"/>
                    <a:gd name="T7" fmla="*/ 0 h 332"/>
                    <a:gd name="T8" fmla="*/ 433 w 433"/>
                    <a:gd name="T9" fmla="*/ 253 h 3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3" h="332">
                      <a:moveTo>
                        <a:pt x="433" y="253"/>
                      </a:moveTo>
                      <a:lnTo>
                        <a:pt x="433" y="332"/>
                      </a:lnTo>
                      <a:lnTo>
                        <a:pt x="0" y="77"/>
                      </a:lnTo>
                      <a:lnTo>
                        <a:pt x="0" y="0"/>
                      </a:lnTo>
                      <a:lnTo>
                        <a:pt x="433" y="253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B1BBFE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9" name="Freeform 16">
                  <a:extLst>
                    <a:ext uri="{FF2B5EF4-FFF2-40B4-BE49-F238E27FC236}">
                      <a16:creationId xmlns:a16="http://schemas.microsoft.com/office/drawing/2014/main" id="{D006146E-580C-47C9-BDB9-C68610EE6FC7}"/>
                    </a:ext>
                  </a:extLst>
                </p:cNvPr>
                <p:cNvSpPr/>
                <p:nvPr/>
              </p:nvSpPr>
              <p:spPr bwMode="auto">
                <a:xfrm>
                  <a:off x="6512018" y="629396"/>
                  <a:ext cx="1370013" cy="804863"/>
                </a:xfrm>
                <a:custGeom>
                  <a:avLst/>
                  <a:gdLst>
                    <a:gd name="T0" fmla="*/ 863 w 863"/>
                    <a:gd name="T1" fmla="*/ 254 h 507"/>
                    <a:gd name="T2" fmla="*/ 433 w 863"/>
                    <a:gd name="T3" fmla="*/ 507 h 507"/>
                    <a:gd name="T4" fmla="*/ 0 w 863"/>
                    <a:gd name="T5" fmla="*/ 254 h 507"/>
                    <a:gd name="T6" fmla="*/ 431 w 863"/>
                    <a:gd name="T7" fmla="*/ 0 h 507"/>
                    <a:gd name="T8" fmla="*/ 863 w 863"/>
                    <a:gd name="T9" fmla="*/ 254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3" h="507">
                      <a:moveTo>
                        <a:pt x="863" y="254"/>
                      </a:moveTo>
                      <a:lnTo>
                        <a:pt x="433" y="507"/>
                      </a:lnTo>
                      <a:lnTo>
                        <a:pt x="0" y="254"/>
                      </a:lnTo>
                      <a:lnTo>
                        <a:pt x="431" y="0"/>
                      </a:lnTo>
                      <a:lnTo>
                        <a:pt x="863" y="25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AFBFF"/>
                    </a:gs>
                    <a:gs pos="100000">
                      <a:srgbClr val="DADFFE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</p:grpSp>
      <p:sp>
        <p:nvSpPr>
          <p:cNvPr id="373" name="图形 754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6EAB2A78-01A7-43B2-A9A2-5083EF0CCF1A}"/>
              </a:ext>
            </a:extLst>
          </p:cNvPr>
          <p:cNvSpPr/>
          <p:nvPr/>
        </p:nvSpPr>
        <p:spPr>
          <a:xfrm>
            <a:off x="2017346" y="5549311"/>
            <a:ext cx="369852" cy="277389"/>
          </a:xfrm>
          <a:custGeom>
            <a:avLst/>
            <a:gdLst>
              <a:gd name="connsiteX0" fmla="*/ 200025 w 228600"/>
              <a:gd name="connsiteY0" fmla="*/ 47625 h 171450"/>
              <a:gd name="connsiteX1" fmla="*/ 200025 w 228600"/>
              <a:gd name="connsiteY1" fmla="*/ 38100 h 171450"/>
              <a:gd name="connsiteX2" fmla="*/ 171450 w 228600"/>
              <a:gd name="connsiteY2" fmla="*/ 57150 h 171450"/>
              <a:gd name="connsiteX3" fmla="*/ 142875 w 228600"/>
              <a:gd name="connsiteY3" fmla="*/ 38100 h 171450"/>
              <a:gd name="connsiteX4" fmla="*/ 142875 w 228600"/>
              <a:gd name="connsiteY4" fmla="*/ 47625 h 171450"/>
              <a:gd name="connsiteX5" fmla="*/ 171450 w 228600"/>
              <a:gd name="connsiteY5" fmla="*/ 66675 h 171450"/>
              <a:gd name="connsiteX6" fmla="*/ 200025 w 228600"/>
              <a:gd name="connsiteY6" fmla="*/ 47625 h 171450"/>
              <a:gd name="connsiteX7" fmla="*/ 209550 w 228600"/>
              <a:gd name="connsiteY7" fmla="*/ 0 h 171450"/>
              <a:gd name="connsiteX8" fmla="*/ 19050 w 228600"/>
              <a:gd name="connsiteY8" fmla="*/ 0 h 171450"/>
              <a:gd name="connsiteX9" fmla="*/ 0 w 228600"/>
              <a:gd name="connsiteY9" fmla="*/ 19050 h 171450"/>
              <a:gd name="connsiteX10" fmla="*/ 0 w 228600"/>
              <a:gd name="connsiteY10" fmla="*/ 152400 h 171450"/>
              <a:gd name="connsiteX11" fmla="*/ 19050 w 228600"/>
              <a:gd name="connsiteY11" fmla="*/ 171450 h 171450"/>
              <a:gd name="connsiteX12" fmla="*/ 209550 w 228600"/>
              <a:gd name="connsiteY12" fmla="*/ 171450 h 171450"/>
              <a:gd name="connsiteX13" fmla="*/ 228505 w 228600"/>
              <a:gd name="connsiteY13" fmla="*/ 152400 h 171450"/>
              <a:gd name="connsiteX14" fmla="*/ 228600 w 228600"/>
              <a:gd name="connsiteY14" fmla="*/ 19050 h 171450"/>
              <a:gd name="connsiteX15" fmla="*/ 209550 w 228600"/>
              <a:gd name="connsiteY15" fmla="*/ 0 h 171450"/>
              <a:gd name="connsiteX16" fmla="*/ 76200 w 228600"/>
              <a:gd name="connsiteY16" fmla="*/ 28575 h 171450"/>
              <a:gd name="connsiteX17" fmla="*/ 104775 w 228600"/>
              <a:gd name="connsiteY17" fmla="*/ 57150 h 171450"/>
              <a:gd name="connsiteX18" fmla="*/ 76200 w 228600"/>
              <a:gd name="connsiteY18" fmla="*/ 85725 h 171450"/>
              <a:gd name="connsiteX19" fmla="*/ 47625 w 228600"/>
              <a:gd name="connsiteY19" fmla="*/ 57150 h 171450"/>
              <a:gd name="connsiteX20" fmla="*/ 76200 w 228600"/>
              <a:gd name="connsiteY20" fmla="*/ 28575 h 171450"/>
              <a:gd name="connsiteX21" fmla="*/ 133350 w 228600"/>
              <a:gd name="connsiteY21" fmla="*/ 142875 h 171450"/>
              <a:gd name="connsiteX22" fmla="*/ 19050 w 228600"/>
              <a:gd name="connsiteY22" fmla="*/ 142875 h 171450"/>
              <a:gd name="connsiteX23" fmla="*/ 19050 w 228600"/>
              <a:gd name="connsiteY23" fmla="*/ 133350 h 171450"/>
              <a:gd name="connsiteX24" fmla="*/ 76200 w 228600"/>
              <a:gd name="connsiteY24" fmla="*/ 103823 h 171450"/>
              <a:gd name="connsiteX25" fmla="*/ 133350 w 228600"/>
              <a:gd name="connsiteY25" fmla="*/ 133350 h 171450"/>
              <a:gd name="connsiteX26" fmla="*/ 133350 w 228600"/>
              <a:gd name="connsiteY26" fmla="*/ 142875 h 171450"/>
              <a:gd name="connsiteX27" fmla="*/ 209550 w 228600"/>
              <a:gd name="connsiteY27" fmla="*/ 85725 h 171450"/>
              <a:gd name="connsiteX28" fmla="*/ 133350 w 228600"/>
              <a:gd name="connsiteY28" fmla="*/ 85725 h 171450"/>
              <a:gd name="connsiteX29" fmla="*/ 133350 w 228600"/>
              <a:gd name="connsiteY29" fmla="*/ 28575 h 171450"/>
              <a:gd name="connsiteX30" fmla="*/ 209550 w 228600"/>
              <a:gd name="connsiteY30" fmla="*/ 28575 h 171450"/>
              <a:gd name="connsiteX31" fmla="*/ 209550 w 228600"/>
              <a:gd name="connsiteY31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28600" h="171450">
                <a:moveTo>
                  <a:pt x="200025" y="47625"/>
                </a:moveTo>
                <a:lnTo>
                  <a:pt x="200025" y="38100"/>
                </a:lnTo>
                <a:lnTo>
                  <a:pt x="171450" y="57150"/>
                </a:lnTo>
                <a:lnTo>
                  <a:pt x="142875" y="38100"/>
                </a:lnTo>
                <a:lnTo>
                  <a:pt x="142875" y="47625"/>
                </a:lnTo>
                <a:lnTo>
                  <a:pt x="171450" y="66675"/>
                </a:lnTo>
                <a:lnTo>
                  <a:pt x="200025" y="47625"/>
                </a:lnTo>
                <a:close/>
                <a:moveTo>
                  <a:pt x="209550" y="0"/>
                </a:moveTo>
                <a:lnTo>
                  <a:pt x="19050" y="0"/>
                </a:lnTo>
                <a:cubicBezTo>
                  <a:pt x="8573" y="0"/>
                  <a:pt x="0" y="8573"/>
                  <a:pt x="0" y="19050"/>
                </a:cubicBezTo>
                <a:lnTo>
                  <a:pt x="0" y="152400"/>
                </a:lnTo>
                <a:cubicBezTo>
                  <a:pt x="0" y="162878"/>
                  <a:pt x="8573" y="171450"/>
                  <a:pt x="19050" y="171450"/>
                </a:cubicBezTo>
                <a:lnTo>
                  <a:pt x="209550" y="171450"/>
                </a:lnTo>
                <a:cubicBezTo>
                  <a:pt x="220028" y="171450"/>
                  <a:pt x="228505" y="162878"/>
                  <a:pt x="228505" y="152400"/>
                </a:cubicBezTo>
                <a:lnTo>
                  <a:pt x="228600" y="19050"/>
                </a:lnTo>
                <a:cubicBezTo>
                  <a:pt x="228600" y="8573"/>
                  <a:pt x="220028" y="0"/>
                  <a:pt x="209550" y="0"/>
                </a:cubicBezTo>
                <a:close/>
                <a:moveTo>
                  <a:pt x="76200" y="28575"/>
                </a:moveTo>
                <a:cubicBezTo>
                  <a:pt x="92012" y="28575"/>
                  <a:pt x="104775" y="41339"/>
                  <a:pt x="104775" y="57150"/>
                </a:cubicBezTo>
                <a:cubicBezTo>
                  <a:pt x="104775" y="72962"/>
                  <a:pt x="92012" y="85725"/>
                  <a:pt x="76200" y="85725"/>
                </a:cubicBezTo>
                <a:cubicBezTo>
                  <a:pt x="60389" y="85725"/>
                  <a:pt x="47625" y="72962"/>
                  <a:pt x="47625" y="57150"/>
                </a:cubicBezTo>
                <a:cubicBezTo>
                  <a:pt x="47625" y="41339"/>
                  <a:pt x="60389" y="28575"/>
                  <a:pt x="76200" y="28575"/>
                </a:cubicBezTo>
                <a:close/>
                <a:moveTo>
                  <a:pt x="133350" y="142875"/>
                </a:moveTo>
                <a:lnTo>
                  <a:pt x="19050" y="142875"/>
                </a:lnTo>
                <a:lnTo>
                  <a:pt x="19050" y="133350"/>
                </a:lnTo>
                <a:cubicBezTo>
                  <a:pt x="19050" y="114300"/>
                  <a:pt x="57150" y="103823"/>
                  <a:pt x="76200" y="103823"/>
                </a:cubicBezTo>
                <a:cubicBezTo>
                  <a:pt x="95250" y="103823"/>
                  <a:pt x="133350" y="114300"/>
                  <a:pt x="133350" y="133350"/>
                </a:cubicBezTo>
                <a:lnTo>
                  <a:pt x="133350" y="142875"/>
                </a:lnTo>
                <a:close/>
                <a:moveTo>
                  <a:pt x="209550" y="85725"/>
                </a:moveTo>
                <a:lnTo>
                  <a:pt x="133350" y="85725"/>
                </a:lnTo>
                <a:lnTo>
                  <a:pt x="133350" y="28575"/>
                </a:lnTo>
                <a:lnTo>
                  <a:pt x="209550" y="28575"/>
                </a:lnTo>
                <a:lnTo>
                  <a:pt x="209550" y="85725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/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4" name="图形 798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A3C5D88F-5A06-427D-95E8-2CC7FA4AF11D}"/>
              </a:ext>
            </a:extLst>
          </p:cNvPr>
          <p:cNvSpPr/>
          <p:nvPr/>
        </p:nvSpPr>
        <p:spPr>
          <a:xfrm>
            <a:off x="3663391" y="5536702"/>
            <a:ext cx="343440" cy="258667"/>
          </a:xfrm>
          <a:custGeom>
            <a:avLst/>
            <a:gdLst>
              <a:gd name="connsiteX0" fmla="*/ 209550 w 228600"/>
              <a:gd name="connsiteY0" fmla="*/ 0 h 171450"/>
              <a:gd name="connsiteX1" fmla="*/ 66675 w 228600"/>
              <a:gd name="connsiteY1" fmla="*/ 0 h 171450"/>
              <a:gd name="connsiteX2" fmla="*/ 51530 w 228600"/>
              <a:gd name="connsiteY2" fmla="*/ 8382 h 171450"/>
              <a:gd name="connsiteX3" fmla="*/ 0 w 228600"/>
              <a:gd name="connsiteY3" fmla="*/ 85725 h 171450"/>
              <a:gd name="connsiteX4" fmla="*/ 51530 w 228600"/>
              <a:gd name="connsiteY4" fmla="*/ 162973 h 171450"/>
              <a:gd name="connsiteX5" fmla="*/ 66675 w 228600"/>
              <a:gd name="connsiteY5" fmla="*/ 171450 h 171450"/>
              <a:gd name="connsiteX6" fmla="*/ 209550 w 228600"/>
              <a:gd name="connsiteY6" fmla="*/ 171450 h 171450"/>
              <a:gd name="connsiteX7" fmla="*/ 228600 w 228600"/>
              <a:gd name="connsiteY7" fmla="*/ 152400 h 171450"/>
              <a:gd name="connsiteX8" fmla="*/ 228600 w 228600"/>
              <a:gd name="connsiteY8" fmla="*/ 19050 h 171450"/>
              <a:gd name="connsiteX9" fmla="*/ 209550 w 228600"/>
              <a:gd name="connsiteY9" fmla="*/ 0 h 171450"/>
              <a:gd name="connsiteX10" fmla="*/ 180975 w 228600"/>
              <a:gd name="connsiteY10" fmla="*/ 119920 h 171450"/>
              <a:gd name="connsiteX11" fmla="*/ 167545 w 228600"/>
              <a:gd name="connsiteY11" fmla="*/ 133350 h 171450"/>
              <a:gd name="connsiteX12" fmla="*/ 133350 w 228600"/>
              <a:gd name="connsiteY12" fmla="*/ 99155 h 171450"/>
              <a:gd name="connsiteX13" fmla="*/ 99155 w 228600"/>
              <a:gd name="connsiteY13" fmla="*/ 133350 h 171450"/>
              <a:gd name="connsiteX14" fmla="*/ 85725 w 228600"/>
              <a:gd name="connsiteY14" fmla="*/ 119920 h 171450"/>
              <a:gd name="connsiteX15" fmla="*/ 119920 w 228600"/>
              <a:gd name="connsiteY15" fmla="*/ 85725 h 171450"/>
              <a:gd name="connsiteX16" fmla="*/ 85725 w 228600"/>
              <a:gd name="connsiteY16" fmla="*/ 51530 h 171450"/>
              <a:gd name="connsiteX17" fmla="*/ 99155 w 228600"/>
              <a:gd name="connsiteY17" fmla="*/ 38100 h 171450"/>
              <a:gd name="connsiteX18" fmla="*/ 133350 w 228600"/>
              <a:gd name="connsiteY18" fmla="*/ 72295 h 171450"/>
              <a:gd name="connsiteX19" fmla="*/ 167545 w 228600"/>
              <a:gd name="connsiteY19" fmla="*/ 38100 h 171450"/>
              <a:gd name="connsiteX20" fmla="*/ 180975 w 228600"/>
              <a:gd name="connsiteY20" fmla="*/ 51530 h 171450"/>
              <a:gd name="connsiteX21" fmla="*/ 146780 w 228600"/>
              <a:gd name="connsiteY21" fmla="*/ 85725 h 171450"/>
              <a:gd name="connsiteX22" fmla="*/ 180975 w 228600"/>
              <a:gd name="connsiteY22" fmla="*/ 11992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28600" h="171450">
                <a:moveTo>
                  <a:pt x="209550" y="0"/>
                </a:moveTo>
                <a:lnTo>
                  <a:pt x="66675" y="0"/>
                </a:lnTo>
                <a:cubicBezTo>
                  <a:pt x="60103" y="0"/>
                  <a:pt x="54959" y="3334"/>
                  <a:pt x="51530" y="8382"/>
                </a:cubicBezTo>
                <a:lnTo>
                  <a:pt x="0" y="85725"/>
                </a:lnTo>
                <a:lnTo>
                  <a:pt x="51530" y="162973"/>
                </a:lnTo>
                <a:cubicBezTo>
                  <a:pt x="54959" y="168021"/>
                  <a:pt x="60103" y="171450"/>
                  <a:pt x="66675" y="171450"/>
                </a:cubicBezTo>
                <a:lnTo>
                  <a:pt x="209550" y="171450"/>
                </a:lnTo>
                <a:cubicBezTo>
                  <a:pt x="220028" y="171450"/>
                  <a:pt x="228600" y="162878"/>
                  <a:pt x="228600" y="152400"/>
                </a:cubicBezTo>
                <a:lnTo>
                  <a:pt x="228600" y="19050"/>
                </a:lnTo>
                <a:cubicBezTo>
                  <a:pt x="228600" y="8573"/>
                  <a:pt x="220028" y="0"/>
                  <a:pt x="209550" y="0"/>
                </a:cubicBezTo>
                <a:close/>
                <a:moveTo>
                  <a:pt x="180975" y="119920"/>
                </a:moveTo>
                <a:lnTo>
                  <a:pt x="167545" y="133350"/>
                </a:lnTo>
                <a:lnTo>
                  <a:pt x="133350" y="99155"/>
                </a:lnTo>
                <a:lnTo>
                  <a:pt x="99155" y="133350"/>
                </a:lnTo>
                <a:lnTo>
                  <a:pt x="85725" y="119920"/>
                </a:lnTo>
                <a:lnTo>
                  <a:pt x="119920" y="85725"/>
                </a:lnTo>
                <a:lnTo>
                  <a:pt x="85725" y="51530"/>
                </a:lnTo>
                <a:lnTo>
                  <a:pt x="99155" y="38100"/>
                </a:lnTo>
                <a:lnTo>
                  <a:pt x="133350" y="72295"/>
                </a:lnTo>
                <a:lnTo>
                  <a:pt x="167545" y="38100"/>
                </a:lnTo>
                <a:lnTo>
                  <a:pt x="180975" y="51530"/>
                </a:lnTo>
                <a:lnTo>
                  <a:pt x="146780" y="85725"/>
                </a:lnTo>
                <a:lnTo>
                  <a:pt x="180975" y="119920"/>
                </a:lnTo>
                <a:close/>
              </a:path>
            </a:pathLst>
          </a:custGeom>
          <a:solidFill>
            <a:srgbClr val="3749CC"/>
          </a:solidFill>
          <a:ln w="9525" cap="flat">
            <a:noFill/>
            <a:prstDash val="solid"/>
            <a:miter/>
          </a:ln>
          <a:scene3d>
            <a:camera prst="orthographicFront"/>
            <a:lightRig rig="threePt" dir="t"/>
          </a:scene3d>
          <a:sp3d extrusionH="38100" prstMaterial="flat">
            <a:extrusionClr>
              <a:srgbClr val="E7EBFF"/>
            </a:extrusionClr>
          </a:sp3d>
        </p:spPr>
        <p:txBody>
          <a:bodyPr rtlCol="0" anchor="ctr"/>
          <a:lstStyle/>
          <a:p>
            <a:endParaRPr lang="zh-CN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9994E417-1921-47F2-BDE8-6493D6903649}"/>
              </a:ext>
            </a:extLst>
          </p:cNvPr>
          <p:cNvSpPr txBox="1"/>
          <p:nvPr/>
        </p:nvSpPr>
        <p:spPr>
          <a:xfrm rot="2216764">
            <a:off x="1136327" y="5994078"/>
            <a:ext cx="1099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余弦相似度匹配</a:t>
            </a:r>
            <a:endParaRPr lang="zh-CN" sz="1000" b="1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D1D7EA94-76CE-4132-A372-1C17E5389AEC}"/>
              </a:ext>
            </a:extLst>
          </p:cNvPr>
          <p:cNvSpPr txBox="1"/>
          <p:nvPr/>
        </p:nvSpPr>
        <p:spPr>
          <a:xfrm rot="1971721">
            <a:off x="2988156" y="6040766"/>
            <a:ext cx="886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Postgre</a:t>
            </a:r>
            <a:r>
              <a:rPr lang="zh-CN" sz="10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SQL查询</a:t>
            </a: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9CC4DC6E-BBF5-4A8A-A626-2A1945E86AF5}"/>
              </a:ext>
            </a:extLst>
          </p:cNvPr>
          <p:cNvSpPr txBox="1"/>
          <p:nvPr/>
        </p:nvSpPr>
        <p:spPr>
          <a:xfrm>
            <a:off x="2287567" y="6164040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1400" b="1" noProof="1">
                <a:latin typeface="Times New Roman" panose="02020603050405020304" pitchFamily="18" charset="0"/>
                <a:ea typeface="黑体" panose="02010609060101010101" pitchFamily="49" charset="-122"/>
              </a:rPr>
              <a:t>RAG管道</a:t>
            </a:r>
          </a:p>
        </p:txBody>
      </p:sp>
      <p:sp>
        <p:nvSpPr>
          <p:cNvPr id="378" name="箭头: 下 377">
            <a:extLst>
              <a:ext uri="{FF2B5EF4-FFF2-40B4-BE49-F238E27FC236}">
                <a16:creationId xmlns:a16="http://schemas.microsoft.com/office/drawing/2014/main" id="{765CDE7F-719A-4D97-BB60-A3C64BB3F026}"/>
              </a:ext>
            </a:extLst>
          </p:cNvPr>
          <p:cNvSpPr/>
          <p:nvPr/>
        </p:nvSpPr>
        <p:spPr>
          <a:xfrm>
            <a:off x="2076596" y="4960295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9" name="箭头: 下 378">
            <a:extLst>
              <a:ext uri="{FF2B5EF4-FFF2-40B4-BE49-F238E27FC236}">
                <a16:creationId xmlns:a16="http://schemas.microsoft.com/office/drawing/2014/main" id="{2F6FEF75-7013-40F3-A1AC-98D00E1797FE}"/>
              </a:ext>
            </a:extLst>
          </p:cNvPr>
          <p:cNvSpPr/>
          <p:nvPr/>
        </p:nvSpPr>
        <p:spPr>
          <a:xfrm>
            <a:off x="3763223" y="4960295"/>
            <a:ext cx="251352" cy="539242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80" name="箭头: 下 379">
            <a:extLst>
              <a:ext uri="{FF2B5EF4-FFF2-40B4-BE49-F238E27FC236}">
                <a16:creationId xmlns:a16="http://schemas.microsoft.com/office/drawing/2014/main" id="{9C9DD457-9248-4204-ACE5-F474F1D9AEFD}"/>
              </a:ext>
            </a:extLst>
          </p:cNvPr>
          <p:cNvSpPr/>
          <p:nvPr/>
        </p:nvSpPr>
        <p:spPr>
          <a:xfrm rot="10800000">
            <a:off x="3747089" y="2808913"/>
            <a:ext cx="316375" cy="1010698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81" name="箭头: 下 380">
            <a:extLst>
              <a:ext uri="{FF2B5EF4-FFF2-40B4-BE49-F238E27FC236}">
                <a16:creationId xmlns:a16="http://schemas.microsoft.com/office/drawing/2014/main" id="{92F2B0E1-65B0-41A6-9B3E-FA602C21123F}"/>
              </a:ext>
            </a:extLst>
          </p:cNvPr>
          <p:cNvSpPr/>
          <p:nvPr/>
        </p:nvSpPr>
        <p:spPr>
          <a:xfrm>
            <a:off x="1990130" y="2784278"/>
            <a:ext cx="316375" cy="1010698"/>
          </a:xfrm>
          <a:prstGeom prst="downArrow">
            <a:avLst>
              <a:gd name="adj1" fmla="val 50000"/>
              <a:gd name="adj2" fmla="val 72737"/>
            </a:avLst>
          </a:prstGeom>
          <a:gradFill flip="none" rotWithShape="1">
            <a:gsLst>
              <a:gs pos="0">
                <a:srgbClr val="8E9CEF"/>
              </a:gs>
              <a:gs pos="100000">
                <a:srgbClr val="8E9CEF">
                  <a:alpha val="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sz="2000" noProof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BFC7788-A781-4C20-9754-229773696CCE}"/>
              </a:ext>
            </a:extLst>
          </p:cNvPr>
          <p:cNvGrpSpPr/>
          <p:nvPr/>
        </p:nvGrpSpPr>
        <p:grpSpPr>
          <a:xfrm>
            <a:off x="6073888" y="5196978"/>
            <a:ext cx="5416187" cy="1404004"/>
            <a:chOff x="6074633" y="5608082"/>
            <a:chExt cx="5196961" cy="1045990"/>
          </a:xfrm>
        </p:grpSpPr>
        <p:sp>
          <p:nvSpPr>
            <p:cNvPr id="4" name="矩形: 剪去单角 3">
              <a:extLst>
                <a:ext uri="{FF2B5EF4-FFF2-40B4-BE49-F238E27FC236}">
                  <a16:creationId xmlns:a16="http://schemas.microsoft.com/office/drawing/2014/main" id="{DB529720-8F42-4330-9EEF-D7635A451234}"/>
                </a:ext>
              </a:extLst>
            </p:cNvPr>
            <p:cNvSpPr/>
            <p:nvPr/>
          </p:nvSpPr>
          <p:spPr>
            <a:xfrm flipH="1">
              <a:off x="6074633" y="5647895"/>
              <a:ext cx="5196961" cy="1006177"/>
            </a:xfrm>
            <a:prstGeom prst="snip1Rect">
              <a:avLst>
                <a:gd name="adj" fmla="val 28404"/>
              </a:avLst>
            </a:prstGeom>
            <a:noFill/>
            <a:ln w="31750">
              <a:solidFill>
                <a:srgbClr val="206E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387" name="图片 386">
              <a:extLst>
                <a:ext uri="{FF2B5EF4-FFF2-40B4-BE49-F238E27FC236}">
                  <a16:creationId xmlns:a16="http://schemas.microsoft.com/office/drawing/2014/main" id="{68006112-D573-4B07-A9EA-DD05CD0F7A13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0800000">
              <a:off x="6171862" y="5608082"/>
              <a:ext cx="1545347" cy="78376"/>
            </a:xfrm>
            <a:prstGeom prst="rect">
              <a:avLst/>
            </a:prstGeom>
          </p:spPr>
        </p:pic>
      </p:grpSp>
      <p:sp>
        <p:nvSpPr>
          <p:cNvPr id="3" name="Body-1">
            <a:extLst>
              <a:ext uri="{FF2B5EF4-FFF2-40B4-BE49-F238E27FC236}">
                <a16:creationId xmlns:a16="http://schemas.microsoft.com/office/drawing/2014/main" id="{5E1C37E5-7618-ADC1-C2A1-006C90782F06}"/>
              </a:ext>
            </a:extLst>
          </p:cNvPr>
          <p:cNvSpPr txBox="1"/>
          <p:nvPr/>
        </p:nvSpPr>
        <p:spPr>
          <a:xfrm>
            <a:off x="6290708" y="1627351"/>
            <a:ext cx="5307380" cy="13345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知识库构建：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多源文档汇聚，形成统一底座</a:t>
            </a:r>
            <a:b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分块与向量化：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通过切片处理与语义嵌入，将非结构化文本转化为可检索向量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持久化存储：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建立长期可维护知识库，支持跨场景持续调用</a:t>
            </a:r>
            <a:endParaRPr kumimoji="1" lang="zh-CN" sz="14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A538F880-C9F5-8BA6-66E3-086A9D9734E3}"/>
              </a:ext>
            </a:extLst>
          </p:cNvPr>
          <p:cNvSpPr txBox="1"/>
          <p:nvPr/>
        </p:nvSpPr>
        <p:spPr>
          <a:xfrm>
            <a:off x="6263505" y="3376644"/>
            <a:ext cx="5346411" cy="13345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·</a:t>
            </a:r>
            <a:r>
              <a:rPr lang="en-US" altLang="zh-CN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Sentence Transformer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通过检索增强生成（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Retrieval-Augmented Generation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），形成智能问答与知识应用框架</a:t>
            </a:r>
            <a:b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多维度特征支持：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涵盖文档内容、上下文关系及激活信息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检索优化：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快速语义匹配，保证高效稳定</a:t>
            </a:r>
            <a:endParaRPr kumimoji="1" lang="zh-CN" sz="14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7" name="Body-1">
            <a:extLst>
              <a:ext uri="{FF2B5EF4-FFF2-40B4-BE49-F238E27FC236}">
                <a16:creationId xmlns:a16="http://schemas.microsoft.com/office/drawing/2014/main" id="{309E8C71-14F0-C03B-0F3A-097E152C63AE}"/>
              </a:ext>
            </a:extLst>
          </p:cNvPr>
          <p:cNvSpPr txBox="1"/>
          <p:nvPr/>
        </p:nvSpPr>
        <p:spPr>
          <a:xfrm>
            <a:off x="6246528" y="5259936"/>
            <a:ext cx="4979928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高效检索：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分词、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PostgreSQL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与向量搜索精准召回</a:t>
            </a:r>
            <a:b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</a:b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高效语义检索：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通过分词、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PostgreSQL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查询与嵌入向量搜索，实现精准信息召回</a:t>
            </a:r>
            <a:endParaRPr lang="en-US" altLang="zh-CN" sz="1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·</a:t>
            </a:r>
            <a:r>
              <a:rPr kumimoji="1" lang="zh-CN" altLang="en-US" sz="14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增强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知识应用：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支持学习辅助与决策场景</a:t>
            </a:r>
            <a:endParaRPr kumimoji="1" lang="zh-CN" sz="1400" b="1" noProof="1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ED2FA5B-3E6B-2B90-56D8-CBA0D9AEA48E}"/>
              </a:ext>
            </a:extLst>
          </p:cNvPr>
          <p:cNvGrpSpPr/>
          <p:nvPr/>
        </p:nvGrpSpPr>
        <p:grpSpPr>
          <a:xfrm>
            <a:off x="6046472" y="3358724"/>
            <a:ext cx="5443603" cy="1404004"/>
            <a:chOff x="6074633" y="5608082"/>
            <a:chExt cx="5196961" cy="1045990"/>
          </a:xfrm>
        </p:grpSpPr>
        <p:sp>
          <p:nvSpPr>
            <p:cNvPr id="8" name="矩形: 剪去单角 7">
              <a:extLst>
                <a:ext uri="{FF2B5EF4-FFF2-40B4-BE49-F238E27FC236}">
                  <a16:creationId xmlns:a16="http://schemas.microsoft.com/office/drawing/2014/main" id="{0F4ED44C-F9AB-6BEA-4EED-9E1F9ABA4696}"/>
                </a:ext>
              </a:extLst>
            </p:cNvPr>
            <p:cNvSpPr/>
            <p:nvPr/>
          </p:nvSpPr>
          <p:spPr>
            <a:xfrm flipH="1">
              <a:off x="6074633" y="5647895"/>
              <a:ext cx="5196961" cy="1006177"/>
            </a:xfrm>
            <a:prstGeom prst="snip1Rect">
              <a:avLst>
                <a:gd name="adj" fmla="val 28404"/>
              </a:avLst>
            </a:prstGeom>
            <a:noFill/>
            <a:ln w="31750">
              <a:solidFill>
                <a:srgbClr val="206E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B36DBA6-991A-AF45-0EF3-85E36DC875BD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0800000">
              <a:off x="6171862" y="5608082"/>
              <a:ext cx="1545347" cy="78376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88EFB46-778C-45E9-0D7A-0A913B72FDCF}"/>
              </a:ext>
            </a:extLst>
          </p:cNvPr>
          <p:cNvGrpSpPr/>
          <p:nvPr/>
        </p:nvGrpSpPr>
        <p:grpSpPr>
          <a:xfrm>
            <a:off x="6082974" y="1573910"/>
            <a:ext cx="5407102" cy="1404004"/>
            <a:chOff x="6074633" y="5608082"/>
            <a:chExt cx="5196961" cy="1045990"/>
          </a:xfrm>
        </p:grpSpPr>
        <p:sp>
          <p:nvSpPr>
            <p:cNvPr id="11" name="矩形: 剪去单角 10">
              <a:extLst>
                <a:ext uri="{FF2B5EF4-FFF2-40B4-BE49-F238E27FC236}">
                  <a16:creationId xmlns:a16="http://schemas.microsoft.com/office/drawing/2014/main" id="{612DC982-1178-AEB5-87A3-1266C6FACF31}"/>
                </a:ext>
              </a:extLst>
            </p:cNvPr>
            <p:cNvSpPr/>
            <p:nvPr/>
          </p:nvSpPr>
          <p:spPr>
            <a:xfrm flipH="1">
              <a:off x="6074633" y="5647895"/>
              <a:ext cx="5196961" cy="1006177"/>
            </a:xfrm>
            <a:prstGeom prst="snip1Rect">
              <a:avLst>
                <a:gd name="adj" fmla="val 28404"/>
              </a:avLst>
            </a:prstGeom>
            <a:noFill/>
            <a:ln w="31750">
              <a:solidFill>
                <a:srgbClr val="206E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6C016B5-5C0A-9DB3-0F2C-2EAE43F79D5A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0800000">
              <a:off x="6171862" y="5608082"/>
              <a:ext cx="1545347" cy="7837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49" name="组合 48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50" name="文本框 49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技术创新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Technological Innovation</a:t>
                </a: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2304825" y="1805055"/>
            <a:ext cx="8182366" cy="4642857"/>
            <a:chOff x="2373243" y="1134496"/>
            <a:chExt cx="7676415" cy="4355769"/>
          </a:xfrm>
        </p:grpSpPr>
        <p:sp>
          <p:nvSpPr>
            <p:cNvPr id="2" name="箭头: 右 1"/>
            <p:cNvSpPr/>
            <p:nvPr/>
          </p:nvSpPr>
          <p:spPr>
            <a:xfrm rot="10800000">
              <a:off x="3071450" y="2392433"/>
              <a:ext cx="3407893" cy="415637"/>
            </a:xfrm>
            <a:prstGeom prst="rightArrow">
              <a:avLst/>
            </a:prstGeom>
            <a:gradFill>
              <a:gsLst>
                <a:gs pos="0">
                  <a:srgbClr val="8E9CEF"/>
                </a:gs>
                <a:gs pos="82000">
                  <a:srgbClr val="8E9CEF">
                    <a:alpha val="0"/>
                  </a:srgbClr>
                </a:gs>
              </a:gsLst>
              <a:lin ang="10800000" scaled="1"/>
            </a:gradFill>
            <a:ln>
              <a:noFill/>
            </a:ln>
            <a:effectLst/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" name="箭头: 右 4"/>
            <p:cNvSpPr/>
            <p:nvPr/>
          </p:nvSpPr>
          <p:spPr>
            <a:xfrm rot="10800000">
              <a:off x="3061355" y="3885806"/>
              <a:ext cx="3407893" cy="415637"/>
            </a:xfrm>
            <a:prstGeom prst="rightArrow">
              <a:avLst/>
            </a:prstGeom>
            <a:gradFill>
              <a:gsLst>
                <a:gs pos="0">
                  <a:srgbClr val="8E9CEF"/>
                </a:gs>
                <a:gs pos="82000">
                  <a:srgbClr val="8E9CEF">
                    <a:alpha val="0"/>
                  </a:srgbClr>
                </a:gs>
              </a:gsLst>
              <a:lin ang="10800000" scaled="1"/>
            </a:gradFill>
            <a:ln>
              <a:noFill/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" name="箭头: 右 5"/>
            <p:cNvSpPr/>
            <p:nvPr/>
          </p:nvSpPr>
          <p:spPr>
            <a:xfrm>
              <a:off x="5392416" y="3813221"/>
              <a:ext cx="3732701" cy="415637"/>
            </a:xfrm>
            <a:prstGeom prst="rightArrow">
              <a:avLst/>
            </a:prstGeom>
            <a:gradFill>
              <a:gsLst>
                <a:gs pos="0">
                  <a:srgbClr val="8E9CEF"/>
                </a:gs>
                <a:gs pos="82000">
                  <a:srgbClr val="8E9CEF">
                    <a:alpha val="0"/>
                  </a:srgbClr>
                </a:gs>
              </a:gsLst>
              <a:lin ang="10800000" scaled="1"/>
            </a:gradFill>
            <a:ln>
              <a:noFill/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" name="箭头: 右 6"/>
            <p:cNvSpPr/>
            <p:nvPr/>
          </p:nvSpPr>
          <p:spPr>
            <a:xfrm>
              <a:off x="5742066" y="2354186"/>
              <a:ext cx="3407893" cy="415637"/>
            </a:xfrm>
            <a:prstGeom prst="rightArrow">
              <a:avLst/>
            </a:prstGeom>
            <a:gradFill>
              <a:gsLst>
                <a:gs pos="0">
                  <a:srgbClr val="8E9CEF"/>
                </a:gs>
                <a:gs pos="82000">
                  <a:srgbClr val="8E9CEF">
                    <a:alpha val="0"/>
                  </a:srgbClr>
                </a:gs>
              </a:gsLst>
              <a:lin ang="10800000" scaled="1"/>
            </a:gradFill>
            <a:ln>
              <a:noFill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4999652" y="2537339"/>
              <a:ext cx="2304760" cy="1479913"/>
              <a:chOff x="348041" y="891101"/>
              <a:chExt cx="3652835" cy="2345528"/>
            </a:xfrm>
          </p:grpSpPr>
          <p:sp>
            <p:nvSpPr>
              <p:cNvPr id="9" name="Freeform 6"/>
              <p:cNvSpPr/>
              <p:nvPr/>
            </p:nvSpPr>
            <p:spPr bwMode="auto">
              <a:xfrm>
                <a:off x="348041" y="891101"/>
                <a:ext cx="3652835" cy="2116440"/>
              </a:xfrm>
              <a:custGeom>
                <a:avLst/>
                <a:gdLst>
                  <a:gd name="T0" fmla="*/ 3497 w 3558"/>
                  <a:gd name="T1" fmla="*/ 967 h 2060"/>
                  <a:gd name="T2" fmla="*/ 3498 w 3558"/>
                  <a:gd name="T3" fmla="*/ 1094 h 2060"/>
                  <a:gd name="T4" fmla="*/ 1894 w 3558"/>
                  <a:gd name="T5" fmla="*/ 2025 h 2060"/>
                  <a:gd name="T6" fmla="*/ 1675 w 3558"/>
                  <a:gd name="T7" fmla="*/ 2025 h 2060"/>
                  <a:gd name="T8" fmla="*/ 61 w 3558"/>
                  <a:gd name="T9" fmla="*/ 1094 h 2060"/>
                  <a:gd name="T10" fmla="*/ 61 w 3558"/>
                  <a:gd name="T11" fmla="*/ 967 h 2060"/>
                  <a:gd name="T12" fmla="*/ 1664 w 3558"/>
                  <a:gd name="T13" fmla="*/ 35 h 2060"/>
                  <a:gd name="T14" fmla="*/ 1883 w 3558"/>
                  <a:gd name="T15" fmla="*/ 35 h 2060"/>
                  <a:gd name="T16" fmla="*/ 3497 w 3558"/>
                  <a:gd name="T17" fmla="*/ 967 h 2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58" h="2060">
                    <a:moveTo>
                      <a:pt x="3497" y="967"/>
                    </a:moveTo>
                    <a:cubicBezTo>
                      <a:pt x="3557" y="1002"/>
                      <a:pt x="3558" y="1059"/>
                      <a:pt x="3498" y="1094"/>
                    </a:cubicBezTo>
                    <a:cubicBezTo>
                      <a:pt x="1894" y="2025"/>
                      <a:pt x="1894" y="2025"/>
                      <a:pt x="1894" y="2025"/>
                    </a:cubicBezTo>
                    <a:cubicBezTo>
                      <a:pt x="1834" y="2060"/>
                      <a:pt x="1736" y="2060"/>
                      <a:pt x="1675" y="2025"/>
                    </a:cubicBezTo>
                    <a:cubicBezTo>
                      <a:pt x="61" y="1094"/>
                      <a:pt x="61" y="1094"/>
                      <a:pt x="61" y="1094"/>
                    </a:cubicBezTo>
                    <a:cubicBezTo>
                      <a:pt x="1" y="1059"/>
                      <a:pt x="0" y="1002"/>
                      <a:pt x="61" y="967"/>
                    </a:cubicBezTo>
                    <a:cubicBezTo>
                      <a:pt x="1664" y="35"/>
                      <a:pt x="1664" y="35"/>
                      <a:pt x="1664" y="35"/>
                    </a:cubicBezTo>
                    <a:cubicBezTo>
                      <a:pt x="1724" y="0"/>
                      <a:pt x="1822" y="0"/>
                      <a:pt x="1883" y="35"/>
                    </a:cubicBezTo>
                    <a:lnTo>
                      <a:pt x="3497" y="967"/>
                    </a:lnTo>
                    <a:close/>
                  </a:path>
                </a:pathLst>
              </a:custGeom>
              <a:solidFill>
                <a:srgbClr val="FCFBFF"/>
              </a:solidFill>
              <a:ln w="6350">
                <a:solidFill>
                  <a:srgbClr val="D4D9F7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Freeform 5"/>
              <p:cNvSpPr/>
              <p:nvPr/>
            </p:nvSpPr>
            <p:spPr bwMode="auto">
              <a:xfrm>
                <a:off x="363285" y="2144454"/>
                <a:ext cx="3622343" cy="1092175"/>
              </a:xfrm>
              <a:custGeom>
                <a:avLst/>
                <a:gdLst>
                  <a:gd name="T0" fmla="*/ 3483 w 3528"/>
                  <a:gd name="T1" fmla="*/ 64 h 1063"/>
                  <a:gd name="T2" fmla="*/ 1879 w 3528"/>
                  <a:gd name="T3" fmla="*/ 995 h 1063"/>
                  <a:gd name="T4" fmla="*/ 1660 w 3528"/>
                  <a:gd name="T5" fmla="*/ 995 h 1063"/>
                  <a:gd name="T6" fmla="*/ 46 w 3528"/>
                  <a:gd name="T7" fmla="*/ 64 h 1063"/>
                  <a:gd name="T8" fmla="*/ 1 w 3528"/>
                  <a:gd name="T9" fmla="*/ 0 h 1063"/>
                  <a:gd name="T10" fmla="*/ 1 w 3528"/>
                  <a:gd name="T11" fmla="*/ 32 h 1063"/>
                  <a:gd name="T12" fmla="*/ 46 w 3528"/>
                  <a:gd name="T13" fmla="*/ 96 h 1063"/>
                  <a:gd name="T14" fmla="*/ 1660 w 3528"/>
                  <a:gd name="T15" fmla="*/ 1028 h 1063"/>
                  <a:gd name="T16" fmla="*/ 1879 w 3528"/>
                  <a:gd name="T17" fmla="*/ 1028 h 1063"/>
                  <a:gd name="T18" fmla="*/ 3482 w 3528"/>
                  <a:gd name="T19" fmla="*/ 96 h 1063"/>
                  <a:gd name="T20" fmla="*/ 3527 w 3528"/>
                  <a:gd name="T21" fmla="*/ 33 h 1063"/>
                  <a:gd name="T22" fmla="*/ 3528 w 3528"/>
                  <a:gd name="T23" fmla="*/ 1 h 1063"/>
                  <a:gd name="T24" fmla="*/ 3483 w 3528"/>
                  <a:gd name="T25" fmla="*/ 64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28" h="1063">
                    <a:moveTo>
                      <a:pt x="3483" y="64"/>
                    </a:moveTo>
                    <a:cubicBezTo>
                      <a:pt x="1879" y="995"/>
                      <a:pt x="1879" y="995"/>
                      <a:pt x="1879" y="995"/>
                    </a:cubicBezTo>
                    <a:cubicBezTo>
                      <a:pt x="1819" y="1030"/>
                      <a:pt x="1721" y="1030"/>
                      <a:pt x="1660" y="995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16" y="46"/>
                      <a:pt x="1" y="23"/>
                      <a:pt x="1" y="0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55"/>
                      <a:pt x="16" y="79"/>
                      <a:pt x="46" y="96"/>
                    </a:cubicBezTo>
                    <a:cubicBezTo>
                      <a:pt x="1660" y="1028"/>
                      <a:pt x="1660" y="1028"/>
                      <a:pt x="1660" y="1028"/>
                    </a:cubicBezTo>
                    <a:cubicBezTo>
                      <a:pt x="1721" y="1063"/>
                      <a:pt x="1819" y="1063"/>
                      <a:pt x="1879" y="1028"/>
                    </a:cubicBezTo>
                    <a:cubicBezTo>
                      <a:pt x="3482" y="96"/>
                      <a:pt x="3482" y="96"/>
                      <a:pt x="3482" y="96"/>
                    </a:cubicBezTo>
                    <a:cubicBezTo>
                      <a:pt x="3512" y="79"/>
                      <a:pt x="3527" y="56"/>
                      <a:pt x="3527" y="33"/>
                    </a:cubicBezTo>
                    <a:cubicBezTo>
                      <a:pt x="3528" y="1"/>
                      <a:pt x="3528" y="1"/>
                      <a:pt x="3528" y="1"/>
                    </a:cubicBezTo>
                    <a:cubicBezTo>
                      <a:pt x="3527" y="23"/>
                      <a:pt x="3512" y="46"/>
                      <a:pt x="3483" y="64"/>
                    </a:cubicBezTo>
                    <a:close/>
                  </a:path>
                </a:pathLst>
              </a:custGeom>
              <a:solidFill>
                <a:srgbClr val="6578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950236" y="1976442"/>
              <a:ext cx="1268250" cy="2630953"/>
              <a:chOff x="6819709" y="2620754"/>
              <a:chExt cx="1268250" cy="2630953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6819709" y="2620754"/>
                <a:ext cx="1268250" cy="905627"/>
                <a:chOff x="4778117" y="1400487"/>
                <a:chExt cx="815793" cy="582538"/>
              </a:xfrm>
            </p:grpSpPr>
            <p:sp>
              <p:nvSpPr>
                <p:cNvPr id="24" name="菱形 23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26" name="组合 25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31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32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33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7" name="组合 26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28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9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30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13" name="组合 12"/>
              <p:cNvGrpSpPr/>
              <p:nvPr/>
            </p:nvGrpSpPr>
            <p:grpSpPr>
              <a:xfrm>
                <a:off x="6819709" y="4346080"/>
                <a:ext cx="1268250" cy="905627"/>
                <a:chOff x="4778117" y="1400487"/>
                <a:chExt cx="815793" cy="582538"/>
              </a:xfrm>
            </p:grpSpPr>
            <p:sp>
              <p:nvSpPr>
                <p:cNvPr id="14" name="菱形 13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15" name="组合 14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16" name="组合 15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21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2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3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7" name="组合 16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18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19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20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34" name="组合 33"/>
            <p:cNvGrpSpPr/>
            <p:nvPr/>
          </p:nvGrpSpPr>
          <p:grpSpPr>
            <a:xfrm>
              <a:off x="3884434" y="1976442"/>
              <a:ext cx="1268250" cy="2630953"/>
              <a:chOff x="3753907" y="2620754"/>
              <a:chExt cx="1268250" cy="263095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3753907" y="4346080"/>
                <a:ext cx="1268250" cy="905627"/>
                <a:chOff x="4778117" y="1400487"/>
                <a:chExt cx="815793" cy="582538"/>
              </a:xfrm>
            </p:grpSpPr>
            <p:sp>
              <p:nvSpPr>
                <p:cNvPr id="52" name="菱形 51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3" name="组合 52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54" name="组合 53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59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60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61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55" name="组合 54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56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7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8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36" name="组合 35"/>
              <p:cNvGrpSpPr/>
              <p:nvPr/>
            </p:nvGrpSpPr>
            <p:grpSpPr>
              <a:xfrm>
                <a:off x="3753907" y="2620754"/>
                <a:ext cx="1268250" cy="905627"/>
                <a:chOff x="4778117" y="1400487"/>
                <a:chExt cx="815793" cy="582538"/>
              </a:xfrm>
            </p:grpSpPr>
            <p:sp>
              <p:nvSpPr>
                <p:cNvPr id="37" name="菱形 36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38" name="组合 37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44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5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6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41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2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3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62" name="组合 61"/>
            <p:cNvGrpSpPr/>
            <p:nvPr/>
          </p:nvGrpSpPr>
          <p:grpSpPr>
            <a:xfrm>
              <a:off x="8394198" y="1134496"/>
              <a:ext cx="1268250" cy="4314845"/>
              <a:chOff x="8263671" y="1883704"/>
              <a:chExt cx="1268250" cy="4314845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8263671" y="1883704"/>
                <a:ext cx="1268250" cy="905627"/>
                <a:chOff x="4778117" y="1400487"/>
                <a:chExt cx="815793" cy="582538"/>
              </a:xfrm>
            </p:grpSpPr>
            <p:sp>
              <p:nvSpPr>
                <p:cNvPr id="75" name="菱形 74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76" name="组合 75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77" name="组合 76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82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83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84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78" name="组合 77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79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80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81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64" name="组合 63"/>
              <p:cNvGrpSpPr/>
              <p:nvPr/>
            </p:nvGrpSpPr>
            <p:grpSpPr>
              <a:xfrm>
                <a:off x="8263671" y="5292922"/>
                <a:ext cx="1268250" cy="905627"/>
                <a:chOff x="4778117" y="1400487"/>
                <a:chExt cx="815793" cy="582538"/>
              </a:xfrm>
            </p:grpSpPr>
            <p:sp>
              <p:nvSpPr>
                <p:cNvPr id="65" name="菱形 64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67" name="组合 66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72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73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74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68" name="组合 67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69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70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71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85" name="组合 84"/>
            <p:cNvGrpSpPr/>
            <p:nvPr/>
          </p:nvGrpSpPr>
          <p:grpSpPr>
            <a:xfrm>
              <a:off x="2526371" y="1134496"/>
              <a:ext cx="1268250" cy="4314845"/>
              <a:chOff x="2395844" y="1883704"/>
              <a:chExt cx="1268250" cy="4314845"/>
            </a:xfrm>
          </p:grpSpPr>
          <p:grpSp>
            <p:nvGrpSpPr>
              <p:cNvPr id="86" name="组合 85"/>
              <p:cNvGrpSpPr/>
              <p:nvPr/>
            </p:nvGrpSpPr>
            <p:grpSpPr>
              <a:xfrm>
                <a:off x="2395844" y="5292922"/>
                <a:ext cx="1268250" cy="905627"/>
                <a:chOff x="4778117" y="1400487"/>
                <a:chExt cx="815793" cy="582538"/>
              </a:xfrm>
            </p:grpSpPr>
            <p:sp>
              <p:nvSpPr>
                <p:cNvPr id="98" name="菱形 97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99" name="组合 98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100" name="组合 99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105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106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107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101" name="组合 100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102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103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104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87" name="组合 86"/>
              <p:cNvGrpSpPr/>
              <p:nvPr/>
            </p:nvGrpSpPr>
            <p:grpSpPr>
              <a:xfrm>
                <a:off x="2395844" y="1883704"/>
                <a:ext cx="1268250" cy="905627"/>
                <a:chOff x="4778117" y="1400487"/>
                <a:chExt cx="815793" cy="582538"/>
              </a:xfrm>
            </p:grpSpPr>
            <p:sp>
              <p:nvSpPr>
                <p:cNvPr id="88" name="菱形 87"/>
                <p:cNvSpPr/>
                <p:nvPr/>
              </p:nvSpPr>
              <p:spPr>
                <a:xfrm>
                  <a:off x="4778117" y="1530463"/>
                  <a:ext cx="815793" cy="452562"/>
                </a:xfrm>
                <a:prstGeom prst="diamond">
                  <a:avLst/>
                </a:prstGeom>
                <a:solidFill>
                  <a:srgbClr val="E7EBFF"/>
                </a:solidFill>
                <a:ln>
                  <a:solidFill>
                    <a:srgbClr val="B1BBFE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sz="2000" noProof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89" name="组合 88"/>
                <p:cNvGrpSpPr/>
                <p:nvPr/>
              </p:nvGrpSpPr>
              <p:grpSpPr>
                <a:xfrm>
                  <a:off x="4876554" y="1400487"/>
                  <a:ext cx="620945" cy="495547"/>
                  <a:chOff x="2883576" y="2528237"/>
                  <a:chExt cx="620945" cy="495547"/>
                </a:xfrm>
              </p:grpSpPr>
              <p:grpSp>
                <p:nvGrpSpPr>
                  <p:cNvPr id="90" name="组合 89"/>
                  <p:cNvGrpSpPr/>
                  <p:nvPr/>
                </p:nvGrpSpPr>
                <p:grpSpPr>
                  <a:xfrm>
                    <a:off x="2883576" y="2621661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95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96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97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91" name="组合 90"/>
                  <p:cNvGrpSpPr/>
                  <p:nvPr/>
                </p:nvGrpSpPr>
                <p:grpSpPr>
                  <a:xfrm>
                    <a:off x="2883576" y="2528237"/>
                    <a:ext cx="620945" cy="402123"/>
                    <a:chOff x="6512018" y="615964"/>
                    <a:chExt cx="1370013" cy="930275"/>
                  </a:xfrm>
                </p:grpSpPr>
                <p:sp>
                  <p:nvSpPr>
                    <p:cNvPr id="92" name="Freeform 14"/>
                    <p:cNvSpPr/>
                    <p:nvPr/>
                  </p:nvSpPr>
                  <p:spPr bwMode="auto">
                    <a:xfrm>
                      <a:off x="7199405" y="1019189"/>
                      <a:ext cx="682625" cy="527050"/>
                    </a:xfrm>
                    <a:custGeom>
                      <a:avLst/>
                      <a:gdLst>
                        <a:gd name="T0" fmla="*/ 430 w 430"/>
                        <a:gd name="T1" fmla="*/ 0 h 332"/>
                        <a:gd name="T2" fmla="*/ 430 w 430"/>
                        <a:gd name="T3" fmla="*/ 77 h 332"/>
                        <a:gd name="T4" fmla="*/ 0 w 430"/>
                        <a:gd name="T5" fmla="*/ 332 h 332"/>
                        <a:gd name="T6" fmla="*/ 0 w 430"/>
                        <a:gd name="T7" fmla="*/ 253 h 332"/>
                        <a:gd name="T8" fmla="*/ 430 w 430"/>
                        <a:gd name="T9" fmla="*/ 0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0" h="332">
                          <a:moveTo>
                            <a:pt x="430" y="0"/>
                          </a:moveTo>
                          <a:lnTo>
                            <a:pt x="430" y="77"/>
                          </a:lnTo>
                          <a:lnTo>
                            <a:pt x="0" y="332"/>
                          </a:lnTo>
                          <a:lnTo>
                            <a:pt x="0" y="253"/>
                          </a:lnTo>
                          <a:lnTo>
                            <a:pt x="43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8E9CEF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93" name="Freeform 15"/>
                    <p:cNvSpPr/>
                    <p:nvPr/>
                  </p:nvSpPr>
                  <p:spPr bwMode="auto">
                    <a:xfrm>
                      <a:off x="6512018" y="1019189"/>
                      <a:ext cx="687388" cy="527050"/>
                    </a:xfrm>
                    <a:custGeom>
                      <a:avLst/>
                      <a:gdLst>
                        <a:gd name="T0" fmla="*/ 433 w 433"/>
                        <a:gd name="T1" fmla="*/ 253 h 332"/>
                        <a:gd name="T2" fmla="*/ 433 w 433"/>
                        <a:gd name="T3" fmla="*/ 332 h 332"/>
                        <a:gd name="T4" fmla="*/ 0 w 433"/>
                        <a:gd name="T5" fmla="*/ 77 h 332"/>
                        <a:gd name="T6" fmla="*/ 0 w 433"/>
                        <a:gd name="T7" fmla="*/ 0 h 332"/>
                        <a:gd name="T8" fmla="*/ 433 w 433"/>
                        <a:gd name="T9" fmla="*/ 253 h 3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33" h="332">
                          <a:moveTo>
                            <a:pt x="433" y="253"/>
                          </a:moveTo>
                          <a:lnTo>
                            <a:pt x="433" y="332"/>
                          </a:lnTo>
                          <a:lnTo>
                            <a:pt x="0" y="77"/>
                          </a:lnTo>
                          <a:lnTo>
                            <a:pt x="0" y="0"/>
                          </a:lnTo>
                          <a:lnTo>
                            <a:pt x="433" y="25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E7EBFF"/>
                        </a:gs>
                        <a:gs pos="100000">
                          <a:srgbClr val="B1BBFE"/>
                        </a:gs>
                      </a:gsLst>
                      <a:lin ang="540000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94" name="Freeform 16"/>
                    <p:cNvSpPr/>
                    <p:nvPr/>
                  </p:nvSpPr>
                  <p:spPr bwMode="auto">
                    <a:xfrm>
                      <a:off x="6512018" y="615964"/>
                      <a:ext cx="1370013" cy="804863"/>
                    </a:xfrm>
                    <a:custGeom>
                      <a:avLst/>
                      <a:gdLst>
                        <a:gd name="T0" fmla="*/ 863 w 863"/>
                        <a:gd name="T1" fmla="*/ 254 h 507"/>
                        <a:gd name="T2" fmla="*/ 433 w 863"/>
                        <a:gd name="T3" fmla="*/ 507 h 507"/>
                        <a:gd name="T4" fmla="*/ 0 w 863"/>
                        <a:gd name="T5" fmla="*/ 254 h 507"/>
                        <a:gd name="T6" fmla="*/ 431 w 863"/>
                        <a:gd name="T7" fmla="*/ 0 h 507"/>
                        <a:gd name="T8" fmla="*/ 863 w 863"/>
                        <a:gd name="T9" fmla="*/ 254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63" h="507">
                          <a:moveTo>
                            <a:pt x="863" y="254"/>
                          </a:moveTo>
                          <a:lnTo>
                            <a:pt x="433" y="507"/>
                          </a:lnTo>
                          <a:lnTo>
                            <a:pt x="0" y="254"/>
                          </a:lnTo>
                          <a:lnTo>
                            <a:pt x="431" y="0"/>
                          </a:lnTo>
                          <a:lnTo>
                            <a:pt x="863" y="254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AFBFF"/>
                        </a:gs>
                        <a:gs pos="100000">
                          <a:srgbClr val="DADFFE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sz="2000" noProof="1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108" name="梯形 107"/>
            <p:cNvSpPr/>
            <p:nvPr/>
          </p:nvSpPr>
          <p:spPr>
            <a:xfrm rot="10800000">
              <a:off x="5283602" y="1678546"/>
              <a:ext cx="1735906" cy="1198747"/>
            </a:xfrm>
            <a:prstGeom prst="trapezoid">
              <a:avLst>
                <a:gd name="adj" fmla="val 27080"/>
              </a:avLst>
            </a:prstGeom>
            <a:gradFill flip="none" rotWithShape="1">
              <a:gsLst>
                <a:gs pos="0">
                  <a:srgbClr val="8E9CEF">
                    <a:alpha val="55000"/>
                  </a:srgbClr>
                </a:gs>
                <a:gs pos="82000">
                  <a:srgbClr val="8E9CEF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580177" y="2540713"/>
              <a:ext cx="1144095" cy="996668"/>
              <a:chOff x="5288662" y="2278503"/>
              <a:chExt cx="1813287" cy="1579629"/>
            </a:xfrm>
          </p:grpSpPr>
          <p:sp>
            <p:nvSpPr>
              <p:cNvPr id="110" name="Freeform 9"/>
              <p:cNvSpPr/>
              <p:nvPr/>
            </p:nvSpPr>
            <p:spPr bwMode="auto">
              <a:xfrm>
                <a:off x="5302321" y="3244395"/>
                <a:ext cx="1785969" cy="613737"/>
              </a:xfrm>
              <a:custGeom>
                <a:avLst/>
                <a:gdLst>
                  <a:gd name="T0" fmla="*/ 1941 w 1986"/>
                  <a:gd name="T1" fmla="*/ 64 h 682"/>
                  <a:gd name="T2" fmla="*/ 1106 w 1986"/>
                  <a:gd name="T3" fmla="*/ 549 h 682"/>
                  <a:gd name="T4" fmla="*/ 887 w 1986"/>
                  <a:gd name="T5" fmla="*/ 549 h 682"/>
                  <a:gd name="T6" fmla="*/ 46 w 1986"/>
                  <a:gd name="T7" fmla="*/ 64 h 682"/>
                  <a:gd name="T8" fmla="*/ 0 w 1986"/>
                  <a:gd name="T9" fmla="*/ 0 h 682"/>
                  <a:gd name="T10" fmla="*/ 0 w 1986"/>
                  <a:gd name="T11" fmla="*/ 98 h 682"/>
                  <a:gd name="T12" fmla="*/ 46 w 1986"/>
                  <a:gd name="T13" fmla="*/ 161 h 682"/>
                  <a:gd name="T14" fmla="*/ 887 w 1986"/>
                  <a:gd name="T15" fmla="*/ 647 h 682"/>
                  <a:gd name="T16" fmla="*/ 1105 w 1986"/>
                  <a:gd name="T17" fmla="*/ 647 h 682"/>
                  <a:gd name="T18" fmla="*/ 1941 w 1986"/>
                  <a:gd name="T19" fmla="*/ 161 h 682"/>
                  <a:gd name="T20" fmla="*/ 1986 w 1986"/>
                  <a:gd name="T21" fmla="*/ 98 h 682"/>
                  <a:gd name="T22" fmla="*/ 1986 w 1986"/>
                  <a:gd name="T23" fmla="*/ 1 h 682"/>
                  <a:gd name="T24" fmla="*/ 1941 w 1986"/>
                  <a:gd name="T25" fmla="*/ 64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86" h="682">
                    <a:moveTo>
                      <a:pt x="1941" y="64"/>
                    </a:moveTo>
                    <a:cubicBezTo>
                      <a:pt x="1106" y="549"/>
                      <a:pt x="1106" y="549"/>
                      <a:pt x="1106" y="549"/>
                    </a:cubicBezTo>
                    <a:cubicBezTo>
                      <a:pt x="1045" y="584"/>
                      <a:pt x="947" y="584"/>
                      <a:pt x="887" y="549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16" y="46"/>
                      <a:pt x="0" y="23"/>
                      <a:pt x="0" y="0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1"/>
                      <a:pt x="15" y="144"/>
                      <a:pt x="46" y="161"/>
                    </a:cubicBezTo>
                    <a:cubicBezTo>
                      <a:pt x="887" y="647"/>
                      <a:pt x="887" y="647"/>
                      <a:pt x="887" y="647"/>
                    </a:cubicBezTo>
                    <a:cubicBezTo>
                      <a:pt x="947" y="682"/>
                      <a:pt x="1045" y="682"/>
                      <a:pt x="1105" y="647"/>
                    </a:cubicBezTo>
                    <a:cubicBezTo>
                      <a:pt x="1941" y="161"/>
                      <a:pt x="1941" y="161"/>
                      <a:pt x="1941" y="161"/>
                    </a:cubicBezTo>
                    <a:cubicBezTo>
                      <a:pt x="1971" y="144"/>
                      <a:pt x="1986" y="121"/>
                      <a:pt x="1986" y="98"/>
                    </a:cubicBezTo>
                    <a:cubicBezTo>
                      <a:pt x="1986" y="1"/>
                      <a:pt x="1986" y="1"/>
                      <a:pt x="1986" y="1"/>
                    </a:cubicBezTo>
                    <a:cubicBezTo>
                      <a:pt x="1986" y="23"/>
                      <a:pt x="1971" y="46"/>
                      <a:pt x="1941" y="6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6578F0"/>
                  </a:gs>
                </a:gsLst>
                <a:lin ang="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11" name="Freeform 10"/>
              <p:cNvSpPr/>
              <p:nvPr/>
            </p:nvSpPr>
            <p:spPr bwMode="auto">
              <a:xfrm>
                <a:off x="5288662" y="2721932"/>
                <a:ext cx="1813287" cy="1051427"/>
              </a:xfrm>
              <a:custGeom>
                <a:avLst/>
                <a:gdLst>
                  <a:gd name="T0" fmla="*/ 1955 w 2016"/>
                  <a:gd name="T1" fmla="*/ 521 h 1168"/>
                  <a:gd name="T2" fmla="*/ 1956 w 2016"/>
                  <a:gd name="T3" fmla="*/ 648 h 1168"/>
                  <a:gd name="T4" fmla="*/ 1121 w 2016"/>
                  <a:gd name="T5" fmla="*/ 1133 h 1168"/>
                  <a:gd name="T6" fmla="*/ 902 w 2016"/>
                  <a:gd name="T7" fmla="*/ 1133 h 1168"/>
                  <a:gd name="T8" fmla="*/ 61 w 2016"/>
                  <a:gd name="T9" fmla="*/ 648 h 1168"/>
                  <a:gd name="T10" fmla="*/ 60 w 2016"/>
                  <a:gd name="T11" fmla="*/ 521 h 1168"/>
                  <a:gd name="T12" fmla="*/ 896 w 2016"/>
                  <a:gd name="T13" fmla="*/ 35 h 1168"/>
                  <a:gd name="T14" fmla="*/ 1115 w 2016"/>
                  <a:gd name="T15" fmla="*/ 35 h 1168"/>
                  <a:gd name="T16" fmla="*/ 1955 w 2016"/>
                  <a:gd name="T17" fmla="*/ 521 h 1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16" h="1168">
                    <a:moveTo>
                      <a:pt x="1955" y="521"/>
                    </a:moveTo>
                    <a:cubicBezTo>
                      <a:pt x="2016" y="556"/>
                      <a:pt x="2016" y="613"/>
                      <a:pt x="1956" y="648"/>
                    </a:cubicBezTo>
                    <a:cubicBezTo>
                      <a:pt x="1121" y="1133"/>
                      <a:pt x="1121" y="1133"/>
                      <a:pt x="1121" y="1133"/>
                    </a:cubicBezTo>
                    <a:cubicBezTo>
                      <a:pt x="1060" y="1168"/>
                      <a:pt x="962" y="1168"/>
                      <a:pt x="902" y="1133"/>
                    </a:cubicBezTo>
                    <a:cubicBezTo>
                      <a:pt x="61" y="648"/>
                      <a:pt x="61" y="648"/>
                      <a:pt x="61" y="648"/>
                    </a:cubicBezTo>
                    <a:cubicBezTo>
                      <a:pt x="0" y="613"/>
                      <a:pt x="0" y="556"/>
                      <a:pt x="60" y="521"/>
                    </a:cubicBezTo>
                    <a:cubicBezTo>
                      <a:pt x="896" y="35"/>
                      <a:pt x="896" y="35"/>
                      <a:pt x="896" y="35"/>
                    </a:cubicBezTo>
                    <a:cubicBezTo>
                      <a:pt x="956" y="0"/>
                      <a:pt x="1054" y="0"/>
                      <a:pt x="1115" y="35"/>
                    </a:cubicBezTo>
                    <a:lnTo>
                      <a:pt x="1955" y="521"/>
                    </a:lnTo>
                    <a:close/>
                  </a:path>
                </a:pathLst>
              </a:custGeom>
              <a:gradFill>
                <a:gsLst>
                  <a:gs pos="0">
                    <a:srgbClr val="3749CC"/>
                  </a:gs>
                  <a:gs pos="100000">
                    <a:srgbClr val="8E9CEF"/>
                  </a:gs>
                </a:gsLst>
                <a:lin ang="108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5288662" y="2510611"/>
                <a:ext cx="1813287" cy="1136200"/>
                <a:chOff x="5281984" y="2510611"/>
                <a:chExt cx="1813287" cy="1136200"/>
              </a:xfrm>
            </p:grpSpPr>
            <p:sp>
              <p:nvSpPr>
                <p:cNvPr id="116" name="Freeform 9"/>
                <p:cNvSpPr/>
                <p:nvPr/>
              </p:nvSpPr>
              <p:spPr bwMode="auto">
                <a:xfrm>
                  <a:off x="5295339" y="3033074"/>
                  <a:ext cx="1785969" cy="613737"/>
                </a:xfrm>
                <a:custGeom>
                  <a:avLst/>
                  <a:gdLst>
                    <a:gd name="T0" fmla="*/ 1941 w 1986"/>
                    <a:gd name="T1" fmla="*/ 64 h 682"/>
                    <a:gd name="T2" fmla="*/ 1106 w 1986"/>
                    <a:gd name="T3" fmla="*/ 549 h 682"/>
                    <a:gd name="T4" fmla="*/ 887 w 1986"/>
                    <a:gd name="T5" fmla="*/ 549 h 682"/>
                    <a:gd name="T6" fmla="*/ 46 w 1986"/>
                    <a:gd name="T7" fmla="*/ 64 h 682"/>
                    <a:gd name="T8" fmla="*/ 0 w 1986"/>
                    <a:gd name="T9" fmla="*/ 0 h 682"/>
                    <a:gd name="T10" fmla="*/ 0 w 1986"/>
                    <a:gd name="T11" fmla="*/ 98 h 682"/>
                    <a:gd name="T12" fmla="*/ 46 w 1986"/>
                    <a:gd name="T13" fmla="*/ 161 h 682"/>
                    <a:gd name="T14" fmla="*/ 887 w 1986"/>
                    <a:gd name="T15" fmla="*/ 647 h 682"/>
                    <a:gd name="T16" fmla="*/ 1105 w 1986"/>
                    <a:gd name="T17" fmla="*/ 647 h 682"/>
                    <a:gd name="T18" fmla="*/ 1941 w 1986"/>
                    <a:gd name="T19" fmla="*/ 161 h 682"/>
                    <a:gd name="T20" fmla="*/ 1986 w 1986"/>
                    <a:gd name="T21" fmla="*/ 98 h 682"/>
                    <a:gd name="T22" fmla="*/ 1986 w 1986"/>
                    <a:gd name="T23" fmla="*/ 1 h 682"/>
                    <a:gd name="T24" fmla="*/ 1941 w 1986"/>
                    <a:gd name="T25" fmla="*/ 64 h 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986" h="682">
                      <a:moveTo>
                        <a:pt x="1941" y="64"/>
                      </a:moveTo>
                      <a:cubicBezTo>
                        <a:pt x="1106" y="549"/>
                        <a:pt x="1106" y="549"/>
                        <a:pt x="1106" y="549"/>
                      </a:cubicBezTo>
                      <a:cubicBezTo>
                        <a:pt x="1045" y="584"/>
                        <a:pt x="947" y="584"/>
                        <a:pt x="887" y="549"/>
                      </a:cubicBezTo>
                      <a:cubicBezTo>
                        <a:pt x="46" y="64"/>
                        <a:pt x="46" y="64"/>
                        <a:pt x="46" y="64"/>
                      </a:cubicBezTo>
                      <a:cubicBezTo>
                        <a:pt x="16" y="46"/>
                        <a:pt x="0" y="23"/>
                        <a:pt x="0" y="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21"/>
                        <a:pt x="15" y="144"/>
                        <a:pt x="46" y="161"/>
                      </a:cubicBezTo>
                      <a:cubicBezTo>
                        <a:pt x="887" y="647"/>
                        <a:pt x="887" y="647"/>
                        <a:pt x="887" y="647"/>
                      </a:cubicBezTo>
                      <a:cubicBezTo>
                        <a:pt x="947" y="682"/>
                        <a:pt x="1045" y="682"/>
                        <a:pt x="1105" y="647"/>
                      </a:cubicBezTo>
                      <a:cubicBezTo>
                        <a:pt x="1941" y="161"/>
                        <a:pt x="1941" y="161"/>
                        <a:pt x="1941" y="161"/>
                      </a:cubicBezTo>
                      <a:cubicBezTo>
                        <a:pt x="1971" y="144"/>
                        <a:pt x="1986" y="121"/>
                        <a:pt x="1986" y="98"/>
                      </a:cubicBezTo>
                      <a:cubicBezTo>
                        <a:pt x="1986" y="1"/>
                        <a:pt x="1986" y="1"/>
                        <a:pt x="1986" y="1"/>
                      </a:cubicBezTo>
                      <a:cubicBezTo>
                        <a:pt x="1986" y="23"/>
                        <a:pt x="1971" y="46"/>
                        <a:pt x="1941" y="6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6578F0"/>
                    </a:gs>
                  </a:gsLst>
                  <a:lin ang="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17" name="Freeform 10"/>
                <p:cNvSpPr/>
                <p:nvPr/>
              </p:nvSpPr>
              <p:spPr bwMode="auto">
                <a:xfrm>
                  <a:off x="5281984" y="2510611"/>
                  <a:ext cx="1813287" cy="1051427"/>
                </a:xfrm>
                <a:custGeom>
                  <a:avLst/>
                  <a:gdLst>
                    <a:gd name="T0" fmla="*/ 1955 w 2016"/>
                    <a:gd name="T1" fmla="*/ 521 h 1168"/>
                    <a:gd name="T2" fmla="*/ 1956 w 2016"/>
                    <a:gd name="T3" fmla="*/ 648 h 1168"/>
                    <a:gd name="T4" fmla="*/ 1121 w 2016"/>
                    <a:gd name="T5" fmla="*/ 1133 h 1168"/>
                    <a:gd name="T6" fmla="*/ 902 w 2016"/>
                    <a:gd name="T7" fmla="*/ 1133 h 1168"/>
                    <a:gd name="T8" fmla="*/ 61 w 2016"/>
                    <a:gd name="T9" fmla="*/ 648 h 1168"/>
                    <a:gd name="T10" fmla="*/ 60 w 2016"/>
                    <a:gd name="T11" fmla="*/ 521 h 1168"/>
                    <a:gd name="T12" fmla="*/ 896 w 2016"/>
                    <a:gd name="T13" fmla="*/ 35 h 1168"/>
                    <a:gd name="T14" fmla="*/ 1115 w 2016"/>
                    <a:gd name="T15" fmla="*/ 35 h 1168"/>
                    <a:gd name="T16" fmla="*/ 1955 w 2016"/>
                    <a:gd name="T17" fmla="*/ 521 h 1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016" h="1168">
                      <a:moveTo>
                        <a:pt x="1955" y="521"/>
                      </a:moveTo>
                      <a:cubicBezTo>
                        <a:pt x="2016" y="556"/>
                        <a:pt x="2016" y="613"/>
                        <a:pt x="1956" y="648"/>
                      </a:cubicBezTo>
                      <a:cubicBezTo>
                        <a:pt x="1121" y="1133"/>
                        <a:pt x="1121" y="1133"/>
                        <a:pt x="1121" y="1133"/>
                      </a:cubicBezTo>
                      <a:cubicBezTo>
                        <a:pt x="1060" y="1168"/>
                        <a:pt x="962" y="1168"/>
                        <a:pt x="902" y="1133"/>
                      </a:cubicBezTo>
                      <a:cubicBezTo>
                        <a:pt x="61" y="648"/>
                        <a:pt x="61" y="648"/>
                        <a:pt x="61" y="648"/>
                      </a:cubicBezTo>
                      <a:cubicBezTo>
                        <a:pt x="0" y="613"/>
                        <a:pt x="0" y="556"/>
                        <a:pt x="60" y="521"/>
                      </a:cubicBezTo>
                      <a:cubicBezTo>
                        <a:pt x="896" y="35"/>
                        <a:pt x="896" y="35"/>
                        <a:pt x="896" y="35"/>
                      </a:cubicBezTo>
                      <a:cubicBezTo>
                        <a:pt x="956" y="0"/>
                        <a:pt x="1054" y="0"/>
                        <a:pt x="1115" y="35"/>
                      </a:cubicBezTo>
                      <a:lnTo>
                        <a:pt x="1955" y="5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49CC"/>
                    </a:gs>
                    <a:gs pos="100000">
                      <a:srgbClr val="8E9CEF"/>
                    </a:gs>
                  </a:gsLst>
                  <a:lin ang="108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5288662" y="2278503"/>
                <a:ext cx="1813287" cy="1136200"/>
                <a:chOff x="5281984" y="2510611"/>
                <a:chExt cx="1813287" cy="1136200"/>
              </a:xfrm>
            </p:grpSpPr>
            <p:sp>
              <p:nvSpPr>
                <p:cNvPr id="114" name="Freeform 9"/>
                <p:cNvSpPr/>
                <p:nvPr/>
              </p:nvSpPr>
              <p:spPr bwMode="auto">
                <a:xfrm>
                  <a:off x="5295339" y="3033074"/>
                  <a:ext cx="1785969" cy="613737"/>
                </a:xfrm>
                <a:custGeom>
                  <a:avLst/>
                  <a:gdLst>
                    <a:gd name="T0" fmla="*/ 1941 w 1986"/>
                    <a:gd name="T1" fmla="*/ 64 h 682"/>
                    <a:gd name="T2" fmla="*/ 1106 w 1986"/>
                    <a:gd name="T3" fmla="*/ 549 h 682"/>
                    <a:gd name="T4" fmla="*/ 887 w 1986"/>
                    <a:gd name="T5" fmla="*/ 549 h 682"/>
                    <a:gd name="T6" fmla="*/ 46 w 1986"/>
                    <a:gd name="T7" fmla="*/ 64 h 682"/>
                    <a:gd name="T8" fmla="*/ 0 w 1986"/>
                    <a:gd name="T9" fmla="*/ 0 h 682"/>
                    <a:gd name="T10" fmla="*/ 0 w 1986"/>
                    <a:gd name="T11" fmla="*/ 98 h 682"/>
                    <a:gd name="T12" fmla="*/ 46 w 1986"/>
                    <a:gd name="T13" fmla="*/ 161 h 682"/>
                    <a:gd name="T14" fmla="*/ 887 w 1986"/>
                    <a:gd name="T15" fmla="*/ 647 h 682"/>
                    <a:gd name="T16" fmla="*/ 1105 w 1986"/>
                    <a:gd name="T17" fmla="*/ 647 h 682"/>
                    <a:gd name="T18" fmla="*/ 1941 w 1986"/>
                    <a:gd name="T19" fmla="*/ 161 h 682"/>
                    <a:gd name="T20" fmla="*/ 1986 w 1986"/>
                    <a:gd name="T21" fmla="*/ 98 h 682"/>
                    <a:gd name="T22" fmla="*/ 1986 w 1986"/>
                    <a:gd name="T23" fmla="*/ 1 h 682"/>
                    <a:gd name="T24" fmla="*/ 1941 w 1986"/>
                    <a:gd name="T25" fmla="*/ 64 h 6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986" h="682">
                      <a:moveTo>
                        <a:pt x="1941" y="64"/>
                      </a:moveTo>
                      <a:cubicBezTo>
                        <a:pt x="1106" y="549"/>
                        <a:pt x="1106" y="549"/>
                        <a:pt x="1106" y="549"/>
                      </a:cubicBezTo>
                      <a:cubicBezTo>
                        <a:pt x="1045" y="584"/>
                        <a:pt x="947" y="584"/>
                        <a:pt x="887" y="549"/>
                      </a:cubicBezTo>
                      <a:cubicBezTo>
                        <a:pt x="46" y="64"/>
                        <a:pt x="46" y="64"/>
                        <a:pt x="46" y="64"/>
                      </a:cubicBezTo>
                      <a:cubicBezTo>
                        <a:pt x="16" y="46"/>
                        <a:pt x="0" y="23"/>
                        <a:pt x="0" y="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21"/>
                        <a:pt x="15" y="144"/>
                        <a:pt x="46" y="161"/>
                      </a:cubicBezTo>
                      <a:cubicBezTo>
                        <a:pt x="887" y="647"/>
                        <a:pt x="887" y="647"/>
                        <a:pt x="887" y="647"/>
                      </a:cubicBezTo>
                      <a:cubicBezTo>
                        <a:pt x="947" y="682"/>
                        <a:pt x="1045" y="682"/>
                        <a:pt x="1105" y="647"/>
                      </a:cubicBezTo>
                      <a:cubicBezTo>
                        <a:pt x="1941" y="161"/>
                        <a:pt x="1941" y="161"/>
                        <a:pt x="1941" y="161"/>
                      </a:cubicBezTo>
                      <a:cubicBezTo>
                        <a:pt x="1971" y="144"/>
                        <a:pt x="1986" y="121"/>
                        <a:pt x="1986" y="98"/>
                      </a:cubicBezTo>
                      <a:cubicBezTo>
                        <a:pt x="1986" y="1"/>
                        <a:pt x="1986" y="1"/>
                        <a:pt x="1986" y="1"/>
                      </a:cubicBezTo>
                      <a:cubicBezTo>
                        <a:pt x="1986" y="23"/>
                        <a:pt x="1971" y="46"/>
                        <a:pt x="1941" y="6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6578F0"/>
                    </a:gs>
                  </a:gsLst>
                  <a:lin ang="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115" name="Freeform 10"/>
                <p:cNvSpPr/>
                <p:nvPr/>
              </p:nvSpPr>
              <p:spPr bwMode="auto">
                <a:xfrm>
                  <a:off x="5281984" y="2510611"/>
                  <a:ext cx="1813287" cy="1051427"/>
                </a:xfrm>
                <a:custGeom>
                  <a:avLst/>
                  <a:gdLst>
                    <a:gd name="T0" fmla="*/ 1955 w 2016"/>
                    <a:gd name="T1" fmla="*/ 521 h 1168"/>
                    <a:gd name="T2" fmla="*/ 1956 w 2016"/>
                    <a:gd name="T3" fmla="*/ 648 h 1168"/>
                    <a:gd name="T4" fmla="*/ 1121 w 2016"/>
                    <a:gd name="T5" fmla="*/ 1133 h 1168"/>
                    <a:gd name="T6" fmla="*/ 902 w 2016"/>
                    <a:gd name="T7" fmla="*/ 1133 h 1168"/>
                    <a:gd name="T8" fmla="*/ 61 w 2016"/>
                    <a:gd name="T9" fmla="*/ 648 h 1168"/>
                    <a:gd name="T10" fmla="*/ 60 w 2016"/>
                    <a:gd name="T11" fmla="*/ 521 h 1168"/>
                    <a:gd name="T12" fmla="*/ 896 w 2016"/>
                    <a:gd name="T13" fmla="*/ 35 h 1168"/>
                    <a:gd name="T14" fmla="*/ 1115 w 2016"/>
                    <a:gd name="T15" fmla="*/ 35 h 1168"/>
                    <a:gd name="T16" fmla="*/ 1955 w 2016"/>
                    <a:gd name="T17" fmla="*/ 521 h 1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016" h="1168">
                      <a:moveTo>
                        <a:pt x="1955" y="521"/>
                      </a:moveTo>
                      <a:cubicBezTo>
                        <a:pt x="2016" y="556"/>
                        <a:pt x="2016" y="613"/>
                        <a:pt x="1956" y="648"/>
                      </a:cubicBezTo>
                      <a:cubicBezTo>
                        <a:pt x="1121" y="1133"/>
                        <a:pt x="1121" y="1133"/>
                        <a:pt x="1121" y="1133"/>
                      </a:cubicBezTo>
                      <a:cubicBezTo>
                        <a:pt x="1060" y="1168"/>
                        <a:pt x="962" y="1168"/>
                        <a:pt x="902" y="1133"/>
                      </a:cubicBezTo>
                      <a:cubicBezTo>
                        <a:pt x="61" y="648"/>
                        <a:pt x="61" y="648"/>
                        <a:pt x="61" y="648"/>
                      </a:cubicBezTo>
                      <a:cubicBezTo>
                        <a:pt x="0" y="613"/>
                        <a:pt x="0" y="556"/>
                        <a:pt x="60" y="521"/>
                      </a:cubicBezTo>
                      <a:cubicBezTo>
                        <a:pt x="896" y="35"/>
                        <a:pt x="896" y="35"/>
                        <a:pt x="896" y="35"/>
                      </a:cubicBezTo>
                      <a:cubicBezTo>
                        <a:pt x="956" y="0"/>
                        <a:pt x="1054" y="0"/>
                        <a:pt x="1115" y="35"/>
                      </a:cubicBezTo>
                      <a:lnTo>
                        <a:pt x="1955" y="5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3749CC"/>
                    </a:gs>
                    <a:gs pos="100000">
                      <a:srgbClr val="8E9CEF"/>
                    </a:gs>
                  </a:gsLst>
                  <a:lin ang="108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noProof="1">
                    <a:latin typeface="Times New Roman" panose="02020603050405020304" pitchFamily="18" charset="0"/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118" name="图形 15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/>
            <p:cNvSpPr/>
            <p:nvPr/>
          </p:nvSpPr>
          <p:spPr>
            <a:xfrm>
              <a:off x="5946743" y="2363214"/>
              <a:ext cx="409623" cy="500651"/>
            </a:xfrm>
            <a:custGeom>
              <a:avLst/>
              <a:gdLst>
                <a:gd name="connsiteX0" fmla="*/ 85725 w 171450"/>
                <a:gd name="connsiteY0" fmla="*/ 0 h 209550"/>
                <a:gd name="connsiteX1" fmla="*/ 0 w 171450"/>
                <a:gd name="connsiteY1" fmla="*/ 38100 h 209550"/>
                <a:gd name="connsiteX2" fmla="*/ 0 w 171450"/>
                <a:gd name="connsiteY2" fmla="*/ 95250 h 209550"/>
                <a:gd name="connsiteX3" fmla="*/ 85725 w 171450"/>
                <a:gd name="connsiteY3" fmla="*/ 209550 h 209550"/>
                <a:gd name="connsiteX4" fmla="*/ 171450 w 171450"/>
                <a:gd name="connsiteY4" fmla="*/ 95250 h 209550"/>
                <a:gd name="connsiteX5" fmla="*/ 171450 w 171450"/>
                <a:gd name="connsiteY5" fmla="*/ 38100 h 209550"/>
                <a:gd name="connsiteX6" fmla="*/ 85725 w 171450"/>
                <a:gd name="connsiteY6" fmla="*/ 0 h 209550"/>
                <a:gd name="connsiteX7" fmla="*/ 66675 w 171450"/>
                <a:gd name="connsiteY7" fmla="*/ 152400 h 209550"/>
                <a:gd name="connsiteX8" fmla="*/ 28575 w 171450"/>
                <a:gd name="connsiteY8" fmla="*/ 114300 h 209550"/>
                <a:gd name="connsiteX9" fmla="*/ 42005 w 171450"/>
                <a:gd name="connsiteY9" fmla="*/ 100870 h 209550"/>
                <a:gd name="connsiteX10" fmla="*/ 66675 w 171450"/>
                <a:gd name="connsiteY10" fmla="*/ 125444 h 209550"/>
                <a:gd name="connsiteX11" fmla="*/ 129445 w 171450"/>
                <a:gd name="connsiteY11" fmla="*/ 62675 h 209550"/>
                <a:gd name="connsiteX12" fmla="*/ 142875 w 171450"/>
                <a:gd name="connsiteY12" fmla="*/ 76200 h 209550"/>
                <a:gd name="connsiteX13" fmla="*/ 66675 w 171450"/>
                <a:gd name="connsiteY13" fmla="*/ 1524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1450" h="209550">
                  <a:moveTo>
                    <a:pt x="85725" y="0"/>
                  </a:moveTo>
                  <a:lnTo>
                    <a:pt x="0" y="38100"/>
                  </a:lnTo>
                  <a:lnTo>
                    <a:pt x="0" y="95250"/>
                  </a:lnTo>
                  <a:cubicBezTo>
                    <a:pt x="0" y="148114"/>
                    <a:pt x="36576" y="197549"/>
                    <a:pt x="85725" y="209550"/>
                  </a:cubicBezTo>
                  <a:cubicBezTo>
                    <a:pt x="134874" y="197549"/>
                    <a:pt x="171450" y="148114"/>
                    <a:pt x="171450" y="95250"/>
                  </a:cubicBezTo>
                  <a:lnTo>
                    <a:pt x="171450" y="38100"/>
                  </a:lnTo>
                  <a:lnTo>
                    <a:pt x="85725" y="0"/>
                  </a:lnTo>
                  <a:close/>
                  <a:moveTo>
                    <a:pt x="66675" y="152400"/>
                  </a:moveTo>
                  <a:lnTo>
                    <a:pt x="28575" y="114300"/>
                  </a:lnTo>
                  <a:lnTo>
                    <a:pt x="42005" y="100870"/>
                  </a:lnTo>
                  <a:lnTo>
                    <a:pt x="66675" y="125444"/>
                  </a:lnTo>
                  <a:lnTo>
                    <a:pt x="129445" y="62675"/>
                  </a:lnTo>
                  <a:lnTo>
                    <a:pt x="142875" y="76200"/>
                  </a:lnTo>
                  <a:lnTo>
                    <a:pt x="66675" y="152400"/>
                  </a:lnTo>
                  <a:close/>
                </a:path>
              </a:pathLst>
            </a:custGeom>
            <a:solidFill>
              <a:srgbClr val="02F276"/>
            </a:solidFill>
            <a:ln w="9525" cap="flat">
              <a:noFill/>
              <a:prstDash val="solid"/>
              <a:miter/>
            </a:ln>
            <a:scene3d>
              <a:camera prst="isometricLeftDown"/>
              <a:lightRig rig="threePt" dir="t"/>
            </a:scene3d>
            <a:sp3d extrusionH="38100" prstMaterial="flat">
              <a:extrusionClr>
                <a:srgbClr val="00B050"/>
              </a:extrusionClr>
            </a:sp3d>
          </p:spPr>
          <p:txBody>
            <a:bodyPr rtlCol="0" anchor="ctr"/>
            <a:lstStyle/>
            <a:p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 rot="2036497">
              <a:off x="5148872" y="3267493"/>
              <a:ext cx="1183856" cy="2887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400" b="1" noProof="1">
                  <a:latin typeface="Times New Roman" panose="02020603050405020304" pitchFamily="18" charset="0"/>
                  <a:ea typeface="黑体" panose="02010609060101010101" pitchFamily="49" charset="-122"/>
                </a:rPr>
                <a:t>智能批改系统</a:t>
              </a:r>
            </a:p>
          </p:txBody>
        </p:sp>
        <p:sp>
          <p:nvSpPr>
            <p:cNvPr id="120" name="Freeform 71"/>
            <p:cNvSpPr>
              <a:spLocks noEditPoints="1"/>
            </p:cNvSpPr>
            <p:nvPr/>
          </p:nvSpPr>
          <p:spPr bwMode="auto">
            <a:xfrm>
              <a:off x="3020343" y="1171087"/>
              <a:ext cx="291536" cy="273172"/>
            </a:xfrm>
            <a:custGeom>
              <a:avLst/>
              <a:gdLst/>
              <a:ahLst/>
              <a:cxnLst>
                <a:cxn ang="0">
                  <a:pos x="65" y="22"/>
                </a:cxn>
                <a:cxn ang="0">
                  <a:pos x="26" y="45"/>
                </a:cxn>
                <a:cxn ang="0">
                  <a:pos x="0" y="26"/>
                </a:cxn>
                <a:cxn ang="0">
                  <a:pos x="39" y="0"/>
                </a:cxn>
                <a:cxn ang="0">
                  <a:pos x="65" y="22"/>
                </a:cxn>
                <a:cxn ang="0">
                  <a:pos x="65" y="69"/>
                </a:cxn>
                <a:cxn ang="0">
                  <a:pos x="39" y="91"/>
                </a:cxn>
                <a:cxn ang="0">
                  <a:pos x="0" y="67"/>
                </a:cxn>
                <a:cxn ang="0">
                  <a:pos x="26" y="45"/>
                </a:cxn>
                <a:cxn ang="0">
                  <a:pos x="65" y="69"/>
                </a:cxn>
                <a:cxn ang="0">
                  <a:pos x="101" y="97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26" y="97"/>
                </a:cxn>
                <a:cxn ang="0">
                  <a:pos x="26" y="89"/>
                </a:cxn>
                <a:cxn ang="0">
                  <a:pos x="39" y="95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91" y="95"/>
                </a:cxn>
                <a:cxn ang="0">
                  <a:pos x="101" y="89"/>
                </a:cxn>
                <a:cxn ang="0">
                  <a:pos x="101" y="97"/>
                </a:cxn>
                <a:cxn ang="0">
                  <a:pos x="127" y="26"/>
                </a:cxn>
                <a:cxn ang="0">
                  <a:pos x="101" y="45"/>
                </a:cxn>
                <a:cxn ang="0">
                  <a:pos x="65" y="22"/>
                </a:cxn>
                <a:cxn ang="0">
                  <a:pos x="91" y="0"/>
                </a:cxn>
                <a:cxn ang="0">
                  <a:pos x="127" y="26"/>
                </a:cxn>
                <a:cxn ang="0">
                  <a:pos x="127" y="67"/>
                </a:cxn>
                <a:cxn ang="0">
                  <a:pos x="91" y="91"/>
                </a:cxn>
                <a:cxn ang="0">
                  <a:pos x="65" y="69"/>
                </a:cxn>
                <a:cxn ang="0">
                  <a:pos x="101" y="45"/>
                </a:cxn>
                <a:cxn ang="0">
                  <a:pos x="127" y="67"/>
                </a:cxn>
              </a:cxnLst>
              <a:rect l="0" t="0" r="r" b="b"/>
              <a:pathLst>
                <a:path w="127" h="119">
                  <a:moveTo>
                    <a:pt x="65" y="22"/>
                  </a:moveTo>
                  <a:lnTo>
                    <a:pt x="26" y="45"/>
                  </a:lnTo>
                  <a:lnTo>
                    <a:pt x="0" y="26"/>
                  </a:lnTo>
                  <a:lnTo>
                    <a:pt x="39" y="0"/>
                  </a:lnTo>
                  <a:lnTo>
                    <a:pt x="65" y="22"/>
                  </a:lnTo>
                  <a:close/>
                  <a:moveTo>
                    <a:pt x="65" y="69"/>
                  </a:moveTo>
                  <a:lnTo>
                    <a:pt x="39" y="91"/>
                  </a:lnTo>
                  <a:lnTo>
                    <a:pt x="0" y="67"/>
                  </a:lnTo>
                  <a:lnTo>
                    <a:pt x="26" y="45"/>
                  </a:lnTo>
                  <a:lnTo>
                    <a:pt x="65" y="69"/>
                  </a:lnTo>
                  <a:close/>
                  <a:moveTo>
                    <a:pt x="101" y="97"/>
                  </a:move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26" y="97"/>
                  </a:lnTo>
                  <a:lnTo>
                    <a:pt x="26" y="89"/>
                  </a:lnTo>
                  <a:lnTo>
                    <a:pt x="39" y="95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91" y="95"/>
                  </a:lnTo>
                  <a:lnTo>
                    <a:pt x="101" y="89"/>
                  </a:lnTo>
                  <a:lnTo>
                    <a:pt x="101" y="97"/>
                  </a:lnTo>
                  <a:close/>
                  <a:moveTo>
                    <a:pt x="127" y="26"/>
                  </a:moveTo>
                  <a:lnTo>
                    <a:pt x="101" y="45"/>
                  </a:lnTo>
                  <a:lnTo>
                    <a:pt x="65" y="22"/>
                  </a:lnTo>
                  <a:lnTo>
                    <a:pt x="91" y="0"/>
                  </a:lnTo>
                  <a:lnTo>
                    <a:pt x="127" y="26"/>
                  </a:lnTo>
                  <a:close/>
                  <a:moveTo>
                    <a:pt x="127" y="67"/>
                  </a:moveTo>
                  <a:lnTo>
                    <a:pt x="91" y="91"/>
                  </a:lnTo>
                  <a:lnTo>
                    <a:pt x="65" y="69"/>
                  </a:lnTo>
                  <a:lnTo>
                    <a:pt x="101" y="45"/>
                  </a:lnTo>
                  <a:lnTo>
                    <a:pt x="127" y="6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1" name="Freeform 57"/>
            <p:cNvSpPr>
              <a:spLocks noEditPoints="1"/>
            </p:cNvSpPr>
            <p:nvPr/>
          </p:nvSpPr>
          <p:spPr bwMode="auto">
            <a:xfrm>
              <a:off x="4385225" y="3736720"/>
              <a:ext cx="273172" cy="273172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2" name="Freeform 56"/>
            <p:cNvSpPr>
              <a:spLocks noEditPoints="1"/>
            </p:cNvSpPr>
            <p:nvPr/>
          </p:nvSpPr>
          <p:spPr bwMode="auto">
            <a:xfrm>
              <a:off x="4380557" y="1971743"/>
              <a:ext cx="319083" cy="319083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3" y="44"/>
                </a:cxn>
                <a:cxn ang="0">
                  <a:pos x="33" y="64"/>
                </a:cxn>
                <a:cxn ang="0">
                  <a:pos x="32" y="64"/>
                </a:cxn>
                <a:cxn ang="0">
                  <a:pos x="30" y="64"/>
                </a:cxn>
                <a:cxn ang="0">
                  <a:pos x="1" y="44"/>
                </a:cxn>
                <a:cxn ang="0">
                  <a:pos x="0" y="42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30" y="1"/>
                </a:cxn>
                <a:cxn ang="0">
                  <a:pos x="32" y="0"/>
                </a:cxn>
                <a:cxn ang="0">
                  <a:pos x="33" y="1"/>
                </a:cxn>
                <a:cxn ang="0">
                  <a:pos x="63" y="20"/>
                </a:cxn>
                <a:cxn ang="0">
                  <a:pos x="64" y="23"/>
                </a:cxn>
                <a:cxn ang="0">
                  <a:pos x="64" y="42"/>
                </a:cxn>
                <a:cxn ang="0">
                  <a:pos x="12" y="32"/>
                </a:cxn>
                <a:cxn ang="0">
                  <a:pos x="5" y="28"/>
                </a:cxn>
                <a:cxn ang="0">
                  <a:pos x="5" y="37"/>
                </a:cxn>
                <a:cxn ang="0">
                  <a:pos x="12" y="32"/>
                </a:cxn>
                <a:cxn ang="0">
                  <a:pos x="29" y="21"/>
                </a:cxn>
                <a:cxn ang="0">
                  <a:pos x="29" y="8"/>
                </a:cxn>
                <a:cxn ang="0">
                  <a:pos x="7" y="23"/>
                </a:cxn>
                <a:cxn ang="0">
                  <a:pos x="17" y="29"/>
                </a:cxn>
                <a:cxn ang="0">
                  <a:pos x="29" y="21"/>
                </a:cxn>
                <a:cxn ang="0">
                  <a:pos x="29" y="56"/>
                </a:cxn>
                <a:cxn ang="0">
                  <a:pos x="29" y="44"/>
                </a:cxn>
                <a:cxn ang="0">
                  <a:pos x="17" y="36"/>
                </a:cxn>
                <a:cxn ang="0">
                  <a:pos x="7" y="42"/>
                </a:cxn>
                <a:cxn ang="0">
                  <a:pos x="29" y="56"/>
                </a:cxn>
                <a:cxn ang="0">
                  <a:pos x="41" y="32"/>
                </a:cxn>
                <a:cxn ang="0">
                  <a:pos x="32" y="26"/>
                </a:cxn>
                <a:cxn ang="0">
                  <a:pos x="22" y="32"/>
                </a:cxn>
                <a:cxn ang="0">
                  <a:pos x="32" y="39"/>
                </a:cxn>
                <a:cxn ang="0">
                  <a:pos x="41" y="32"/>
                </a:cxn>
                <a:cxn ang="0">
                  <a:pos x="56" y="23"/>
                </a:cxn>
                <a:cxn ang="0">
                  <a:pos x="35" y="8"/>
                </a:cxn>
                <a:cxn ang="0">
                  <a:pos x="35" y="21"/>
                </a:cxn>
                <a:cxn ang="0">
                  <a:pos x="46" y="29"/>
                </a:cxn>
                <a:cxn ang="0">
                  <a:pos x="56" y="23"/>
                </a:cxn>
                <a:cxn ang="0">
                  <a:pos x="56" y="42"/>
                </a:cxn>
                <a:cxn ang="0">
                  <a:pos x="46" y="36"/>
                </a:cxn>
                <a:cxn ang="0">
                  <a:pos x="35" y="44"/>
                </a:cxn>
                <a:cxn ang="0">
                  <a:pos x="35" y="56"/>
                </a:cxn>
                <a:cxn ang="0">
                  <a:pos x="56" y="42"/>
                </a:cxn>
                <a:cxn ang="0">
                  <a:pos x="58" y="37"/>
                </a:cxn>
                <a:cxn ang="0">
                  <a:pos x="58" y="28"/>
                </a:cxn>
                <a:cxn ang="0">
                  <a:pos x="51" y="32"/>
                </a:cxn>
                <a:cxn ang="0">
                  <a:pos x="58" y="37"/>
                </a:cxn>
              </a:cxnLst>
              <a:rect l="0" t="0" r="r" b="b"/>
              <a:pathLst>
                <a:path w="64" h="64">
                  <a:moveTo>
                    <a:pt x="64" y="42"/>
                  </a:moveTo>
                  <a:cubicBezTo>
                    <a:pt x="64" y="43"/>
                    <a:pt x="63" y="44"/>
                    <a:pt x="63" y="4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4"/>
                    <a:pt x="32" y="64"/>
                  </a:cubicBezTo>
                  <a:cubicBezTo>
                    <a:pt x="31" y="64"/>
                    <a:pt x="31" y="64"/>
                    <a:pt x="30" y="6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4"/>
                    <a:pt x="0" y="43"/>
                    <a:pt x="0" y="4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0"/>
                    <a:pt x="32" y="0"/>
                  </a:cubicBezTo>
                  <a:cubicBezTo>
                    <a:pt x="32" y="0"/>
                    <a:pt x="33" y="1"/>
                    <a:pt x="33" y="1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1"/>
                    <a:pt x="64" y="22"/>
                    <a:pt x="64" y="23"/>
                  </a:cubicBezTo>
                  <a:lnTo>
                    <a:pt x="64" y="42"/>
                  </a:lnTo>
                  <a:close/>
                  <a:moveTo>
                    <a:pt x="12" y="32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5" y="37"/>
                    <a:pt x="5" y="37"/>
                    <a:pt x="5" y="37"/>
                  </a:cubicBezTo>
                  <a:lnTo>
                    <a:pt x="12" y="32"/>
                  </a:lnTo>
                  <a:close/>
                  <a:moveTo>
                    <a:pt x="29" y="21"/>
                  </a:moveTo>
                  <a:cubicBezTo>
                    <a:pt x="29" y="8"/>
                    <a:pt x="29" y="8"/>
                    <a:pt x="29" y="8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7" y="29"/>
                    <a:pt x="17" y="29"/>
                    <a:pt x="17" y="29"/>
                  </a:cubicBezTo>
                  <a:lnTo>
                    <a:pt x="29" y="21"/>
                  </a:lnTo>
                  <a:close/>
                  <a:moveTo>
                    <a:pt x="29" y="56"/>
                  </a:moveTo>
                  <a:cubicBezTo>
                    <a:pt x="29" y="44"/>
                    <a:pt x="29" y="44"/>
                    <a:pt x="29" y="44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29" y="56"/>
                  </a:lnTo>
                  <a:close/>
                  <a:moveTo>
                    <a:pt x="41" y="32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41" y="32"/>
                  </a:lnTo>
                  <a:close/>
                  <a:moveTo>
                    <a:pt x="56" y="23"/>
                  </a:moveTo>
                  <a:cubicBezTo>
                    <a:pt x="35" y="8"/>
                    <a:pt x="35" y="8"/>
                    <a:pt x="35" y="8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46" y="29"/>
                    <a:pt x="46" y="29"/>
                    <a:pt x="46" y="29"/>
                  </a:cubicBezTo>
                  <a:lnTo>
                    <a:pt x="56" y="23"/>
                  </a:lnTo>
                  <a:close/>
                  <a:moveTo>
                    <a:pt x="56" y="42"/>
                  </a:moveTo>
                  <a:cubicBezTo>
                    <a:pt x="46" y="36"/>
                    <a:pt x="46" y="36"/>
                    <a:pt x="46" y="36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56"/>
                    <a:pt x="35" y="56"/>
                    <a:pt x="35" y="56"/>
                  </a:cubicBezTo>
                  <a:lnTo>
                    <a:pt x="56" y="42"/>
                  </a:lnTo>
                  <a:close/>
                  <a:moveTo>
                    <a:pt x="58" y="37"/>
                  </a:moveTo>
                  <a:cubicBezTo>
                    <a:pt x="58" y="28"/>
                    <a:pt x="58" y="28"/>
                    <a:pt x="58" y="28"/>
                  </a:cubicBezTo>
                  <a:cubicBezTo>
                    <a:pt x="51" y="32"/>
                    <a:pt x="51" y="32"/>
                    <a:pt x="51" y="32"/>
                  </a:cubicBezTo>
                  <a:lnTo>
                    <a:pt x="58" y="3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3" name="Freeform 54"/>
            <p:cNvSpPr>
              <a:spLocks noEditPoints="1"/>
            </p:cNvSpPr>
            <p:nvPr/>
          </p:nvSpPr>
          <p:spPr bwMode="auto">
            <a:xfrm>
              <a:off x="8887623" y="4570446"/>
              <a:ext cx="337449" cy="250217"/>
            </a:xfrm>
            <a:custGeom>
              <a:avLst/>
              <a:gdLst/>
              <a:ahLst/>
              <a:cxnLst>
                <a:cxn ang="0">
                  <a:pos x="55" y="50"/>
                </a:cxn>
                <a:cxn ang="0">
                  <a:pos x="16" y="50"/>
                </a:cxn>
                <a:cxn ang="0">
                  <a:pos x="0" y="34"/>
                </a:cxn>
                <a:cxn ang="0">
                  <a:pos x="9" y="20"/>
                </a:cxn>
                <a:cxn ang="0">
                  <a:pos x="9" y="18"/>
                </a:cxn>
                <a:cxn ang="0">
                  <a:pos x="27" y="0"/>
                </a:cxn>
                <a:cxn ang="0">
                  <a:pos x="44" y="11"/>
                </a:cxn>
                <a:cxn ang="0">
                  <a:pos x="50" y="9"/>
                </a:cxn>
                <a:cxn ang="0">
                  <a:pos x="59" y="18"/>
                </a:cxn>
                <a:cxn ang="0">
                  <a:pos x="58" y="23"/>
                </a:cxn>
                <a:cxn ang="0">
                  <a:pos x="68" y="36"/>
                </a:cxn>
                <a:cxn ang="0">
                  <a:pos x="55" y="50"/>
                </a:cxn>
                <a:cxn ang="0">
                  <a:pos x="45" y="25"/>
                </a:cxn>
                <a:cxn ang="0">
                  <a:pos x="33" y="13"/>
                </a:cxn>
                <a:cxn ang="0">
                  <a:pos x="32" y="12"/>
                </a:cxn>
                <a:cxn ang="0">
                  <a:pos x="31" y="13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40"/>
                </a:cxn>
                <a:cxn ang="0">
                  <a:pos x="28" y="41"/>
                </a:cxn>
                <a:cxn ang="0">
                  <a:pos x="35" y="41"/>
                </a:cxn>
                <a:cxn ang="0">
                  <a:pos x="36" y="40"/>
                </a:cxn>
                <a:cxn ang="0">
                  <a:pos x="36" y="27"/>
                </a:cxn>
                <a:cxn ang="0">
                  <a:pos x="44" y="27"/>
                </a:cxn>
                <a:cxn ang="0">
                  <a:pos x="45" y="26"/>
                </a:cxn>
                <a:cxn ang="0">
                  <a:pos x="45" y="25"/>
                </a:cxn>
              </a:cxnLst>
              <a:rect l="0" t="0" r="r" b="b"/>
              <a:pathLst>
                <a:path w="68" h="50">
                  <a:moveTo>
                    <a:pt x="55" y="50"/>
                  </a:moveTo>
                  <a:cubicBezTo>
                    <a:pt x="16" y="50"/>
                    <a:pt x="16" y="50"/>
                    <a:pt x="16" y="50"/>
                  </a:cubicBezTo>
                  <a:cubicBezTo>
                    <a:pt x="7" y="50"/>
                    <a:pt x="0" y="43"/>
                    <a:pt x="0" y="34"/>
                  </a:cubicBezTo>
                  <a:cubicBezTo>
                    <a:pt x="0" y="28"/>
                    <a:pt x="3" y="22"/>
                    <a:pt x="9" y="20"/>
                  </a:cubicBezTo>
                  <a:cubicBezTo>
                    <a:pt x="9" y="19"/>
                    <a:pt x="9" y="19"/>
                    <a:pt x="9" y="18"/>
                  </a:cubicBezTo>
                  <a:cubicBezTo>
                    <a:pt x="9" y="8"/>
                    <a:pt x="17" y="0"/>
                    <a:pt x="27" y="0"/>
                  </a:cubicBezTo>
                  <a:cubicBezTo>
                    <a:pt x="35" y="0"/>
                    <a:pt x="41" y="4"/>
                    <a:pt x="44" y="11"/>
                  </a:cubicBezTo>
                  <a:cubicBezTo>
                    <a:pt x="46" y="10"/>
                    <a:pt x="48" y="9"/>
                    <a:pt x="50" y="9"/>
                  </a:cubicBezTo>
                  <a:cubicBezTo>
                    <a:pt x="55" y="9"/>
                    <a:pt x="59" y="13"/>
                    <a:pt x="59" y="18"/>
                  </a:cubicBezTo>
                  <a:cubicBezTo>
                    <a:pt x="59" y="20"/>
                    <a:pt x="59" y="22"/>
                    <a:pt x="58" y="23"/>
                  </a:cubicBezTo>
                  <a:cubicBezTo>
                    <a:pt x="64" y="25"/>
                    <a:pt x="68" y="30"/>
                    <a:pt x="68" y="36"/>
                  </a:cubicBezTo>
                  <a:cubicBezTo>
                    <a:pt x="68" y="44"/>
                    <a:pt x="62" y="50"/>
                    <a:pt x="55" y="50"/>
                  </a:cubicBezTo>
                  <a:close/>
                  <a:moveTo>
                    <a:pt x="45" y="25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2" y="13"/>
                    <a:pt x="32" y="12"/>
                    <a:pt x="32" y="12"/>
                  </a:cubicBezTo>
                  <a:cubicBezTo>
                    <a:pt x="31" y="12"/>
                    <a:pt x="31" y="13"/>
                    <a:pt x="31" y="1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1"/>
                    <a:pt x="36" y="4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5" y="27"/>
                    <a:pt x="45" y="27"/>
                    <a:pt x="45" y="26"/>
                  </a:cubicBezTo>
                  <a:cubicBezTo>
                    <a:pt x="45" y="26"/>
                    <a:pt x="45" y="26"/>
                    <a:pt x="45" y="2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4" name="Freeform 113"/>
            <p:cNvSpPr>
              <a:spLocks noEditPoints="1"/>
            </p:cNvSpPr>
            <p:nvPr/>
          </p:nvSpPr>
          <p:spPr bwMode="auto">
            <a:xfrm>
              <a:off x="7440484" y="3725453"/>
              <a:ext cx="319083" cy="250217"/>
            </a:xfrm>
            <a:custGeom>
              <a:avLst/>
              <a:gdLst/>
              <a:ahLst/>
              <a:cxnLst>
                <a:cxn ang="0">
                  <a:pos x="63" y="20"/>
                </a:cxn>
                <a:cxn ang="0">
                  <a:pos x="44" y="43"/>
                </a:cxn>
                <a:cxn ang="0">
                  <a:pos x="28" y="47"/>
                </a:cxn>
                <a:cxn ang="0">
                  <a:pos x="18" y="46"/>
                </a:cxn>
                <a:cxn ang="0">
                  <a:pos x="11" y="43"/>
                </a:cxn>
                <a:cxn ang="0">
                  <a:pos x="4" y="50"/>
                </a:cxn>
                <a:cxn ang="0">
                  <a:pos x="0" y="47"/>
                </a:cxn>
                <a:cxn ang="0">
                  <a:pos x="0" y="46"/>
                </a:cxn>
                <a:cxn ang="0">
                  <a:pos x="7" y="37"/>
                </a:cxn>
                <a:cxn ang="0">
                  <a:pos x="6" y="34"/>
                </a:cxn>
                <a:cxn ang="0">
                  <a:pos x="5" y="30"/>
                </a:cxn>
                <a:cxn ang="0">
                  <a:pos x="25" y="8"/>
                </a:cxn>
                <a:cxn ang="0">
                  <a:pos x="52" y="3"/>
                </a:cxn>
                <a:cxn ang="0">
                  <a:pos x="58" y="0"/>
                </a:cxn>
                <a:cxn ang="0">
                  <a:pos x="64" y="13"/>
                </a:cxn>
                <a:cxn ang="0">
                  <a:pos x="63" y="20"/>
                </a:cxn>
                <a:cxn ang="0">
                  <a:pos x="43" y="18"/>
                </a:cxn>
                <a:cxn ang="0">
                  <a:pos x="14" y="32"/>
                </a:cxn>
                <a:cxn ang="0">
                  <a:pos x="13" y="34"/>
                </a:cxn>
                <a:cxn ang="0">
                  <a:pos x="16" y="36"/>
                </a:cxn>
                <a:cxn ang="0">
                  <a:pos x="17" y="36"/>
                </a:cxn>
                <a:cxn ang="0">
                  <a:pos x="22" y="31"/>
                </a:cxn>
                <a:cxn ang="0">
                  <a:pos x="43" y="23"/>
                </a:cxn>
                <a:cxn ang="0">
                  <a:pos x="45" y="20"/>
                </a:cxn>
                <a:cxn ang="0">
                  <a:pos x="43" y="18"/>
                </a:cxn>
              </a:cxnLst>
              <a:rect l="0" t="0" r="r" b="b"/>
              <a:pathLst>
                <a:path w="64" h="50">
                  <a:moveTo>
                    <a:pt x="63" y="20"/>
                  </a:moveTo>
                  <a:cubicBezTo>
                    <a:pt x="61" y="31"/>
                    <a:pt x="54" y="38"/>
                    <a:pt x="44" y="43"/>
                  </a:cubicBezTo>
                  <a:cubicBezTo>
                    <a:pt x="39" y="46"/>
                    <a:pt x="33" y="47"/>
                    <a:pt x="28" y="47"/>
                  </a:cubicBezTo>
                  <a:cubicBezTo>
                    <a:pt x="25" y="47"/>
                    <a:pt x="21" y="47"/>
                    <a:pt x="18" y="46"/>
                  </a:cubicBezTo>
                  <a:cubicBezTo>
                    <a:pt x="16" y="45"/>
                    <a:pt x="13" y="43"/>
                    <a:pt x="11" y="43"/>
                  </a:cubicBezTo>
                  <a:cubicBezTo>
                    <a:pt x="9" y="43"/>
                    <a:pt x="7" y="50"/>
                    <a:pt x="4" y="50"/>
                  </a:cubicBezTo>
                  <a:cubicBezTo>
                    <a:pt x="2" y="50"/>
                    <a:pt x="1" y="49"/>
                    <a:pt x="0" y="47"/>
                  </a:cubicBezTo>
                  <a:cubicBezTo>
                    <a:pt x="0" y="47"/>
                    <a:pt x="0" y="46"/>
                    <a:pt x="0" y="46"/>
                  </a:cubicBezTo>
                  <a:cubicBezTo>
                    <a:pt x="0" y="42"/>
                    <a:pt x="7" y="39"/>
                    <a:pt x="7" y="37"/>
                  </a:cubicBezTo>
                  <a:cubicBezTo>
                    <a:pt x="7" y="37"/>
                    <a:pt x="6" y="35"/>
                    <a:pt x="6" y="34"/>
                  </a:cubicBezTo>
                  <a:cubicBezTo>
                    <a:pt x="6" y="33"/>
                    <a:pt x="5" y="32"/>
                    <a:pt x="5" y="30"/>
                  </a:cubicBezTo>
                  <a:cubicBezTo>
                    <a:pt x="5" y="19"/>
                    <a:pt x="14" y="11"/>
                    <a:pt x="25" y="8"/>
                  </a:cubicBezTo>
                  <a:cubicBezTo>
                    <a:pt x="32" y="5"/>
                    <a:pt x="47" y="8"/>
                    <a:pt x="52" y="3"/>
                  </a:cubicBezTo>
                  <a:cubicBezTo>
                    <a:pt x="54" y="1"/>
                    <a:pt x="55" y="0"/>
                    <a:pt x="58" y="0"/>
                  </a:cubicBezTo>
                  <a:cubicBezTo>
                    <a:pt x="62" y="0"/>
                    <a:pt x="64" y="10"/>
                    <a:pt x="64" y="13"/>
                  </a:cubicBezTo>
                  <a:cubicBezTo>
                    <a:pt x="64" y="16"/>
                    <a:pt x="63" y="18"/>
                    <a:pt x="63" y="20"/>
                  </a:cubicBezTo>
                  <a:close/>
                  <a:moveTo>
                    <a:pt x="43" y="18"/>
                  </a:moveTo>
                  <a:cubicBezTo>
                    <a:pt x="31" y="18"/>
                    <a:pt x="22" y="23"/>
                    <a:pt x="14" y="32"/>
                  </a:cubicBezTo>
                  <a:cubicBezTo>
                    <a:pt x="14" y="33"/>
                    <a:pt x="13" y="33"/>
                    <a:pt x="13" y="34"/>
                  </a:cubicBezTo>
                  <a:cubicBezTo>
                    <a:pt x="13" y="35"/>
                    <a:pt x="15" y="36"/>
                    <a:pt x="16" y="36"/>
                  </a:cubicBezTo>
                  <a:cubicBezTo>
                    <a:pt x="16" y="36"/>
                    <a:pt x="17" y="36"/>
                    <a:pt x="17" y="36"/>
                  </a:cubicBezTo>
                  <a:cubicBezTo>
                    <a:pt x="19" y="34"/>
                    <a:pt x="21" y="32"/>
                    <a:pt x="22" y="31"/>
                  </a:cubicBezTo>
                  <a:cubicBezTo>
                    <a:pt x="29" y="25"/>
                    <a:pt x="34" y="23"/>
                    <a:pt x="43" y="23"/>
                  </a:cubicBezTo>
                  <a:cubicBezTo>
                    <a:pt x="44" y="23"/>
                    <a:pt x="45" y="22"/>
                    <a:pt x="45" y="20"/>
                  </a:cubicBezTo>
                  <a:cubicBezTo>
                    <a:pt x="45" y="19"/>
                    <a:pt x="44" y="18"/>
                    <a:pt x="43" y="1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5" name="Freeform 109"/>
            <p:cNvSpPr>
              <a:spLocks noEditPoints="1"/>
            </p:cNvSpPr>
            <p:nvPr/>
          </p:nvSpPr>
          <p:spPr bwMode="auto">
            <a:xfrm>
              <a:off x="3026242" y="4575078"/>
              <a:ext cx="273172" cy="273172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36" y="39"/>
                </a:cxn>
                <a:cxn ang="0">
                  <a:pos x="35" y="37"/>
                </a:cxn>
                <a:cxn ang="0">
                  <a:pos x="32" y="37"/>
                </a:cxn>
                <a:cxn ang="0">
                  <a:pos x="32" y="19"/>
                </a:cxn>
                <a:cxn ang="0">
                  <a:pos x="31" y="18"/>
                </a:cxn>
                <a:cxn ang="0">
                  <a:pos x="19" y="18"/>
                </a:cxn>
                <a:cxn ang="0">
                  <a:pos x="18" y="19"/>
                </a:cxn>
                <a:cxn ang="0">
                  <a:pos x="18" y="25"/>
                </a:cxn>
                <a:cxn ang="0">
                  <a:pos x="19" y="26"/>
                </a:cxn>
                <a:cxn ang="0">
                  <a:pos x="23" y="26"/>
                </a:cxn>
                <a:cxn ang="0">
                  <a:pos x="23" y="37"/>
                </a:cxn>
                <a:cxn ang="0">
                  <a:pos x="19" y="37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19" y="45"/>
                </a:cxn>
                <a:cxn ang="0">
                  <a:pos x="35" y="45"/>
                </a:cxn>
                <a:cxn ang="0">
                  <a:pos x="36" y="44"/>
                </a:cxn>
                <a:cxn ang="0">
                  <a:pos x="36" y="39"/>
                </a:cxn>
                <a:cxn ang="0">
                  <a:pos x="32" y="7"/>
                </a:cxn>
                <a:cxn ang="0">
                  <a:pos x="31" y="5"/>
                </a:cxn>
                <a:cxn ang="0">
                  <a:pos x="24" y="5"/>
                </a:cxn>
                <a:cxn ang="0">
                  <a:pos x="23" y="7"/>
                </a:cxn>
                <a:cxn ang="0">
                  <a:pos x="23" y="12"/>
                </a:cxn>
                <a:cxn ang="0">
                  <a:pos x="24" y="13"/>
                </a:cxn>
                <a:cxn ang="0">
                  <a:pos x="31" y="13"/>
                </a:cxn>
                <a:cxn ang="0">
                  <a:pos x="32" y="12"/>
                </a:cxn>
                <a:cxn ang="0">
                  <a:pos x="32" y="7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36" y="39"/>
                  </a:moveTo>
                  <a:cubicBezTo>
                    <a:pt x="36" y="38"/>
                    <a:pt x="36" y="37"/>
                    <a:pt x="35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9"/>
                    <a:pt x="31" y="18"/>
                    <a:pt x="31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8" y="19"/>
                    <a:pt x="18" y="19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9" y="26"/>
                    <a:pt x="19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8" y="38"/>
                    <a:pt x="18" y="39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5"/>
                    <a:pt x="19" y="45"/>
                    <a:pt x="19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6" y="45"/>
                    <a:pt x="36" y="45"/>
                    <a:pt x="36" y="44"/>
                  </a:cubicBezTo>
                  <a:lnTo>
                    <a:pt x="36" y="39"/>
                  </a:lnTo>
                  <a:close/>
                  <a:moveTo>
                    <a:pt x="32" y="7"/>
                  </a:moveTo>
                  <a:cubicBezTo>
                    <a:pt x="32" y="6"/>
                    <a:pt x="31" y="5"/>
                    <a:pt x="31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5"/>
                    <a:pt x="23" y="6"/>
                    <a:pt x="23" y="7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3"/>
                    <a:pt x="23" y="13"/>
                    <a:pt x="24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2" y="13"/>
                    <a:pt x="32" y="12"/>
                  </a:cubicBezTo>
                  <a:lnTo>
                    <a:pt x="32" y="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6" name="Freeform 45"/>
            <p:cNvSpPr>
              <a:spLocks noEditPoints="1"/>
            </p:cNvSpPr>
            <p:nvPr/>
          </p:nvSpPr>
          <p:spPr bwMode="auto">
            <a:xfrm>
              <a:off x="8911502" y="1184900"/>
              <a:ext cx="273172" cy="273172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45" y="20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8" y="17"/>
                </a:cxn>
                <a:cxn ang="0">
                  <a:pos x="24" y="31"/>
                </a:cxn>
                <a:cxn ang="0">
                  <a:pos x="16" y="23"/>
                </a:cxn>
                <a:cxn ang="0">
                  <a:pos x="14" y="22"/>
                </a:cxn>
                <a:cxn ang="0">
                  <a:pos x="13" y="23"/>
                </a:cxn>
                <a:cxn ang="0">
                  <a:pos x="9" y="26"/>
                </a:cxn>
                <a:cxn ang="0">
                  <a:pos x="9" y="28"/>
                </a:cxn>
                <a:cxn ang="0">
                  <a:pos x="9" y="30"/>
                </a:cxn>
                <a:cxn ang="0">
                  <a:pos x="22" y="43"/>
                </a:cxn>
                <a:cxn ang="0">
                  <a:pos x="24" y="43"/>
                </a:cxn>
                <a:cxn ang="0">
                  <a:pos x="26" y="43"/>
                </a:cxn>
                <a:cxn ang="0">
                  <a:pos x="45" y="23"/>
                </a:cxn>
                <a:cxn ang="0">
                  <a:pos x="46" y="22"/>
                </a:cxn>
                <a:cxn ang="0">
                  <a:pos x="45" y="20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7" name="Freeform 64"/>
            <p:cNvSpPr>
              <a:spLocks noEditPoints="1"/>
            </p:cNvSpPr>
            <p:nvPr/>
          </p:nvSpPr>
          <p:spPr bwMode="auto">
            <a:xfrm>
              <a:off x="7416605" y="1980364"/>
              <a:ext cx="383359" cy="319083"/>
            </a:xfrm>
            <a:custGeom>
              <a:avLst/>
              <a:gdLst/>
              <a:ahLst/>
              <a:cxnLst>
                <a:cxn ang="0">
                  <a:pos x="77" y="51"/>
                </a:cxn>
                <a:cxn ang="0">
                  <a:pos x="75" y="55"/>
                </a:cxn>
                <a:cxn ang="0">
                  <a:pos x="59" y="63"/>
                </a:cxn>
                <a:cxn ang="0">
                  <a:pos x="57" y="64"/>
                </a:cxn>
                <a:cxn ang="0">
                  <a:pos x="55" y="63"/>
                </a:cxn>
                <a:cxn ang="0">
                  <a:pos x="39" y="55"/>
                </a:cxn>
                <a:cxn ang="0">
                  <a:pos x="39" y="55"/>
                </a:cxn>
                <a:cxn ang="0">
                  <a:pos x="38" y="55"/>
                </a:cxn>
                <a:cxn ang="0">
                  <a:pos x="22" y="63"/>
                </a:cxn>
                <a:cxn ang="0">
                  <a:pos x="20" y="64"/>
                </a:cxn>
                <a:cxn ang="0">
                  <a:pos x="18" y="63"/>
                </a:cxn>
                <a:cxn ang="0">
                  <a:pos x="2" y="55"/>
                </a:cxn>
                <a:cxn ang="0">
                  <a:pos x="0" y="51"/>
                </a:cxn>
                <a:cxn ang="0">
                  <a:pos x="0" y="37"/>
                </a:cxn>
                <a:cxn ang="0">
                  <a:pos x="3" y="32"/>
                </a:cxn>
                <a:cxn ang="0">
                  <a:pos x="18" y="26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37" y="0"/>
                </a:cxn>
                <a:cxn ang="0">
                  <a:pos x="39" y="0"/>
                </a:cxn>
                <a:cxn ang="0">
                  <a:pos x="40" y="0"/>
                </a:cxn>
                <a:cxn ang="0">
                  <a:pos x="56" y="7"/>
                </a:cxn>
                <a:cxn ang="0">
                  <a:pos x="59" y="11"/>
                </a:cxn>
                <a:cxn ang="0">
                  <a:pos x="59" y="26"/>
                </a:cxn>
                <a:cxn ang="0">
                  <a:pos x="75" y="32"/>
                </a:cxn>
                <a:cxn ang="0">
                  <a:pos x="77" y="37"/>
                </a:cxn>
                <a:cxn ang="0">
                  <a:pos x="77" y="51"/>
                </a:cxn>
                <a:cxn ang="0">
                  <a:pos x="35" y="36"/>
                </a:cxn>
                <a:cxn ang="0">
                  <a:pos x="20" y="30"/>
                </a:cxn>
                <a:cxn ang="0">
                  <a:pos x="6" y="36"/>
                </a:cxn>
                <a:cxn ang="0">
                  <a:pos x="20" y="42"/>
                </a:cxn>
                <a:cxn ang="0">
                  <a:pos x="35" y="36"/>
                </a:cxn>
                <a:cxn ang="0">
                  <a:pos x="36" y="51"/>
                </a:cxn>
                <a:cxn ang="0">
                  <a:pos x="36" y="40"/>
                </a:cxn>
                <a:cxn ang="0">
                  <a:pos x="23" y="46"/>
                </a:cxn>
                <a:cxn ang="0">
                  <a:pos x="23" y="58"/>
                </a:cxn>
                <a:cxn ang="0">
                  <a:pos x="36" y="51"/>
                </a:cxn>
                <a:cxn ang="0">
                  <a:pos x="54" y="11"/>
                </a:cxn>
                <a:cxn ang="0">
                  <a:pos x="39" y="5"/>
                </a:cxn>
                <a:cxn ang="0">
                  <a:pos x="23" y="11"/>
                </a:cxn>
                <a:cxn ang="0">
                  <a:pos x="39" y="18"/>
                </a:cxn>
                <a:cxn ang="0">
                  <a:pos x="54" y="11"/>
                </a:cxn>
                <a:cxn ang="0">
                  <a:pos x="55" y="26"/>
                </a:cxn>
                <a:cxn ang="0">
                  <a:pos x="55" y="16"/>
                </a:cxn>
                <a:cxn ang="0">
                  <a:pos x="41" y="22"/>
                </a:cxn>
                <a:cxn ang="0">
                  <a:pos x="41" y="32"/>
                </a:cxn>
                <a:cxn ang="0">
                  <a:pos x="55" y="26"/>
                </a:cxn>
                <a:cxn ang="0">
                  <a:pos x="71" y="36"/>
                </a:cxn>
                <a:cxn ang="0">
                  <a:pos x="57" y="30"/>
                </a:cxn>
                <a:cxn ang="0">
                  <a:pos x="42" y="36"/>
                </a:cxn>
                <a:cxn ang="0">
                  <a:pos x="57" y="42"/>
                </a:cxn>
                <a:cxn ang="0">
                  <a:pos x="71" y="36"/>
                </a:cxn>
                <a:cxn ang="0">
                  <a:pos x="73" y="51"/>
                </a:cxn>
                <a:cxn ang="0">
                  <a:pos x="73" y="40"/>
                </a:cxn>
                <a:cxn ang="0">
                  <a:pos x="59" y="46"/>
                </a:cxn>
                <a:cxn ang="0">
                  <a:pos x="59" y="58"/>
                </a:cxn>
                <a:cxn ang="0">
                  <a:pos x="73" y="51"/>
                </a:cxn>
              </a:cxnLst>
              <a:rect l="0" t="0" r="r" b="b"/>
              <a:pathLst>
                <a:path w="77" h="64">
                  <a:moveTo>
                    <a:pt x="77" y="51"/>
                  </a:moveTo>
                  <a:cubicBezTo>
                    <a:pt x="77" y="53"/>
                    <a:pt x="76" y="55"/>
                    <a:pt x="75" y="55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8" y="64"/>
                    <a:pt x="58" y="64"/>
                    <a:pt x="57" y="64"/>
                  </a:cubicBezTo>
                  <a:cubicBezTo>
                    <a:pt x="56" y="64"/>
                    <a:pt x="55" y="64"/>
                    <a:pt x="55" y="6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9" y="55"/>
                    <a:pt x="38" y="55"/>
                    <a:pt x="38" y="5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22" y="64"/>
                    <a:pt x="21" y="64"/>
                    <a:pt x="20" y="64"/>
                  </a:cubicBezTo>
                  <a:cubicBezTo>
                    <a:pt x="20" y="64"/>
                    <a:pt x="19" y="64"/>
                    <a:pt x="18" y="63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5"/>
                    <a:pt x="1" y="33"/>
                    <a:pt x="3" y="32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0"/>
                    <a:pt x="19" y="8"/>
                    <a:pt x="21" y="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8" y="8"/>
                    <a:pt x="59" y="10"/>
                    <a:pt x="59" y="11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75" y="32"/>
                    <a:pt x="75" y="32"/>
                    <a:pt x="75" y="32"/>
                  </a:cubicBezTo>
                  <a:cubicBezTo>
                    <a:pt x="76" y="33"/>
                    <a:pt x="77" y="35"/>
                    <a:pt x="77" y="37"/>
                  </a:cubicBezTo>
                  <a:lnTo>
                    <a:pt x="77" y="51"/>
                  </a:lnTo>
                  <a:close/>
                  <a:moveTo>
                    <a:pt x="35" y="36"/>
                  </a:moveTo>
                  <a:cubicBezTo>
                    <a:pt x="20" y="30"/>
                    <a:pt x="20" y="30"/>
                    <a:pt x="20" y="3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35" y="36"/>
                  </a:lnTo>
                  <a:close/>
                  <a:moveTo>
                    <a:pt x="36" y="51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58"/>
                    <a:pt x="23" y="58"/>
                    <a:pt x="23" y="58"/>
                  </a:cubicBezTo>
                  <a:lnTo>
                    <a:pt x="36" y="51"/>
                  </a:lnTo>
                  <a:close/>
                  <a:moveTo>
                    <a:pt x="54" y="11"/>
                  </a:moveTo>
                  <a:cubicBezTo>
                    <a:pt x="39" y="5"/>
                    <a:pt x="39" y="5"/>
                    <a:pt x="39" y="5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9" y="18"/>
                    <a:pt x="39" y="18"/>
                    <a:pt x="39" y="18"/>
                  </a:cubicBezTo>
                  <a:lnTo>
                    <a:pt x="54" y="11"/>
                  </a:lnTo>
                  <a:close/>
                  <a:moveTo>
                    <a:pt x="55" y="26"/>
                  </a:moveTo>
                  <a:cubicBezTo>
                    <a:pt x="55" y="16"/>
                    <a:pt x="55" y="16"/>
                    <a:pt x="55" y="16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32"/>
                    <a:pt x="41" y="32"/>
                    <a:pt x="41" y="32"/>
                  </a:cubicBezTo>
                  <a:lnTo>
                    <a:pt x="55" y="26"/>
                  </a:lnTo>
                  <a:close/>
                  <a:moveTo>
                    <a:pt x="71" y="36"/>
                  </a:moveTo>
                  <a:cubicBezTo>
                    <a:pt x="57" y="30"/>
                    <a:pt x="57" y="30"/>
                    <a:pt x="57" y="30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57" y="42"/>
                    <a:pt x="57" y="42"/>
                    <a:pt x="57" y="42"/>
                  </a:cubicBezTo>
                  <a:lnTo>
                    <a:pt x="71" y="36"/>
                  </a:lnTo>
                  <a:close/>
                  <a:moveTo>
                    <a:pt x="73" y="51"/>
                  </a:moveTo>
                  <a:cubicBezTo>
                    <a:pt x="73" y="40"/>
                    <a:pt x="73" y="40"/>
                    <a:pt x="73" y="40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9" y="58"/>
                    <a:pt x="59" y="58"/>
                    <a:pt x="59" y="58"/>
                  </a:cubicBezTo>
                  <a:lnTo>
                    <a:pt x="73" y="5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749CC"/>
                </a:gs>
                <a:gs pos="100000">
                  <a:srgbClr val="6578F0"/>
                </a:gs>
              </a:gsLst>
              <a:lin ang="16200000" scaled="1"/>
              <a:tileRect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sz="2000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 rot="1805092">
              <a:off x="2373243" y="1848956"/>
              <a:ext cx="895110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标准答案核对</a:t>
              </a:r>
            </a:p>
          </p:txBody>
        </p:sp>
        <p:sp>
          <p:nvSpPr>
            <p:cNvPr id="129" name="文本框 128"/>
            <p:cNvSpPr txBox="1"/>
            <p:nvPr/>
          </p:nvSpPr>
          <p:spPr>
            <a:xfrm rot="1805092">
              <a:off x="3898501" y="2648795"/>
              <a:ext cx="534179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选择题</a:t>
              </a:r>
            </a:p>
          </p:txBody>
        </p:sp>
        <p:sp>
          <p:nvSpPr>
            <p:cNvPr id="130" name="文本框 129"/>
            <p:cNvSpPr txBox="1"/>
            <p:nvPr/>
          </p:nvSpPr>
          <p:spPr>
            <a:xfrm rot="1805092">
              <a:off x="6931738" y="4379220"/>
              <a:ext cx="534179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代码题</a:t>
              </a:r>
            </a:p>
          </p:txBody>
        </p:sp>
        <p:sp>
          <p:nvSpPr>
            <p:cNvPr id="131" name="文本框 130"/>
            <p:cNvSpPr txBox="1"/>
            <p:nvPr/>
          </p:nvSpPr>
          <p:spPr>
            <a:xfrm rot="19835800">
              <a:off x="7688582" y="2680792"/>
              <a:ext cx="534179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填空题</a:t>
              </a:r>
            </a:p>
          </p:txBody>
        </p:sp>
        <p:sp>
          <p:nvSpPr>
            <p:cNvPr id="132" name="文本框 131"/>
            <p:cNvSpPr txBox="1"/>
            <p:nvPr/>
          </p:nvSpPr>
          <p:spPr>
            <a:xfrm rot="19835800">
              <a:off x="8704886" y="1863893"/>
              <a:ext cx="1344772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答案核对+分析同义词</a:t>
              </a:r>
            </a:p>
          </p:txBody>
        </p:sp>
        <p:sp>
          <p:nvSpPr>
            <p:cNvPr id="133" name="文本框 132"/>
            <p:cNvSpPr txBox="1"/>
            <p:nvPr/>
          </p:nvSpPr>
          <p:spPr>
            <a:xfrm rot="19638621">
              <a:off x="3132450" y="5259269"/>
              <a:ext cx="774800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答案相似度</a:t>
              </a:r>
            </a:p>
          </p:txBody>
        </p:sp>
        <p:sp>
          <p:nvSpPr>
            <p:cNvPr id="134" name="文本框 133"/>
            <p:cNvSpPr txBox="1"/>
            <p:nvPr/>
          </p:nvSpPr>
          <p:spPr>
            <a:xfrm rot="19835800">
              <a:off x="4600901" y="4403620"/>
              <a:ext cx="534179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简答题</a:t>
              </a:r>
            </a:p>
          </p:txBody>
        </p:sp>
        <p:sp>
          <p:nvSpPr>
            <p:cNvPr id="135" name="文本框 134"/>
            <p:cNvSpPr txBox="1"/>
            <p:nvPr/>
          </p:nvSpPr>
          <p:spPr>
            <a:xfrm rot="1805092">
              <a:off x="8159626" y="5259269"/>
              <a:ext cx="1001887" cy="23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sz="1000" b="1" noProof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AST语法树分析</a:t>
              </a:r>
            </a:p>
          </p:txBody>
        </p:sp>
      </p:grpSp>
      <p:sp>
        <p:nvSpPr>
          <p:cNvPr id="3" name="Body-1">
            <a:extLst>
              <a:ext uri="{FF2B5EF4-FFF2-40B4-BE49-F238E27FC236}">
                <a16:creationId xmlns:a16="http://schemas.microsoft.com/office/drawing/2014/main" id="{775F151F-2490-F7BC-27D0-135F914914FA}"/>
              </a:ext>
            </a:extLst>
          </p:cNvPr>
          <p:cNvSpPr txBox="1"/>
          <p:nvPr/>
        </p:nvSpPr>
        <p:spPr>
          <a:xfrm>
            <a:off x="4939789" y="1105372"/>
            <a:ext cx="2447717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支持多种题型、统一评分流程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可拓展智能批改引擎，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兼顾规则与模型双模判分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640139F-C58D-F2C4-D4D9-36382955D99E}"/>
              </a:ext>
            </a:extLst>
          </p:cNvPr>
          <p:cNvSpPr txBox="1"/>
          <p:nvPr/>
        </p:nvSpPr>
        <p:spPr>
          <a:xfrm>
            <a:off x="572182" y="3429000"/>
            <a:ext cx="2289869" cy="13345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自动校对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答案与选项质量，检测冲突与重复项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统计题目难度、区分度等指标，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题库优化迭代</a:t>
            </a:r>
          </a:p>
        </p:txBody>
      </p:sp>
      <p:sp>
        <p:nvSpPr>
          <p:cNvPr id="137" name="Body-1">
            <a:extLst>
              <a:ext uri="{FF2B5EF4-FFF2-40B4-BE49-F238E27FC236}">
                <a16:creationId xmlns:a16="http://schemas.microsoft.com/office/drawing/2014/main" id="{CA16DFC6-AFF7-7CF5-1DCC-E4C5373E61D0}"/>
              </a:ext>
            </a:extLst>
          </p:cNvPr>
          <p:cNvSpPr txBox="1"/>
          <p:nvPr/>
        </p:nvSpPr>
        <p:spPr>
          <a:xfrm>
            <a:off x="4916391" y="5432735"/>
            <a:ext cx="2547339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简答题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结合语义召回与相似度评分，识别关键要点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代码题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基于 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AST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分析与自动化测试，输出结构化评价</a:t>
            </a:r>
          </a:p>
        </p:txBody>
      </p:sp>
      <p:sp>
        <p:nvSpPr>
          <p:cNvPr id="138" name="Body-1">
            <a:extLst>
              <a:ext uri="{FF2B5EF4-FFF2-40B4-BE49-F238E27FC236}">
                <a16:creationId xmlns:a16="http://schemas.microsoft.com/office/drawing/2014/main" id="{D57AD1D4-32C9-4E78-5C28-633CCE15768E}"/>
              </a:ext>
            </a:extLst>
          </p:cNvPr>
          <p:cNvSpPr txBox="1"/>
          <p:nvPr/>
        </p:nvSpPr>
        <p:spPr>
          <a:xfrm>
            <a:off x="9048018" y="3403897"/>
            <a:ext cx="2256658" cy="13441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支持多空检测、词形统一与单位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归一处理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引入同义词与正则规则匹配，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提升容错能力</a:t>
            </a: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26A13E30-EF26-B8BC-469C-D653657DBC58}"/>
              </a:ext>
            </a:extLst>
          </p:cNvPr>
          <p:cNvGrpSpPr/>
          <p:nvPr/>
        </p:nvGrpSpPr>
        <p:grpSpPr>
          <a:xfrm>
            <a:off x="4900873" y="913346"/>
            <a:ext cx="2518007" cy="1767348"/>
            <a:chOff x="9041751" y="3993939"/>
            <a:chExt cx="5339433" cy="1767348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D50F7FC2-10B0-B65D-F42B-1F3D8A3E14BC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C601597B-7B5B-F3DB-4CA4-3F9E34C92840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47" name="图片 146">
                <a:extLst>
                  <a:ext uri="{FF2B5EF4-FFF2-40B4-BE49-F238E27FC236}">
                    <a16:creationId xmlns:a16="http://schemas.microsoft.com/office/drawing/2014/main" id="{7B458685-2CEE-988E-5FE7-2CB28A9B472F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45" name="图片 144">
              <a:extLst>
                <a:ext uri="{FF2B5EF4-FFF2-40B4-BE49-F238E27FC236}">
                  <a16:creationId xmlns:a16="http://schemas.microsoft.com/office/drawing/2014/main" id="{FEC76608-A393-A5CD-2F3D-339099044FD9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815A8A03-E71F-6028-753A-2A9E37C88EBF}"/>
              </a:ext>
            </a:extLst>
          </p:cNvPr>
          <p:cNvGrpSpPr/>
          <p:nvPr/>
        </p:nvGrpSpPr>
        <p:grpSpPr>
          <a:xfrm>
            <a:off x="450437" y="3244445"/>
            <a:ext cx="2518007" cy="1767348"/>
            <a:chOff x="9041751" y="3993939"/>
            <a:chExt cx="5339433" cy="1767348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F6CE588B-08BF-CC02-DDDD-2D857B0F74F4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0F63720D-1950-3D20-F04C-2080B2AF7A05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52" name="图片 151">
                <a:extLst>
                  <a:ext uri="{FF2B5EF4-FFF2-40B4-BE49-F238E27FC236}">
                    <a16:creationId xmlns:a16="http://schemas.microsoft.com/office/drawing/2014/main" id="{B6BB88DB-DADF-0F46-0029-149831A8DE85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50" name="图片 149">
              <a:extLst>
                <a:ext uri="{FF2B5EF4-FFF2-40B4-BE49-F238E27FC236}">
                  <a16:creationId xmlns:a16="http://schemas.microsoft.com/office/drawing/2014/main" id="{299FC185-5A3A-B191-A52E-271831F41A56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C911D8F-4172-5785-9F3F-9E8531486CFA}"/>
              </a:ext>
            </a:extLst>
          </p:cNvPr>
          <p:cNvGrpSpPr/>
          <p:nvPr/>
        </p:nvGrpSpPr>
        <p:grpSpPr>
          <a:xfrm>
            <a:off x="8926215" y="3233858"/>
            <a:ext cx="2518007" cy="1767348"/>
            <a:chOff x="9041751" y="3993939"/>
            <a:chExt cx="5339433" cy="1767348"/>
          </a:xfrm>
        </p:grpSpPr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CECB1813-BA4D-7E34-520D-B32ACCC58966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51FCE67D-5E9D-694A-05C0-0CEB008C4FCA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57" name="图片 156">
                <a:extLst>
                  <a:ext uri="{FF2B5EF4-FFF2-40B4-BE49-F238E27FC236}">
                    <a16:creationId xmlns:a16="http://schemas.microsoft.com/office/drawing/2014/main" id="{D14620C0-C36A-BB17-3423-49E2C9F1026B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55" name="图片 154">
              <a:extLst>
                <a:ext uri="{FF2B5EF4-FFF2-40B4-BE49-F238E27FC236}">
                  <a16:creationId xmlns:a16="http://schemas.microsoft.com/office/drawing/2014/main" id="{D21236D0-0244-5F31-4EF9-652BE0291DAD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83EC0159-6959-F3DA-C6F3-988541875D81}"/>
              </a:ext>
            </a:extLst>
          </p:cNvPr>
          <p:cNvGrpSpPr/>
          <p:nvPr/>
        </p:nvGrpSpPr>
        <p:grpSpPr>
          <a:xfrm>
            <a:off x="4900873" y="5336360"/>
            <a:ext cx="2518007" cy="1656120"/>
            <a:chOff x="9041751" y="3993939"/>
            <a:chExt cx="5339433" cy="1767348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BCA76707-CD6F-D6A2-EA28-5D5F060E19EC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EDCF8C37-696D-1671-B799-1BBE8DA7F507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62" name="图片 161">
                <a:extLst>
                  <a:ext uri="{FF2B5EF4-FFF2-40B4-BE49-F238E27FC236}">
                    <a16:creationId xmlns:a16="http://schemas.microsoft.com/office/drawing/2014/main" id="{9ABC244A-2EC9-7DAB-03FD-FF5811AADEB3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60" name="图片 159">
              <a:extLst>
                <a:ext uri="{FF2B5EF4-FFF2-40B4-BE49-F238E27FC236}">
                  <a16:creationId xmlns:a16="http://schemas.microsoft.com/office/drawing/2014/main" id="{D954A7B4-2F05-0A52-0970-27BE425F2F67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8003-7A86-2FF7-07AE-5711E858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Freeform 98">
            <a:extLst>
              <a:ext uri="{FF2B5EF4-FFF2-40B4-BE49-F238E27FC236}">
                <a16:creationId xmlns:a16="http://schemas.microsoft.com/office/drawing/2014/main" id="{57F76EF9-4489-4DB0-8C13-83C50F7FECEE}"/>
              </a:ext>
            </a:extLst>
          </p:cNvPr>
          <p:cNvSpPr/>
          <p:nvPr/>
        </p:nvSpPr>
        <p:spPr bwMode="auto">
          <a:xfrm>
            <a:off x="1530460" y="1409491"/>
            <a:ext cx="8986129" cy="4802329"/>
          </a:xfrm>
          <a:custGeom>
            <a:avLst/>
            <a:gdLst>
              <a:gd name="T0" fmla="*/ 2832 w 3449"/>
              <a:gd name="T1" fmla="*/ 354 h 1996"/>
              <a:gd name="T2" fmla="*/ 2839 w 3449"/>
              <a:gd name="T3" fmla="*/ 1641 h 1996"/>
              <a:gd name="T4" fmla="*/ 617 w 3449"/>
              <a:gd name="T5" fmla="*/ 1641 h 1996"/>
              <a:gd name="T6" fmla="*/ 610 w 3449"/>
              <a:gd name="T7" fmla="*/ 354 h 1996"/>
              <a:gd name="T8" fmla="*/ 2832 w 3449"/>
              <a:gd name="T9" fmla="*/ 354 h 1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49" h="1996">
                <a:moveTo>
                  <a:pt x="2832" y="354"/>
                </a:moveTo>
                <a:cubicBezTo>
                  <a:pt x="3446" y="709"/>
                  <a:pt x="3449" y="1286"/>
                  <a:pt x="2839" y="1641"/>
                </a:cubicBezTo>
                <a:cubicBezTo>
                  <a:pt x="2228" y="1996"/>
                  <a:pt x="1232" y="1996"/>
                  <a:pt x="617" y="1641"/>
                </a:cubicBezTo>
                <a:cubicBezTo>
                  <a:pt x="3" y="1286"/>
                  <a:pt x="0" y="709"/>
                  <a:pt x="610" y="354"/>
                </a:cubicBezTo>
                <a:cubicBezTo>
                  <a:pt x="1221" y="0"/>
                  <a:pt x="2217" y="0"/>
                  <a:pt x="2832" y="354"/>
                </a:cubicBezTo>
                <a:close/>
              </a:path>
            </a:pathLst>
          </a:custGeom>
          <a:noFill/>
          <a:ln>
            <a:solidFill>
              <a:srgbClr val="CDD2F8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BF1D3A6-A148-F6D7-B6BF-75FFDF29215F}"/>
              </a:ext>
            </a:extLst>
          </p:cNvPr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3933E26D-BB37-68BB-EF4C-28F73CBE2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9A1D6C3F-4CF2-08EB-BED2-8C418885FB85}"/>
                </a:ext>
              </a:extLst>
            </p:cNvPr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42A7FBB-E84D-2582-56AB-D1FCDA722787}"/>
                  </a:ext>
                </a:extLst>
              </p:cNvPr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技术创新</a:t>
                </a: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C1E5166-6B97-1F02-0C81-F395823E92F6}"/>
                  </a:ext>
                </a:extLst>
              </p:cNvPr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Technological Innovation</a:t>
                </a: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29EC59-A64A-9737-CF76-5C51C03E097D}"/>
              </a:ext>
            </a:extLst>
          </p:cNvPr>
          <p:cNvGrpSpPr/>
          <p:nvPr/>
        </p:nvGrpSpPr>
        <p:grpSpPr>
          <a:xfrm>
            <a:off x="1539457" y="2188254"/>
            <a:ext cx="1631059" cy="3314276"/>
            <a:chOff x="8877600" y="1687453"/>
            <a:chExt cx="1631059" cy="3314276"/>
          </a:xfrm>
        </p:grpSpPr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E604179D-C9CA-D117-2B74-CC843FC2369A}"/>
                </a:ext>
              </a:extLst>
            </p:cNvPr>
            <p:cNvGrpSpPr/>
            <p:nvPr/>
          </p:nvGrpSpPr>
          <p:grpSpPr>
            <a:xfrm>
              <a:off x="8877600" y="1687453"/>
              <a:ext cx="1631059" cy="1085080"/>
              <a:chOff x="8215353" y="1662462"/>
              <a:chExt cx="2036775" cy="1354987"/>
            </a:xfrm>
          </p:grpSpPr>
          <p:sp>
            <p:nvSpPr>
              <p:cNvPr id="194" name="Freeform 111">
                <a:extLst>
                  <a:ext uri="{FF2B5EF4-FFF2-40B4-BE49-F238E27FC236}">
                    <a16:creationId xmlns:a16="http://schemas.microsoft.com/office/drawing/2014/main" id="{84BADD6D-E5E4-BDB2-DD49-319BD0F25D37}"/>
                  </a:ext>
                </a:extLst>
              </p:cNvPr>
              <p:cNvSpPr/>
              <p:nvPr/>
            </p:nvSpPr>
            <p:spPr bwMode="auto">
              <a:xfrm>
                <a:off x="8215353" y="1837071"/>
                <a:ext cx="2036775" cy="1180378"/>
              </a:xfrm>
              <a:custGeom>
                <a:avLst/>
                <a:gdLst>
                  <a:gd name="T0" fmla="*/ 893 w 912"/>
                  <a:gd name="T1" fmla="*/ 245 h 528"/>
                  <a:gd name="T2" fmla="*/ 893 w 912"/>
                  <a:gd name="T3" fmla="*/ 284 h 528"/>
                  <a:gd name="T4" fmla="*/ 492 w 912"/>
                  <a:gd name="T5" fmla="*/ 518 h 528"/>
                  <a:gd name="T6" fmla="*/ 424 w 912"/>
                  <a:gd name="T7" fmla="*/ 518 h 528"/>
                  <a:gd name="T8" fmla="*/ 19 w 912"/>
                  <a:gd name="T9" fmla="*/ 284 h 528"/>
                  <a:gd name="T10" fmla="*/ 19 w 912"/>
                  <a:gd name="T11" fmla="*/ 245 h 528"/>
                  <a:gd name="T12" fmla="*/ 421 w 912"/>
                  <a:gd name="T13" fmla="*/ 11 h 528"/>
                  <a:gd name="T14" fmla="*/ 489 w 912"/>
                  <a:gd name="T15" fmla="*/ 11 h 528"/>
                  <a:gd name="T16" fmla="*/ 893 w 912"/>
                  <a:gd name="T17" fmla="*/ 245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2" h="528">
                    <a:moveTo>
                      <a:pt x="893" y="245"/>
                    </a:moveTo>
                    <a:cubicBezTo>
                      <a:pt x="912" y="255"/>
                      <a:pt x="912" y="273"/>
                      <a:pt x="893" y="284"/>
                    </a:cubicBezTo>
                    <a:cubicBezTo>
                      <a:pt x="492" y="518"/>
                      <a:pt x="492" y="518"/>
                      <a:pt x="492" y="518"/>
                    </a:cubicBezTo>
                    <a:cubicBezTo>
                      <a:pt x="473" y="528"/>
                      <a:pt x="442" y="528"/>
                      <a:pt x="424" y="518"/>
                    </a:cubicBezTo>
                    <a:cubicBezTo>
                      <a:pt x="19" y="284"/>
                      <a:pt x="19" y="284"/>
                      <a:pt x="19" y="284"/>
                    </a:cubicBezTo>
                    <a:cubicBezTo>
                      <a:pt x="0" y="273"/>
                      <a:pt x="0" y="255"/>
                      <a:pt x="19" y="245"/>
                    </a:cubicBezTo>
                    <a:cubicBezTo>
                      <a:pt x="421" y="11"/>
                      <a:pt x="421" y="11"/>
                      <a:pt x="421" y="11"/>
                    </a:cubicBezTo>
                    <a:cubicBezTo>
                      <a:pt x="439" y="0"/>
                      <a:pt x="470" y="0"/>
                      <a:pt x="489" y="11"/>
                    </a:cubicBezTo>
                    <a:lnTo>
                      <a:pt x="893" y="245"/>
                    </a:lnTo>
                    <a:close/>
                  </a:path>
                </a:pathLst>
              </a:custGeom>
              <a:solidFill>
                <a:srgbClr val="E7EBFF">
                  <a:alpha val="50000"/>
                </a:srgbClr>
              </a:solidFill>
              <a:ln>
                <a:solidFill>
                  <a:srgbClr val="CDD2F8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195" name="组合 194">
                <a:extLst>
                  <a:ext uri="{FF2B5EF4-FFF2-40B4-BE49-F238E27FC236}">
                    <a16:creationId xmlns:a16="http://schemas.microsoft.com/office/drawing/2014/main" id="{554C2524-6F54-452C-8462-BAEF31F8083D}"/>
                  </a:ext>
                </a:extLst>
              </p:cNvPr>
              <p:cNvGrpSpPr/>
              <p:nvPr/>
            </p:nvGrpSpPr>
            <p:grpSpPr>
              <a:xfrm>
                <a:off x="8520160" y="1662462"/>
                <a:ext cx="1427163" cy="1135062"/>
                <a:chOff x="8435976" y="2074863"/>
                <a:chExt cx="1427163" cy="1135062"/>
              </a:xfrm>
            </p:grpSpPr>
            <p:sp>
              <p:nvSpPr>
                <p:cNvPr id="196" name="AutoShape 108">
                  <a:extLst>
                    <a:ext uri="{FF2B5EF4-FFF2-40B4-BE49-F238E27FC236}">
                      <a16:creationId xmlns:a16="http://schemas.microsoft.com/office/drawing/2014/main" id="{F1622E0B-79AF-16EA-157E-A0B9422C1D4F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8443120" y="2079625"/>
                  <a:ext cx="1412875" cy="11239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7" name="Freeform 110">
                  <a:extLst>
                    <a:ext uri="{FF2B5EF4-FFF2-40B4-BE49-F238E27FC236}">
                      <a16:creationId xmlns:a16="http://schemas.microsoft.com/office/drawing/2014/main" id="{37267E7C-4778-4035-78D1-E9F26497A48F}"/>
                    </a:ext>
                  </a:extLst>
                </p:cNvPr>
                <p:cNvSpPr/>
                <p:nvPr/>
              </p:nvSpPr>
              <p:spPr bwMode="auto">
                <a:xfrm>
                  <a:off x="8443913" y="2489200"/>
                  <a:ext cx="1411288" cy="720725"/>
                </a:xfrm>
                <a:custGeom>
                  <a:avLst/>
                  <a:gdLst>
                    <a:gd name="T0" fmla="*/ 888 w 902"/>
                    <a:gd name="T1" fmla="*/ 20 h 460"/>
                    <a:gd name="T2" fmla="*/ 487 w 902"/>
                    <a:gd name="T3" fmla="*/ 254 h 460"/>
                    <a:gd name="T4" fmla="*/ 419 w 902"/>
                    <a:gd name="T5" fmla="*/ 254 h 460"/>
                    <a:gd name="T6" fmla="*/ 14 w 902"/>
                    <a:gd name="T7" fmla="*/ 20 h 460"/>
                    <a:gd name="T8" fmla="*/ 0 w 902"/>
                    <a:gd name="T9" fmla="*/ 0 h 460"/>
                    <a:gd name="T10" fmla="*/ 0 w 902"/>
                    <a:gd name="T11" fmla="*/ 196 h 460"/>
                    <a:gd name="T12" fmla="*/ 14 w 902"/>
                    <a:gd name="T13" fmla="*/ 216 h 460"/>
                    <a:gd name="T14" fmla="*/ 418 w 902"/>
                    <a:gd name="T15" fmla="*/ 449 h 460"/>
                    <a:gd name="T16" fmla="*/ 486 w 902"/>
                    <a:gd name="T17" fmla="*/ 449 h 460"/>
                    <a:gd name="T18" fmla="*/ 888 w 902"/>
                    <a:gd name="T19" fmla="*/ 216 h 460"/>
                    <a:gd name="T20" fmla="*/ 902 w 902"/>
                    <a:gd name="T21" fmla="*/ 196 h 460"/>
                    <a:gd name="T22" fmla="*/ 902 w 902"/>
                    <a:gd name="T23" fmla="*/ 0 h 460"/>
                    <a:gd name="T24" fmla="*/ 888 w 902"/>
                    <a:gd name="T25" fmla="*/ 20 h 4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02" h="460">
                      <a:moveTo>
                        <a:pt x="888" y="20"/>
                      </a:moveTo>
                      <a:cubicBezTo>
                        <a:pt x="487" y="254"/>
                        <a:pt x="487" y="254"/>
                        <a:pt x="487" y="254"/>
                      </a:cubicBezTo>
                      <a:cubicBezTo>
                        <a:pt x="468" y="264"/>
                        <a:pt x="437" y="264"/>
                        <a:pt x="419" y="254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5" y="15"/>
                        <a:pt x="0" y="7"/>
                        <a:pt x="0" y="0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203"/>
                        <a:pt x="4" y="210"/>
                        <a:pt x="14" y="216"/>
                      </a:cubicBezTo>
                      <a:cubicBezTo>
                        <a:pt x="418" y="449"/>
                        <a:pt x="418" y="449"/>
                        <a:pt x="418" y="449"/>
                      </a:cubicBezTo>
                      <a:cubicBezTo>
                        <a:pt x="437" y="460"/>
                        <a:pt x="467" y="460"/>
                        <a:pt x="486" y="449"/>
                      </a:cubicBezTo>
                      <a:cubicBezTo>
                        <a:pt x="888" y="216"/>
                        <a:pt x="888" y="216"/>
                        <a:pt x="888" y="216"/>
                      </a:cubicBezTo>
                      <a:cubicBezTo>
                        <a:pt x="897" y="210"/>
                        <a:pt x="902" y="203"/>
                        <a:pt x="902" y="196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02" y="8"/>
                        <a:pt x="898" y="15"/>
                        <a:pt x="888" y="2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8" name="Freeform 111">
                  <a:extLst>
                    <a:ext uri="{FF2B5EF4-FFF2-40B4-BE49-F238E27FC236}">
                      <a16:creationId xmlns:a16="http://schemas.microsoft.com/office/drawing/2014/main" id="{27F4CCAE-096C-C90E-716E-3F37A75F165D}"/>
                    </a:ext>
                  </a:extLst>
                </p:cNvPr>
                <p:cNvSpPr/>
                <p:nvPr/>
              </p:nvSpPr>
              <p:spPr bwMode="auto">
                <a:xfrm>
                  <a:off x="8435976" y="2074863"/>
                  <a:ext cx="1427163" cy="827088"/>
                </a:xfrm>
                <a:custGeom>
                  <a:avLst/>
                  <a:gdLst>
                    <a:gd name="T0" fmla="*/ 893 w 912"/>
                    <a:gd name="T1" fmla="*/ 245 h 528"/>
                    <a:gd name="T2" fmla="*/ 893 w 912"/>
                    <a:gd name="T3" fmla="*/ 284 h 528"/>
                    <a:gd name="T4" fmla="*/ 492 w 912"/>
                    <a:gd name="T5" fmla="*/ 518 h 528"/>
                    <a:gd name="T6" fmla="*/ 424 w 912"/>
                    <a:gd name="T7" fmla="*/ 518 h 528"/>
                    <a:gd name="T8" fmla="*/ 19 w 912"/>
                    <a:gd name="T9" fmla="*/ 284 h 528"/>
                    <a:gd name="T10" fmla="*/ 19 w 912"/>
                    <a:gd name="T11" fmla="*/ 245 h 528"/>
                    <a:gd name="T12" fmla="*/ 421 w 912"/>
                    <a:gd name="T13" fmla="*/ 11 h 528"/>
                    <a:gd name="T14" fmla="*/ 489 w 912"/>
                    <a:gd name="T15" fmla="*/ 11 h 528"/>
                    <a:gd name="T16" fmla="*/ 893 w 912"/>
                    <a:gd name="T17" fmla="*/ 245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2" h="528">
                      <a:moveTo>
                        <a:pt x="893" y="245"/>
                      </a:moveTo>
                      <a:cubicBezTo>
                        <a:pt x="912" y="255"/>
                        <a:pt x="912" y="273"/>
                        <a:pt x="893" y="284"/>
                      </a:cubicBezTo>
                      <a:cubicBezTo>
                        <a:pt x="492" y="518"/>
                        <a:pt x="492" y="518"/>
                        <a:pt x="492" y="518"/>
                      </a:cubicBezTo>
                      <a:cubicBezTo>
                        <a:pt x="473" y="528"/>
                        <a:pt x="442" y="528"/>
                        <a:pt x="424" y="518"/>
                      </a:cubicBezTo>
                      <a:cubicBezTo>
                        <a:pt x="19" y="284"/>
                        <a:pt x="19" y="284"/>
                        <a:pt x="19" y="284"/>
                      </a:cubicBezTo>
                      <a:cubicBezTo>
                        <a:pt x="0" y="273"/>
                        <a:pt x="0" y="255"/>
                        <a:pt x="19" y="245"/>
                      </a:cubicBezTo>
                      <a:cubicBezTo>
                        <a:pt x="421" y="11"/>
                        <a:pt x="421" y="11"/>
                        <a:pt x="421" y="11"/>
                      </a:cubicBezTo>
                      <a:cubicBezTo>
                        <a:pt x="439" y="0"/>
                        <a:pt x="470" y="0"/>
                        <a:pt x="489" y="11"/>
                      </a:cubicBezTo>
                      <a:lnTo>
                        <a:pt x="893" y="245"/>
                      </a:lnTo>
                      <a:close/>
                    </a:path>
                  </a:pathLst>
                </a:custGeom>
                <a:gradFill flip="none" rotWithShape="1">
                  <a:gsLst>
                    <a:gs pos="63000">
                      <a:srgbClr val="F7F8FE"/>
                    </a:gs>
                    <a:gs pos="0">
                      <a:schemeClr val="bg1"/>
                    </a:gs>
                    <a:gs pos="100000">
                      <a:srgbClr val="D4D9F7"/>
                    </a:gs>
                  </a:gsLst>
                  <a:lin ang="2700000" scaled="1"/>
                  <a:tileRect/>
                </a:gradFill>
                <a:ln>
                  <a:solidFill>
                    <a:srgbClr val="8E9CE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/>
                </a:p>
              </p:txBody>
            </p:sp>
            <p:grpSp>
              <p:nvGrpSpPr>
                <p:cNvPr id="199" name="组合 198">
                  <a:extLst>
                    <a:ext uri="{FF2B5EF4-FFF2-40B4-BE49-F238E27FC236}">
                      <a16:creationId xmlns:a16="http://schemas.microsoft.com/office/drawing/2014/main" id="{CC35D955-D98D-2A93-AB0F-3E796879F23F}"/>
                    </a:ext>
                  </a:extLst>
                </p:cNvPr>
                <p:cNvGrpSpPr/>
                <p:nvPr/>
              </p:nvGrpSpPr>
              <p:grpSpPr>
                <a:xfrm>
                  <a:off x="8793163" y="2231526"/>
                  <a:ext cx="712788" cy="463550"/>
                  <a:chOff x="8793163" y="2231526"/>
                  <a:chExt cx="712788" cy="463550"/>
                </a:xfrm>
              </p:grpSpPr>
              <p:sp>
                <p:nvSpPr>
                  <p:cNvPr id="200" name="Freeform 112">
                    <a:extLst>
                      <a:ext uri="{FF2B5EF4-FFF2-40B4-BE49-F238E27FC236}">
                        <a16:creationId xmlns:a16="http://schemas.microsoft.com/office/drawing/2014/main" id="{D73A4C5E-9E99-1059-4377-18C3CD50E0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8720" y="2437901"/>
                    <a:ext cx="701675" cy="257175"/>
                  </a:xfrm>
                  <a:custGeom>
                    <a:avLst/>
                    <a:gdLst>
                      <a:gd name="T0" fmla="*/ 439 w 449"/>
                      <a:gd name="T1" fmla="*/ 15 h 164"/>
                      <a:gd name="T2" fmla="*/ 252 w 449"/>
                      <a:gd name="T3" fmla="*/ 124 h 164"/>
                      <a:gd name="T4" fmla="*/ 200 w 449"/>
                      <a:gd name="T5" fmla="*/ 124 h 164"/>
                      <a:gd name="T6" fmla="*/ 11 w 449"/>
                      <a:gd name="T7" fmla="*/ 15 h 164"/>
                      <a:gd name="T8" fmla="*/ 0 w 449"/>
                      <a:gd name="T9" fmla="*/ 0 h 164"/>
                      <a:gd name="T10" fmla="*/ 0 w 449"/>
                      <a:gd name="T11" fmla="*/ 32 h 164"/>
                      <a:gd name="T12" fmla="*/ 11 w 449"/>
                      <a:gd name="T13" fmla="*/ 47 h 164"/>
                      <a:gd name="T14" fmla="*/ 200 w 449"/>
                      <a:gd name="T15" fmla="*/ 156 h 164"/>
                      <a:gd name="T16" fmla="*/ 252 w 449"/>
                      <a:gd name="T17" fmla="*/ 156 h 164"/>
                      <a:gd name="T18" fmla="*/ 439 w 449"/>
                      <a:gd name="T19" fmla="*/ 47 h 164"/>
                      <a:gd name="T20" fmla="*/ 449 w 449"/>
                      <a:gd name="T21" fmla="*/ 32 h 164"/>
                      <a:gd name="T22" fmla="*/ 449 w 449"/>
                      <a:gd name="T23" fmla="*/ 0 h 164"/>
                      <a:gd name="T24" fmla="*/ 439 w 449"/>
                      <a:gd name="T25" fmla="*/ 15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49" h="164">
                        <a:moveTo>
                          <a:pt x="439" y="15"/>
                        </a:moveTo>
                        <a:cubicBezTo>
                          <a:pt x="252" y="124"/>
                          <a:pt x="252" y="124"/>
                          <a:pt x="252" y="124"/>
                        </a:cubicBezTo>
                        <a:cubicBezTo>
                          <a:pt x="237" y="132"/>
                          <a:pt x="214" y="132"/>
                          <a:pt x="200" y="124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4" y="11"/>
                          <a:pt x="0" y="5"/>
                          <a:pt x="0" y="0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0" y="38"/>
                          <a:pt x="4" y="43"/>
                          <a:pt x="11" y="47"/>
                        </a:cubicBezTo>
                        <a:cubicBezTo>
                          <a:pt x="200" y="156"/>
                          <a:pt x="200" y="156"/>
                          <a:pt x="200" y="156"/>
                        </a:cubicBezTo>
                        <a:cubicBezTo>
                          <a:pt x="214" y="164"/>
                          <a:pt x="237" y="164"/>
                          <a:pt x="252" y="156"/>
                        </a:cubicBezTo>
                        <a:cubicBezTo>
                          <a:pt x="439" y="47"/>
                          <a:pt x="439" y="47"/>
                          <a:pt x="439" y="47"/>
                        </a:cubicBezTo>
                        <a:cubicBezTo>
                          <a:pt x="446" y="43"/>
                          <a:pt x="449" y="38"/>
                          <a:pt x="449" y="32"/>
                        </a:cubicBezTo>
                        <a:cubicBezTo>
                          <a:pt x="449" y="0"/>
                          <a:pt x="449" y="0"/>
                          <a:pt x="449" y="0"/>
                        </a:cubicBezTo>
                        <a:cubicBezTo>
                          <a:pt x="449" y="5"/>
                          <a:pt x="446" y="11"/>
                          <a:pt x="439" y="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8E9CEF"/>
                      </a:gs>
                      <a:gs pos="100000">
                        <a:srgbClr val="3749CC"/>
                      </a:gs>
                    </a:gsLst>
                    <a:lin ang="54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01" name="Freeform 113">
                    <a:extLst>
                      <a:ext uri="{FF2B5EF4-FFF2-40B4-BE49-F238E27FC236}">
                        <a16:creationId xmlns:a16="http://schemas.microsoft.com/office/drawing/2014/main" id="{81F85EFE-78BC-01C3-0FB4-A45D7267AA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3163" y="2231526"/>
                    <a:ext cx="712788" cy="412750"/>
                  </a:xfrm>
                  <a:custGeom>
                    <a:avLst/>
                    <a:gdLst>
                      <a:gd name="T0" fmla="*/ 442 w 456"/>
                      <a:gd name="T1" fmla="*/ 117 h 264"/>
                      <a:gd name="T2" fmla="*/ 442 w 456"/>
                      <a:gd name="T3" fmla="*/ 147 h 264"/>
                      <a:gd name="T4" fmla="*/ 255 w 456"/>
                      <a:gd name="T5" fmla="*/ 256 h 264"/>
                      <a:gd name="T6" fmla="*/ 203 w 456"/>
                      <a:gd name="T7" fmla="*/ 256 h 264"/>
                      <a:gd name="T8" fmla="*/ 14 w 456"/>
                      <a:gd name="T9" fmla="*/ 147 h 264"/>
                      <a:gd name="T10" fmla="*/ 14 w 456"/>
                      <a:gd name="T11" fmla="*/ 117 h 264"/>
                      <a:gd name="T12" fmla="*/ 201 w 456"/>
                      <a:gd name="T13" fmla="*/ 8 h 264"/>
                      <a:gd name="T14" fmla="*/ 253 w 456"/>
                      <a:gd name="T15" fmla="*/ 8 h 264"/>
                      <a:gd name="T16" fmla="*/ 442 w 456"/>
                      <a:gd name="T17" fmla="*/ 117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56" h="264">
                        <a:moveTo>
                          <a:pt x="442" y="117"/>
                        </a:moveTo>
                        <a:cubicBezTo>
                          <a:pt x="456" y="125"/>
                          <a:pt x="456" y="138"/>
                          <a:pt x="442" y="147"/>
                        </a:cubicBezTo>
                        <a:cubicBezTo>
                          <a:pt x="255" y="256"/>
                          <a:pt x="255" y="256"/>
                          <a:pt x="255" y="256"/>
                        </a:cubicBezTo>
                        <a:cubicBezTo>
                          <a:pt x="240" y="264"/>
                          <a:pt x="217" y="264"/>
                          <a:pt x="203" y="256"/>
                        </a:cubicBezTo>
                        <a:cubicBezTo>
                          <a:pt x="14" y="147"/>
                          <a:pt x="14" y="147"/>
                          <a:pt x="14" y="147"/>
                        </a:cubicBezTo>
                        <a:cubicBezTo>
                          <a:pt x="0" y="138"/>
                          <a:pt x="0" y="125"/>
                          <a:pt x="14" y="117"/>
                        </a:cubicBezTo>
                        <a:cubicBezTo>
                          <a:pt x="201" y="8"/>
                          <a:pt x="201" y="8"/>
                          <a:pt x="201" y="8"/>
                        </a:cubicBezTo>
                        <a:cubicBezTo>
                          <a:pt x="216" y="0"/>
                          <a:pt x="239" y="0"/>
                          <a:pt x="253" y="8"/>
                        </a:cubicBezTo>
                        <a:lnTo>
                          <a:pt x="442" y="1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BBB942D3-264D-F99B-19B8-F4A5287CB671}"/>
                </a:ext>
              </a:extLst>
            </p:cNvPr>
            <p:cNvGrpSpPr/>
            <p:nvPr/>
          </p:nvGrpSpPr>
          <p:grpSpPr>
            <a:xfrm>
              <a:off x="8877600" y="3916649"/>
              <a:ext cx="1631059" cy="1085080"/>
              <a:chOff x="8215353" y="1662462"/>
              <a:chExt cx="2036775" cy="1354987"/>
            </a:xfrm>
          </p:grpSpPr>
          <p:sp>
            <p:nvSpPr>
              <p:cNvPr id="186" name="Freeform 111">
                <a:extLst>
                  <a:ext uri="{FF2B5EF4-FFF2-40B4-BE49-F238E27FC236}">
                    <a16:creationId xmlns:a16="http://schemas.microsoft.com/office/drawing/2014/main" id="{0822C756-6541-78C9-0C6D-C08A2841DFE5}"/>
                  </a:ext>
                </a:extLst>
              </p:cNvPr>
              <p:cNvSpPr/>
              <p:nvPr/>
            </p:nvSpPr>
            <p:spPr bwMode="auto">
              <a:xfrm>
                <a:off x="8215353" y="1837071"/>
                <a:ext cx="2036775" cy="1180378"/>
              </a:xfrm>
              <a:custGeom>
                <a:avLst/>
                <a:gdLst>
                  <a:gd name="T0" fmla="*/ 893 w 912"/>
                  <a:gd name="T1" fmla="*/ 245 h 528"/>
                  <a:gd name="T2" fmla="*/ 893 w 912"/>
                  <a:gd name="T3" fmla="*/ 284 h 528"/>
                  <a:gd name="T4" fmla="*/ 492 w 912"/>
                  <a:gd name="T5" fmla="*/ 518 h 528"/>
                  <a:gd name="T6" fmla="*/ 424 w 912"/>
                  <a:gd name="T7" fmla="*/ 518 h 528"/>
                  <a:gd name="T8" fmla="*/ 19 w 912"/>
                  <a:gd name="T9" fmla="*/ 284 h 528"/>
                  <a:gd name="T10" fmla="*/ 19 w 912"/>
                  <a:gd name="T11" fmla="*/ 245 h 528"/>
                  <a:gd name="T12" fmla="*/ 421 w 912"/>
                  <a:gd name="T13" fmla="*/ 11 h 528"/>
                  <a:gd name="T14" fmla="*/ 489 w 912"/>
                  <a:gd name="T15" fmla="*/ 11 h 528"/>
                  <a:gd name="T16" fmla="*/ 893 w 912"/>
                  <a:gd name="T17" fmla="*/ 245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2" h="528">
                    <a:moveTo>
                      <a:pt x="893" y="245"/>
                    </a:moveTo>
                    <a:cubicBezTo>
                      <a:pt x="912" y="255"/>
                      <a:pt x="912" y="273"/>
                      <a:pt x="893" y="284"/>
                    </a:cubicBezTo>
                    <a:cubicBezTo>
                      <a:pt x="492" y="518"/>
                      <a:pt x="492" y="518"/>
                      <a:pt x="492" y="518"/>
                    </a:cubicBezTo>
                    <a:cubicBezTo>
                      <a:pt x="473" y="528"/>
                      <a:pt x="442" y="528"/>
                      <a:pt x="424" y="518"/>
                    </a:cubicBezTo>
                    <a:cubicBezTo>
                      <a:pt x="19" y="284"/>
                      <a:pt x="19" y="284"/>
                      <a:pt x="19" y="284"/>
                    </a:cubicBezTo>
                    <a:cubicBezTo>
                      <a:pt x="0" y="273"/>
                      <a:pt x="0" y="255"/>
                      <a:pt x="19" y="245"/>
                    </a:cubicBezTo>
                    <a:cubicBezTo>
                      <a:pt x="421" y="11"/>
                      <a:pt x="421" y="11"/>
                      <a:pt x="421" y="11"/>
                    </a:cubicBezTo>
                    <a:cubicBezTo>
                      <a:pt x="439" y="0"/>
                      <a:pt x="470" y="0"/>
                      <a:pt x="489" y="11"/>
                    </a:cubicBezTo>
                    <a:lnTo>
                      <a:pt x="893" y="245"/>
                    </a:lnTo>
                    <a:close/>
                  </a:path>
                </a:pathLst>
              </a:custGeom>
              <a:solidFill>
                <a:srgbClr val="E7EBFF">
                  <a:alpha val="50000"/>
                </a:srgbClr>
              </a:solidFill>
              <a:ln>
                <a:solidFill>
                  <a:srgbClr val="CDD2F8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187" name="组合 186">
                <a:extLst>
                  <a:ext uri="{FF2B5EF4-FFF2-40B4-BE49-F238E27FC236}">
                    <a16:creationId xmlns:a16="http://schemas.microsoft.com/office/drawing/2014/main" id="{6C895796-7B02-3FC1-C5E1-82EBC04A4AFB}"/>
                  </a:ext>
                </a:extLst>
              </p:cNvPr>
              <p:cNvGrpSpPr/>
              <p:nvPr/>
            </p:nvGrpSpPr>
            <p:grpSpPr>
              <a:xfrm>
                <a:off x="8520160" y="1662462"/>
                <a:ext cx="1427163" cy="1135062"/>
                <a:chOff x="8435976" y="2074863"/>
                <a:chExt cx="1427163" cy="1135062"/>
              </a:xfrm>
            </p:grpSpPr>
            <p:sp>
              <p:nvSpPr>
                <p:cNvPr id="188" name="AutoShape 108">
                  <a:extLst>
                    <a:ext uri="{FF2B5EF4-FFF2-40B4-BE49-F238E27FC236}">
                      <a16:creationId xmlns:a16="http://schemas.microsoft.com/office/drawing/2014/main" id="{D6310123-42F8-02CE-EADD-4970AF6090D3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8443120" y="2079625"/>
                  <a:ext cx="1412875" cy="11239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9" name="Freeform 110">
                  <a:extLst>
                    <a:ext uri="{FF2B5EF4-FFF2-40B4-BE49-F238E27FC236}">
                      <a16:creationId xmlns:a16="http://schemas.microsoft.com/office/drawing/2014/main" id="{B39001A6-C906-11D6-0F2F-0BCBAA44B27E}"/>
                    </a:ext>
                  </a:extLst>
                </p:cNvPr>
                <p:cNvSpPr/>
                <p:nvPr/>
              </p:nvSpPr>
              <p:spPr bwMode="auto">
                <a:xfrm>
                  <a:off x="8443913" y="2489200"/>
                  <a:ext cx="1411288" cy="720725"/>
                </a:xfrm>
                <a:custGeom>
                  <a:avLst/>
                  <a:gdLst>
                    <a:gd name="T0" fmla="*/ 888 w 902"/>
                    <a:gd name="T1" fmla="*/ 20 h 460"/>
                    <a:gd name="T2" fmla="*/ 487 w 902"/>
                    <a:gd name="T3" fmla="*/ 254 h 460"/>
                    <a:gd name="T4" fmla="*/ 419 w 902"/>
                    <a:gd name="T5" fmla="*/ 254 h 460"/>
                    <a:gd name="T6" fmla="*/ 14 w 902"/>
                    <a:gd name="T7" fmla="*/ 20 h 460"/>
                    <a:gd name="T8" fmla="*/ 0 w 902"/>
                    <a:gd name="T9" fmla="*/ 0 h 460"/>
                    <a:gd name="T10" fmla="*/ 0 w 902"/>
                    <a:gd name="T11" fmla="*/ 196 h 460"/>
                    <a:gd name="T12" fmla="*/ 14 w 902"/>
                    <a:gd name="T13" fmla="*/ 216 h 460"/>
                    <a:gd name="T14" fmla="*/ 418 w 902"/>
                    <a:gd name="T15" fmla="*/ 449 h 460"/>
                    <a:gd name="T16" fmla="*/ 486 w 902"/>
                    <a:gd name="T17" fmla="*/ 449 h 460"/>
                    <a:gd name="T18" fmla="*/ 888 w 902"/>
                    <a:gd name="T19" fmla="*/ 216 h 460"/>
                    <a:gd name="T20" fmla="*/ 902 w 902"/>
                    <a:gd name="T21" fmla="*/ 196 h 460"/>
                    <a:gd name="T22" fmla="*/ 902 w 902"/>
                    <a:gd name="T23" fmla="*/ 0 h 460"/>
                    <a:gd name="T24" fmla="*/ 888 w 902"/>
                    <a:gd name="T25" fmla="*/ 20 h 4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02" h="460">
                      <a:moveTo>
                        <a:pt x="888" y="20"/>
                      </a:moveTo>
                      <a:cubicBezTo>
                        <a:pt x="487" y="254"/>
                        <a:pt x="487" y="254"/>
                        <a:pt x="487" y="254"/>
                      </a:cubicBezTo>
                      <a:cubicBezTo>
                        <a:pt x="468" y="264"/>
                        <a:pt x="437" y="264"/>
                        <a:pt x="419" y="254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5" y="15"/>
                        <a:pt x="0" y="7"/>
                        <a:pt x="0" y="0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203"/>
                        <a:pt x="4" y="210"/>
                        <a:pt x="14" y="216"/>
                      </a:cubicBezTo>
                      <a:cubicBezTo>
                        <a:pt x="418" y="449"/>
                        <a:pt x="418" y="449"/>
                        <a:pt x="418" y="449"/>
                      </a:cubicBezTo>
                      <a:cubicBezTo>
                        <a:pt x="437" y="460"/>
                        <a:pt x="467" y="460"/>
                        <a:pt x="486" y="449"/>
                      </a:cubicBezTo>
                      <a:cubicBezTo>
                        <a:pt x="888" y="216"/>
                        <a:pt x="888" y="216"/>
                        <a:pt x="888" y="216"/>
                      </a:cubicBezTo>
                      <a:cubicBezTo>
                        <a:pt x="897" y="210"/>
                        <a:pt x="902" y="203"/>
                        <a:pt x="902" y="196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02" y="8"/>
                        <a:pt x="898" y="15"/>
                        <a:pt x="888" y="2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0" name="Freeform 111">
                  <a:extLst>
                    <a:ext uri="{FF2B5EF4-FFF2-40B4-BE49-F238E27FC236}">
                      <a16:creationId xmlns:a16="http://schemas.microsoft.com/office/drawing/2014/main" id="{79E0018B-6290-ED65-15FD-08DA6EB8B05D}"/>
                    </a:ext>
                  </a:extLst>
                </p:cNvPr>
                <p:cNvSpPr/>
                <p:nvPr/>
              </p:nvSpPr>
              <p:spPr bwMode="auto">
                <a:xfrm>
                  <a:off x="8435976" y="2074863"/>
                  <a:ext cx="1427163" cy="827088"/>
                </a:xfrm>
                <a:custGeom>
                  <a:avLst/>
                  <a:gdLst>
                    <a:gd name="T0" fmla="*/ 893 w 912"/>
                    <a:gd name="T1" fmla="*/ 245 h 528"/>
                    <a:gd name="T2" fmla="*/ 893 w 912"/>
                    <a:gd name="T3" fmla="*/ 284 h 528"/>
                    <a:gd name="T4" fmla="*/ 492 w 912"/>
                    <a:gd name="T5" fmla="*/ 518 h 528"/>
                    <a:gd name="T6" fmla="*/ 424 w 912"/>
                    <a:gd name="T7" fmla="*/ 518 h 528"/>
                    <a:gd name="T8" fmla="*/ 19 w 912"/>
                    <a:gd name="T9" fmla="*/ 284 h 528"/>
                    <a:gd name="T10" fmla="*/ 19 w 912"/>
                    <a:gd name="T11" fmla="*/ 245 h 528"/>
                    <a:gd name="T12" fmla="*/ 421 w 912"/>
                    <a:gd name="T13" fmla="*/ 11 h 528"/>
                    <a:gd name="T14" fmla="*/ 489 w 912"/>
                    <a:gd name="T15" fmla="*/ 11 h 528"/>
                    <a:gd name="T16" fmla="*/ 893 w 912"/>
                    <a:gd name="T17" fmla="*/ 245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2" h="528">
                      <a:moveTo>
                        <a:pt x="893" y="245"/>
                      </a:moveTo>
                      <a:cubicBezTo>
                        <a:pt x="912" y="255"/>
                        <a:pt x="912" y="273"/>
                        <a:pt x="893" y="284"/>
                      </a:cubicBezTo>
                      <a:cubicBezTo>
                        <a:pt x="492" y="518"/>
                        <a:pt x="492" y="518"/>
                        <a:pt x="492" y="518"/>
                      </a:cubicBezTo>
                      <a:cubicBezTo>
                        <a:pt x="473" y="528"/>
                        <a:pt x="442" y="528"/>
                        <a:pt x="424" y="518"/>
                      </a:cubicBezTo>
                      <a:cubicBezTo>
                        <a:pt x="19" y="284"/>
                        <a:pt x="19" y="284"/>
                        <a:pt x="19" y="284"/>
                      </a:cubicBezTo>
                      <a:cubicBezTo>
                        <a:pt x="0" y="273"/>
                        <a:pt x="0" y="255"/>
                        <a:pt x="19" y="245"/>
                      </a:cubicBezTo>
                      <a:cubicBezTo>
                        <a:pt x="421" y="11"/>
                        <a:pt x="421" y="11"/>
                        <a:pt x="421" y="11"/>
                      </a:cubicBezTo>
                      <a:cubicBezTo>
                        <a:pt x="439" y="0"/>
                        <a:pt x="470" y="0"/>
                        <a:pt x="489" y="11"/>
                      </a:cubicBezTo>
                      <a:lnTo>
                        <a:pt x="893" y="245"/>
                      </a:lnTo>
                      <a:close/>
                    </a:path>
                  </a:pathLst>
                </a:custGeom>
                <a:gradFill flip="none" rotWithShape="1">
                  <a:gsLst>
                    <a:gs pos="63000">
                      <a:srgbClr val="F7F8FE"/>
                    </a:gs>
                    <a:gs pos="0">
                      <a:schemeClr val="bg1"/>
                    </a:gs>
                    <a:gs pos="100000">
                      <a:srgbClr val="D4D9F7"/>
                    </a:gs>
                  </a:gsLst>
                  <a:lin ang="2700000" scaled="1"/>
                  <a:tileRect/>
                </a:gradFill>
                <a:ln>
                  <a:solidFill>
                    <a:srgbClr val="8E9CE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/>
                </a:p>
              </p:txBody>
            </p:sp>
            <p:grpSp>
              <p:nvGrpSpPr>
                <p:cNvPr id="191" name="组合 190">
                  <a:extLst>
                    <a:ext uri="{FF2B5EF4-FFF2-40B4-BE49-F238E27FC236}">
                      <a16:creationId xmlns:a16="http://schemas.microsoft.com/office/drawing/2014/main" id="{2DB433AB-978A-033A-891F-37EEAC3E6F8B}"/>
                    </a:ext>
                  </a:extLst>
                </p:cNvPr>
                <p:cNvGrpSpPr/>
                <p:nvPr/>
              </p:nvGrpSpPr>
              <p:grpSpPr>
                <a:xfrm>
                  <a:off x="8793163" y="2231526"/>
                  <a:ext cx="712788" cy="463550"/>
                  <a:chOff x="8793163" y="2231526"/>
                  <a:chExt cx="712788" cy="463550"/>
                </a:xfrm>
              </p:grpSpPr>
              <p:sp>
                <p:nvSpPr>
                  <p:cNvPr id="192" name="Freeform 112">
                    <a:extLst>
                      <a:ext uri="{FF2B5EF4-FFF2-40B4-BE49-F238E27FC236}">
                        <a16:creationId xmlns:a16="http://schemas.microsoft.com/office/drawing/2014/main" id="{3065BA73-17CF-465E-F434-A40AA267EA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8720" y="2437901"/>
                    <a:ext cx="701675" cy="257175"/>
                  </a:xfrm>
                  <a:custGeom>
                    <a:avLst/>
                    <a:gdLst>
                      <a:gd name="T0" fmla="*/ 439 w 449"/>
                      <a:gd name="T1" fmla="*/ 15 h 164"/>
                      <a:gd name="T2" fmla="*/ 252 w 449"/>
                      <a:gd name="T3" fmla="*/ 124 h 164"/>
                      <a:gd name="T4" fmla="*/ 200 w 449"/>
                      <a:gd name="T5" fmla="*/ 124 h 164"/>
                      <a:gd name="T6" fmla="*/ 11 w 449"/>
                      <a:gd name="T7" fmla="*/ 15 h 164"/>
                      <a:gd name="T8" fmla="*/ 0 w 449"/>
                      <a:gd name="T9" fmla="*/ 0 h 164"/>
                      <a:gd name="T10" fmla="*/ 0 w 449"/>
                      <a:gd name="T11" fmla="*/ 32 h 164"/>
                      <a:gd name="T12" fmla="*/ 11 w 449"/>
                      <a:gd name="T13" fmla="*/ 47 h 164"/>
                      <a:gd name="T14" fmla="*/ 200 w 449"/>
                      <a:gd name="T15" fmla="*/ 156 h 164"/>
                      <a:gd name="T16" fmla="*/ 252 w 449"/>
                      <a:gd name="T17" fmla="*/ 156 h 164"/>
                      <a:gd name="T18" fmla="*/ 439 w 449"/>
                      <a:gd name="T19" fmla="*/ 47 h 164"/>
                      <a:gd name="T20" fmla="*/ 449 w 449"/>
                      <a:gd name="T21" fmla="*/ 32 h 164"/>
                      <a:gd name="T22" fmla="*/ 449 w 449"/>
                      <a:gd name="T23" fmla="*/ 0 h 164"/>
                      <a:gd name="T24" fmla="*/ 439 w 449"/>
                      <a:gd name="T25" fmla="*/ 15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49" h="164">
                        <a:moveTo>
                          <a:pt x="439" y="15"/>
                        </a:moveTo>
                        <a:cubicBezTo>
                          <a:pt x="252" y="124"/>
                          <a:pt x="252" y="124"/>
                          <a:pt x="252" y="124"/>
                        </a:cubicBezTo>
                        <a:cubicBezTo>
                          <a:pt x="237" y="132"/>
                          <a:pt x="214" y="132"/>
                          <a:pt x="200" y="124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4" y="11"/>
                          <a:pt x="0" y="5"/>
                          <a:pt x="0" y="0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0" y="38"/>
                          <a:pt x="4" y="43"/>
                          <a:pt x="11" y="47"/>
                        </a:cubicBezTo>
                        <a:cubicBezTo>
                          <a:pt x="200" y="156"/>
                          <a:pt x="200" y="156"/>
                          <a:pt x="200" y="156"/>
                        </a:cubicBezTo>
                        <a:cubicBezTo>
                          <a:pt x="214" y="164"/>
                          <a:pt x="237" y="164"/>
                          <a:pt x="252" y="156"/>
                        </a:cubicBezTo>
                        <a:cubicBezTo>
                          <a:pt x="439" y="47"/>
                          <a:pt x="439" y="47"/>
                          <a:pt x="439" y="47"/>
                        </a:cubicBezTo>
                        <a:cubicBezTo>
                          <a:pt x="446" y="43"/>
                          <a:pt x="449" y="38"/>
                          <a:pt x="449" y="32"/>
                        </a:cubicBezTo>
                        <a:cubicBezTo>
                          <a:pt x="449" y="0"/>
                          <a:pt x="449" y="0"/>
                          <a:pt x="449" y="0"/>
                        </a:cubicBezTo>
                        <a:cubicBezTo>
                          <a:pt x="449" y="5"/>
                          <a:pt x="446" y="11"/>
                          <a:pt x="439" y="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8E9CEF"/>
                      </a:gs>
                      <a:gs pos="100000">
                        <a:srgbClr val="3749CC"/>
                      </a:gs>
                    </a:gsLst>
                    <a:lin ang="54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93" name="Freeform 113">
                    <a:extLst>
                      <a:ext uri="{FF2B5EF4-FFF2-40B4-BE49-F238E27FC236}">
                        <a16:creationId xmlns:a16="http://schemas.microsoft.com/office/drawing/2014/main" id="{6B2DFCC0-C61C-0AA4-6ADE-B193CB6E9F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3163" y="2231526"/>
                    <a:ext cx="712788" cy="412750"/>
                  </a:xfrm>
                  <a:custGeom>
                    <a:avLst/>
                    <a:gdLst>
                      <a:gd name="T0" fmla="*/ 442 w 456"/>
                      <a:gd name="T1" fmla="*/ 117 h 264"/>
                      <a:gd name="T2" fmla="*/ 442 w 456"/>
                      <a:gd name="T3" fmla="*/ 147 h 264"/>
                      <a:gd name="T4" fmla="*/ 255 w 456"/>
                      <a:gd name="T5" fmla="*/ 256 h 264"/>
                      <a:gd name="T6" fmla="*/ 203 w 456"/>
                      <a:gd name="T7" fmla="*/ 256 h 264"/>
                      <a:gd name="T8" fmla="*/ 14 w 456"/>
                      <a:gd name="T9" fmla="*/ 147 h 264"/>
                      <a:gd name="T10" fmla="*/ 14 w 456"/>
                      <a:gd name="T11" fmla="*/ 117 h 264"/>
                      <a:gd name="T12" fmla="*/ 201 w 456"/>
                      <a:gd name="T13" fmla="*/ 8 h 264"/>
                      <a:gd name="T14" fmla="*/ 253 w 456"/>
                      <a:gd name="T15" fmla="*/ 8 h 264"/>
                      <a:gd name="T16" fmla="*/ 442 w 456"/>
                      <a:gd name="T17" fmla="*/ 117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56" h="264">
                        <a:moveTo>
                          <a:pt x="442" y="117"/>
                        </a:moveTo>
                        <a:cubicBezTo>
                          <a:pt x="456" y="125"/>
                          <a:pt x="456" y="138"/>
                          <a:pt x="442" y="147"/>
                        </a:cubicBezTo>
                        <a:cubicBezTo>
                          <a:pt x="255" y="256"/>
                          <a:pt x="255" y="256"/>
                          <a:pt x="255" y="256"/>
                        </a:cubicBezTo>
                        <a:cubicBezTo>
                          <a:pt x="240" y="264"/>
                          <a:pt x="217" y="264"/>
                          <a:pt x="203" y="256"/>
                        </a:cubicBezTo>
                        <a:cubicBezTo>
                          <a:pt x="14" y="147"/>
                          <a:pt x="14" y="147"/>
                          <a:pt x="14" y="147"/>
                        </a:cubicBezTo>
                        <a:cubicBezTo>
                          <a:pt x="0" y="138"/>
                          <a:pt x="0" y="125"/>
                          <a:pt x="14" y="117"/>
                        </a:cubicBezTo>
                        <a:cubicBezTo>
                          <a:pt x="201" y="8"/>
                          <a:pt x="201" y="8"/>
                          <a:pt x="201" y="8"/>
                        </a:cubicBezTo>
                        <a:cubicBezTo>
                          <a:pt x="216" y="0"/>
                          <a:pt x="239" y="0"/>
                          <a:pt x="253" y="8"/>
                        </a:cubicBezTo>
                        <a:lnTo>
                          <a:pt x="442" y="1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9EB3CF-DCD4-5819-D8AA-BA262E771BE6}"/>
              </a:ext>
            </a:extLst>
          </p:cNvPr>
          <p:cNvGrpSpPr/>
          <p:nvPr/>
        </p:nvGrpSpPr>
        <p:grpSpPr>
          <a:xfrm>
            <a:off x="5062577" y="5429898"/>
            <a:ext cx="1631059" cy="1085080"/>
            <a:chOff x="8215353" y="1662462"/>
            <a:chExt cx="2036775" cy="1354987"/>
          </a:xfrm>
        </p:grpSpPr>
        <p:sp>
          <p:nvSpPr>
            <p:cNvPr id="176" name="Freeform 111">
              <a:extLst>
                <a:ext uri="{FF2B5EF4-FFF2-40B4-BE49-F238E27FC236}">
                  <a16:creationId xmlns:a16="http://schemas.microsoft.com/office/drawing/2014/main" id="{917FFC5B-5BE8-B0AE-CE60-130527BB76FA}"/>
                </a:ext>
              </a:extLst>
            </p:cNvPr>
            <p:cNvSpPr/>
            <p:nvPr/>
          </p:nvSpPr>
          <p:spPr bwMode="auto">
            <a:xfrm>
              <a:off x="8215353" y="1837071"/>
              <a:ext cx="2036775" cy="1180378"/>
            </a:xfrm>
            <a:custGeom>
              <a:avLst/>
              <a:gdLst>
                <a:gd name="T0" fmla="*/ 893 w 912"/>
                <a:gd name="T1" fmla="*/ 245 h 528"/>
                <a:gd name="T2" fmla="*/ 893 w 912"/>
                <a:gd name="T3" fmla="*/ 284 h 528"/>
                <a:gd name="T4" fmla="*/ 492 w 912"/>
                <a:gd name="T5" fmla="*/ 518 h 528"/>
                <a:gd name="T6" fmla="*/ 424 w 912"/>
                <a:gd name="T7" fmla="*/ 518 h 528"/>
                <a:gd name="T8" fmla="*/ 19 w 912"/>
                <a:gd name="T9" fmla="*/ 284 h 528"/>
                <a:gd name="T10" fmla="*/ 19 w 912"/>
                <a:gd name="T11" fmla="*/ 245 h 528"/>
                <a:gd name="T12" fmla="*/ 421 w 912"/>
                <a:gd name="T13" fmla="*/ 11 h 528"/>
                <a:gd name="T14" fmla="*/ 489 w 912"/>
                <a:gd name="T15" fmla="*/ 11 h 528"/>
                <a:gd name="T16" fmla="*/ 893 w 912"/>
                <a:gd name="T17" fmla="*/ 245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2" h="528">
                  <a:moveTo>
                    <a:pt x="893" y="245"/>
                  </a:moveTo>
                  <a:cubicBezTo>
                    <a:pt x="912" y="255"/>
                    <a:pt x="912" y="273"/>
                    <a:pt x="893" y="284"/>
                  </a:cubicBezTo>
                  <a:cubicBezTo>
                    <a:pt x="492" y="518"/>
                    <a:pt x="492" y="518"/>
                    <a:pt x="492" y="518"/>
                  </a:cubicBezTo>
                  <a:cubicBezTo>
                    <a:pt x="473" y="528"/>
                    <a:pt x="442" y="528"/>
                    <a:pt x="424" y="518"/>
                  </a:cubicBezTo>
                  <a:cubicBezTo>
                    <a:pt x="19" y="284"/>
                    <a:pt x="19" y="284"/>
                    <a:pt x="19" y="284"/>
                  </a:cubicBezTo>
                  <a:cubicBezTo>
                    <a:pt x="0" y="273"/>
                    <a:pt x="0" y="255"/>
                    <a:pt x="19" y="245"/>
                  </a:cubicBezTo>
                  <a:cubicBezTo>
                    <a:pt x="421" y="11"/>
                    <a:pt x="421" y="11"/>
                    <a:pt x="421" y="11"/>
                  </a:cubicBezTo>
                  <a:cubicBezTo>
                    <a:pt x="439" y="0"/>
                    <a:pt x="470" y="0"/>
                    <a:pt x="489" y="11"/>
                  </a:cubicBezTo>
                  <a:lnTo>
                    <a:pt x="893" y="245"/>
                  </a:lnTo>
                  <a:close/>
                </a:path>
              </a:pathLst>
            </a:custGeom>
            <a:solidFill>
              <a:srgbClr val="E7EBFF">
                <a:alpha val="50000"/>
              </a:srgbClr>
            </a:solidFill>
            <a:ln>
              <a:solidFill>
                <a:srgbClr val="CDD2F8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76B5DE42-D713-E9DA-BDA3-EFE3D0EE15D5}"/>
                </a:ext>
              </a:extLst>
            </p:cNvPr>
            <p:cNvGrpSpPr/>
            <p:nvPr/>
          </p:nvGrpSpPr>
          <p:grpSpPr>
            <a:xfrm>
              <a:off x="8520160" y="1662462"/>
              <a:ext cx="1427163" cy="1135062"/>
              <a:chOff x="8435976" y="2074863"/>
              <a:chExt cx="1427163" cy="1135062"/>
            </a:xfrm>
          </p:grpSpPr>
          <p:sp>
            <p:nvSpPr>
              <p:cNvPr id="178" name="AutoShape 108">
                <a:extLst>
                  <a:ext uri="{FF2B5EF4-FFF2-40B4-BE49-F238E27FC236}">
                    <a16:creationId xmlns:a16="http://schemas.microsoft.com/office/drawing/2014/main" id="{8D15B55C-38E3-60D8-A9CB-09E70508359C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8443120" y="2079625"/>
                <a:ext cx="1412875" cy="1123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10">
                <a:extLst>
                  <a:ext uri="{FF2B5EF4-FFF2-40B4-BE49-F238E27FC236}">
                    <a16:creationId xmlns:a16="http://schemas.microsoft.com/office/drawing/2014/main" id="{BF0F5CB7-0EFE-70C0-7764-9E157C026811}"/>
                  </a:ext>
                </a:extLst>
              </p:cNvPr>
              <p:cNvSpPr/>
              <p:nvPr/>
            </p:nvSpPr>
            <p:spPr bwMode="auto">
              <a:xfrm>
                <a:off x="8443913" y="2489200"/>
                <a:ext cx="1411288" cy="720725"/>
              </a:xfrm>
              <a:custGeom>
                <a:avLst/>
                <a:gdLst>
                  <a:gd name="T0" fmla="*/ 888 w 902"/>
                  <a:gd name="T1" fmla="*/ 20 h 460"/>
                  <a:gd name="T2" fmla="*/ 487 w 902"/>
                  <a:gd name="T3" fmla="*/ 254 h 460"/>
                  <a:gd name="T4" fmla="*/ 419 w 902"/>
                  <a:gd name="T5" fmla="*/ 254 h 460"/>
                  <a:gd name="T6" fmla="*/ 14 w 902"/>
                  <a:gd name="T7" fmla="*/ 20 h 460"/>
                  <a:gd name="T8" fmla="*/ 0 w 902"/>
                  <a:gd name="T9" fmla="*/ 0 h 460"/>
                  <a:gd name="T10" fmla="*/ 0 w 902"/>
                  <a:gd name="T11" fmla="*/ 196 h 460"/>
                  <a:gd name="T12" fmla="*/ 14 w 902"/>
                  <a:gd name="T13" fmla="*/ 216 h 460"/>
                  <a:gd name="T14" fmla="*/ 418 w 902"/>
                  <a:gd name="T15" fmla="*/ 449 h 460"/>
                  <a:gd name="T16" fmla="*/ 486 w 902"/>
                  <a:gd name="T17" fmla="*/ 449 h 460"/>
                  <a:gd name="T18" fmla="*/ 888 w 902"/>
                  <a:gd name="T19" fmla="*/ 216 h 460"/>
                  <a:gd name="T20" fmla="*/ 902 w 902"/>
                  <a:gd name="T21" fmla="*/ 196 h 460"/>
                  <a:gd name="T22" fmla="*/ 902 w 902"/>
                  <a:gd name="T23" fmla="*/ 0 h 460"/>
                  <a:gd name="T24" fmla="*/ 888 w 902"/>
                  <a:gd name="T25" fmla="*/ 20 h 4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2" h="460">
                    <a:moveTo>
                      <a:pt x="888" y="20"/>
                    </a:moveTo>
                    <a:cubicBezTo>
                      <a:pt x="487" y="254"/>
                      <a:pt x="487" y="254"/>
                      <a:pt x="487" y="254"/>
                    </a:cubicBezTo>
                    <a:cubicBezTo>
                      <a:pt x="468" y="264"/>
                      <a:pt x="437" y="264"/>
                      <a:pt x="419" y="254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5" y="15"/>
                      <a:pt x="0" y="7"/>
                      <a:pt x="0" y="0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0" y="203"/>
                      <a:pt x="4" y="210"/>
                      <a:pt x="14" y="216"/>
                    </a:cubicBezTo>
                    <a:cubicBezTo>
                      <a:pt x="418" y="449"/>
                      <a:pt x="418" y="449"/>
                      <a:pt x="418" y="449"/>
                    </a:cubicBezTo>
                    <a:cubicBezTo>
                      <a:pt x="437" y="460"/>
                      <a:pt x="467" y="460"/>
                      <a:pt x="486" y="449"/>
                    </a:cubicBezTo>
                    <a:cubicBezTo>
                      <a:pt x="888" y="216"/>
                      <a:pt x="888" y="216"/>
                      <a:pt x="888" y="216"/>
                    </a:cubicBezTo>
                    <a:cubicBezTo>
                      <a:pt x="897" y="210"/>
                      <a:pt x="902" y="203"/>
                      <a:pt x="902" y="196"/>
                    </a:cubicBezTo>
                    <a:cubicBezTo>
                      <a:pt x="902" y="0"/>
                      <a:pt x="902" y="0"/>
                      <a:pt x="902" y="0"/>
                    </a:cubicBezTo>
                    <a:cubicBezTo>
                      <a:pt x="902" y="8"/>
                      <a:pt x="898" y="15"/>
                      <a:pt x="888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7EBFF"/>
                  </a:gs>
                  <a:gs pos="100000">
                    <a:srgbClr val="8E9CEF"/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0" name="Freeform 111">
                <a:extLst>
                  <a:ext uri="{FF2B5EF4-FFF2-40B4-BE49-F238E27FC236}">
                    <a16:creationId xmlns:a16="http://schemas.microsoft.com/office/drawing/2014/main" id="{75FA19EF-760B-4A69-8CD3-BC60BB19B831}"/>
                  </a:ext>
                </a:extLst>
              </p:cNvPr>
              <p:cNvSpPr/>
              <p:nvPr/>
            </p:nvSpPr>
            <p:spPr bwMode="auto">
              <a:xfrm>
                <a:off x="8435976" y="2074863"/>
                <a:ext cx="1427163" cy="827088"/>
              </a:xfrm>
              <a:custGeom>
                <a:avLst/>
                <a:gdLst>
                  <a:gd name="T0" fmla="*/ 893 w 912"/>
                  <a:gd name="T1" fmla="*/ 245 h 528"/>
                  <a:gd name="T2" fmla="*/ 893 w 912"/>
                  <a:gd name="T3" fmla="*/ 284 h 528"/>
                  <a:gd name="T4" fmla="*/ 492 w 912"/>
                  <a:gd name="T5" fmla="*/ 518 h 528"/>
                  <a:gd name="T6" fmla="*/ 424 w 912"/>
                  <a:gd name="T7" fmla="*/ 518 h 528"/>
                  <a:gd name="T8" fmla="*/ 19 w 912"/>
                  <a:gd name="T9" fmla="*/ 284 h 528"/>
                  <a:gd name="T10" fmla="*/ 19 w 912"/>
                  <a:gd name="T11" fmla="*/ 245 h 528"/>
                  <a:gd name="T12" fmla="*/ 421 w 912"/>
                  <a:gd name="T13" fmla="*/ 11 h 528"/>
                  <a:gd name="T14" fmla="*/ 489 w 912"/>
                  <a:gd name="T15" fmla="*/ 11 h 528"/>
                  <a:gd name="T16" fmla="*/ 893 w 912"/>
                  <a:gd name="T17" fmla="*/ 245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2" h="528">
                    <a:moveTo>
                      <a:pt x="893" y="245"/>
                    </a:moveTo>
                    <a:cubicBezTo>
                      <a:pt x="912" y="255"/>
                      <a:pt x="912" y="273"/>
                      <a:pt x="893" y="284"/>
                    </a:cubicBezTo>
                    <a:cubicBezTo>
                      <a:pt x="492" y="518"/>
                      <a:pt x="492" y="518"/>
                      <a:pt x="492" y="518"/>
                    </a:cubicBezTo>
                    <a:cubicBezTo>
                      <a:pt x="473" y="528"/>
                      <a:pt x="442" y="528"/>
                      <a:pt x="424" y="518"/>
                    </a:cubicBezTo>
                    <a:cubicBezTo>
                      <a:pt x="19" y="284"/>
                      <a:pt x="19" y="284"/>
                      <a:pt x="19" y="284"/>
                    </a:cubicBezTo>
                    <a:cubicBezTo>
                      <a:pt x="0" y="273"/>
                      <a:pt x="0" y="255"/>
                      <a:pt x="19" y="245"/>
                    </a:cubicBezTo>
                    <a:cubicBezTo>
                      <a:pt x="421" y="11"/>
                      <a:pt x="421" y="11"/>
                      <a:pt x="421" y="11"/>
                    </a:cubicBezTo>
                    <a:cubicBezTo>
                      <a:pt x="439" y="0"/>
                      <a:pt x="470" y="0"/>
                      <a:pt x="489" y="11"/>
                    </a:cubicBezTo>
                    <a:lnTo>
                      <a:pt x="893" y="245"/>
                    </a:lnTo>
                    <a:close/>
                  </a:path>
                </a:pathLst>
              </a:custGeom>
              <a:gradFill flip="none" rotWithShape="1">
                <a:gsLst>
                  <a:gs pos="63000">
                    <a:srgbClr val="F7F8FE"/>
                  </a:gs>
                  <a:gs pos="0">
                    <a:schemeClr val="bg1"/>
                  </a:gs>
                  <a:gs pos="100000">
                    <a:srgbClr val="D4D9F7"/>
                  </a:gs>
                </a:gsLst>
                <a:lin ang="2700000" scaled="1"/>
                <a:tileRect/>
              </a:gradFill>
              <a:ln>
                <a:solidFill>
                  <a:srgbClr val="8E9CEF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D342175F-47F9-D4FA-98EA-679F8B1065DE}"/>
                  </a:ext>
                </a:extLst>
              </p:cNvPr>
              <p:cNvGrpSpPr/>
              <p:nvPr/>
            </p:nvGrpSpPr>
            <p:grpSpPr>
              <a:xfrm>
                <a:off x="8793163" y="2231526"/>
                <a:ext cx="712788" cy="463550"/>
                <a:chOff x="8793163" y="2231526"/>
                <a:chExt cx="712788" cy="463550"/>
              </a:xfrm>
            </p:grpSpPr>
            <p:sp>
              <p:nvSpPr>
                <p:cNvPr id="182" name="Freeform 112">
                  <a:extLst>
                    <a:ext uri="{FF2B5EF4-FFF2-40B4-BE49-F238E27FC236}">
                      <a16:creationId xmlns:a16="http://schemas.microsoft.com/office/drawing/2014/main" id="{34634302-3273-14C7-DF84-BF9E320F7BC1}"/>
                    </a:ext>
                  </a:extLst>
                </p:cNvPr>
                <p:cNvSpPr/>
                <p:nvPr/>
              </p:nvSpPr>
              <p:spPr bwMode="auto">
                <a:xfrm>
                  <a:off x="8798720" y="2437901"/>
                  <a:ext cx="701675" cy="257175"/>
                </a:xfrm>
                <a:custGeom>
                  <a:avLst/>
                  <a:gdLst>
                    <a:gd name="T0" fmla="*/ 439 w 449"/>
                    <a:gd name="T1" fmla="*/ 15 h 164"/>
                    <a:gd name="T2" fmla="*/ 252 w 449"/>
                    <a:gd name="T3" fmla="*/ 124 h 164"/>
                    <a:gd name="T4" fmla="*/ 200 w 449"/>
                    <a:gd name="T5" fmla="*/ 124 h 164"/>
                    <a:gd name="T6" fmla="*/ 11 w 449"/>
                    <a:gd name="T7" fmla="*/ 15 h 164"/>
                    <a:gd name="T8" fmla="*/ 0 w 449"/>
                    <a:gd name="T9" fmla="*/ 0 h 164"/>
                    <a:gd name="T10" fmla="*/ 0 w 449"/>
                    <a:gd name="T11" fmla="*/ 32 h 164"/>
                    <a:gd name="T12" fmla="*/ 11 w 449"/>
                    <a:gd name="T13" fmla="*/ 47 h 164"/>
                    <a:gd name="T14" fmla="*/ 200 w 449"/>
                    <a:gd name="T15" fmla="*/ 156 h 164"/>
                    <a:gd name="T16" fmla="*/ 252 w 449"/>
                    <a:gd name="T17" fmla="*/ 156 h 164"/>
                    <a:gd name="T18" fmla="*/ 439 w 449"/>
                    <a:gd name="T19" fmla="*/ 47 h 164"/>
                    <a:gd name="T20" fmla="*/ 449 w 449"/>
                    <a:gd name="T21" fmla="*/ 32 h 164"/>
                    <a:gd name="T22" fmla="*/ 449 w 449"/>
                    <a:gd name="T23" fmla="*/ 0 h 164"/>
                    <a:gd name="T24" fmla="*/ 439 w 449"/>
                    <a:gd name="T25" fmla="*/ 15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49" h="164">
                      <a:moveTo>
                        <a:pt x="439" y="15"/>
                      </a:moveTo>
                      <a:cubicBezTo>
                        <a:pt x="252" y="124"/>
                        <a:pt x="252" y="124"/>
                        <a:pt x="252" y="124"/>
                      </a:cubicBezTo>
                      <a:cubicBezTo>
                        <a:pt x="237" y="132"/>
                        <a:pt x="214" y="132"/>
                        <a:pt x="200" y="124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4" y="11"/>
                        <a:pt x="0" y="5"/>
                        <a:pt x="0" y="0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0" y="38"/>
                        <a:pt x="4" y="43"/>
                        <a:pt x="11" y="47"/>
                      </a:cubicBezTo>
                      <a:cubicBezTo>
                        <a:pt x="200" y="156"/>
                        <a:pt x="200" y="156"/>
                        <a:pt x="200" y="156"/>
                      </a:cubicBezTo>
                      <a:cubicBezTo>
                        <a:pt x="214" y="164"/>
                        <a:pt x="237" y="164"/>
                        <a:pt x="252" y="156"/>
                      </a:cubicBezTo>
                      <a:cubicBezTo>
                        <a:pt x="439" y="47"/>
                        <a:pt x="439" y="47"/>
                        <a:pt x="439" y="47"/>
                      </a:cubicBezTo>
                      <a:cubicBezTo>
                        <a:pt x="446" y="43"/>
                        <a:pt x="449" y="38"/>
                        <a:pt x="449" y="32"/>
                      </a:cubicBezTo>
                      <a:cubicBezTo>
                        <a:pt x="449" y="0"/>
                        <a:pt x="449" y="0"/>
                        <a:pt x="449" y="0"/>
                      </a:cubicBezTo>
                      <a:cubicBezTo>
                        <a:pt x="449" y="5"/>
                        <a:pt x="446" y="11"/>
                        <a:pt x="439" y="1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E9CEF"/>
                    </a:gs>
                    <a:gs pos="100000">
                      <a:srgbClr val="3749CC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3" name="Freeform 113">
                  <a:extLst>
                    <a:ext uri="{FF2B5EF4-FFF2-40B4-BE49-F238E27FC236}">
                      <a16:creationId xmlns:a16="http://schemas.microsoft.com/office/drawing/2014/main" id="{7FB5C488-5FEC-2A13-2BCD-59B7772678C9}"/>
                    </a:ext>
                  </a:extLst>
                </p:cNvPr>
                <p:cNvSpPr/>
                <p:nvPr/>
              </p:nvSpPr>
              <p:spPr bwMode="auto">
                <a:xfrm>
                  <a:off x="8793163" y="2231526"/>
                  <a:ext cx="712788" cy="412750"/>
                </a:xfrm>
                <a:custGeom>
                  <a:avLst/>
                  <a:gdLst>
                    <a:gd name="T0" fmla="*/ 442 w 456"/>
                    <a:gd name="T1" fmla="*/ 117 h 264"/>
                    <a:gd name="T2" fmla="*/ 442 w 456"/>
                    <a:gd name="T3" fmla="*/ 147 h 264"/>
                    <a:gd name="T4" fmla="*/ 255 w 456"/>
                    <a:gd name="T5" fmla="*/ 256 h 264"/>
                    <a:gd name="T6" fmla="*/ 203 w 456"/>
                    <a:gd name="T7" fmla="*/ 256 h 264"/>
                    <a:gd name="T8" fmla="*/ 14 w 456"/>
                    <a:gd name="T9" fmla="*/ 147 h 264"/>
                    <a:gd name="T10" fmla="*/ 14 w 456"/>
                    <a:gd name="T11" fmla="*/ 117 h 264"/>
                    <a:gd name="T12" fmla="*/ 201 w 456"/>
                    <a:gd name="T13" fmla="*/ 8 h 264"/>
                    <a:gd name="T14" fmla="*/ 253 w 456"/>
                    <a:gd name="T15" fmla="*/ 8 h 264"/>
                    <a:gd name="T16" fmla="*/ 442 w 456"/>
                    <a:gd name="T17" fmla="*/ 117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56" h="264">
                      <a:moveTo>
                        <a:pt x="442" y="117"/>
                      </a:moveTo>
                      <a:cubicBezTo>
                        <a:pt x="456" y="125"/>
                        <a:pt x="456" y="138"/>
                        <a:pt x="442" y="147"/>
                      </a:cubicBezTo>
                      <a:cubicBezTo>
                        <a:pt x="255" y="256"/>
                        <a:pt x="255" y="256"/>
                        <a:pt x="255" y="256"/>
                      </a:cubicBezTo>
                      <a:cubicBezTo>
                        <a:pt x="240" y="264"/>
                        <a:pt x="217" y="264"/>
                        <a:pt x="203" y="256"/>
                      </a:cubicBezTo>
                      <a:cubicBezTo>
                        <a:pt x="14" y="147"/>
                        <a:pt x="14" y="147"/>
                        <a:pt x="14" y="147"/>
                      </a:cubicBezTo>
                      <a:cubicBezTo>
                        <a:pt x="0" y="138"/>
                        <a:pt x="0" y="125"/>
                        <a:pt x="14" y="117"/>
                      </a:cubicBezTo>
                      <a:cubicBezTo>
                        <a:pt x="201" y="8"/>
                        <a:pt x="201" y="8"/>
                        <a:pt x="201" y="8"/>
                      </a:cubicBezTo>
                      <a:cubicBezTo>
                        <a:pt x="216" y="0"/>
                        <a:pt x="239" y="0"/>
                        <a:pt x="253" y="8"/>
                      </a:cubicBezTo>
                      <a:lnTo>
                        <a:pt x="442" y="11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CDD2F8"/>
                    </a:gs>
                    <a:gs pos="100000">
                      <a:srgbClr val="6578F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FD7210EB-A835-2EC9-CA0C-C3C11FA44E63}"/>
              </a:ext>
            </a:extLst>
          </p:cNvPr>
          <p:cNvGrpSpPr/>
          <p:nvPr/>
        </p:nvGrpSpPr>
        <p:grpSpPr>
          <a:xfrm>
            <a:off x="8685863" y="2208525"/>
            <a:ext cx="1631059" cy="3314276"/>
            <a:chOff x="8877600" y="1687453"/>
            <a:chExt cx="1631059" cy="3314276"/>
          </a:xfrm>
        </p:grpSpPr>
        <p:grpSp>
          <p:nvGrpSpPr>
            <p:cNvPr id="158" name="组合 157">
              <a:extLst>
                <a:ext uri="{FF2B5EF4-FFF2-40B4-BE49-F238E27FC236}">
                  <a16:creationId xmlns:a16="http://schemas.microsoft.com/office/drawing/2014/main" id="{7DA41E5F-22A6-AEC5-B362-2399FCF6A637}"/>
                </a:ext>
              </a:extLst>
            </p:cNvPr>
            <p:cNvGrpSpPr/>
            <p:nvPr/>
          </p:nvGrpSpPr>
          <p:grpSpPr>
            <a:xfrm>
              <a:off x="8877600" y="1687453"/>
              <a:ext cx="1631059" cy="1085080"/>
              <a:chOff x="8215353" y="1662462"/>
              <a:chExt cx="2036775" cy="1354987"/>
            </a:xfrm>
          </p:grpSpPr>
          <p:sp>
            <p:nvSpPr>
              <p:cNvPr id="168" name="Freeform 111">
                <a:extLst>
                  <a:ext uri="{FF2B5EF4-FFF2-40B4-BE49-F238E27FC236}">
                    <a16:creationId xmlns:a16="http://schemas.microsoft.com/office/drawing/2014/main" id="{0A407B3A-851E-506B-A80B-C67F7AC2F218}"/>
                  </a:ext>
                </a:extLst>
              </p:cNvPr>
              <p:cNvSpPr/>
              <p:nvPr/>
            </p:nvSpPr>
            <p:spPr bwMode="auto">
              <a:xfrm>
                <a:off x="8215353" y="1837071"/>
                <a:ext cx="2036775" cy="1180378"/>
              </a:xfrm>
              <a:custGeom>
                <a:avLst/>
                <a:gdLst>
                  <a:gd name="T0" fmla="*/ 893 w 912"/>
                  <a:gd name="T1" fmla="*/ 245 h 528"/>
                  <a:gd name="T2" fmla="*/ 893 w 912"/>
                  <a:gd name="T3" fmla="*/ 284 h 528"/>
                  <a:gd name="T4" fmla="*/ 492 w 912"/>
                  <a:gd name="T5" fmla="*/ 518 h 528"/>
                  <a:gd name="T6" fmla="*/ 424 w 912"/>
                  <a:gd name="T7" fmla="*/ 518 h 528"/>
                  <a:gd name="T8" fmla="*/ 19 w 912"/>
                  <a:gd name="T9" fmla="*/ 284 h 528"/>
                  <a:gd name="T10" fmla="*/ 19 w 912"/>
                  <a:gd name="T11" fmla="*/ 245 h 528"/>
                  <a:gd name="T12" fmla="*/ 421 w 912"/>
                  <a:gd name="T13" fmla="*/ 11 h 528"/>
                  <a:gd name="T14" fmla="*/ 489 w 912"/>
                  <a:gd name="T15" fmla="*/ 11 h 528"/>
                  <a:gd name="T16" fmla="*/ 893 w 912"/>
                  <a:gd name="T17" fmla="*/ 245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2" h="528">
                    <a:moveTo>
                      <a:pt x="893" y="245"/>
                    </a:moveTo>
                    <a:cubicBezTo>
                      <a:pt x="912" y="255"/>
                      <a:pt x="912" y="273"/>
                      <a:pt x="893" y="284"/>
                    </a:cubicBezTo>
                    <a:cubicBezTo>
                      <a:pt x="492" y="518"/>
                      <a:pt x="492" y="518"/>
                      <a:pt x="492" y="518"/>
                    </a:cubicBezTo>
                    <a:cubicBezTo>
                      <a:pt x="473" y="528"/>
                      <a:pt x="442" y="528"/>
                      <a:pt x="424" y="518"/>
                    </a:cubicBezTo>
                    <a:cubicBezTo>
                      <a:pt x="19" y="284"/>
                      <a:pt x="19" y="284"/>
                      <a:pt x="19" y="284"/>
                    </a:cubicBezTo>
                    <a:cubicBezTo>
                      <a:pt x="0" y="273"/>
                      <a:pt x="0" y="255"/>
                      <a:pt x="19" y="245"/>
                    </a:cubicBezTo>
                    <a:cubicBezTo>
                      <a:pt x="421" y="11"/>
                      <a:pt x="421" y="11"/>
                      <a:pt x="421" y="11"/>
                    </a:cubicBezTo>
                    <a:cubicBezTo>
                      <a:pt x="439" y="0"/>
                      <a:pt x="470" y="0"/>
                      <a:pt x="489" y="11"/>
                    </a:cubicBezTo>
                    <a:lnTo>
                      <a:pt x="893" y="245"/>
                    </a:lnTo>
                    <a:close/>
                  </a:path>
                </a:pathLst>
              </a:custGeom>
              <a:solidFill>
                <a:srgbClr val="E7EBFF">
                  <a:alpha val="50000"/>
                </a:srgbClr>
              </a:solidFill>
              <a:ln>
                <a:solidFill>
                  <a:srgbClr val="CDD2F8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169" name="组合 168">
                <a:extLst>
                  <a:ext uri="{FF2B5EF4-FFF2-40B4-BE49-F238E27FC236}">
                    <a16:creationId xmlns:a16="http://schemas.microsoft.com/office/drawing/2014/main" id="{C3A3E770-E251-52EA-EEFB-5938699734A3}"/>
                  </a:ext>
                </a:extLst>
              </p:cNvPr>
              <p:cNvGrpSpPr/>
              <p:nvPr/>
            </p:nvGrpSpPr>
            <p:grpSpPr>
              <a:xfrm>
                <a:off x="8520160" y="1662462"/>
                <a:ext cx="1427163" cy="1135062"/>
                <a:chOff x="8435976" y="2074863"/>
                <a:chExt cx="1427163" cy="1135062"/>
              </a:xfrm>
            </p:grpSpPr>
            <p:sp>
              <p:nvSpPr>
                <p:cNvPr id="170" name="AutoShape 108">
                  <a:extLst>
                    <a:ext uri="{FF2B5EF4-FFF2-40B4-BE49-F238E27FC236}">
                      <a16:creationId xmlns:a16="http://schemas.microsoft.com/office/drawing/2014/main" id="{968AEAF9-1332-E334-C5B8-430FCF1E40E9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8443120" y="2079625"/>
                  <a:ext cx="1412875" cy="11239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1" name="Freeform 110">
                  <a:extLst>
                    <a:ext uri="{FF2B5EF4-FFF2-40B4-BE49-F238E27FC236}">
                      <a16:creationId xmlns:a16="http://schemas.microsoft.com/office/drawing/2014/main" id="{3AC62971-94DE-BA7A-5BA1-0B9708CE39D7}"/>
                    </a:ext>
                  </a:extLst>
                </p:cNvPr>
                <p:cNvSpPr/>
                <p:nvPr/>
              </p:nvSpPr>
              <p:spPr bwMode="auto">
                <a:xfrm>
                  <a:off x="8443913" y="2489200"/>
                  <a:ext cx="1411288" cy="720725"/>
                </a:xfrm>
                <a:custGeom>
                  <a:avLst/>
                  <a:gdLst>
                    <a:gd name="T0" fmla="*/ 888 w 902"/>
                    <a:gd name="T1" fmla="*/ 20 h 460"/>
                    <a:gd name="T2" fmla="*/ 487 w 902"/>
                    <a:gd name="T3" fmla="*/ 254 h 460"/>
                    <a:gd name="T4" fmla="*/ 419 w 902"/>
                    <a:gd name="T5" fmla="*/ 254 h 460"/>
                    <a:gd name="T6" fmla="*/ 14 w 902"/>
                    <a:gd name="T7" fmla="*/ 20 h 460"/>
                    <a:gd name="T8" fmla="*/ 0 w 902"/>
                    <a:gd name="T9" fmla="*/ 0 h 460"/>
                    <a:gd name="T10" fmla="*/ 0 w 902"/>
                    <a:gd name="T11" fmla="*/ 196 h 460"/>
                    <a:gd name="T12" fmla="*/ 14 w 902"/>
                    <a:gd name="T13" fmla="*/ 216 h 460"/>
                    <a:gd name="T14" fmla="*/ 418 w 902"/>
                    <a:gd name="T15" fmla="*/ 449 h 460"/>
                    <a:gd name="T16" fmla="*/ 486 w 902"/>
                    <a:gd name="T17" fmla="*/ 449 h 460"/>
                    <a:gd name="T18" fmla="*/ 888 w 902"/>
                    <a:gd name="T19" fmla="*/ 216 h 460"/>
                    <a:gd name="T20" fmla="*/ 902 w 902"/>
                    <a:gd name="T21" fmla="*/ 196 h 460"/>
                    <a:gd name="T22" fmla="*/ 902 w 902"/>
                    <a:gd name="T23" fmla="*/ 0 h 460"/>
                    <a:gd name="T24" fmla="*/ 888 w 902"/>
                    <a:gd name="T25" fmla="*/ 20 h 4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02" h="460">
                      <a:moveTo>
                        <a:pt x="888" y="20"/>
                      </a:moveTo>
                      <a:cubicBezTo>
                        <a:pt x="487" y="254"/>
                        <a:pt x="487" y="254"/>
                        <a:pt x="487" y="254"/>
                      </a:cubicBezTo>
                      <a:cubicBezTo>
                        <a:pt x="468" y="264"/>
                        <a:pt x="437" y="264"/>
                        <a:pt x="419" y="254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5" y="15"/>
                        <a:pt x="0" y="7"/>
                        <a:pt x="0" y="0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203"/>
                        <a:pt x="4" y="210"/>
                        <a:pt x="14" y="216"/>
                      </a:cubicBezTo>
                      <a:cubicBezTo>
                        <a:pt x="418" y="449"/>
                        <a:pt x="418" y="449"/>
                        <a:pt x="418" y="449"/>
                      </a:cubicBezTo>
                      <a:cubicBezTo>
                        <a:pt x="437" y="460"/>
                        <a:pt x="467" y="460"/>
                        <a:pt x="486" y="449"/>
                      </a:cubicBezTo>
                      <a:cubicBezTo>
                        <a:pt x="888" y="216"/>
                        <a:pt x="888" y="216"/>
                        <a:pt x="888" y="216"/>
                      </a:cubicBezTo>
                      <a:cubicBezTo>
                        <a:pt x="897" y="210"/>
                        <a:pt x="902" y="203"/>
                        <a:pt x="902" y="196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02" y="8"/>
                        <a:pt x="898" y="15"/>
                        <a:pt x="888" y="2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2" name="Freeform 111">
                  <a:extLst>
                    <a:ext uri="{FF2B5EF4-FFF2-40B4-BE49-F238E27FC236}">
                      <a16:creationId xmlns:a16="http://schemas.microsoft.com/office/drawing/2014/main" id="{8A468DD2-B1B2-023E-ABE5-76663C5F0A1B}"/>
                    </a:ext>
                  </a:extLst>
                </p:cNvPr>
                <p:cNvSpPr/>
                <p:nvPr/>
              </p:nvSpPr>
              <p:spPr bwMode="auto">
                <a:xfrm>
                  <a:off x="8435976" y="2074863"/>
                  <a:ext cx="1427163" cy="827088"/>
                </a:xfrm>
                <a:custGeom>
                  <a:avLst/>
                  <a:gdLst>
                    <a:gd name="T0" fmla="*/ 893 w 912"/>
                    <a:gd name="T1" fmla="*/ 245 h 528"/>
                    <a:gd name="T2" fmla="*/ 893 w 912"/>
                    <a:gd name="T3" fmla="*/ 284 h 528"/>
                    <a:gd name="T4" fmla="*/ 492 w 912"/>
                    <a:gd name="T5" fmla="*/ 518 h 528"/>
                    <a:gd name="T6" fmla="*/ 424 w 912"/>
                    <a:gd name="T7" fmla="*/ 518 h 528"/>
                    <a:gd name="T8" fmla="*/ 19 w 912"/>
                    <a:gd name="T9" fmla="*/ 284 h 528"/>
                    <a:gd name="T10" fmla="*/ 19 w 912"/>
                    <a:gd name="T11" fmla="*/ 245 h 528"/>
                    <a:gd name="T12" fmla="*/ 421 w 912"/>
                    <a:gd name="T13" fmla="*/ 11 h 528"/>
                    <a:gd name="T14" fmla="*/ 489 w 912"/>
                    <a:gd name="T15" fmla="*/ 11 h 528"/>
                    <a:gd name="T16" fmla="*/ 893 w 912"/>
                    <a:gd name="T17" fmla="*/ 245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2" h="528">
                      <a:moveTo>
                        <a:pt x="893" y="245"/>
                      </a:moveTo>
                      <a:cubicBezTo>
                        <a:pt x="912" y="255"/>
                        <a:pt x="912" y="273"/>
                        <a:pt x="893" y="284"/>
                      </a:cubicBezTo>
                      <a:cubicBezTo>
                        <a:pt x="492" y="518"/>
                        <a:pt x="492" y="518"/>
                        <a:pt x="492" y="518"/>
                      </a:cubicBezTo>
                      <a:cubicBezTo>
                        <a:pt x="473" y="528"/>
                        <a:pt x="442" y="528"/>
                        <a:pt x="424" y="518"/>
                      </a:cubicBezTo>
                      <a:cubicBezTo>
                        <a:pt x="19" y="284"/>
                        <a:pt x="19" y="284"/>
                        <a:pt x="19" y="284"/>
                      </a:cubicBezTo>
                      <a:cubicBezTo>
                        <a:pt x="0" y="273"/>
                        <a:pt x="0" y="255"/>
                        <a:pt x="19" y="245"/>
                      </a:cubicBezTo>
                      <a:cubicBezTo>
                        <a:pt x="421" y="11"/>
                        <a:pt x="421" y="11"/>
                        <a:pt x="421" y="11"/>
                      </a:cubicBezTo>
                      <a:cubicBezTo>
                        <a:pt x="439" y="0"/>
                        <a:pt x="470" y="0"/>
                        <a:pt x="489" y="11"/>
                      </a:cubicBezTo>
                      <a:lnTo>
                        <a:pt x="893" y="245"/>
                      </a:lnTo>
                      <a:close/>
                    </a:path>
                  </a:pathLst>
                </a:custGeom>
                <a:gradFill flip="none" rotWithShape="1">
                  <a:gsLst>
                    <a:gs pos="63000">
                      <a:srgbClr val="F7F8FE"/>
                    </a:gs>
                    <a:gs pos="0">
                      <a:schemeClr val="bg1"/>
                    </a:gs>
                    <a:gs pos="100000">
                      <a:srgbClr val="D4D9F7"/>
                    </a:gs>
                  </a:gsLst>
                  <a:lin ang="2700000" scaled="1"/>
                  <a:tileRect/>
                </a:gradFill>
                <a:ln>
                  <a:solidFill>
                    <a:srgbClr val="8E9CE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/>
                </a:p>
              </p:txBody>
            </p:sp>
            <p:grpSp>
              <p:nvGrpSpPr>
                <p:cNvPr id="173" name="组合 172">
                  <a:extLst>
                    <a:ext uri="{FF2B5EF4-FFF2-40B4-BE49-F238E27FC236}">
                      <a16:creationId xmlns:a16="http://schemas.microsoft.com/office/drawing/2014/main" id="{DE60BBF7-F741-26C8-E409-5147DDAA59FE}"/>
                    </a:ext>
                  </a:extLst>
                </p:cNvPr>
                <p:cNvGrpSpPr/>
                <p:nvPr/>
              </p:nvGrpSpPr>
              <p:grpSpPr>
                <a:xfrm>
                  <a:off x="8793163" y="2231526"/>
                  <a:ext cx="712788" cy="463550"/>
                  <a:chOff x="8793163" y="2231526"/>
                  <a:chExt cx="712788" cy="463550"/>
                </a:xfrm>
              </p:grpSpPr>
              <p:sp>
                <p:nvSpPr>
                  <p:cNvPr id="174" name="Freeform 112">
                    <a:extLst>
                      <a:ext uri="{FF2B5EF4-FFF2-40B4-BE49-F238E27FC236}">
                        <a16:creationId xmlns:a16="http://schemas.microsoft.com/office/drawing/2014/main" id="{A4F977E0-23E4-FA5D-9073-EDCB61C2C2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8720" y="2437901"/>
                    <a:ext cx="701675" cy="257175"/>
                  </a:xfrm>
                  <a:custGeom>
                    <a:avLst/>
                    <a:gdLst>
                      <a:gd name="T0" fmla="*/ 439 w 449"/>
                      <a:gd name="T1" fmla="*/ 15 h 164"/>
                      <a:gd name="T2" fmla="*/ 252 w 449"/>
                      <a:gd name="T3" fmla="*/ 124 h 164"/>
                      <a:gd name="T4" fmla="*/ 200 w 449"/>
                      <a:gd name="T5" fmla="*/ 124 h 164"/>
                      <a:gd name="T6" fmla="*/ 11 w 449"/>
                      <a:gd name="T7" fmla="*/ 15 h 164"/>
                      <a:gd name="T8" fmla="*/ 0 w 449"/>
                      <a:gd name="T9" fmla="*/ 0 h 164"/>
                      <a:gd name="T10" fmla="*/ 0 w 449"/>
                      <a:gd name="T11" fmla="*/ 32 h 164"/>
                      <a:gd name="T12" fmla="*/ 11 w 449"/>
                      <a:gd name="T13" fmla="*/ 47 h 164"/>
                      <a:gd name="T14" fmla="*/ 200 w 449"/>
                      <a:gd name="T15" fmla="*/ 156 h 164"/>
                      <a:gd name="T16" fmla="*/ 252 w 449"/>
                      <a:gd name="T17" fmla="*/ 156 h 164"/>
                      <a:gd name="T18" fmla="*/ 439 w 449"/>
                      <a:gd name="T19" fmla="*/ 47 h 164"/>
                      <a:gd name="T20" fmla="*/ 449 w 449"/>
                      <a:gd name="T21" fmla="*/ 32 h 164"/>
                      <a:gd name="T22" fmla="*/ 449 w 449"/>
                      <a:gd name="T23" fmla="*/ 0 h 164"/>
                      <a:gd name="T24" fmla="*/ 439 w 449"/>
                      <a:gd name="T25" fmla="*/ 15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49" h="164">
                        <a:moveTo>
                          <a:pt x="439" y="15"/>
                        </a:moveTo>
                        <a:cubicBezTo>
                          <a:pt x="252" y="124"/>
                          <a:pt x="252" y="124"/>
                          <a:pt x="252" y="124"/>
                        </a:cubicBezTo>
                        <a:cubicBezTo>
                          <a:pt x="237" y="132"/>
                          <a:pt x="214" y="132"/>
                          <a:pt x="200" y="124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4" y="11"/>
                          <a:pt x="0" y="5"/>
                          <a:pt x="0" y="0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0" y="38"/>
                          <a:pt x="4" y="43"/>
                          <a:pt x="11" y="47"/>
                        </a:cubicBezTo>
                        <a:cubicBezTo>
                          <a:pt x="200" y="156"/>
                          <a:pt x="200" y="156"/>
                          <a:pt x="200" y="156"/>
                        </a:cubicBezTo>
                        <a:cubicBezTo>
                          <a:pt x="214" y="164"/>
                          <a:pt x="237" y="164"/>
                          <a:pt x="252" y="156"/>
                        </a:cubicBezTo>
                        <a:cubicBezTo>
                          <a:pt x="439" y="47"/>
                          <a:pt x="439" y="47"/>
                          <a:pt x="439" y="47"/>
                        </a:cubicBezTo>
                        <a:cubicBezTo>
                          <a:pt x="446" y="43"/>
                          <a:pt x="449" y="38"/>
                          <a:pt x="449" y="32"/>
                        </a:cubicBezTo>
                        <a:cubicBezTo>
                          <a:pt x="449" y="0"/>
                          <a:pt x="449" y="0"/>
                          <a:pt x="449" y="0"/>
                        </a:cubicBezTo>
                        <a:cubicBezTo>
                          <a:pt x="449" y="5"/>
                          <a:pt x="446" y="11"/>
                          <a:pt x="439" y="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8E9CEF"/>
                      </a:gs>
                      <a:gs pos="100000">
                        <a:srgbClr val="3749CC"/>
                      </a:gs>
                    </a:gsLst>
                    <a:lin ang="54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75" name="Freeform 113">
                    <a:extLst>
                      <a:ext uri="{FF2B5EF4-FFF2-40B4-BE49-F238E27FC236}">
                        <a16:creationId xmlns:a16="http://schemas.microsoft.com/office/drawing/2014/main" id="{EB6EBE77-7E7E-8253-4F06-0A3A8FC438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3163" y="2231526"/>
                    <a:ext cx="712788" cy="412750"/>
                  </a:xfrm>
                  <a:custGeom>
                    <a:avLst/>
                    <a:gdLst>
                      <a:gd name="T0" fmla="*/ 442 w 456"/>
                      <a:gd name="T1" fmla="*/ 117 h 264"/>
                      <a:gd name="T2" fmla="*/ 442 w 456"/>
                      <a:gd name="T3" fmla="*/ 147 h 264"/>
                      <a:gd name="T4" fmla="*/ 255 w 456"/>
                      <a:gd name="T5" fmla="*/ 256 h 264"/>
                      <a:gd name="T6" fmla="*/ 203 w 456"/>
                      <a:gd name="T7" fmla="*/ 256 h 264"/>
                      <a:gd name="T8" fmla="*/ 14 w 456"/>
                      <a:gd name="T9" fmla="*/ 147 h 264"/>
                      <a:gd name="T10" fmla="*/ 14 w 456"/>
                      <a:gd name="T11" fmla="*/ 117 h 264"/>
                      <a:gd name="T12" fmla="*/ 201 w 456"/>
                      <a:gd name="T13" fmla="*/ 8 h 264"/>
                      <a:gd name="T14" fmla="*/ 253 w 456"/>
                      <a:gd name="T15" fmla="*/ 8 h 264"/>
                      <a:gd name="T16" fmla="*/ 442 w 456"/>
                      <a:gd name="T17" fmla="*/ 117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56" h="264">
                        <a:moveTo>
                          <a:pt x="442" y="117"/>
                        </a:moveTo>
                        <a:cubicBezTo>
                          <a:pt x="456" y="125"/>
                          <a:pt x="456" y="138"/>
                          <a:pt x="442" y="147"/>
                        </a:cubicBezTo>
                        <a:cubicBezTo>
                          <a:pt x="255" y="256"/>
                          <a:pt x="255" y="256"/>
                          <a:pt x="255" y="256"/>
                        </a:cubicBezTo>
                        <a:cubicBezTo>
                          <a:pt x="240" y="264"/>
                          <a:pt x="217" y="264"/>
                          <a:pt x="203" y="256"/>
                        </a:cubicBezTo>
                        <a:cubicBezTo>
                          <a:pt x="14" y="147"/>
                          <a:pt x="14" y="147"/>
                          <a:pt x="14" y="147"/>
                        </a:cubicBezTo>
                        <a:cubicBezTo>
                          <a:pt x="0" y="138"/>
                          <a:pt x="0" y="125"/>
                          <a:pt x="14" y="117"/>
                        </a:cubicBezTo>
                        <a:cubicBezTo>
                          <a:pt x="201" y="8"/>
                          <a:pt x="201" y="8"/>
                          <a:pt x="201" y="8"/>
                        </a:cubicBezTo>
                        <a:cubicBezTo>
                          <a:pt x="216" y="0"/>
                          <a:pt x="239" y="0"/>
                          <a:pt x="253" y="8"/>
                        </a:cubicBezTo>
                        <a:lnTo>
                          <a:pt x="442" y="1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A17A2B55-78B6-854D-3767-C8AD36DACB7D}"/>
                </a:ext>
              </a:extLst>
            </p:cNvPr>
            <p:cNvGrpSpPr/>
            <p:nvPr/>
          </p:nvGrpSpPr>
          <p:grpSpPr>
            <a:xfrm>
              <a:off x="8877600" y="3916649"/>
              <a:ext cx="1631059" cy="1085080"/>
              <a:chOff x="8215353" y="1662462"/>
              <a:chExt cx="2036775" cy="1354987"/>
            </a:xfrm>
          </p:grpSpPr>
          <p:sp>
            <p:nvSpPr>
              <p:cNvPr id="160" name="Freeform 111">
                <a:extLst>
                  <a:ext uri="{FF2B5EF4-FFF2-40B4-BE49-F238E27FC236}">
                    <a16:creationId xmlns:a16="http://schemas.microsoft.com/office/drawing/2014/main" id="{92A32CBE-7839-701D-7FE6-AE3C5B88C105}"/>
                  </a:ext>
                </a:extLst>
              </p:cNvPr>
              <p:cNvSpPr/>
              <p:nvPr/>
            </p:nvSpPr>
            <p:spPr bwMode="auto">
              <a:xfrm>
                <a:off x="8215353" y="1837071"/>
                <a:ext cx="2036775" cy="1180378"/>
              </a:xfrm>
              <a:custGeom>
                <a:avLst/>
                <a:gdLst>
                  <a:gd name="T0" fmla="*/ 893 w 912"/>
                  <a:gd name="T1" fmla="*/ 245 h 528"/>
                  <a:gd name="T2" fmla="*/ 893 w 912"/>
                  <a:gd name="T3" fmla="*/ 284 h 528"/>
                  <a:gd name="T4" fmla="*/ 492 w 912"/>
                  <a:gd name="T5" fmla="*/ 518 h 528"/>
                  <a:gd name="T6" fmla="*/ 424 w 912"/>
                  <a:gd name="T7" fmla="*/ 518 h 528"/>
                  <a:gd name="T8" fmla="*/ 19 w 912"/>
                  <a:gd name="T9" fmla="*/ 284 h 528"/>
                  <a:gd name="T10" fmla="*/ 19 w 912"/>
                  <a:gd name="T11" fmla="*/ 245 h 528"/>
                  <a:gd name="T12" fmla="*/ 421 w 912"/>
                  <a:gd name="T13" fmla="*/ 11 h 528"/>
                  <a:gd name="T14" fmla="*/ 489 w 912"/>
                  <a:gd name="T15" fmla="*/ 11 h 528"/>
                  <a:gd name="T16" fmla="*/ 893 w 912"/>
                  <a:gd name="T17" fmla="*/ 245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2" h="528">
                    <a:moveTo>
                      <a:pt x="893" y="245"/>
                    </a:moveTo>
                    <a:cubicBezTo>
                      <a:pt x="912" y="255"/>
                      <a:pt x="912" y="273"/>
                      <a:pt x="893" y="284"/>
                    </a:cubicBezTo>
                    <a:cubicBezTo>
                      <a:pt x="492" y="518"/>
                      <a:pt x="492" y="518"/>
                      <a:pt x="492" y="518"/>
                    </a:cubicBezTo>
                    <a:cubicBezTo>
                      <a:pt x="473" y="528"/>
                      <a:pt x="442" y="528"/>
                      <a:pt x="424" y="518"/>
                    </a:cubicBezTo>
                    <a:cubicBezTo>
                      <a:pt x="19" y="284"/>
                      <a:pt x="19" y="284"/>
                      <a:pt x="19" y="284"/>
                    </a:cubicBezTo>
                    <a:cubicBezTo>
                      <a:pt x="0" y="273"/>
                      <a:pt x="0" y="255"/>
                      <a:pt x="19" y="245"/>
                    </a:cubicBezTo>
                    <a:cubicBezTo>
                      <a:pt x="421" y="11"/>
                      <a:pt x="421" y="11"/>
                      <a:pt x="421" y="11"/>
                    </a:cubicBezTo>
                    <a:cubicBezTo>
                      <a:pt x="439" y="0"/>
                      <a:pt x="470" y="0"/>
                      <a:pt x="489" y="11"/>
                    </a:cubicBezTo>
                    <a:lnTo>
                      <a:pt x="893" y="245"/>
                    </a:lnTo>
                    <a:close/>
                  </a:path>
                </a:pathLst>
              </a:custGeom>
              <a:solidFill>
                <a:srgbClr val="E7EBFF">
                  <a:alpha val="50000"/>
                </a:srgbClr>
              </a:solidFill>
              <a:ln>
                <a:solidFill>
                  <a:srgbClr val="CDD2F8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161" name="组合 160">
                <a:extLst>
                  <a:ext uri="{FF2B5EF4-FFF2-40B4-BE49-F238E27FC236}">
                    <a16:creationId xmlns:a16="http://schemas.microsoft.com/office/drawing/2014/main" id="{475AE16B-78B7-1F34-1A77-1EB9DFCE60C0}"/>
                  </a:ext>
                </a:extLst>
              </p:cNvPr>
              <p:cNvGrpSpPr/>
              <p:nvPr/>
            </p:nvGrpSpPr>
            <p:grpSpPr>
              <a:xfrm>
                <a:off x="8520160" y="1662462"/>
                <a:ext cx="1427163" cy="1135062"/>
                <a:chOff x="8435976" y="2074863"/>
                <a:chExt cx="1427163" cy="1135062"/>
              </a:xfrm>
            </p:grpSpPr>
            <p:sp>
              <p:nvSpPr>
                <p:cNvPr id="162" name="AutoShape 108">
                  <a:extLst>
                    <a:ext uri="{FF2B5EF4-FFF2-40B4-BE49-F238E27FC236}">
                      <a16:creationId xmlns:a16="http://schemas.microsoft.com/office/drawing/2014/main" id="{4B20CFCA-CFA9-28F9-457F-C1203DF6965B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8443120" y="2079625"/>
                  <a:ext cx="1412875" cy="11239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3" name="Freeform 110">
                  <a:extLst>
                    <a:ext uri="{FF2B5EF4-FFF2-40B4-BE49-F238E27FC236}">
                      <a16:creationId xmlns:a16="http://schemas.microsoft.com/office/drawing/2014/main" id="{587D76EC-7654-89F0-CEA7-D296D492E054}"/>
                    </a:ext>
                  </a:extLst>
                </p:cNvPr>
                <p:cNvSpPr/>
                <p:nvPr/>
              </p:nvSpPr>
              <p:spPr bwMode="auto">
                <a:xfrm>
                  <a:off x="8443913" y="2489200"/>
                  <a:ext cx="1411288" cy="720725"/>
                </a:xfrm>
                <a:custGeom>
                  <a:avLst/>
                  <a:gdLst>
                    <a:gd name="T0" fmla="*/ 888 w 902"/>
                    <a:gd name="T1" fmla="*/ 20 h 460"/>
                    <a:gd name="T2" fmla="*/ 487 w 902"/>
                    <a:gd name="T3" fmla="*/ 254 h 460"/>
                    <a:gd name="T4" fmla="*/ 419 w 902"/>
                    <a:gd name="T5" fmla="*/ 254 h 460"/>
                    <a:gd name="T6" fmla="*/ 14 w 902"/>
                    <a:gd name="T7" fmla="*/ 20 h 460"/>
                    <a:gd name="T8" fmla="*/ 0 w 902"/>
                    <a:gd name="T9" fmla="*/ 0 h 460"/>
                    <a:gd name="T10" fmla="*/ 0 w 902"/>
                    <a:gd name="T11" fmla="*/ 196 h 460"/>
                    <a:gd name="T12" fmla="*/ 14 w 902"/>
                    <a:gd name="T13" fmla="*/ 216 h 460"/>
                    <a:gd name="T14" fmla="*/ 418 w 902"/>
                    <a:gd name="T15" fmla="*/ 449 h 460"/>
                    <a:gd name="T16" fmla="*/ 486 w 902"/>
                    <a:gd name="T17" fmla="*/ 449 h 460"/>
                    <a:gd name="T18" fmla="*/ 888 w 902"/>
                    <a:gd name="T19" fmla="*/ 216 h 460"/>
                    <a:gd name="T20" fmla="*/ 902 w 902"/>
                    <a:gd name="T21" fmla="*/ 196 h 460"/>
                    <a:gd name="T22" fmla="*/ 902 w 902"/>
                    <a:gd name="T23" fmla="*/ 0 h 460"/>
                    <a:gd name="T24" fmla="*/ 888 w 902"/>
                    <a:gd name="T25" fmla="*/ 20 h 4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02" h="460">
                      <a:moveTo>
                        <a:pt x="888" y="20"/>
                      </a:moveTo>
                      <a:cubicBezTo>
                        <a:pt x="487" y="254"/>
                        <a:pt x="487" y="254"/>
                        <a:pt x="487" y="254"/>
                      </a:cubicBezTo>
                      <a:cubicBezTo>
                        <a:pt x="468" y="264"/>
                        <a:pt x="437" y="264"/>
                        <a:pt x="419" y="254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5" y="15"/>
                        <a:pt x="0" y="7"/>
                        <a:pt x="0" y="0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203"/>
                        <a:pt x="4" y="210"/>
                        <a:pt x="14" y="216"/>
                      </a:cubicBezTo>
                      <a:cubicBezTo>
                        <a:pt x="418" y="449"/>
                        <a:pt x="418" y="449"/>
                        <a:pt x="418" y="449"/>
                      </a:cubicBezTo>
                      <a:cubicBezTo>
                        <a:pt x="437" y="460"/>
                        <a:pt x="467" y="460"/>
                        <a:pt x="486" y="449"/>
                      </a:cubicBezTo>
                      <a:cubicBezTo>
                        <a:pt x="888" y="216"/>
                        <a:pt x="888" y="216"/>
                        <a:pt x="888" y="216"/>
                      </a:cubicBezTo>
                      <a:cubicBezTo>
                        <a:pt x="897" y="210"/>
                        <a:pt x="902" y="203"/>
                        <a:pt x="902" y="196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02" y="8"/>
                        <a:pt x="898" y="15"/>
                        <a:pt x="888" y="2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7EBFF"/>
                    </a:gs>
                    <a:gs pos="100000">
                      <a:srgbClr val="8E9CEF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64" name="Freeform 111">
                  <a:extLst>
                    <a:ext uri="{FF2B5EF4-FFF2-40B4-BE49-F238E27FC236}">
                      <a16:creationId xmlns:a16="http://schemas.microsoft.com/office/drawing/2014/main" id="{12D5A965-2052-94E9-8DAB-F2FF3C5655CD}"/>
                    </a:ext>
                  </a:extLst>
                </p:cNvPr>
                <p:cNvSpPr/>
                <p:nvPr/>
              </p:nvSpPr>
              <p:spPr bwMode="auto">
                <a:xfrm>
                  <a:off x="8435976" y="2074863"/>
                  <a:ext cx="1427163" cy="827088"/>
                </a:xfrm>
                <a:custGeom>
                  <a:avLst/>
                  <a:gdLst>
                    <a:gd name="T0" fmla="*/ 893 w 912"/>
                    <a:gd name="T1" fmla="*/ 245 h 528"/>
                    <a:gd name="T2" fmla="*/ 893 w 912"/>
                    <a:gd name="T3" fmla="*/ 284 h 528"/>
                    <a:gd name="T4" fmla="*/ 492 w 912"/>
                    <a:gd name="T5" fmla="*/ 518 h 528"/>
                    <a:gd name="T6" fmla="*/ 424 w 912"/>
                    <a:gd name="T7" fmla="*/ 518 h 528"/>
                    <a:gd name="T8" fmla="*/ 19 w 912"/>
                    <a:gd name="T9" fmla="*/ 284 h 528"/>
                    <a:gd name="T10" fmla="*/ 19 w 912"/>
                    <a:gd name="T11" fmla="*/ 245 h 528"/>
                    <a:gd name="T12" fmla="*/ 421 w 912"/>
                    <a:gd name="T13" fmla="*/ 11 h 528"/>
                    <a:gd name="T14" fmla="*/ 489 w 912"/>
                    <a:gd name="T15" fmla="*/ 11 h 528"/>
                    <a:gd name="T16" fmla="*/ 893 w 912"/>
                    <a:gd name="T17" fmla="*/ 245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2" h="528">
                      <a:moveTo>
                        <a:pt x="893" y="245"/>
                      </a:moveTo>
                      <a:cubicBezTo>
                        <a:pt x="912" y="255"/>
                        <a:pt x="912" y="273"/>
                        <a:pt x="893" y="284"/>
                      </a:cubicBezTo>
                      <a:cubicBezTo>
                        <a:pt x="492" y="518"/>
                        <a:pt x="492" y="518"/>
                        <a:pt x="492" y="518"/>
                      </a:cubicBezTo>
                      <a:cubicBezTo>
                        <a:pt x="473" y="528"/>
                        <a:pt x="442" y="528"/>
                        <a:pt x="424" y="518"/>
                      </a:cubicBezTo>
                      <a:cubicBezTo>
                        <a:pt x="19" y="284"/>
                        <a:pt x="19" y="284"/>
                        <a:pt x="19" y="284"/>
                      </a:cubicBezTo>
                      <a:cubicBezTo>
                        <a:pt x="0" y="273"/>
                        <a:pt x="0" y="255"/>
                        <a:pt x="19" y="245"/>
                      </a:cubicBezTo>
                      <a:cubicBezTo>
                        <a:pt x="421" y="11"/>
                        <a:pt x="421" y="11"/>
                        <a:pt x="421" y="11"/>
                      </a:cubicBezTo>
                      <a:cubicBezTo>
                        <a:pt x="439" y="0"/>
                        <a:pt x="470" y="0"/>
                        <a:pt x="489" y="11"/>
                      </a:cubicBezTo>
                      <a:lnTo>
                        <a:pt x="893" y="245"/>
                      </a:lnTo>
                      <a:close/>
                    </a:path>
                  </a:pathLst>
                </a:custGeom>
                <a:gradFill flip="none" rotWithShape="1">
                  <a:gsLst>
                    <a:gs pos="63000">
                      <a:srgbClr val="F7F8FE"/>
                    </a:gs>
                    <a:gs pos="0">
                      <a:schemeClr val="bg1"/>
                    </a:gs>
                    <a:gs pos="100000">
                      <a:srgbClr val="D4D9F7"/>
                    </a:gs>
                  </a:gsLst>
                  <a:lin ang="2700000" scaled="1"/>
                  <a:tileRect/>
                </a:gradFill>
                <a:ln>
                  <a:solidFill>
                    <a:srgbClr val="8E9CEF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/>
                </a:p>
              </p:txBody>
            </p:sp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65FDEA18-4A53-0F73-1BC3-BC810D94B2B7}"/>
                    </a:ext>
                  </a:extLst>
                </p:cNvPr>
                <p:cNvGrpSpPr/>
                <p:nvPr/>
              </p:nvGrpSpPr>
              <p:grpSpPr>
                <a:xfrm>
                  <a:off x="8793163" y="2231526"/>
                  <a:ext cx="712788" cy="463550"/>
                  <a:chOff x="8793163" y="2231526"/>
                  <a:chExt cx="712788" cy="463550"/>
                </a:xfrm>
              </p:grpSpPr>
              <p:sp>
                <p:nvSpPr>
                  <p:cNvPr id="166" name="Freeform 112">
                    <a:extLst>
                      <a:ext uri="{FF2B5EF4-FFF2-40B4-BE49-F238E27FC236}">
                        <a16:creationId xmlns:a16="http://schemas.microsoft.com/office/drawing/2014/main" id="{40FB7A99-6518-B7A8-0E6C-70E3995995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8720" y="2437901"/>
                    <a:ext cx="701675" cy="257175"/>
                  </a:xfrm>
                  <a:custGeom>
                    <a:avLst/>
                    <a:gdLst>
                      <a:gd name="T0" fmla="*/ 439 w 449"/>
                      <a:gd name="T1" fmla="*/ 15 h 164"/>
                      <a:gd name="T2" fmla="*/ 252 w 449"/>
                      <a:gd name="T3" fmla="*/ 124 h 164"/>
                      <a:gd name="T4" fmla="*/ 200 w 449"/>
                      <a:gd name="T5" fmla="*/ 124 h 164"/>
                      <a:gd name="T6" fmla="*/ 11 w 449"/>
                      <a:gd name="T7" fmla="*/ 15 h 164"/>
                      <a:gd name="T8" fmla="*/ 0 w 449"/>
                      <a:gd name="T9" fmla="*/ 0 h 164"/>
                      <a:gd name="T10" fmla="*/ 0 w 449"/>
                      <a:gd name="T11" fmla="*/ 32 h 164"/>
                      <a:gd name="T12" fmla="*/ 11 w 449"/>
                      <a:gd name="T13" fmla="*/ 47 h 164"/>
                      <a:gd name="T14" fmla="*/ 200 w 449"/>
                      <a:gd name="T15" fmla="*/ 156 h 164"/>
                      <a:gd name="T16" fmla="*/ 252 w 449"/>
                      <a:gd name="T17" fmla="*/ 156 h 164"/>
                      <a:gd name="T18" fmla="*/ 439 w 449"/>
                      <a:gd name="T19" fmla="*/ 47 h 164"/>
                      <a:gd name="T20" fmla="*/ 449 w 449"/>
                      <a:gd name="T21" fmla="*/ 32 h 164"/>
                      <a:gd name="T22" fmla="*/ 449 w 449"/>
                      <a:gd name="T23" fmla="*/ 0 h 164"/>
                      <a:gd name="T24" fmla="*/ 439 w 449"/>
                      <a:gd name="T25" fmla="*/ 15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49" h="164">
                        <a:moveTo>
                          <a:pt x="439" y="15"/>
                        </a:moveTo>
                        <a:cubicBezTo>
                          <a:pt x="252" y="124"/>
                          <a:pt x="252" y="124"/>
                          <a:pt x="252" y="124"/>
                        </a:cubicBezTo>
                        <a:cubicBezTo>
                          <a:pt x="237" y="132"/>
                          <a:pt x="214" y="132"/>
                          <a:pt x="200" y="124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4" y="11"/>
                          <a:pt x="0" y="5"/>
                          <a:pt x="0" y="0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0" y="38"/>
                          <a:pt x="4" y="43"/>
                          <a:pt x="11" y="47"/>
                        </a:cubicBezTo>
                        <a:cubicBezTo>
                          <a:pt x="200" y="156"/>
                          <a:pt x="200" y="156"/>
                          <a:pt x="200" y="156"/>
                        </a:cubicBezTo>
                        <a:cubicBezTo>
                          <a:pt x="214" y="164"/>
                          <a:pt x="237" y="164"/>
                          <a:pt x="252" y="156"/>
                        </a:cubicBezTo>
                        <a:cubicBezTo>
                          <a:pt x="439" y="47"/>
                          <a:pt x="439" y="47"/>
                          <a:pt x="439" y="47"/>
                        </a:cubicBezTo>
                        <a:cubicBezTo>
                          <a:pt x="446" y="43"/>
                          <a:pt x="449" y="38"/>
                          <a:pt x="449" y="32"/>
                        </a:cubicBezTo>
                        <a:cubicBezTo>
                          <a:pt x="449" y="0"/>
                          <a:pt x="449" y="0"/>
                          <a:pt x="449" y="0"/>
                        </a:cubicBezTo>
                        <a:cubicBezTo>
                          <a:pt x="449" y="5"/>
                          <a:pt x="446" y="11"/>
                          <a:pt x="439" y="1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8E9CEF"/>
                      </a:gs>
                      <a:gs pos="100000">
                        <a:srgbClr val="3749CC"/>
                      </a:gs>
                    </a:gsLst>
                    <a:lin ang="540000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167" name="Freeform 113">
                    <a:extLst>
                      <a:ext uri="{FF2B5EF4-FFF2-40B4-BE49-F238E27FC236}">
                        <a16:creationId xmlns:a16="http://schemas.microsoft.com/office/drawing/2014/main" id="{3DB5973D-3762-D2AF-9833-18C0BFB2B41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793163" y="2231526"/>
                    <a:ext cx="712788" cy="412750"/>
                  </a:xfrm>
                  <a:custGeom>
                    <a:avLst/>
                    <a:gdLst>
                      <a:gd name="T0" fmla="*/ 442 w 456"/>
                      <a:gd name="T1" fmla="*/ 117 h 264"/>
                      <a:gd name="T2" fmla="*/ 442 w 456"/>
                      <a:gd name="T3" fmla="*/ 147 h 264"/>
                      <a:gd name="T4" fmla="*/ 255 w 456"/>
                      <a:gd name="T5" fmla="*/ 256 h 264"/>
                      <a:gd name="T6" fmla="*/ 203 w 456"/>
                      <a:gd name="T7" fmla="*/ 256 h 264"/>
                      <a:gd name="T8" fmla="*/ 14 w 456"/>
                      <a:gd name="T9" fmla="*/ 147 h 264"/>
                      <a:gd name="T10" fmla="*/ 14 w 456"/>
                      <a:gd name="T11" fmla="*/ 117 h 264"/>
                      <a:gd name="T12" fmla="*/ 201 w 456"/>
                      <a:gd name="T13" fmla="*/ 8 h 264"/>
                      <a:gd name="T14" fmla="*/ 253 w 456"/>
                      <a:gd name="T15" fmla="*/ 8 h 264"/>
                      <a:gd name="T16" fmla="*/ 442 w 456"/>
                      <a:gd name="T17" fmla="*/ 117 h 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56" h="264">
                        <a:moveTo>
                          <a:pt x="442" y="117"/>
                        </a:moveTo>
                        <a:cubicBezTo>
                          <a:pt x="456" y="125"/>
                          <a:pt x="456" y="138"/>
                          <a:pt x="442" y="147"/>
                        </a:cubicBezTo>
                        <a:cubicBezTo>
                          <a:pt x="255" y="256"/>
                          <a:pt x="255" y="256"/>
                          <a:pt x="255" y="256"/>
                        </a:cubicBezTo>
                        <a:cubicBezTo>
                          <a:pt x="240" y="264"/>
                          <a:pt x="217" y="264"/>
                          <a:pt x="203" y="256"/>
                        </a:cubicBezTo>
                        <a:cubicBezTo>
                          <a:pt x="14" y="147"/>
                          <a:pt x="14" y="147"/>
                          <a:pt x="14" y="147"/>
                        </a:cubicBezTo>
                        <a:cubicBezTo>
                          <a:pt x="0" y="138"/>
                          <a:pt x="0" y="125"/>
                          <a:pt x="14" y="117"/>
                        </a:cubicBezTo>
                        <a:cubicBezTo>
                          <a:pt x="201" y="8"/>
                          <a:pt x="201" y="8"/>
                          <a:pt x="201" y="8"/>
                        </a:cubicBezTo>
                        <a:cubicBezTo>
                          <a:pt x="216" y="0"/>
                          <a:pt x="239" y="0"/>
                          <a:pt x="253" y="8"/>
                        </a:cubicBezTo>
                        <a:lnTo>
                          <a:pt x="442" y="117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DD2F8"/>
                      </a:gs>
                      <a:gs pos="100000">
                        <a:srgbClr val="6578F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48" name="图形 61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3DBBFB18-4BD9-BDF0-F846-DDFA0C353B12}"/>
              </a:ext>
            </a:extLst>
          </p:cNvPr>
          <p:cNvSpPr/>
          <p:nvPr/>
        </p:nvSpPr>
        <p:spPr>
          <a:xfrm>
            <a:off x="2218628" y="2232349"/>
            <a:ext cx="266492" cy="296102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85725 w 171450"/>
              <a:gd name="connsiteY17" fmla="*/ 57150 h 190500"/>
              <a:gd name="connsiteX18" fmla="*/ 114300 w 171450"/>
              <a:gd name="connsiteY18" fmla="*/ 85725 h 190500"/>
              <a:gd name="connsiteX19" fmla="*/ 85725 w 171450"/>
              <a:gd name="connsiteY19" fmla="*/ 114300 h 190500"/>
              <a:gd name="connsiteX20" fmla="*/ 57150 w 171450"/>
              <a:gd name="connsiteY20" fmla="*/ 85725 h 190500"/>
              <a:gd name="connsiteX21" fmla="*/ 85725 w 171450"/>
              <a:gd name="connsiteY21" fmla="*/ 57150 h 190500"/>
              <a:gd name="connsiteX22" fmla="*/ 142875 w 171450"/>
              <a:gd name="connsiteY22" fmla="*/ 171450 h 190500"/>
              <a:gd name="connsiteX23" fmla="*/ 28575 w 171450"/>
              <a:gd name="connsiteY23" fmla="*/ 171450 h 190500"/>
              <a:gd name="connsiteX24" fmla="*/ 28575 w 171450"/>
              <a:gd name="connsiteY24" fmla="*/ 158115 h 190500"/>
              <a:gd name="connsiteX25" fmla="*/ 85725 w 171450"/>
              <a:gd name="connsiteY25" fmla="*/ 128588 h 190500"/>
              <a:gd name="connsiteX26" fmla="*/ 142875 w 171450"/>
              <a:gd name="connsiteY26" fmla="*/ 158115 h 190500"/>
              <a:gd name="connsiteX27" fmla="*/ 142875 w 171450"/>
              <a:gd name="connsiteY27" fmla="*/ 17145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85725" y="57150"/>
                </a:moveTo>
                <a:cubicBezTo>
                  <a:pt x="101537" y="57150"/>
                  <a:pt x="114300" y="69914"/>
                  <a:pt x="114300" y="85725"/>
                </a:cubicBezTo>
                <a:cubicBezTo>
                  <a:pt x="114300" y="101537"/>
                  <a:pt x="101537" y="114300"/>
                  <a:pt x="85725" y="114300"/>
                </a:cubicBezTo>
                <a:cubicBezTo>
                  <a:pt x="69914" y="114300"/>
                  <a:pt x="57150" y="101537"/>
                  <a:pt x="57150" y="85725"/>
                </a:cubicBezTo>
                <a:cubicBezTo>
                  <a:pt x="57150" y="69914"/>
                  <a:pt x="69914" y="57150"/>
                  <a:pt x="85725" y="57150"/>
                </a:cubicBezTo>
                <a:close/>
                <a:moveTo>
                  <a:pt x="142875" y="171450"/>
                </a:moveTo>
                <a:lnTo>
                  <a:pt x="28575" y="171450"/>
                </a:lnTo>
                <a:lnTo>
                  <a:pt x="28575" y="158115"/>
                </a:lnTo>
                <a:cubicBezTo>
                  <a:pt x="28575" y="139065"/>
                  <a:pt x="66675" y="128588"/>
                  <a:pt x="85725" y="128588"/>
                </a:cubicBezTo>
                <a:cubicBezTo>
                  <a:pt x="104775" y="128588"/>
                  <a:pt x="142875" y="139065"/>
                  <a:pt x="142875" y="158115"/>
                </a:cubicBezTo>
                <a:lnTo>
                  <a:pt x="142875" y="17145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8E9CEF"/>
              </a:gs>
            </a:gsLst>
            <a:lin ang="10800000" scaled="1"/>
          </a:gradFill>
          <a:ln w="9525" cap="flat">
            <a:noFill/>
            <a:prstDash val="solid"/>
            <a:miter/>
          </a:ln>
          <a:scene3d>
            <a:camera prst="isometricLeftDown"/>
            <a:lightRig rig="threePt" dir="t"/>
          </a:scene3d>
          <a:sp3d extrusionH="38100" prstMaterial="flat">
            <a:extrusionClr>
              <a:srgbClr val="FAF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9" name="图形 63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1E2094DB-3E40-4327-B4BF-1691E4884C88}"/>
              </a:ext>
            </a:extLst>
          </p:cNvPr>
          <p:cNvSpPr/>
          <p:nvPr/>
        </p:nvSpPr>
        <p:spPr>
          <a:xfrm>
            <a:off x="2235783" y="4451288"/>
            <a:ext cx="266492" cy="296102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95250 w 171450"/>
              <a:gd name="connsiteY12" fmla="*/ 161925 h 190500"/>
              <a:gd name="connsiteX13" fmla="*/ 76200 w 171450"/>
              <a:gd name="connsiteY13" fmla="*/ 161925 h 190500"/>
              <a:gd name="connsiteX14" fmla="*/ 76200 w 171450"/>
              <a:gd name="connsiteY14" fmla="*/ 142875 h 190500"/>
              <a:gd name="connsiteX15" fmla="*/ 95250 w 171450"/>
              <a:gd name="connsiteY15" fmla="*/ 142875 h 190500"/>
              <a:gd name="connsiteX16" fmla="*/ 95250 w 171450"/>
              <a:gd name="connsiteY16" fmla="*/ 161925 h 190500"/>
              <a:gd name="connsiteX17" fmla="*/ 95250 w 171450"/>
              <a:gd name="connsiteY17" fmla="*/ 123825 h 190500"/>
              <a:gd name="connsiteX18" fmla="*/ 76200 w 171450"/>
              <a:gd name="connsiteY18" fmla="*/ 123825 h 190500"/>
              <a:gd name="connsiteX19" fmla="*/ 76200 w 171450"/>
              <a:gd name="connsiteY19" fmla="*/ 66675 h 190500"/>
              <a:gd name="connsiteX20" fmla="*/ 95250 w 171450"/>
              <a:gd name="connsiteY20" fmla="*/ 66675 h 190500"/>
              <a:gd name="connsiteX21" fmla="*/ 95250 w 171450"/>
              <a:gd name="connsiteY21" fmla="*/ 123825 h 190500"/>
              <a:gd name="connsiteX22" fmla="*/ 85725 w 171450"/>
              <a:gd name="connsiteY22" fmla="*/ 38100 h 190500"/>
              <a:gd name="connsiteX23" fmla="*/ 76200 w 171450"/>
              <a:gd name="connsiteY23" fmla="*/ 28575 h 190500"/>
              <a:gd name="connsiteX24" fmla="*/ 85725 w 171450"/>
              <a:gd name="connsiteY24" fmla="*/ 19050 h 190500"/>
              <a:gd name="connsiteX25" fmla="*/ 95250 w 171450"/>
              <a:gd name="connsiteY25" fmla="*/ 28575 h 190500"/>
              <a:gd name="connsiteX26" fmla="*/ 85725 w 171450"/>
              <a:gd name="connsiteY26" fmla="*/ 381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95250" y="161925"/>
                </a:moveTo>
                <a:lnTo>
                  <a:pt x="76200" y="161925"/>
                </a:lnTo>
                <a:lnTo>
                  <a:pt x="76200" y="142875"/>
                </a:lnTo>
                <a:lnTo>
                  <a:pt x="95250" y="142875"/>
                </a:lnTo>
                <a:lnTo>
                  <a:pt x="95250" y="161925"/>
                </a:lnTo>
                <a:close/>
                <a:moveTo>
                  <a:pt x="95250" y="123825"/>
                </a:moveTo>
                <a:lnTo>
                  <a:pt x="76200" y="123825"/>
                </a:lnTo>
                <a:lnTo>
                  <a:pt x="76200" y="66675"/>
                </a:lnTo>
                <a:lnTo>
                  <a:pt x="95250" y="66675"/>
                </a:lnTo>
                <a:lnTo>
                  <a:pt x="95250" y="123825"/>
                </a:lnTo>
                <a:close/>
                <a:moveTo>
                  <a:pt x="85725" y="38100"/>
                </a:move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8E9CEF"/>
              </a:gs>
            </a:gsLst>
            <a:lin ang="10800000" scaled="1"/>
          </a:gradFill>
          <a:ln w="9525" cap="flat">
            <a:noFill/>
            <a:prstDash val="solid"/>
            <a:miter/>
          </a:ln>
          <a:scene3d>
            <a:camera prst="isometricLeftDown"/>
            <a:lightRig rig="threePt" dir="t"/>
          </a:scene3d>
          <a:sp3d extrusionH="38100" prstMaterial="flat">
            <a:extrusionClr>
              <a:srgbClr val="FAF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0" name="图形 6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4EAC3D87-A80D-6D74-B2B3-041981C74778}"/>
              </a:ext>
            </a:extLst>
          </p:cNvPr>
          <p:cNvSpPr/>
          <p:nvPr/>
        </p:nvSpPr>
        <p:spPr>
          <a:xfrm>
            <a:off x="9368146" y="2256751"/>
            <a:ext cx="266492" cy="296102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123825 w 171450"/>
              <a:gd name="connsiteY17" fmla="*/ 133350 h 190500"/>
              <a:gd name="connsiteX18" fmla="*/ 85725 w 171450"/>
              <a:gd name="connsiteY18" fmla="*/ 133350 h 190500"/>
              <a:gd name="connsiteX19" fmla="*/ 85725 w 171450"/>
              <a:gd name="connsiteY19" fmla="*/ 161925 h 190500"/>
              <a:gd name="connsiteX20" fmla="*/ 38100 w 171450"/>
              <a:gd name="connsiteY20" fmla="*/ 114300 h 190500"/>
              <a:gd name="connsiteX21" fmla="*/ 85725 w 171450"/>
              <a:gd name="connsiteY21" fmla="*/ 66675 h 190500"/>
              <a:gd name="connsiteX22" fmla="*/ 85725 w 171450"/>
              <a:gd name="connsiteY22" fmla="*/ 95250 h 190500"/>
              <a:gd name="connsiteX23" fmla="*/ 123825 w 171450"/>
              <a:gd name="connsiteY23" fmla="*/ 95250 h 190500"/>
              <a:gd name="connsiteX24" fmla="*/ 123825 w 171450"/>
              <a:gd name="connsiteY24" fmla="*/ 13335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123825" y="133350"/>
                </a:moveTo>
                <a:lnTo>
                  <a:pt x="85725" y="133350"/>
                </a:lnTo>
                <a:lnTo>
                  <a:pt x="85725" y="161925"/>
                </a:lnTo>
                <a:lnTo>
                  <a:pt x="38100" y="114300"/>
                </a:lnTo>
                <a:lnTo>
                  <a:pt x="85725" y="66675"/>
                </a:lnTo>
                <a:lnTo>
                  <a:pt x="85725" y="95250"/>
                </a:lnTo>
                <a:lnTo>
                  <a:pt x="123825" y="95250"/>
                </a:lnTo>
                <a:lnTo>
                  <a:pt x="123825" y="13335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8E9CEF"/>
              </a:gs>
            </a:gsLst>
            <a:lin ang="10800000" scaled="1"/>
          </a:gradFill>
          <a:ln w="9525" cap="flat">
            <a:noFill/>
            <a:prstDash val="solid"/>
            <a:miter/>
          </a:ln>
          <a:scene3d>
            <a:camera prst="isometricLeftDown"/>
            <a:lightRig rig="threePt" dir="t"/>
          </a:scene3d>
          <a:sp3d extrusionH="38100" prstMaterial="flat">
            <a:extrusionClr>
              <a:srgbClr val="FAF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1" name="图形 85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3910FBAB-21D0-7709-9144-D5D9778D4BB7}"/>
              </a:ext>
            </a:extLst>
          </p:cNvPr>
          <p:cNvSpPr/>
          <p:nvPr/>
        </p:nvSpPr>
        <p:spPr>
          <a:xfrm>
            <a:off x="5757033" y="5473993"/>
            <a:ext cx="266492" cy="296102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66675 w 171450"/>
              <a:gd name="connsiteY17" fmla="*/ 152400 h 190500"/>
              <a:gd name="connsiteX18" fmla="*/ 28575 w 171450"/>
              <a:gd name="connsiteY18" fmla="*/ 114300 h 190500"/>
              <a:gd name="connsiteX19" fmla="*/ 42005 w 171450"/>
              <a:gd name="connsiteY19" fmla="*/ 100870 h 190500"/>
              <a:gd name="connsiteX20" fmla="*/ 66675 w 171450"/>
              <a:gd name="connsiteY20" fmla="*/ 125444 h 190500"/>
              <a:gd name="connsiteX21" fmla="*/ 129445 w 171450"/>
              <a:gd name="connsiteY21" fmla="*/ 62675 h 190500"/>
              <a:gd name="connsiteX22" fmla="*/ 142875 w 171450"/>
              <a:gd name="connsiteY22" fmla="*/ 76200 h 190500"/>
              <a:gd name="connsiteX23" fmla="*/ 66675 w 171450"/>
              <a:gd name="connsiteY23" fmla="*/ 1524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66675" y="152400"/>
                </a:moveTo>
                <a:lnTo>
                  <a:pt x="28575" y="114300"/>
                </a:lnTo>
                <a:lnTo>
                  <a:pt x="42005" y="100870"/>
                </a:lnTo>
                <a:lnTo>
                  <a:pt x="66675" y="125444"/>
                </a:lnTo>
                <a:lnTo>
                  <a:pt x="129445" y="62675"/>
                </a:lnTo>
                <a:lnTo>
                  <a:pt x="142875" y="76200"/>
                </a:lnTo>
                <a:lnTo>
                  <a:pt x="66675" y="152400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8E9CEF"/>
              </a:gs>
            </a:gsLst>
            <a:lin ang="10800000" scaled="1"/>
          </a:gradFill>
          <a:ln w="9525" cap="flat">
            <a:noFill/>
            <a:prstDash val="solid"/>
            <a:miter/>
          </a:ln>
          <a:scene3d>
            <a:camera prst="isometricLeftDown"/>
            <a:lightRig rig="threePt" dir="t"/>
          </a:scene3d>
          <a:sp3d extrusionH="38100" prstMaterial="flat">
            <a:extrusionClr>
              <a:srgbClr val="FAF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2" name="图形 87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AC10F0DA-9875-9399-2A29-4DCD7D7FD147}"/>
              </a:ext>
            </a:extLst>
          </p:cNvPr>
          <p:cNvSpPr/>
          <p:nvPr/>
        </p:nvSpPr>
        <p:spPr>
          <a:xfrm>
            <a:off x="9369295" y="4492780"/>
            <a:ext cx="266492" cy="296102"/>
          </a:xfrm>
          <a:custGeom>
            <a:avLst/>
            <a:gdLst>
              <a:gd name="connsiteX0" fmla="*/ 152400 w 171450"/>
              <a:gd name="connsiteY0" fmla="*/ 19050 h 190500"/>
              <a:gd name="connsiteX1" fmla="*/ 112586 w 171450"/>
              <a:gd name="connsiteY1" fmla="*/ 19050 h 190500"/>
              <a:gd name="connsiteX2" fmla="*/ 85725 w 171450"/>
              <a:gd name="connsiteY2" fmla="*/ 0 h 190500"/>
              <a:gd name="connsiteX3" fmla="*/ 58865 w 171450"/>
              <a:gd name="connsiteY3" fmla="*/ 19050 h 190500"/>
              <a:gd name="connsiteX4" fmla="*/ 19050 w 171450"/>
              <a:gd name="connsiteY4" fmla="*/ 19050 h 190500"/>
              <a:gd name="connsiteX5" fmla="*/ 0 w 171450"/>
              <a:gd name="connsiteY5" fmla="*/ 38100 h 190500"/>
              <a:gd name="connsiteX6" fmla="*/ 0 w 171450"/>
              <a:gd name="connsiteY6" fmla="*/ 171450 h 190500"/>
              <a:gd name="connsiteX7" fmla="*/ 19050 w 171450"/>
              <a:gd name="connsiteY7" fmla="*/ 190500 h 190500"/>
              <a:gd name="connsiteX8" fmla="*/ 152400 w 171450"/>
              <a:gd name="connsiteY8" fmla="*/ 190500 h 190500"/>
              <a:gd name="connsiteX9" fmla="*/ 171450 w 171450"/>
              <a:gd name="connsiteY9" fmla="*/ 171450 h 190500"/>
              <a:gd name="connsiteX10" fmla="*/ 171450 w 171450"/>
              <a:gd name="connsiteY10" fmla="*/ 38100 h 190500"/>
              <a:gd name="connsiteX11" fmla="*/ 152400 w 171450"/>
              <a:gd name="connsiteY11" fmla="*/ 19050 h 190500"/>
              <a:gd name="connsiteX12" fmla="*/ 85725 w 171450"/>
              <a:gd name="connsiteY12" fmla="*/ 19050 h 190500"/>
              <a:gd name="connsiteX13" fmla="*/ 95250 w 171450"/>
              <a:gd name="connsiteY13" fmla="*/ 28575 h 190500"/>
              <a:gd name="connsiteX14" fmla="*/ 85725 w 171450"/>
              <a:gd name="connsiteY14" fmla="*/ 38100 h 190500"/>
              <a:gd name="connsiteX15" fmla="*/ 76200 w 171450"/>
              <a:gd name="connsiteY15" fmla="*/ 28575 h 190500"/>
              <a:gd name="connsiteX16" fmla="*/ 85725 w 171450"/>
              <a:gd name="connsiteY16" fmla="*/ 19050 h 190500"/>
              <a:gd name="connsiteX17" fmla="*/ 85725 w 171450"/>
              <a:gd name="connsiteY17" fmla="*/ 161925 h 190500"/>
              <a:gd name="connsiteX18" fmla="*/ 38100 w 171450"/>
              <a:gd name="connsiteY18" fmla="*/ 114300 h 190500"/>
              <a:gd name="connsiteX19" fmla="*/ 66675 w 171450"/>
              <a:gd name="connsiteY19" fmla="*/ 114300 h 190500"/>
              <a:gd name="connsiteX20" fmla="*/ 66675 w 171450"/>
              <a:gd name="connsiteY20" fmla="*/ 76200 h 190500"/>
              <a:gd name="connsiteX21" fmla="*/ 104775 w 171450"/>
              <a:gd name="connsiteY21" fmla="*/ 76200 h 190500"/>
              <a:gd name="connsiteX22" fmla="*/ 104775 w 171450"/>
              <a:gd name="connsiteY22" fmla="*/ 114300 h 190500"/>
              <a:gd name="connsiteX23" fmla="*/ 133350 w 171450"/>
              <a:gd name="connsiteY23" fmla="*/ 114300 h 190500"/>
              <a:gd name="connsiteX24" fmla="*/ 85725 w 171450"/>
              <a:gd name="connsiteY24" fmla="*/ 1619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71450" h="190500">
                <a:moveTo>
                  <a:pt x="152400" y="19050"/>
                </a:moveTo>
                <a:lnTo>
                  <a:pt x="112586" y="19050"/>
                </a:lnTo>
                <a:cubicBezTo>
                  <a:pt x="108585" y="8001"/>
                  <a:pt x="98108" y="0"/>
                  <a:pt x="85725" y="0"/>
                </a:cubicBezTo>
                <a:cubicBezTo>
                  <a:pt x="73343" y="0"/>
                  <a:pt x="62865" y="8001"/>
                  <a:pt x="58865" y="19050"/>
                </a:cubicBezTo>
                <a:lnTo>
                  <a:pt x="19050" y="19050"/>
                </a:lnTo>
                <a:cubicBezTo>
                  <a:pt x="8573" y="19050"/>
                  <a:pt x="0" y="27623"/>
                  <a:pt x="0" y="38100"/>
                </a:cubicBez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cubicBezTo>
                  <a:pt x="162878" y="190500"/>
                  <a:pt x="171450" y="181928"/>
                  <a:pt x="171450" y="171450"/>
                </a:cubicBezTo>
                <a:lnTo>
                  <a:pt x="171450" y="38100"/>
                </a:lnTo>
                <a:cubicBezTo>
                  <a:pt x="171450" y="27623"/>
                  <a:pt x="162878" y="19050"/>
                  <a:pt x="152400" y="19050"/>
                </a:cubicBezTo>
                <a:close/>
                <a:moveTo>
                  <a:pt x="85725" y="19050"/>
                </a:moveTo>
                <a:cubicBezTo>
                  <a:pt x="90964" y="19050"/>
                  <a:pt x="95250" y="23336"/>
                  <a:pt x="95250" y="28575"/>
                </a:cubicBezTo>
                <a:cubicBezTo>
                  <a:pt x="95250" y="33814"/>
                  <a:pt x="90964" y="38100"/>
                  <a:pt x="85725" y="38100"/>
                </a:cubicBezTo>
                <a:cubicBezTo>
                  <a:pt x="80486" y="38100"/>
                  <a:pt x="76200" y="33814"/>
                  <a:pt x="76200" y="28575"/>
                </a:cubicBezTo>
                <a:cubicBezTo>
                  <a:pt x="76200" y="23336"/>
                  <a:pt x="80486" y="19050"/>
                  <a:pt x="85725" y="19050"/>
                </a:cubicBezTo>
                <a:close/>
                <a:moveTo>
                  <a:pt x="85725" y="161925"/>
                </a:moveTo>
                <a:lnTo>
                  <a:pt x="38100" y="114300"/>
                </a:lnTo>
                <a:lnTo>
                  <a:pt x="66675" y="114300"/>
                </a:lnTo>
                <a:lnTo>
                  <a:pt x="66675" y="76200"/>
                </a:lnTo>
                <a:lnTo>
                  <a:pt x="104775" y="76200"/>
                </a:lnTo>
                <a:lnTo>
                  <a:pt x="104775" y="114300"/>
                </a:lnTo>
                <a:lnTo>
                  <a:pt x="133350" y="114300"/>
                </a:lnTo>
                <a:lnTo>
                  <a:pt x="85725" y="161925"/>
                </a:lnTo>
                <a:close/>
              </a:path>
            </a:pathLst>
          </a:custGeom>
          <a:gradFill>
            <a:gsLst>
              <a:gs pos="0">
                <a:srgbClr val="3749CC"/>
              </a:gs>
              <a:gs pos="100000">
                <a:srgbClr val="8E9CEF"/>
              </a:gs>
            </a:gsLst>
            <a:lin ang="10800000" scaled="1"/>
          </a:gradFill>
          <a:ln w="9525" cap="flat">
            <a:noFill/>
            <a:prstDash val="solid"/>
            <a:miter/>
          </a:ln>
          <a:scene3d>
            <a:camera prst="isometricLeftDown"/>
            <a:lightRig rig="threePt" dir="t"/>
          </a:scene3d>
          <a:sp3d extrusionH="38100" prstMaterial="flat">
            <a:extrusionClr>
              <a:srgbClr val="FAFBFF"/>
            </a:extrusionClr>
          </a:sp3d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3" name="文本框 13491">
            <a:extLst>
              <a:ext uri="{FF2B5EF4-FFF2-40B4-BE49-F238E27FC236}">
                <a16:creationId xmlns:a16="http://schemas.microsoft.com/office/drawing/2014/main" id="{5EBA6934-51E0-0669-C611-17F88C606351}"/>
              </a:ext>
            </a:extLst>
          </p:cNvPr>
          <p:cNvSpPr txBox="1"/>
          <p:nvPr/>
        </p:nvSpPr>
        <p:spPr>
          <a:xfrm>
            <a:off x="1626078" y="185735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多模态深度评估</a:t>
            </a:r>
          </a:p>
        </p:txBody>
      </p:sp>
      <p:sp>
        <p:nvSpPr>
          <p:cNvPr id="154" name="文本框 13492">
            <a:extLst>
              <a:ext uri="{FF2B5EF4-FFF2-40B4-BE49-F238E27FC236}">
                <a16:creationId xmlns:a16="http://schemas.microsoft.com/office/drawing/2014/main" id="{2C40D97C-E55E-17E6-C014-02F52B722E30}"/>
              </a:ext>
            </a:extLst>
          </p:cNvPr>
          <p:cNvSpPr txBox="1"/>
          <p:nvPr/>
        </p:nvSpPr>
        <p:spPr>
          <a:xfrm>
            <a:off x="1657791" y="4112500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智能标注溯源</a:t>
            </a:r>
          </a:p>
        </p:txBody>
      </p:sp>
      <p:sp>
        <p:nvSpPr>
          <p:cNvPr id="155" name="文本框 13493">
            <a:extLst>
              <a:ext uri="{FF2B5EF4-FFF2-40B4-BE49-F238E27FC236}">
                <a16:creationId xmlns:a16="http://schemas.microsoft.com/office/drawing/2014/main" id="{FAB981D5-A151-39B1-81DF-28D194B9515D}"/>
              </a:ext>
            </a:extLst>
          </p:cNvPr>
          <p:cNvSpPr txBox="1"/>
          <p:nvPr/>
        </p:nvSpPr>
        <p:spPr>
          <a:xfrm>
            <a:off x="8887729" y="1908481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学情追踪档案</a:t>
            </a:r>
          </a:p>
        </p:txBody>
      </p:sp>
      <p:sp>
        <p:nvSpPr>
          <p:cNvPr id="156" name="文本框 13494">
            <a:extLst>
              <a:ext uri="{FF2B5EF4-FFF2-40B4-BE49-F238E27FC236}">
                <a16:creationId xmlns:a16="http://schemas.microsoft.com/office/drawing/2014/main" id="{28F57810-DD7C-0606-2BDF-45D210D60FE2}"/>
              </a:ext>
            </a:extLst>
          </p:cNvPr>
          <p:cNvSpPr txBox="1"/>
          <p:nvPr/>
        </p:nvSpPr>
        <p:spPr>
          <a:xfrm>
            <a:off x="8932614" y="4112500"/>
            <a:ext cx="11721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诊断处方 </a:t>
            </a:r>
          </a:p>
        </p:txBody>
      </p:sp>
      <p:sp>
        <p:nvSpPr>
          <p:cNvPr id="157" name="文本框 13495">
            <a:extLst>
              <a:ext uri="{FF2B5EF4-FFF2-40B4-BE49-F238E27FC236}">
                <a16:creationId xmlns:a16="http://schemas.microsoft.com/office/drawing/2014/main" id="{777FF7C0-C524-4CD6-D3C2-677A85EBFBCC}"/>
              </a:ext>
            </a:extLst>
          </p:cNvPr>
          <p:cNvSpPr txBox="1"/>
          <p:nvPr/>
        </p:nvSpPr>
        <p:spPr>
          <a:xfrm>
            <a:off x="5128688" y="5151370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动态自适应路径</a:t>
            </a:r>
          </a:p>
        </p:txBody>
      </p:sp>
      <p:sp>
        <p:nvSpPr>
          <p:cNvPr id="267" name="菱形 266">
            <a:extLst>
              <a:ext uri="{FF2B5EF4-FFF2-40B4-BE49-F238E27FC236}">
                <a16:creationId xmlns:a16="http://schemas.microsoft.com/office/drawing/2014/main" id="{033D01D4-23EF-FCAD-2536-3638AD2D846F}"/>
              </a:ext>
            </a:extLst>
          </p:cNvPr>
          <p:cNvSpPr/>
          <p:nvPr/>
        </p:nvSpPr>
        <p:spPr>
          <a:xfrm>
            <a:off x="5394015" y="2394328"/>
            <a:ext cx="1157360" cy="642048"/>
          </a:xfrm>
          <a:prstGeom prst="diamond">
            <a:avLst/>
          </a:prstGeom>
          <a:solidFill>
            <a:srgbClr val="E7EBFF"/>
          </a:solidFill>
          <a:ln>
            <a:solidFill>
              <a:srgbClr val="B1BBFE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B9B1D00E-EE42-3B02-5FC2-4082A89E833E}"/>
              </a:ext>
            </a:extLst>
          </p:cNvPr>
          <p:cNvGrpSpPr/>
          <p:nvPr/>
        </p:nvGrpSpPr>
        <p:grpSpPr>
          <a:xfrm>
            <a:off x="5505581" y="2155535"/>
            <a:ext cx="934228" cy="788764"/>
            <a:chOff x="8056563" y="1092200"/>
            <a:chExt cx="1641476" cy="1385888"/>
          </a:xfrm>
        </p:grpSpPr>
        <p:sp>
          <p:nvSpPr>
            <p:cNvPr id="269" name="Freeform 18">
              <a:extLst>
                <a:ext uri="{FF2B5EF4-FFF2-40B4-BE49-F238E27FC236}">
                  <a16:creationId xmlns:a16="http://schemas.microsoft.com/office/drawing/2014/main" id="{739E5838-75F7-7DF2-D1AB-8D3968EF33F4}"/>
                </a:ext>
              </a:extLst>
            </p:cNvPr>
            <p:cNvSpPr/>
            <p:nvPr/>
          </p:nvSpPr>
          <p:spPr bwMode="auto">
            <a:xfrm>
              <a:off x="8878888" y="1566863"/>
              <a:ext cx="819150" cy="911225"/>
            </a:xfrm>
            <a:custGeom>
              <a:avLst/>
              <a:gdLst>
                <a:gd name="T0" fmla="*/ 516 w 516"/>
                <a:gd name="T1" fmla="*/ 0 h 574"/>
                <a:gd name="T2" fmla="*/ 516 w 516"/>
                <a:gd name="T3" fmla="*/ 275 h 574"/>
                <a:gd name="T4" fmla="*/ 0 w 516"/>
                <a:gd name="T5" fmla="*/ 574 h 574"/>
                <a:gd name="T6" fmla="*/ 0 w 516"/>
                <a:gd name="T7" fmla="*/ 302 h 574"/>
                <a:gd name="T8" fmla="*/ 516 w 516"/>
                <a:gd name="T9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6" h="574">
                  <a:moveTo>
                    <a:pt x="516" y="0"/>
                  </a:moveTo>
                  <a:lnTo>
                    <a:pt x="516" y="275"/>
                  </a:lnTo>
                  <a:lnTo>
                    <a:pt x="0" y="574"/>
                  </a:lnTo>
                  <a:lnTo>
                    <a:pt x="0" y="302"/>
                  </a:lnTo>
                  <a:lnTo>
                    <a:pt x="51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DD2F8"/>
                </a:gs>
                <a:gs pos="100000">
                  <a:srgbClr val="8E9CEF"/>
                </a:gs>
              </a:gsLst>
              <a:lin ang="81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0" name="Freeform 19">
              <a:extLst>
                <a:ext uri="{FF2B5EF4-FFF2-40B4-BE49-F238E27FC236}">
                  <a16:creationId xmlns:a16="http://schemas.microsoft.com/office/drawing/2014/main" id="{63561714-CA8C-814F-8697-5C3FD86087FB}"/>
                </a:ext>
              </a:extLst>
            </p:cNvPr>
            <p:cNvSpPr/>
            <p:nvPr/>
          </p:nvSpPr>
          <p:spPr bwMode="auto">
            <a:xfrm>
              <a:off x="8056563" y="1566863"/>
              <a:ext cx="822325" cy="911225"/>
            </a:xfrm>
            <a:custGeom>
              <a:avLst/>
              <a:gdLst>
                <a:gd name="T0" fmla="*/ 518 w 518"/>
                <a:gd name="T1" fmla="*/ 302 h 574"/>
                <a:gd name="T2" fmla="*/ 518 w 518"/>
                <a:gd name="T3" fmla="*/ 574 h 574"/>
                <a:gd name="T4" fmla="*/ 0 w 518"/>
                <a:gd name="T5" fmla="*/ 275 h 574"/>
                <a:gd name="T6" fmla="*/ 3 w 518"/>
                <a:gd name="T7" fmla="*/ 0 h 574"/>
                <a:gd name="T8" fmla="*/ 518 w 518"/>
                <a:gd name="T9" fmla="*/ 302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574">
                  <a:moveTo>
                    <a:pt x="518" y="302"/>
                  </a:moveTo>
                  <a:lnTo>
                    <a:pt x="518" y="574"/>
                  </a:lnTo>
                  <a:lnTo>
                    <a:pt x="0" y="275"/>
                  </a:lnTo>
                  <a:lnTo>
                    <a:pt x="3" y="0"/>
                  </a:lnTo>
                  <a:lnTo>
                    <a:pt x="518" y="3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578F0">
                    <a:lumMod val="48000"/>
                    <a:lumOff val="52000"/>
                  </a:srgbClr>
                </a:gs>
                <a:gs pos="100000">
                  <a:srgbClr val="D4D9F7"/>
                </a:gs>
              </a:gsLst>
              <a:lin ang="135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1" name="Freeform 20">
              <a:extLst>
                <a:ext uri="{FF2B5EF4-FFF2-40B4-BE49-F238E27FC236}">
                  <a16:creationId xmlns:a16="http://schemas.microsoft.com/office/drawing/2014/main" id="{FECC9052-6646-FC39-1795-345664A2DFF5}"/>
                </a:ext>
              </a:extLst>
            </p:cNvPr>
            <p:cNvSpPr/>
            <p:nvPr/>
          </p:nvSpPr>
          <p:spPr bwMode="auto">
            <a:xfrm>
              <a:off x="8061326" y="1092200"/>
              <a:ext cx="1636713" cy="954088"/>
            </a:xfrm>
            <a:custGeom>
              <a:avLst/>
              <a:gdLst>
                <a:gd name="T0" fmla="*/ 1031 w 1031"/>
                <a:gd name="T1" fmla="*/ 299 h 601"/>
                <a:gd name="T2" fmla="*/ 515 w 1031"/>
                <a:gd name="T3" fmla="*/ 601 h 601"/>
                <a:gd name="T4" fmla="*/ 0 w 1031"/>
                <a:gd name="T5" fmla="*/ 299 h 601"/>
                <a:gd name="T6" fmla="*/ 513 w 1031"/>
                <a:gd name="T7" fmla="*/ 0 h 601"/>
                <a:gd name="T8" fmla="*/ 1031 w 1031"/>
                <a:gd name="T9" fmla="*/ 299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1" h="601">
                  <a:moveTo>
                    <a:pt x="1031" y="299"/>
                  </a:moveTo>
                  <a:lnTo>
                    <a:pt x="515" y="601"/>
                  </a:lnTo>
                  <a:lnTo>
                    <a:pt x="0" y="299"/>
                  </a:lnTo>
                  <a:lnTo>
                    <a:pt x="513" y="0"/>
                  </a:lnTo>
                  <a:lnTo>
                    <a:pt x="1031" y="299"/>
                  </a:lnTo>
                  <a:close/>
                </a:path>
              </a:pathLst>
            </a:custGeom>
            <a:gradFill>
              <a:gsLst>
                <a:gs pos="0">
                  <a:srgbClr val="FAFBFF"/>
                </a:gs>
                <a:gs pos="100000">
                  <a:srgbClr val="CDD2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D20860F5-46CA-286C-F1F8-45F059DE79C4}"/>
              </a:ext>
            </a:extLst>
          </p:cNvPr>
          <p:cNvGrpSpPr/>
          <p:nvPr/>
        </p:nvGrpSpPr>
        <p:grpSpPr>
          <a:xfrm>
            <a:off x="3574197" y="3505991"/>
            <a:ext cx="1157360" cy="880841"/>
            <a:chOff x="7866731" y="1005791"/>
            <a:chExt cx="1169117" cy="889788"/>
          </a:xfrm>
        </p:grpSpPr>
        <p:sp>
          <p:nvSpPr>
            <p:cNvPr id="262" name="菱形 261">
              <a:extLst>
                <a:ext uri="{FF2B5EF4-FFF2-40B4-BE49-F238E27FC236}">
                  <a16:creationId xmlns:a16="http://schemas.microsoft.com/office/drawing/2014/main" id="{B0C80D92-D9B4-E920-A74C-A499B9C2607B}"/>
                </a:ext>
              </a:extLst>
            </p:cNvPr>
            <p:cNvSpPr/>
            <p:nvPr/>
          </p:nvSpPr>
          <p:spPr>
            <a:xfrm>
              <a:off x="7866731" y="1247010"/>
              <a:ext cx="1169117" cy="648569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5B5730AA-D11B-D3A5-190D-2037A8A1AE89}"/>
                </a:ext>
              </a:extLst>
            </p:cNvPr>
            <p:cNvGrpSpPr/>
            <p:nvPr/>
          </p:nvGrpSpPr>
          <p:grpSpPr>
            <a:xfrm>
              <a:off x="7979430" y="1005791"/>
              <a:ext cx="943718" cy="796776"/>
              <a:chOff x="8056563" y="1092200"/>
              <a:chExt cx="1641476" cy="1385888"/>
            </a:xfrm>
          </p:grpSpPr>
          <p:sp>
            <p:nvSpPr>
              <p:cNvPr id="264" name="Freeform 18">
                <a:extLst>
                  <a:ext uri="{FF2B5EF4-FFF2-40B4-BE49-F238E27FC236}">
                    <a16:creationId xmlns:a16="http://schemas.microsoft.com/office/drawing/2014/main" id="{7D19D58F-9626-364E-D2F0-697049A3DA0F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65" name="Freeform 19">
                <a:extLst>
                  <a:ext uri="{FF2B5EF4-FFF2-40B4-BE49-F238E27FC236}">
                    <a16:creationId xmlns:a16="http://schemas.microsoft.com/office/drawing/2014/main" id="{487596DF-C026-ECB1-C15F-E86879D90242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66" name="Freeform 20">
                <a:extLst>
                  <a:ext uri="{FF2B5EF4-FFF2-40B4-BE49-F238E27FC236}">
                    <a16:creationId xmlns:a16="http://schemas.microsoft.com/office/drawing/2014/main" id="{E90A8281-FE6A-B04B-0489-95F346033ED6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EB3F2A67-AD19-7430-A09E-75EEB7E3CCEC}"/>
              </a:ext>
            </a:extLst>
          </p:cNvPr>
          <p:cNvGrpSpPr/>
          <p:nvPr/>
        </p:nvGrpSpPr>
        <p:grpSpPr>
          <a:xfrm>
            <a:off x="7372076" y="3536789"/>
            <a:ext cx="1157360" cy="880841"/>
            <a:chOff x="7866731" y="1005791"/>
            <a:chExt cx="1169117" cy="889788"/>
          </a:xfrm>
        </p:grpSpPr>
        <p:sp>
          <p:nvSpPr>
            <p:cNvPr id="257" name="菱形 256">
              <a:extLst>
                <a:ext uri="{FF2B5EF4-FFF2-40B4-BE49-F238E27FC236}">
                  <a16:creationId xmlns:a16="http://schemas.microsoft.com/office/drawing/2014/main" id="{C7355CC8-A432-6696-74EA-A461421912BC}"/>
                </a:ext>
              </a:extLst>
            </p:cNvPr>
            <p:cNvSpPr/>
            <p:nvPr/>
          </p:nvSpPr>
          <p:spPr>
            <a:xfrm>
              <a:off x="7866731" y="1247010"/>
              <a:ext cx="1169117" cy="648569"/>
            </a:xfrm>
            <a:prstGeom prst="diamond">
              <a:avLst/>
            </a:prstGeom>
            <a:solidFill>
              <a:srgbClr val="E7EBFF"/>
            </a:solidFill>
            <a:ln>
              <a:solidFill>
                <a:srgbClr val="B1BBFE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endParaRPr>
            </a:p>
          </p:txBody>
        </p: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B5D0E56F-2B04-83AC-4A42-E9B2FB687BFA}"/>
                </a:ext>
              </a:extLst>
            </p:cNvPr>
            <p:cNvGrpSpPr/>
            <p:nvPr/>
          </p:nvGrpSpPr>
          <p:grpSpPr>
            <a:xfrm>
              <a:off x="7979430" y="1005791"/>
              <a:ext cx="943718" cy="796776"/>
              <a:chOff x="8056563" y="1092200"/>
              <a:chExt cx="1641476" cy="1385888"/>
            </a:xfrm>
          </p:grpSpPr>
          <p:sp>
            <p:nvSpPr>
              <p:cNvPr id="259" name="Freeform 18">
                <a:extLst>
                  <a:ext uri="{FF2B5EF4-FFF2-40B4-BE49-F238E27FC236}">
                    <a16:creationId xmlns:a16="http://schemas.microsoft.com/office/drawing/2014/main" id="{0149DA2C-2C72-640A-3554-48793564BD7C}"/>
                  </a:ext>
                </a:extLst>
              </p:cNvPr>
              <p:cNvSpPr/>
              <p:nvPr/>
            </p:nvSpPr>
            <p:spPr bwMode="auto">
              <a:xfrm>
                <a:off x="8878888" y="1566863"/>
                <a:ext cx="819150" cy="911225"/>
              </a:xfrm>
              <a:custGeom>
                <a:avLst/>
                <a:gdLst>
                  <a:gd name="T0" fmla="*/ 516 w 516"/>
                  <a:gd name="T1" fmla="*/ 0 h 574"/>
                  <a:gd name="T2" fmla="*/ 516 w 516"/>
                  <a:gd name="T3" fmla="*/ 275 h 574"/>
                  <a:gd name="T4" fmla="*/ 0 w 516"/>
                  <a:gd name="T5" fmla="*/ 574 h 574"/>
                  <a:gd name="T6" fmla="*/ 0 w 516"/>
                  <a:gd name="T7" fmla="*/ 302 h 574"/>
                  <a:gd name="T8" fmla="*/ 516 w 516"/>
                  <a:gd name="T9" fmla="*/ 0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574">
                    <a:moveTo>
                      <a:pt x="516" y="0"/>
                    </a:moveTo>
                    <a:lnTo>
                      <a:pt x="516" y="275"/>
                    </a:lnTo>
                    <a:lnTo>
                      <a:pt x="0" y="574"/>
                    </a:lnTo>
                    <a:lnTo>
                      <a:pt x="0" y="302"/>
                    </a:lnTo>
                    <a:lnTo>
                      <a:pt x="51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CDD2F8"/>
                  </a:gs>
                  <a:gs pos="100000">
                    <a:srgbClr val="8E9CEF"/>
                  </a:gs>
                </a:gsLst>
                <a:lin ang="81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60" name="Freeform 19">
                <a:extLst>
                  <a:ext uri="{FF2B5EF4-FFF2-40B4-BE49-F238E27FC236}">
                    <a16:creationId xmlns:a16="http://schemas.microsoft.com/office/drawing/2014/main" id="{4E12A2E2-C69D-95C1-7E0A-A34E0387D302}"/>
                  </a:ext>
                </a:extLst>
              </p:cNvPr>
              <p:cNvSpPr/>
              <p:nvPr/>
            </p:nvSpPr>
            <p:spPr bwMode="auto">
              <a:xfrm>
                <a:off x="8056563" y="1566863"/>
                <a:ext cx="822325" cy="911225"/>
              </a:xfrm>
              <a:custGeom>
                <a:avLst/>
                <a:gdLst>
                  <a:gd name="T0" fmla="*/ 518 w 518"/>
                  <a:gd name="T1" fmla="*/ 302 h 574"/>
                  <a:gd name="T2" fmla="*/ 518 w 518"/>
                  <a:gd name="T3" fmla="*/ 574 h 574"/>
                  <a:gd name="T4" fmla="*/ 0 w 518"/>
                  <a:gd name="T5" fmla="*/ 275 h 574"/>
                  <a:gd name="T6" fmla="*/ 3 w 518"/>
                  <a:gd name="T7" fmla="*/ 0 h 574"/>
                  <a:gd name="T8" fmla="*/ 518 w 518"/>
                  <a:gd name="T9" fmla="*/ 302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574">
                    <a:moveTo>
                      <a:pt x="518" y="302"/>
                    </a:moveTo>
                    <a:lnTo>
                      <a:pt x="518" y="574"/>
                    </a:lnTo>
                    <a:lnTo>
                      <a:pt x="0" y="275"/>
                    </a:lnTo>
                    <a:lnTo>
                      <a:pt x="3" y="0"/>
                    </a:lnTo>
                    <a:lnTo>
                      <a:pt x="518" y="30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6578F0">
                      <a:lumMod val="48000"/>
                      <a:lumOff val="52000"/>
                    </a:srgbClr>
                  </a:gs>
                  <a:gs pos="100000">
                    <a:srgbClr val="D4D9F7"/>
                  </a:gs>
                </a:gsLst>
                <a:lin ang="135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61" name="Freeform 20">
                <a:extLst>
                  <a:ext uri="{FF2B5EF4-FFF2-40B4-BE49-F238E27FC236}">
                    <a16:creationId xmlns:a16="http://schemas.microsoft.com/office/drawing/2014/main" id="{54FF8B95-553C-9363-042F-6DC398961840}"/>
                  </a:ext>
                </a:extLst>
              </p:cNvPr>
              <p:cNvSpPr/>
              <p:nvPr/>
            </p:nvSpPr>
            <p:spPr bwMode="auto">
              <a:xfrm>
                <a:off x="8061326" y="1092200"/>
                <a:ext cx="1636713" cy="954088"/>
              </a:xfrm>
              <a:custGeom>
                <a:avLst/>
                <a:gdLst>
                  <a:gd name="T0" fmla="*/ 1031 w 1031"/>
                  <a:gd name="T1" fmla="*/ 299 h 601"/>
                  <a:gd name="T2" fmla="*/ 515 w 1031"/>
                  <a:gd name="T3" fmla="*/ 601 h 601"/>
                  <a:gd name="T4" fmla="*/ 0 w 1031"/>
                  <a:gd name="T5" fmla="*/ 299 h 601"/>
                  <a:gd name="T6" fmla="*/ 513 w 1031"/>
                  <a:gd name="T7" fmla="*/ 0 h 601"/>
                  <a:gd name="T8" fmla="*/ 1031 w 1031"/>
                  <a:gd name="T9" fmla="*/ 29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1" h="601">
                    <a:moveTo>
                      <a:pt x="1031" y="299"/>
                    </a:moveTo>
                    <a:lnTo>
                      <a:pt x="515" y="601"/>
                    </a:lnTo>
                    <a:lnTo>
                      <a:pt x="0" y="299"/>
                    </a:lnTo>
                    <a:lnTo>
                      <a:pt x="513" y="0"/>
                    </a:lnTo>
                    <a:lnTo>
                      <a:pt x="1031" y="299"/>
                    </a:ln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233" name="图形 399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54245CDE-6A54-05DF-BA2D-67E2A9FEE479}"/>
              </a:ext>
            </a:extLst>
          </p:cNvPr>
          <p:cNvSpPr/>
          <p:nvPr/>
        </p:nvSpPr>
        <p:spPr>
          <a:xfrm>
            <a:off x="5793490" y="2183164"/>
            <a:ext cx="351840" cy="351840"/>
          </a:xfrm>
          <a:custGeom>
            <a:avLst/>
            <a:gdLst>
              <a:gd name="connsiteX0" fmla="*/ 52864 w 180975"/>
              <a:gd name="connsiteY0" fmla="*/ 15050 h 180975"/>
              <a:gd name="connsiteX1" fmla="*/ 39243 w 180975"/>
              <a:gd name="connsiteY1" fmla="*/ 1429 h 180975"/>
              <a:gd name="connsiteX2" fmla="*/ 0 w 180975"/>
              <a:gd name="connsiteY2" fmla="*/ 76200 h 180975"/>
              <a:gd name="connsiteX3" fmla="*/ 19050 w 180975"/>
              <a:gd name="connsiteY3" fmla="*/ 76200 h 180975"/>
              <a:gd name="connsiteX4" fmla="*/ 52864 w 180975"/>
              <a:gd name="connsiteY4" fmla="*/ 15050 h 180975"/>
              <a:gd name="connsiteX5" fmla="*/ 170879 w 180975"/>
              <a:gd name="connsiteY5" fmla="*/ 76200 h 180975"/>
              <a:gd name="connsiteX6" fmla="*/ 189929 w 180975"/>
              <a:gd name="connsiteY6" fmla="*/ 76200 h 180975"/>
              <a:gd name="connsiteX7" fmla="*/ 150686 w 180975"/>
              <a:gd name="connsiteY7" fmla="*/ 1429 h 180975"/>
              <a:gd name="connsiteX8" fmla="*/ 137160 w 180975"/>
              <a:gd name="connsiteY8" fmla="*/ 15050 h 180975"/>
              <a:gd name="connsiteX9" fmla="*/ 170879 w 180975"/>
              <a:gd name="connsiteY9" fmla="*/ 76200 h 180975"/>
              <a:gd name="connsiteX10" fmla="*/ 152114 w 180975"/>
              <a:gd name="connsiteY10" fmla="*/ 80963 h 180975"/>
              <a:gd name="connsiteX11" fmla="*/ 109252 w 180975"/>
              <a:gd name="connsiteY11" fmla="*/ 20765 h 180975"/>
              <a:gd name="connsiteX12" fmla="*/ 109252 w 180975"/>
              <a:gd name="connsiteY12" fmla="*/ 14288 h 180975"/>
              <a:gd name="connsiteX13" fmla="*/ 94964 w 180975"/>
              <a:gd name="connsiteY13" fmla="*/ 0 h 180975"/>
              <a:gd name="connsiteX14" fmla="*/ 80677 w 180975"/>
              <a:gd name="connsiteY14" fmla="*/ 14288 h 180975"/>
              <a:gd name="connsiteX15" fmla="*/ 80677 w 180975"/>
              <a:gd name="connsiteY15" fmla="*/ 20765 h 180975"/>
              <a:gd name="connsiteX16" fmla="*/ 37814 w 180975"/>
              <a:gd name="connsiteY16" fmla="*/ 80963 h 180975"/>
              <a:gd name="connsiteX17" fmla="*/ 37814 w 180975"/>
              <a:gd name="connsiteY17" fmla="*/ 128588 h 180975"/>
              <a:gd name="connsiteX18" fmla="*/ 18764 w 180975"/>
              <a:gd name="connsiteY18" fmla="*/ 147638 h 180975"/>
              <a:gd name="connsiteX19" fmla="*/ 18764 w 180975"/>
              <a:gd name="connsiteY19" fmla="*/ 157163 h 180975"/>
              <a:gd name="connsiteX20" fmla="*/ 171164 w 180975"/>
              <a:gd name="connsiteY20" fmla="*/ 157163 h 180975"/>
              <a:gd name="connsiteX21" fmla="*/ 171164 w 180975"/>
              <a:gd name="connsiteY21" fmla="*/ 147638 h 180975"/>
              <a:gd name="connsiteX22" fmla="*/ 152114 w 180975"/>
              <a:gd name="connsiteY22" fmla="*/ 128588 h 180975"/>
              <a:gd name="connsiteX23" fmla="*/ 152114 w 180975"/>
              <a:gd name="connsiteY23" fmla="*/ 80963 h 180975"/>
              <a:gd name="connsiteX24" fmla="*/ 94964 w 180975"/>
              <a:gd name="connsiteY24" fmla="*/ 185738 h 180975"/>
              <a:gd name="connsiteX25" fmla="*/ 98774 w 180975"/>
              <a:gd name="connsiteY25" fmla="*/ 185356 h 180975"/>
              <a:gd name="connsiteX26" fmla="*/ 112490 w 180975"/>
              <a:gd name="connsiteY26" fmla="*/ 174117 h 180975"/>
              <a:gd name="connsiteX27" fmla="*/ 113919 w 180975"/>
              <a:gd name="connsiteY27" fmla="*/ 166688 h 180975"/>
              <a:gd name="connsiteX28" fmla="*/ 75819 w 180975"/>
              <a:gd name="connsiteY28" fmla="*/ 166688 h 180975"/>
              <a:gd name="connsiteX29" fmla="*/ 94964 w 180975"/>
              <a:gd name="connsiteY29" fmla="*/ 185738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0975" h="180975">
                <a:moveTo>
                  <a:pt x="52864" y="15050"/>
                </a:moveTo>
                <a:lnTo>
                  <a:pt x="39243" y="1429"/>
                </a:lnTo>
                <a:cubicBezTo>
                  <a:pt x="16383" y="18860"/>
                  <a:pt x="1334" y="45720"/>
                  <a:pt x="0" y="76200"/>
                </a:cubicBezTo>
                <a:lnTo>
                  <a:pt x="19050" y="76200"/>
                </a:lnTo>
                <a:cubicBezTo>
                  <a:pt x="20479" y="50959"/>
                  <a:pt x="33433" y="28861"/>
                  <a:pt x="52864" y="15050"/>
                </a:cubicBezTo>
                <a:close/>
                <a:moveTo>
                  <a:pt x="170879" y="76200"/>
                </a:moveTo>
                <a:lnTo>
                  <a:pt x="189929" y="76200"/>
                </a:lnTo>
                <a:cubicBezTo>
                  <a:pt x="188500" y="45720"/>
                  <a:pt x="173450" y="18860"/>
                  <a:pt x="150686" y="1429"/>
                </a:cubicBezTo>
                <a:lnTo>
                  <a:pt x="137160" y="15050"/>
                </a:lnTo>
                <a:cubicBezTo>
                  <a:pt x="156401" y="28861"/>
                  <a:pt x="169450" y="50959"/>
                  <a:pt x="170879" y="76200"/>
                </a:cubicBezTo>
                <a:close/>
                <a:moveTo>
                  <a:pt x="152114" y="80963"/>
                </a:moveTo>
                <a:cubicBezTo>
                  <a:pt x="152114" y="51721"/>
                  <a:pt x="136493" y="27241"/>
                  <a:pt x="109252" y="20765"/>
                </a:cubicBezTo>
                <a:lnTo>
                  <a:pt x="109252" y="14288"/>
                </a:lnTo>
                <a:cubicBezTo>
                  <a:pt x="109252" y="6382"/>
                  <a:pt x="102870" y="0"/>
                  <a:pt x="94964" y="0"/>
                </a:cubicBezTo>
                <a:cubicBezTo>
                  <a:pt x="87059" y="0"/>
                  <a:pt x="80677" y="6382"/>
                  <a:pt x="80677" y="14288"/>
                </a:cubicBezTo>
                <a:lnTo>
                  <a:pt x="80677" y="20765"/>
                </a:lnTo>
                <a:cubicBezTo>
                  <a:pt x="53340" y="27241"/>
                  <a:pt x="37814" y="51626"/>
                  <a:pt x="37814" y="80963"/>
                </a:cubicBezTo>
                <a:lnTo>
                  <a:pt x="37814" y="128588"/>
                </a:lnTo>
                <a:lnTo>
                  <a:pt x="18764" y="147638"/>
                </a:lnTo>
                <a:lnTo>
                  <a:pt x="18764" y="157163"/>
                </a:lnTo>
                <a:lnTo>
                  <a:pt x="171164" y="157163"/>
                </a:lnTo>
                <a:lnTo>
                  <a:pt x="171164" y="147638"/>
                </a:lnTo>
                <a:lnTo>
                  <a:pt x="152114" y="128588"/>
                </a:lnTo>
                <a:lnTo>
                  <a:pt x="152114" y="80963"/>
                </a:lnTo>
                <a:close/>
                <a:moveTo>
                  <a:pt x="94964" y="185738"/>
                </a:moveTo>
                <a:cubicBezTo>
                  <a:pt x="96298" y="185738"/>
                  <a:pt x="97536" y="185642"/>
                  <a:pt x="98774" y="185356"/>
                </a:cubicBezTo>
                <a:cubicBezTo>
                  <a:pt x="104966" y="184023"/>
                  <a:pt x="110014" y="179832"/>
                  <a:pt x="112490" y="174117"/>
                </a:cubicBezTo>
                <a:cubicBezTo>
                  <a:pt x="113443" y="171831"/>
                  <a:pt x="113919" y="169355"/>
                  <a:pt x="113919" y="166688"/>
                </a:cubicBezTo>
                <a:lnTo>
                  <a:pt x="75819" y="166688"/>
                </a:lnTo>
                <a:cubicBezTo>
                  <a:pt x="75914" y="177165"/>
                  <a:pt x="84392" y="185738"/>
                  <a:pt x="94964" y="185738"/>
                </a:cubicBez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  <a:effectLst>
            <a:outerShdw blurRad="152400" dir="5400000" sx="90000" sy="-19000" rotWithShape="0">
              <a:srgbClr val="3749CC"/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E5F47081-503C-EEC9-42E4-F92E647F2D35}"/>
              </a:ext>
            </a:extLst>
          </p:cNvPr>
          <p:cNvCxnSpPr>
            <a:cxnSpLocks/>
          </p:cNvCxnSpPr>
          <p:nvPr/>
        </p:nvCxnSpPr>
        <p:spPr>
          <a:xfrm flipH="1" flipV="1">
            <a:off x="6441615" y="2943735"/>
            <a:ext cx="1042027" cy="614931"/>
          </a:xfrm>
          <a:prstGeom prst="straightConnector1">
            <a:avLst/>
          </a:prstGeom>
          <a:ln w="15875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65000">
                  <a:srgbClr val="3749CC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A128AFC1-9C57-8A65-DC1D-6BE3B1EC24CB}"/>
              </a:ext>
            </a:extLst>
          </p:cNvPr>
          <p:cNvCxnSpPr>
            <a:cxnSpLocks/>
          </p:cNvCxnSpPr>
          <p:nvPr/>
        </p:nvCxnSpPr>
        <p:spPr>
          <a:xfrm flipH="1">
            <a:off x="4569179" y="2945157"/>
            <a:ext cx="1037098" cy="613509"/>
          </a:xfrm>
          <a:prstGeom prst="straightConnector1">
            <a:avLst/>
          </a:prstGeom>
          <a:ln w="15875">
            <a:gradFill>
              <a:gsLst>
                <a:gs pos="84000">
                  <a:schemeClr val="accent1">
                    <a:lumMod val="5000"/>
                    <a:lumOff val="95000"/>
                    <a:alpha val="57000"/>
                  </a:schemeClr>
                </a:gs>
                <a:gs pos="6000">
                  <a:srgbClr val="3749CC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F15EB218-7A56-48F5-02E0-C040CB8A9328}"/>
              </a:ext>
            </a:extLst>
          </p:cNvPr>
          <p:cNvCxnSpPr/>
          <p:nvPr/>
        </p:nvCxnSpPr>
        <p:spPr>
          <a:xfrm>
            <a:off x="4422728" y="4338995"/>
            <a:ext cx="2949348" cy="0"/>
          </a:xfrm>
          <a:prstGeom prst="straightConnector1">
            <a:avLst/>
          </a:prstGeom>
          <a:ln w="15875">
            <a:gradFill flip="none" rotWithShape="1"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82000">
                  <a:srgbClr val="3749CC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图形 581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A5478D5A-9AC5-E7B4-1204-2EC127A7D022}"/>
              </a:ext>
            </a:extLst>
          </p:cNvPr>
          <p:cNvSpPr/>
          <p:nvPr/>
        </p:nvSpPr>
        <p:spPr>
          <a:xfrm>
            <a:off x="7798387" y="3591787"/>
            <a:ext cx="330423" cy="330423"/>
          </a:xfrm>
          <a:custGeom>
            <a:avLst/>
            <a:gdLst>
              <a:gd name="connsiteX0" fmla="*/ 171450 w 190500"/>
              <a:gd name="connsiteY0" fmla="*/ 0 h 190500"/>
              <a:gd name="connsiteX1" fmla="*/ 57150 w 190500"/>
              <a:gd name="connsiteY1" fmla="*/ 0 h 190500"/>
              <a:gd name="connsiteX2" fmla="*/ 38100 w 190500"/>
              <a:gd name="connsiteY2" fmla="*/ 19050 h 190500"/>
              <a:gd name="connsiteX3" fmla="*/ 38100 w 190500"/>
              <a:gd name="connsiteY3" fmla="*/ 133350 h 190500"/>
              <a:gd name="connsiteX4" fmla="*/ 57150 w 190500"/>
              <a:gd name="connsiteY4" fmla="*/ 152400 h 190500"/>
              <a:gd name="connsiteX5" fmla="*/ 171450 w 190500"/>
              <a:gd name="connsiteY5" fmla="*/ 152400 h 190500"/>
              <a:gd name="connsiteX6" fmla="*/ 190500 w 190500"/>
              <a:gd name="connsiteY6" fmla="*/ 133350 h 190500"/>
              <a:gd name="connsiteX7" fmla="*/ 190500 w 190500"/>
              <a:gd name="connsiteY7" fmla="*/ 19050 h 190500"/>
              <a:gd name="connsiteX8" fmla="*/ 171450 w 190500"/>
              <a:gd name="connsiteY8" fmla="*/ 0 h 190500"/>
              <a:gd name="connsiteX9" fmla="*/ 152400 w 190500"/>
              <a:gd name="connsiteY9" fmla="*/ 47625 h 190500"/>
              <a:gd name="connsiteX10" fmla="*/ 123825 w 190500"/>
              <a:gd name="connsiteY10" fmla="*/ 47625 h 190500"/>
              <a:gd name="connsiteX11" fmla="*/ 123825 w 190500"/>
              <a:gd name="connsiteY11" fmla="*/ 100013 h 190500"/>
              <a:gd name="connsiteX12" fmla="*/ 100013 w 190500"/>
              <a:gd name="connsiteY12" fmla="*/ 123825 h 190500"/>
              <a:gd name="connsiteX13" fmla="*/ 76200 w 190500"/>
              <a:gd name="connsiteY13" fmla="*/ 100013 h 190500"/>
              <a:gd name="connsiteX14" fmla="*/ 100013 w 190500"/>
              <a:gd name="connsiteY14" fmla="*/ 76200 h 190500"/>
              <a:gd name="connsiteX15" fmla="*/ 114300 w 190500"/>
              <a:gd name="connsiteY15" fmla="*/ 81058 h 190500"/>
              <a:gd name="connsiteX16" fmla="*/ 114300 w 190500"/>
              <a:gd name="connsiteY16" fmla="*/ 28575 h 190500"/>
              <a:gd name="connsiteX17" fmla="*/ 152400 w 190500"/>
              <a:gd name="connsiteY17" fmla="*/ 28575 h 190500"/>
              <a:gd name="connsiteX18" fmla="*/ 152400 w 190500"/>
              <a:gd name="connsiteY18" fmla="*/ 47625 h 190500"/>
              <a:gd name="connsiteX19" fmla="*/ 19050 w 190500"/>
              <a:gd name="connsiteY19" fmla="*/ 38100 h 190500"/>
              <a:gd name="connsiteX20" fmla="*/ 0 w 190500"/>
              <a:gd name="connsiteY20" fmla="*/ 38100 h 190500"/>
              <a:gd name="connsiteX21" fmla="*/ 0 w 190500"/>
              <a:gd name="connsiteY21" fmla="*/ 171450 h 190500"/>
              <a:gd name="connsiteX22" fmla="*/ 19050 w 190500"/>
              <a:gd name="connsiteY22" fmla="*/ 190500 h 190500"/>
              <a:gd name="connsiteX23" fmla="*/ 152400 w 190500"/>
              <a:gd name="connsiteY23" fmla="*/ 190500 h 190500"/>
              <a:gd name="connsiteX24" fmla="*/ 152400 w 190500"/>
              <a:gd name="connsiteY24" fmla="*/ 171450 h 190500"/>
              <a:gd name="connsiteX25" fmla="*/ 19050 w 190500"/>
              <a:gd name="connsiteY25" fmla="*/ 171450 h 190500"/>
              <a:gd name="connsiteX26" fmla="*/ 19050 w 190500"/>
              <a:gd name="connsiteY26" fmla="*/ 381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90500" h="190500">
                <a:moveTo>
                  <a:pt x="171450" y="0"/>
                </a:moveTo>
                <a:lnTo>
                  <a:pt x="57150" y="0"/>
                </a:lnTo>
                <a:cubicBezTo>
                  <a:pt x="46673" y="0"/>
                  <a:pt x="38100" y="8573"/>
                  <a:pt x="38100" y="19050"/>
                </a:cubicBezTo>
                <a:lnTo>
                  <a:pt x="38100" y="133350"/>
                </a:lnTo>
                <a:cubicBezTo>
                  <a:pt x="38100" y="143828"/>
                  <a:pt x="46673" y="152400"/>
                  <a:pt x="57150" y="152400"/>
                </a:cubicBezTo>
                <a:lnTo>
                  <a:pt x="171450" y="152400"/>
                </a:lnTo>
                <a:cubicBezTo>
                  <a:pt x="181928" y="152400"/>
                  <a:pt x="190500" y="143828"/>
                  <a:pt x="190500" y="1333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52400" y="47625"/>
                </a:moveTo>
                <a:lnTo>
                  <a:pt x="123825" y="47625"/>
                </a:lnTo>
                <a:lnTo>
                  <a:pt x="123825" y="100013"/>
                </a:lnTo>
                <a:cubicBezTo>
                  <a:pt x="123825" y="113157"/>
                  <a:pt x="113157" y="123825"/>
                  <a:pt x="100013" y="123825"/>
                </a:cubicBezTo>
                <a:cubicBezTo>
                  <a:pt x="86868" y="123825"/>
                  <a:pt x="76200" y="113157"/>
                  <a:pt x="76200" y="100013"/>
                </a:cubicBezTo>
                <a:cubicBezTo>
                  <a:pt x="76200" y="86868"/>
                  <a:pt x="86868" y="76200"/>
                  <a:pt x="100013" y="76200"/>
                </a:cubicBezTo>
                <a:cubicBezTo>
                  <a:pt x="105442" y="76200"/>
                  <a:pt x="110300" y="78010"/>
                  <a:pt x="114300" y="81058"/>
                </a:cubicBezTo>
                <a:lnTo>
                  <a:pt x="114300" y="28575"/>
                </a:lnTo>
                <a:lnTo>
                  <a:pt x="152400" y="28575"/>
                </a:lnTo>
                <a:lnTo>
                  <a:pt x="152400" y="47625"/>
                </a:lnTo>
                <a:close/>
                <a:moveTo>
                  <a:pt x="19050" y="38100"/>
                </a:moveTo>
                <a:lnTo>
                  <a:pt x="0" y="38100"/>
                </a:ln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lnTo>
                  <a:pt x="152400" y="171450"/>
                </a:lnTo>
                <a:lnTo>
                  <a:pt x="19050" y="171450"/>
                </a:lnTo>
                <a:lnTo>
                  <a:pt x="19050" y="38100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  <a:effectLst>
            <a:outerShdw blurRad="152400" dir="5400000" sx="90000" sy="-19000" rotWithShape="0">
              <a:srgbClr val="3749CC"/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  <p:sp>
        <p:nvSpPr>
          <p:cNvPr id="238" name="图形 583" descr="e7d195523061f1c074694c8bbf98be7b1e4b015d796375963FD28840057458461C7CA0DAD340D15583DEDFC2E3241C4F392EF3A8B4D067B40CF4F149DD7E51F346B0CAB1BCCF6DB2480C67273C6C9E4C156C1E6A906123FBEAD583CB3D1765ACCC84D73A6483EF937DAACDE8678FF787ED2F4608B4C144EEE48021B1A02ACE752195B49F26B39E94">
            <a:extLst>
              <a:ext uri="{FF2B5EF4-FFF2-40B4-BE49-F238E27FC236}">
                <a16:creationId xmlns:a16="http://schemas.microsoft.com/office/drawing/2014/main" id="{37E14A1D-313A-6F44-2A2E-92A16C7317A0}"/>
              </a:ext>
            </a:extLst>
          </p:cNvPr>
          <p:cNvSpPr/>
          <p:nvPr/>
        </p:nvSpPr>
        <p:spPr>
          <a:xfrm>
            <a:off x="3957686" y="3558666"/>
            <a:ext cx="330423" cy="330423"/>
          </a:xfrm>
          <a:custGeom>
            <a:avLst/>
            <a:gdLst>
              <a:gd name="connsiteX0" fmla="*/ 19050 w 190500"/>
              <a:gd name="connsiteY0" fmla="*/ 38100 h 190500"/>
              <a:gd name="connsiteX1" fmla="*/ 0 w 190500"/>
              <a:gd name="connsiteY1" fmla="*/ 38100 h 190500"/>
              <a:gd name="connsiteX2" fmla="*/ 0 w 190500"/>
              <a:gd name="connsiteY2" fmla="*/ 171450 h 190500"/>
              <a:gd name="connsiteX3" fmla="*/ 19050 w 190500"/>
              <a:gd name="connsiteY3" fmla="*/ 190500 h 190500"/>
              <a:gd name="connsiteX4" fmla="*/ 152400 w 190500"/>
              <a:gd name="connsiteY4" fmla="*/ 190500 h 190500"/>
              <a:gd name="connsiteX5" fmla="*/ 152400 w 190500"/>
              <a:gd name="connsiteY5" fmla="*/ 171450 h 190500"/>
              <a:gd name="connsiteX6" fmla="*/ 19050 w 190500"/>
              <a:gd name="connsiteY6" fmla="*/ 171450 h 190500"/>
              <a:gd name="connsiteX7" fmla="*/ 19050 w 190500"/>
              <a:gd name="connsiteY7" fmla="*/ 38100 h 190500"/>
              <a:gd name="connsiteX8" fmla="*/ 171450 w 190500"/>
              <a:gd name="connsiteY8" fmla="*/ 0 h 190500"/>
              <a:gd name="connsiteX9" fmla="*/ 57150 w 190500"/>
              <a:gd name="connsiteY9" fmla="*/ 0 h 190500"/>
              <a:gd name="connsiteX10" fmla="*/ 38100 w 190500"/>
              <a:gd name="connsiteY10" fmla="*/ 19050 h 190500"/>
              <a:gd name="connsiteX11" fmla="*/ 38100 w 190500"/>
              <a:gd name="connsiteY11" fmla="*/ 133350 h 190500"/>
              <a:gd name="connsiteX12" fmla="*/ 57150 w 190500"/>
              <a:gd name="connsiteY12" fmla="*/ 152400 h 190500"/>
              <a:gd name="connsiteX13" fmla="*/ 171450 w 190500"/>
              <a:gd name="connsiteY13" fmla="*/ 152400 h 190500"/>
              <a:gd name="connsiteX14" fmla="*/ 190500 w 190500"/>
              <a:gd name="connsiteY14" fmla="*/ 133350 h 190500"/>
              <a:gd name="connsiteX15" fmla="*/ 190500 w 190500"/>
              <a:gd name="connsiteY15" fmla="*/ 19050 h 190500"/>
              <a:gd name="connsiteX16" fmla="*/ 171450 w 190500"/>
              <a:gd name="connsiteY16" fmla="*/ 0 h 190500"/>
              <a:gd name="connsiteX17" fmla="*/ 161925 w 190500"/>
              <a:gd name="connsiteY17" fmla="*/ 85725 h 190500"/>
              <a:gd name="connsiteX18" fmla="*/ 66675 w 190500"/>
              <a:gd name="connsiteY18" fmla="*/ 85725 h 190500"/>
              <a:gd name="connsiteX19" fmla="*/ 66675 w 190500"/>
              <a:gd name="connsiteY19" fmla="*/ 66675 h 190500"/>
              <a:gd name="connsiteX20" fmla="*/ 161925 w 190500"/>
              <a:gd name="connsiteY20" fmla="*/ 66675 h 190500"/>
              <a:gd name="connsiteX21" fmla="*/ 161925 w 190500"/>
              <a:gd name="connsiteY21" fmla="*/ 85725 h 190500"/>
              <a:gd name="connsiteX22" fmla="*/ 123825 w 190500"/>
              <a:gd name="connsiteY22" fmla="*/ 123825 h 190500"/>
              <a:gd name="connsiteX23" fmla="*/ 66675 w 190500"/>
              <a:gd name="connsiteY23" fmla="*/ 123825 h 190500"/>
              <a:gd name="connsiteX24" fmla="*/ 66675 w 190500"/>
              <a:gd name="connsiteY24" fmla="*/ 104775 h 190500"/>
              <a:gd name="connsiteX25" fmla="*/ 123825 w 190500"/>
              <a:gd name="connsiteY25" fmla="*/ 104775 h 190500"/>
              <a:gd name="connsiteX26" fmla="*/ 123825 w 190500"/>
              <a:gd name="connsiteY26" fmla="*/ 123825 h 190500"/>
              <a:gd name="connsiteX27" fmla="*/ 161925 w 190500"/>
              <a:gd name="connsiteY27" fmla="*/ 47625 h 190500"/>
              <a:gd name="connsiteX28" fmla="*/ 66675 w 190500"/>
              <a:gd name="connsiteY28" fmla="*/ 47625 h 190500"/>
              <a:gd name="connsiteX29" fmla="*/ 66675 w 190500"/>
              <a:gd name="connsiteY29" fmla="*/ 28575 h 190500"/>
              <a:gd name="connsiteX30" fmla="*/ 161925 w 190500"/>
              <a:gd name="connsiteY30" fmla="*/ 28575 h 190500"/>
              <a:gd name="connsiteX31" fmla="*/ 161925 w 190500"/>
              <a:gd name="connsiteY31" fmla="*/ 476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19050" y="38100"/>
                </a:moveTo>
                <a:lnTo>
                  <a:pt x="0" y="38100"/>
                </a:lnTo>
                <a:lnTo>
                  <a:pt x="0" y="171450"/>
                </a:lnTo>
                <a:cubicBezTo>
                  <a:pt x="0" y="181928"/>
                  <a:pt x="8573" y="190500"/>
                  <a:pt x="19050" y="190500"/>
                </a:cubicBezTo>
                <a:lnTo>
                  <a:pt x="152400" y="190500"/>
                </a:lnTo>
                <a:lnTo>
                  <a:pt x="152400" y="171450"/>
                </a:lnTo>
                <a:lnTo>
                  <a:pt x="19050" y="171450"/>
                </a:lnTo>
                <a:lnTo>
                  <a:pt x="19050" y="38100"/>
                </a:lnTo>
                <a:close/>
                <a:moveTo>
                  <a:pt x="171450" y="0"/>
                </a:moveTo>
                <a:lnTo>
                  <a:pt x="57150" y="0"/>
                </a:lnTo>
                <a:cubicBezTo>
                  <a:pt x="46673" y="0"/>
                  <a:pt x="38100" y="8573"/>
                  <a:pt x="38100" y="19050"/>
                </a:cubicBezTo>
                <a:lnTo>
                  <a:pt x="38100" y="133350"/>
                </a:lnTo>
                <a:cubicBezTo>
                  <a:pt x="38100" y="143828"/>
                  <a:pt x="46673" y="152400"/>
                  <a:pt x="57150" y="152400"/>
                </a:cubicBezTo>
                <a:lnTo>
                  <a:pt x="171450" y="152400"/>
                </a:lnTo>
                <a:cubicBezTo>
                  <a:pt x="181928" y="152400"/>
                  <a:pt x="190500" y="143828"/>
                  <a:pt x="190500" y="1333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61925" y="85725"/>
                </a:moveTo>
                <a:lnTo>
                  <a:pt x="66675" y="85725"/>
                </a:lnTo>
                <a:lnTo>
                  <a:pt x="66675" y="66675"/>
                </a:lnTo>
                <a:lnTo>
                  <a:pt x="161925" y="66675"/>
                </a:lnTo>
                <a:lnTo>
                  <a:pt x="161925" y="85725"/>
                </a:lnTo>
                <a:close/>
                <a:moveTo>
                  <a:pt x="123825" y="123825"/>
                </a:moveTo>
                <a:lnTo>
                  <a:pt x="66675" y="123825"/>
                </a:lnTo>
                <a:lnTo>
                  <a:pt x="66675" y="104775"/>
                </a:lnTo>
                <a:lnTo>
                  <a:pt x="123825" y="104775"/>
                </a:lnTo>
                <a:lnTo>
                  <a:pt x="123825" y="123825"/>
                </a:lnTo>
                <a:close/>
                <a:moveTo>
                  <a:pt x="161925" y="47625"/>
                </a:moveTo>
                <a:lnTo>
                  <a:pt x="66675" y="47625"/>
                </a:lnTo>
                <a:lnTo>
                  <a:pt x="66675" y="28575"/>
                </a:lnTo>
                <a:lnTo>
                  <a:pt x="161925" y="28575"/>
                </a:lnTo>
                <a:lnTo>
                  <a:pt x="161925" y="47625"/>
                </a:lnTo>
                <a:close/>
              </a:path>
            </a:pathLst>
          </a:custGeom>
          <a:gradFill flip="none" rotWithShape="1">
            <a:gsLst>
              <a:gs pos="0">
                <a:srgbClr val="3749CC"/>
              </a:gs>
              <a:gs pos="100000">
                <a:srgbClr val="6578F0"/>
              </a:gs>
            </a:gsLst>
            <a:lin ang="16200000" scaled="1"/>
            <a:tileRect/>
          </a:gradFill>
          <a:ln w="9525">
            <a:noFill/>
            <a:round/>
          </a:ln>
          <a:effectLst>
            <a:outerShdw blurRad="152400" dir="5400000" sx="90000" sy="-19000" rotWithShape="0">
              <a:srgbClr val="3749CC"/>
            </a:outerShdw>
          </a:effec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  <p:sp>
        <p:nvSpPr>
          <p:cNvPr id="242" name="Freeform 8">
            <a:extLst>
              <a:ext uri="{FF2B5EF4-FFF2-40B4-BE49-F238E27FC236}">
                <a16:creationId xmlns:a16="http://schemas.microsoft.com/office/drawing/2014/main" id="{3B993C69-FD11-481A-350B-9CEE193E0C9D}"/>
              </a:ext>
            </a:extLst>
          </p:cNvPr>
          <p:cNvSpPr/>
          <p:nvPr/>
        </p:nvSpPr>
        <p:spPr bwMode="auto">
          <a:xfrm>
            <a:off x="5136628" y="3336086"/>
            <a:ext cx="1665563" cy="962228"/>
          </a:xfrm>
          <a:custGeom>
            <a:avLst/>
            <a:gdLst>
              <a:gd name="T0" fmla="*/ 398 w 485"/>
              <a:gd name="T1" fmla="*/ 50 h 281"/>
              <a:gd name="T2" fmla="*/ 399 w 485"/>
              <a:gd name="T3" fmla="*/ 231 h 281"/>
              <a:gd name="T4" fmla="*/ 87 w 485"/>
              <a:gd name="T5" fmla="*/ 231 h 281"/>
              <a:gd name="T6" fmla="*/ 86 w 485"/>
              <a:gd name="T7" fmla="*/ 50 h 281"/>
              <a:gd name="T8" fmla="*/ 398 w 485"/>
              <a:gd name="T9" fmla="*/ 50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5" h="281">
                <a:moveTo>
                  <a:pt x="398" y="50"/>
                </a:moveTo>
                <a:cubicBezTo>
                  <a:pt x="484" y="100"/>
                  <a:pt x="485" y="181"/>
                  <a:pt x="399" y="231"/>
                </a:cubicBezTo>
                <a:cubicBezTo>
                  <a:pt x="313" y="281"/>
                  <a:pt x="173" y="281"/>
                  <a:pt x="87" y="231"/>
                </a:cubicBezTo>
                <a:cubicBezTo>
                  <a:pt x="0" y="181"/>
                  <a:pt x="0" y="100"/>
                  <a:pt x="86" y="50"/>
                </a:cubicBezTo>
                <a:cubicBezTo>
                  <a:pt x="172" y="0"/>
                  <a:pt x="311" y="0"/>
                  <a:pt x="398" y="50"/>
                </a:cubicBezTo>
                <a:close/>
              </a:path>
            </a:pathLst>
          </a:custGeom>
          <a:solidFill>
            <a:srgbClr val="CDD2F8">
              <a:alpha val="27000"/>
            </a:srgbClr>
          </a:solidFill>
          <a:ln>
            <a:solidFill>
              <a:srgbClr val="8E9CEF">
                <a:alpha val="20000"/>
              </a:srgbClr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D80BB601-A7D2-61EB-7D49-A15EEA48F89A}"/>
              </a:ext>
            </a:extLst>
          </p:cNvPr>
          <p:cNvGrpSpPr/>
          <p:nvPr/>
        </p:nvGrpSpPr>
        <p:grpSpPr>
          <a:xfrm>
            <a:off x="5590723" y="2999181"/>
            <a:ext cx="774256" cy="1013620"/>
            <a:chOff x="7939602" y="1498602"/>
            <a:chExt cx="1956238" cy="2561013"/>
          </a:xfrm>
        </p:grpSpPr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BDFFBB6A-4960-BBD8-369F-3D10472513CD}"/>
                </a:ext>
              </a:extLst>
            </p:cNvPr>
            <p:cNvGrpSpPr/>
            <p:nvPr/>
          </p:nvGrpSpPr>
          <p:grpSpPr>
            <a:xfrm>
              <a:off x="7939602" y="1498602"/>
              <a:ext cx="1956238" cy="2561013"/>
              <a:chOff x="7959922" y="1505376"/>
              <a:chExt cx="709945" cy="929426"/>
            </a:xfrm>
          </p:grpSpPr>
          <p:sp>
            <p:nvSpPr>
              <p:cNvPr id="248" name="AutoShape 3">
                <a:extLst>
                  <a:ext uri="{FF2B5EF4-FFF2-40B4-BE49-F238E27FC236}">
                    <a16:creationId xmlns:a16="http://schemas.microsoft.com/office/drawing/2014/main" id="{CF3DF809-B5EA-D289-3484-7A5F2CAD8A53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989963" y="1523155"/>
                <a:ext cx="649863" cy="9116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F94B7A9A-5524-6931-405F-E7AC1105CB0C}"/>
                  </a:ext>
                </a:extLst>
              </p:cNvPr>
              <p:cNvGrpSpPr/>
              <p:nvPr/>
            </p:nvGrpSpPr>
            <p:grpSpPr>
              <a:xfrm>
                <a:off x="7994254" y="1701393"/>
                <a:ext cx="641280" cy="710231"/>
                <a:chOff x="5178425" y="523875"/>
                <a:chExt cx="1660525" cy="2039938"/>
              </a:xfrm>
            </p:grpSpPr>
            <p:sp>
              <p:nvSpPr>
                <p:cNvPr id="253" name="Freeform 5">
                  <a:extLst>
                    <a:ext uri="{FF2B5EF4-FFF2-40B4-BE49-F238E27FC236}">
                      <a16:creationId xmlns:a16="http://schemas.microsoft.com/office/drawing/2014/main" id="{0839BE1E-2E8A-D1F8-C62B-CD27E9E716DC}"/>
                    </a:ext>
                  </a:extLst>
                </p:cNvPr>
                <p:cNvSpPr/>
                <p:nvPr/>
              </p:nvSpPr>
              <p:spPr bwMode="auto">
                <a:xfrm>
                  <a:off x="5178425" y="523875"/>
                  <a:ext cx="1660525" cy="1512887"/>
                </a:xfrm>
                <a:custGeom>
                  <a:avLst/>
                  <a:gdLst>
                    <a:gd name="T0" fmla="*/ 438 w 438"/>
                    <a:gd name="T1" fmla="*/ 139 h 400"/>
                    <a:gd name="T2" fmla="*/ 437 w 438"/>
                    <a:gd name="T3" fmla="*/ 400 h 400"/>
                    <a:gd name="T4" fmla="*/ 373 w 438"/>
                    <a:gd name="T5" fmla="*/ 310 h 400"/>
                    <a:gd name="T6" fmla="*/ 63 w 438"/>
                    <a:gd name="T7" fmla="*/ 310 h 400"/>
                    <a:gd name="T8" fmla="*/ 0 w 438"/>
                    <a:gd name="T9" fmla="*/ 399 h 400"/>
                    <a:gd name="T10" fmla="*/ 0 w 438"/>
                    <a:gd name="T11" fmla="*/ 138 h 400"/>
                    <a:gd name="T12" fmla="*/ 64 w 438"/>
                    <a:gd name="T13" fmla="*/ 49 h 400"/>
                    <a:gd name="T14" fmla="*/ 373 w 438"/>
                    <a:gd name="T15" fmla="*/ 49 h 400"/>
                    <a:gd name="T16" fmla="*/ 438 w 438"/>
                    <a:gd name="T17" fmla="*/ 139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8" h="400">
                      <a:moveTo>
                        <a:pt x="438" y="139"/>
                      </a:moveTo>
                      <a:cubicBezTo>
                        <a:pt x="437" y="400"/>
                        <a:pt x="437" y="400"/>
                        <a:pt x="437" y="400"/>
                      </a:cubicBezTo>
                      <a:cubicBezTo>
                        <a:pt x="437" y="368"/>
                        <a:pt x="416" y="335"/>
                        <a:pt x="373" y="310"/>
                      </a:cubicBezTo>
                      <a:cubicBezTo>
                        <a:pt x="287" y="260"/>
                        <a:pt x="148" y="261"/>
                        <a:pt x="63" y="310"/>
                      </a:cubicBezTo>
                      <a:cubicBezTo>
                        <a:pt x="21" y="334"/>
                        <a:pt x="0" y="367"/>
                        <a:pt x="0" y="399"/>
                      </a:cubicBezTo>
                      <a:cubicBezTo>
                        <a:pt x="0" y="138"/>
                        <a:pt x="0" y="138"/>
                        <a:pt x="0" y="138"/>
                      </a:cubicBezTo>
                      <a:cubicBezTo>
                        <a:pt x="1" y="106"/>
                        <a:pt x="22" y="74"/>
                        <a:pt x="64" y="49"/>
                      </a:cubicBezTo>
                      <a:cubicBezTo>
                        <a:pt x="149" y="0"/>
                        <a:pt x="288" y="0"/>
                        <a:pt x="373" y="49"/>
                      </a:cubicBezTo>
                      <a:cubicBezTo>
                        <a:pt x="417" y="74"/>
                        <a:pt x="438" y="107"/>
                        <a:pt x="438" y="13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3749CC"/>
                    </a:gs>
                    <a:gs pos="100000">
                      <a:srgbClr val="6578F0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4" name="Freeform 6">
                  <a:extLst>
                    <a:ext uri="{FF2B5EF4-FFF2-40B4-BE49-F238E27FC236}">
                      <a16:creationId xmlns:a16="http://schemas.microsoft.com/office/drawing/2014/main" id="{D5E1FCA7-1AD3-8822-9983-A9DAA85219F5}"/>
                    </a:ext>
                  </a:extLst>
                </p:cNvPr>
                <p:cNvSpPr/>
                <p:nvPr/>
              </p:nvSpPr>
              <p:spPr bwMode="auto">
                <a:xfrm>
                  <a:off x="5178425" y="1046163"/>
                  <a:ext cx="1660525" cy="1517650"/>
                </a:xfrm>
                <a:custGeom>
                  <a:avLst/>
                  <a:gdLst>
                    <a:gd name="T0" fmla="*/ 64 w 438"/>
                    <a:gd name="T1" fmla="*/ 351 h 401"/>
                    <a:gd name="T2" fmla="*/ 0 w 438"/>
                    <a:gd name="T3" fmla="*/ 261 h 401"/>
                    <a:gd name="T4" fmla="*/ 0 w 438"/>
                    <a:gd name="T5" fmla="*/ 0 h 401"/>
                    <a:gd name="T6" fmla="*/ 65 w 438"/>
                    <a:gd name="T7" fmla="*/ 90 h 401"/>
                    <a:gd name="T8" fmla="*/ 374 w 438"/>
                    <a:gd name="T9" fmla="*/ 90 h 401"/>
                    <a:gd name="T10" fmla="*/ 438 w 438"/>
                    <a:gd name="T11" fmla="*/ 1 h 401"/>
                    <a:gd name="T12" fmla="*/ 437 w 438"/>
                    <a:gd name="T13" fmla="*/ 262 h 401"/>
                    <a:gd name="T14" fmla="*/ 374 w 438"/>
                    <a:gd name="T15" fmla="*/ 351 h 401"/>
                    <a:gd name="T16" fmla="*/ 64 w 438"/>
                    <a:gd name="T17" fmla="*/ 35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38" h="401">
                      <a:moveTo>
                        <a:pt x="64" y="351"/>
                      </a:moveTo>
                      <a:cubicBezTo>
                        <a:pt x="21" y="326"/>
                        <a:pt x="0" y="294"/>
                        <a:pt x="0" y="26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3"/>
                        <a:pt x="22" y="65"/>
                        <a:pt x="65" y="90"/>
                      </a:cubicBezTo>
                      <a:cubicBezTo>
                        <a:pt x="151" y="140"/>
                        <a:pt x="289" y="140"/>
                        <a:pt x="374" y="90"/>
                      </a:cubicBezTo>
                      <a:cubicBezTo>
                        <a:pt x="417" y="66"/>
                        <a:pt x="438" y="34"/>
                        <a:pt x="438" y="1"/>
                      </a:cubicBezTo>
                      <a:cubicBezTo>
                        <a:pt x="437" y="262"/>
                        <a:pt x="437" y="262"/>
                        <a:pt x="437" y="262"/>
                      </a:cubicBezTo>
                      <a:cubicBezTo>
                        <a:pt x="437" y="294"/>
                        <a:pt x="416" y="327"/>
                        <a:pt x="374" y="351"/>
                      </a:cubicBezTo>
                      <a:cubicBezTo>
                        <a:pt x="289" y="401"/>
                        <a:pt x="150" y="401"/>
                        <a:pt x="64" y="3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ADFFE"/>
                    </a:gs>
                    <a:gs pos="100000">
                      <a:srgbClr val="6578F0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50" name="Freeform 7">
                <a:extLst>
                  <a:ext uri="{FF2B5EF4-FFF2-40B4-BE49-F238E27FC236}">
                    <a16:creationId xmlns:a16="http://schemas.microsoft.com/office/drawing/2014/main" id="{B0B4F28F-1B0E-3543-1820-5A10D6AB87EF}"/>
                  </a:ext>
                </a:extLst>
              </p:cNvPr>
              <p:cNvSpPr/>
              <p:nvPr/>
            </p:nvSpPr>
            <p:spPr bwMode="auto">
              <a:xfrm>
                <a:off x="7991189" y="1707079"/>
                <a:ext cx="647411" cy="301021"/>
              </a:xfrm>
              <a:custGeom>
                <a:avLst/>
                <a:gdLst>
                  <a:gd name="T0" fmla="*/ 442 w 442"/>
                  <a:gd name="T1" fmla="*/ 1 h 206"/>
                  <a:gd name="T2" fmla="*/ 442 w 442"/>
                  <a:gd name="T3" fmla="*/ 67 h 206"/>
                  <a:gd name="T4" fmla="*/ 378 w 442"/>
                  <a:gd name="T5" fmla="*/ 156 h 206"/>
                  <a:gd name="T6" fmla="*/ 65 w 442"/>
                  <a:gd name="T7" fmla="*/ 156 h 206"/>
                  <a:gd name="T8" fmla="*/ 0 w 442"/>
                  <a:gd name="T9" fmla="*/ 65 h 206"/>
                  <a:gd name="T10" fmla="*/ 0 w 442"/>
                  <a:gd name="T11" fmla="*/ 0 h 206"/>
                  <a:gd name="T12" fmla="*/ 66 w 442"/>
                  <a:gd name="T13" fmla="*/ 91 h 206"/>
                  <a:gd name="T14" fmla="*/ 378 w 442"/>
                  <a:gd name="T15" fmla="*/ 91 h 206"/>
                  <a:gd name="T16" fmla="*/ 442 w 442"/>
                  <a:gd name="T17" fmla="*/ 1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2" h="206">
                    <a:moveTo>
                      <a:pt x="442" y="1"/>
                    </a:moveTo>
                    <a:cubicBezTo>
                      <a:pt x="442" y="67"/>
                      <a:pt x="442" y="67"/>
                      <a:pt x="442" y="67"/>
                    </a:cubicBezTo>
                    <a:cubicBezTo>
                      <a:pt x="442" y="99"/>
                      <a:pt x="420" y="132"/>
                      <a:pt x="378" y="156"/>
                    </a:cubicBezTo>
                    <a:cubicBezTo>
                      <a:pt x="292" y="206"/>
                      <a:pt x="152" y="206"/>
                      <a:pt x="65" y="156"/>
                    </a:cubicBezTo>
                    <a:cubicBezTo>
                      <a:pt x="22" y="131"/>
                      <a:pt x="0" y="98"/>
                      <a:pt x="0" y="6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3"/>
                      <a:pt x="22" y="66"/>
                      <a:pt x="66" y="91"/>
                    </a:cubicBezTo>
                    <a:cubicBezTo>
                      <a:pt x="152" y="141"/>
                      <a:pt x="292" y="141"/>
                      <a:pt x="378" y="91"/>
                    </a:cubicBezTo>
                    <a:cubicBezTo>
                      <a:pt x="421" y="66"/>
                      <a:pt x="442" y="34"/>
                      <a:pt x="44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DADFFE"/>
                  </a:gs>
                  <a:gs pos="100000">
                    <a:srgbClr val="6578F0"/>
                  </a:gs>
                </a:gsLst>
                <a:lin ang="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1" name="Freeform 8">
                <a:extLst>
                  <a:ext uri="{FF2B5EF4-FFF2-40B4-BE49-F238E27FC236}">
                    <a16:creationId xmlns:a16="http://schemas.microsoft.com/office/drawing/2014/main" id="{08D85A3F-2C4F-C9E5-89B0-3CB6CB21D95E}"/>
                  </a:ext>
                </a:extLst>
              </p:cNvPr>
              <p:cNvSpPr/>
              <p:nvPr/>
            </p:nvSpPr>
            <p:spPr bwMode="auto">
              <a:xfrm>
                <a:off x="7959922" y="1505376"/>
                <a:ext cx="709945" cy="410149"/>
              </a:xfrm>
              <a:custGeom>
                <a:avLst/>
                <a:gdLst>
                  <a:gd name="T0" fmla="*/ 398 w 485"/>
                  <a:gd name="T1" fmla="*/ 50 h 281"/>
                  <a:gd name="T2" fmla="*/ 399 w 485"/>
                  <a:gd name="T3" fmla="*/ 231 h 281"/>
                  <a:gd name="T4" fmla="*/ 87 w 485"/>
                  <a:gd name="T5" fmla="*/ 231 h 281"/>
                  <a:gd name="T6" fmla="*/ 86 w 485"/>
                  <a:gd name="T7" fmla="*/ 50 h 281"/>
                  <a:gd name="T8" fmla="*/ 398 w 485"/>
                  <a:gd name="T9" fmla="*/ 5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5" h="281">
                    <a:moveTo>
                      <a:pt x="398" y="50"/>
                    </a:moveTo>
                    <a:cubicBezTo>
                      <a:pt x="484" y="100"/>
                      <a:pt x="485" y="181"/>
                      <a:pt x="399" y="231"/>
                    </a:cubicBezTo>
                    <a:cubicBezTo>
                      <a:pt x="313" y="281"/>
                      <a:pt x="173" y="281"/>
                      <a:pt x="87" y="231"/>
                    </a:cubicBezTo>
                    <a:cubicBezTo>
                      <a:pt x="0" y="181"/>
                      <a:pt x="0" y="100"/>
                      <a:pt x="86" y="50"/>
                    </a:cubicBezTo>
                    <a:cubicBezTo>
                      <a:pt x="172" y="0"/>
                      <a:pt x="311" y="0"/>
                      <a:pt x="398" y="5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AFBFF"/>
                  </a:gs>
                  <a:gs pos="100000">
                    <a:srgbClr val="CDD2F8"/>
                  </a:gs>
                </a:gsLst>
                <a:lin ang="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2" name="Freeform 9">
                <a:extLst>
                  <a:ext uri="{FF2B5EF4-FFF2-40B4-BE49-F238E27FC236}">
                    <a16:creationId xmlns:a16="http://schemas.microsoft.com/office/drawing/2014/main" id="{A3C7E51A-60CC-B2E0-E3D7-BF8F8A3D3B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43030" y="1556037"/>
                <a:ext cx="543729" cy="301021"/>
              </a:xfrm>
              <a:custGeom>
                <a:avLst/>
                <a:gdLst>
                  <a:gd name="T0" fmla="*/ 276 w 336"/>
                  <a:gd name="T1" fmla="*/ 35 h 195"/>
                  <a:gd name="T2" fmla="*/ 277 w 336"/>
                  <a:gd name="T3" fmla="*/ 160 h 195"/>
                  <a:gd name="T4" fmla="*/ 60 w 336"/>
                  <a:gd name="T5" fmla="*/ 160 h 195"/>
                  <a:gd name="T6" fmla="*/ 60 w 336"/>
                  <a:gd name="T7" fmla="*/ 35 h 195"/>
                  <a:gd name="T8" fmla="*/ 276 w 336"/>
                  <a:gd name="T9" fmla="*/ 35 h 195"/>
                  <a:gd name="T10" fmla="*/ 62 w 336"/>
                  <a:gd name="T11" fmla="*/ 159 h 195"/>
                  <a:gd name="T12" fmla="*/ 275 w 336"/>
                  <a:gd name="T13" fmla="*/ 159 h 195"/>
                  <a:gd name="T14" fmla="*/ 274 w 336"/>
                  <a:gd name="T15" fmla="*/ 36 h 195"/>
                  <a:gd name="T16" fmla="*/ 62 w 336"/>
                  <a:gd name="T17" fmla="*/ 36 h 195"/>
                  <a:gd name="T18" fmla="*/ 62 w 336"/>
                  <a:gd name="T19" fmla="*/ 15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195">
                    <a:moveTo>
                      <a:pt x="276" y="35"/>
                    </a:moveTo>
                    <a:cubicBezTo>
                      <a:pt x="336" y="70"/>
                      <a:pt x="336" y="126"/>
                      <a:pt x="277" y="160"/>
                    </a:cubicBezTo>
                    <a:cubicBezTo>
                      <a:pt x="217" y="195"/>
                      <a:pt x="120" y="195"/>
                      <a:pt x="60" y="160"/>
                    </a:cubicBezTo>
                    <a:cubicBezTo>
                      <a:pt x="1" y="126"/>
                      <a:pt x="0" y="70"/>
                      <a:pt x="60" y="35"/>
                    </a:cubicBezTo>
                    <a:cubicBezTo>
                      <a:pt x="119" y="0"/>
                      <a:pt x="216" y="0"/>
                      <a:pt x="276" y="35"/>
                    </a:cubicBezTo>
                    <a:close/>
                    <a:moveTo>
                      <a:pt x="62" y="159"/>
                    </a:moveTo>
                    <a:cubicBezTo>
                      <a:pt x="121" y="193"/>
                      <a:pt x="216" y="193"/>
                      <a:pt x="275" y="159"/>
                    </a:cubicBezTo>
                    <a:cubicBezTo>
                      <a:pt x="333" y="125"/>
                      <a:pt x="333" y="70"/>
                      <a:pt x="274" y="36"/>
                    </a:cubicBezTo>
                    <a:cubicBezTo>
                      <a:pt x="215" y="2"/>
                      <a:pt x="120" y="2"/>
                      <a:pt x="62" y="36"/>
                    </a:cubicBezTo>
                    <a:cubicBezTo>
                      <a:pt x="3" y="70"/>
                      <a:pt x="4" y="125"/>
                      <a:pt x="62" y="159"/>
                    </a:cubicBezTo>
                  </a:path>
                </a:pathLst>
              </a:custGeom>
              <a:solidFill>
                <a:srgbClr val="3749CC"/>
              </a:solidFill>
              <a:ln w="0">
                <a:solidFill>
                  <a:srgbClr val="3749CC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4AAFC270-4DA2-0A57-ADFF-96BC070A7E6E}"/>
                </a:ext>
              </a:extLst>
            </p:cNvPr>
            <p:cNvGrpSpPr/>
            <p:nvPr/>
          </p:nvGrpSpPr>
          <p:grpSpPr>
            <a:xfrm>
              <a:off x="9687157" y="2993287"/>
              <a:ext cx="69024" cy="493977"/>
              <a:chOff x="9687157" y="2993287"/>
              <a:chExt cx="69024" cy="493977"/>
            </a:xfrm>
          </p:grpSpPr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13F95A75-E557-551C-AE3C-8C79A60C8109}"/>
                  </a:ext>
                </a:extLst>
              </p:cNvPr>
              <p:cNvSpPr/>
              <p:nvPr/>
            </p:nvSpPr>
            <p:spPr>
              <a:xfrm>
                <a:off x="9687157" y="2993287"/>
                <a:ext cx="69024" cy="69024"/>
              </a:xfrm>
              <a:prstGeom prst="ellipse">
                <a:avLst/>
              </a:prstGeom>
              <a:solidFill>
                <a:srgbClr val="02F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7" name="矩形: 圆角 246">
                <a:extLst>
                  <a:ext uri="{FF2B5EF4-FFF2-40B4-BE49-F238E27FC236}">
                    <a16:creationId xmlns:a16="http://schemas.microsoft.com/office/drawing/2014/main" id="{F4C4CD9A-6E08-8649-1BD8-2A23DE52CAE1}"/>
                  </a:ext>
                </a:extLst>
              </p:cNvPr>
              <p:cNvSpPr/>
              <p:nvPr/>
            </p:nvSpPr>
            <p:spPr>
              <a:xfrm>
                <a:off x="9687157" y="3111301"/>
                <a:ext cx="69024" cy="375963"/>
              </a:xfrm>
              <a:prstGeom prst="roundRect">
                <a:avLst>
                  <a:gd name="adj" fmla="val 50000"/>
                </a:avLst>
              </a:prstGeom>
              <a:solidFill>
                <a:srgbClr val="02F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241" name="文本框 224">
            <a:extLst>
              <a:ext uri="{FF2B5EF4-FFF2-40B4-BE49-F238E27FC236}">
                <a16:creationId xmlns:a16="http://schemas.microsoft.com/office/drawing/2014/main" id="{6700F880-3DC2-C7ED-3904-CC4380610117}"/>
              </a:ext>
            </a:extLst>
          </p:cNvPr>
          <p:cNvSpPr txBox="1"/>
          <p:nvPr/>
        </p:nvSpPr>
        <p:spPr>
          <a:xfrm>
            <a:off x="5582302" y="189087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错误率</a:t>
            </a:r>
          </a:p>
        </p:txBody>
      </p:sp>
      <p:sp>
        <p:nvSpPr>
          <p:cNvPr id="279" name="文本框 224">
            <a:extLst>
              <a:ext uri="{FF2B5EF4-FFF2-40B4-BE49-F238E27FC236}">
                <a16:creationId xmlns:a16="http://schemas.microsoft.com/office/drawing/2014/main" id="{29CB201A-2D3B-628B-2CAA-62588D24E52D}"/>
              </a:ext>
            </a:extLst>
          </p:cNvPr>
          <p:cNvSpPr txBox="1"/>
          <p:nvPr/>
        </p:nvSpPr>
        <p:spPr>
          <a:xfrm>
            <a:off x="3717248" y="44337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重复犯错</a:t>
            </a:r>
          </a:p>
        </p:txBody>
      </p:sp>
      <p:sp>
        <p:nvSpPr>
          <p:cNvPr id="280" name="文本框 224">
            <a:extLst>
              <a:ext uri="{FF2B5EF4-FFF2-40B4-BE49-F238E27FC236}">
                <a16:creationId xmlns:a16="http://schemas.microsoft.com/office/drawing/2014/main" id="{25ADA531-158D-3608-DB28-B87A5A4D165B}"/>
              </a:ext>
            </a:extLst>
          </p:cNvPr>
          <p:cNvSpPr txBox="1"/>
          <p:nvPr/>
        </p:nvSpPr>
        <p:spPr>
          <a:xfrm>
            <a:off x="7538513" y="44337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响应延时</a:t>
            </a: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A88E5E02-C684-0B56-FFA1-99D72B702F9F}"/>
              </a:ext>
            </a:extLst>
          </p:cNvPr>
          <p:cNvSpPr txBox="1"/>
          <p:nvPr/>
        </p:nvSpPr>
        <p:spPr>
          <a:xfrm>
            <a:off x="5113155" y="2866953"/>
            <a:ext cx="1723549" cy="1258698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0212469"/>
              </a:avLst>
            </a:prstTxWarp>
            <a:spAutoFit/>
          </a:bodyPr>
          <a:lstStyle/>
          <a:p>
            <a:pPr algn="ctr"/>
            <a:r>
              <a:rPr lang="zh-CN" sz="2000" b="1" noProof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智能学情分析</a:t>
            </a:r>
          </a:p>
        </p:txBody>
      </p: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CE69493C-A4B6-DD4F-A711-7C106A2222DB}"/>
              </a:ext>
            </a:extLst>
          </p:cNvPr>
          <p:cNvGrpSpPr/>
          <p:nvPr/>
        </p:nvGrpSpPr>
        <p:grpSpPr>
          <a:xfrm>
            <a:off x="4332958" y="4009404"/>
            <a:ext cx="107853" cy="116247"/>
            <a:chOff x="8710795" y="4018668"/>
            <a:chExt cx="230903" cy="248870"/>
          </a:xfrm>
          <a:scene3d>
            <a:camera prst="isometricRightUp"/>
            <a:lightRig rig="threePt" dir="t"/>
          </a:scene3d>
        </p:grpSpPr>
        <p:sp>
          <p:nvSpPr>
            <p:cNvPr id="283" name="矩形: 圆角 282">
              <a:extLst>
                <a:ext uri="{FF2B5EF4-FFF2-40B4-BE49-F238E27FC236}">
                  <a16:creationId xmlns:a16="http://schemas.microsoft.com/office/drawing/2014/main" id="{E7BEC42A-4710-FB85-4397-0D09E2808969}"/>
                </a:ext>
              </a:extLst>
            </p:cNvPr>
            <p:cNvSpPr/>
            <p:nvPr/>
          </p:nvSpPr>
          <p:spPr>
            <a:xfrm>
              <a:off x="8710795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8548A1C8-2324-50A6-014E-0C57484E6694}"/>
                </a:ext>
              </a:extLst>
            </p:cNvPr>
            <p:cNvSpPr/>
            <p:nvPr/>
          </p:nvSpPr>
          <p:spPr>
            <a:xfrm>
              <a:off x="8803387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5" name="矩形: 圆角 284">
              <a:extLst>
                <a:ext uri="{FF2B5EF4-FFF2-40B4-BE49-F238E27FC236}">
                  <a16:creationId xmlns:a16="http://schemas.microsoft.com/office/drawing/2014/main" id="{E6755248-074D-7F1A-6A12-0B26441823F8}"/>
                </a:ext>
              </a:extLst>
            </p:cNvPr>
            <p:cNvSpPr/>
            <p:nvPr/>
          </p:nvSpPr>
          <p:spPr>
            <a:xfrm>
              <a:off x="8895979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967A3DD0-542F-B91E-B676-AB15DB2E6E04}"/>
              </a:ext>
            </a:extLst>
          </p:cNvPr>
          <p:cNvGrpSpPr/>
          <p:nvPr/>
        </p:nvGrpSpPr>
        <p:grpSpPr>
          <a:xfrm>
            <a:off x="8128810" y="4020339"/>
            <a:ext cx="107853" cy="116247"/>
            <a:chOff x="8710795" y="4018668"/>
            <a:chExt cx="230903" cy="248870"/>
          </a:xfrm>
          <a:scene3d>
            <a:camera prst="isometricRightUp"/>
            <a:lightRig rig="threePt" dir="t"/>
          </a:scene3d>
        </p:grpSpPr>
        <p:sp>
          <p:nvSpPr>
            <p:cNvPr id="287" name="矩形: 圆角 286">
              <a:extLst>
                <a:ext uri="{FF2B5EF4-FFF2-40B4-BE49-F238E27FC236}">
                  <a16:creationId xmlns:a16="http://schemas.microsoft.com/office/drawing/2014/main" id="{C31B9644-42E8-F080-7BBD-E4962FA68AA5}"/>
                </a:ext>
              </a:extLst>
            </p:cNvPr>
            <p:cNvSpPr/>
            <p:nvPr/>
          </p:nvSpPr>
          <p:spPr>
            <a:xfrm>
              <a:off x="8710795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8" name="矩形: 圆角 287">
              <a:extLst>
                <a:ext uri="{FF2B5EF4-FFF2-40B4-BE49-F238E27FC236}">
                  <a16:creationId xmlns:a16="http://schemas.microsoft.com/office/drawing/2014/main" id="{9AEEE8A4-0E0B-B99F-C0BD-61E55D2477DA}"/>
                </a:ext>
              </a:extLst>
            </p:cNvPr>
            <p:cNvSpPr/>
            <p:nvPr/>
          </p:nvSpPr>
          <p:spPr>
            <a:xfrm>
              <a:off x="8803387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9" name="矩形: 圆角 288">
              <a:extLst>
                <a:ext uri="{FF2B5EF4-FFF2-40B4-BE49-F238E27FC236}">
                  <a16:creationId xmlns:a16="http://schemas.microsoft.com/office/drawing/2014/main" id="{1217AC28-D958-43E6-FE0F-F5C0C74E3238}"/>
                </a:ext>
              </a:extLst>
            </p:cNvPr>
            <p:cNvSpPr/>
            <p:nvPr/>
          </p:nvSpPr>
          <p:spPr>
            <a:xfrm>
              <a:off x="8895979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548C51DA-B274-99C0-08AB-40DE4FC1D828}"/>
              </a:ext>
            </a:extLst>
          </p:cNvPr>
          <p:cNvGrpSpPr/>
          <p:nvPr/>
        </p:nvGrpSpPr>
        <p:grpSpPr>
          <a:xfrm>
            <a:off x="6151940" y="2634013"/>
            <a:ext cx="107853" cy="116247"/>
            <a:chOff x="8710795" y="4018668"/>
            <a:chExt cx="230903" cy="248870"/>
          </a:xfrm>
          <a:scene3d>
            <a:camera prst="isometricRightUp"/>
            <a:lightRig rig="threePt" dir="t"/>
          </a:scene3d>
        </p:grpSpPr>
        <p:sp>
          <p:nvSpPr>
            <p:cNvPr id="291" name="矩形: 圆角 290">
              <a:extLst>
                <a:ext uri="{FF2B5EF4-FFF2-40B4-BE49-F238E27FC236}">
                  <a16:creationId xmlns:a16="http://schemas.microsoft.com/office/drawing/2014/main" id="{005A4EB4-ED41-E99C-7C65-586EBA341AE2}"/>
                </a:ext>
              </a:extLst>
            </p:cNvPr>
            <p:cNvSpPr/>
            <p:nvPr/>
          </p:nvSpPr>
          <p:spPr>
            <a:xfrm>
              <a:off x="8710795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2" name="矩形: 圆角 291">
              <a:extLst>
                <a:ext uri="{FF2B5EF4-FFF2-40B4-BE49-F238E27FC236}">
                  <a16:creationId xmlns:a16="http://schemas.microsoft.com/office/drawing/2014/main" id="{3A69FCDF-5917-BB11-6910-09A0AA9595E8}"/>
                </a:ext>
              </a:extLst>
            </p:cNvPr>
            <p:cNvSpPr/>
            <p:nvPr/>
          </p:nvSpPr>
          <p:spPr>
            <a:xfrm>
              <a:off x="8803387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3" name="矩形: 圆角 292">
              <a:extLst>
                <a:ext uri="{FF2B5EF4-FFF2-40B4-BE49-F238E27FC236}">
                  <a16:creationId xmlns:a16="http://schemas.microsoft.com/office/drawing/2014/main" id="{EE2E07F2-B9D9-DFA2-0AD3-09189F249187}"/>
                </a:ext>
              </a:extLst>
            </p:cNvPr>
            <p:cNvSpPr/>
            <p:nvPr/>
          </p:nvSpPr>
          <p:spPr>
            <a:xfrm>
              <a:off x="8895979" y="4018668"/>
              <a:ext cx="45719" cy="248870"/>
            </a:xfrm>
            <a:prstGeom prst="roundRect">
              <a:avLst>
                <a:gd name="adj" fmla="val 50000"/>
              </a:avLst>
            </a:prstGeom>
            <a:solidFill>
              <a:srgbClr val="02F2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158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/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/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/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/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/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/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/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/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/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/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效果展示</a:t>
                </a: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Effect Demonstration</a:t>
                </a: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56" y="1990661"/>
            <a:ext cx="7934623" cy="4636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7188" y="1275976"/>
            <a:ext cx="1762612" cy="466270"/>
            <a:chOff x="403517" y="1579624"/>
            <a:chExt cx="1891106" cy="503433"/>
          </a:xfrm>
        </p:grpSpPr>
        <p:sp>
          <p:nvSpPr>
            <p:cNvPr id="6" name="矩形: 圆角 5"/>
            <p:cNvSpPr/>
            <p:nvPr/>
          </p:nvSpPr>
          <p:spPr>
            <a:xfrm>
              <a:off x="403517" y="1579624"/>
              <a:ext cx="1891106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71000">
                  <a:srgbClr val="0059F5">
                    <a:alpha val="5200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79997" y="1631286"/>
              <a:ext cx="16146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b="1" noProof="1">
                  <a:solidFill>
                    <a:srgbClr val="FFFF00"/>
                  </a:solidFill>
                </a:rPr>
                <a:t>登录</a:t>
              </a:r>
              <a:r>
                <a:rPr lang="zh-CN" altLang="en-US" sz="2000" b="1" noProof="1">
                  <a:solidFill>
                    <a:srgbClr val="FFFF00"/>
                  </a:solidFill>
                </a:rPr>
                <a:t>界面</a:t>
              </a:r>
              <a:endParaRPr lang="zh-CN" sz="2000" b="1" noProof="1">
                <a:solidFill>
                  <a:srgbClr val="FFFF00"/>
                </a:solidFill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14CF9D2A-F0B0-43F2-BB40-B6C8A398E259}"/>
              </a:ext>
            </a:extLst>
          </p:cNvPr>
          <p:cNvSpPr txBox="1"/>
          <p:nvPr/>
        </p:nvSpPr>
        <p:spPr>
          <a:xfrm>
            <a:off x="8409991" y="2236586"/>
            <a:ext cx="36212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FF00"/>
                </a:solidFill>
                <a:effectLst/>
                <a:latin typeface="黑体" panose="02010609060101010101" pitchFamily="49" charset="-122"/>
              </a:rPr>
              <a:t>星群</a:t>
            </a:r>
            <a:endParaRPr lang="en-US" altLang="zh-CN" b="1" i="0" dirty="0">
              <a:solidFill>
                <a:srgbClr val="FFFF00"/>
              </a:solidFill>
              <a:effectLst/>
              <a:latin typeface="黑体" panose="02010609060101010101" pitchFamily="49" charset="-122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黑体" panose="02010609060101010101" pitchFamily="49" charset="-122"/>
              </a:rPr>
              <a:t>象征知识集合，代表海量学习资源与智慧星光</a:t>
            </a:r>
            <a:endParaRPr lang="en-US" altLang="zh-CN" b="0" i="0" dirty="0">
              <a:solidFill>
                <a:schemeClr val="bg1"/>
              </a:solidFill>
              <a:effectLst/>
              <a:latin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8648690-E9AA-4BEE-9EC8-C69B70DECF78}"/>
              </a:ext>
            </a:extLst>
          </p:cNvPr>
          <p:cNvSpPr txBox="1"/>
          <p:nvPr/>
        </p:nvSpPr>
        <p:spPr>
          <a:xfrm>
            <a:off x="8409991" y="3624907"/>
            <a:ext cx="36212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FF00"/>
                </a:solidFill>
                <a:effectLst/>
                <a:latin typeface="黑体" panose="02010609060101010101" pitchFamily="49" charset="-122"/>
              </a:rPr>
              <a:t>流星</a:t>
            </a:r>
            <a:endParaRPr lang="en-US" altLang="zh-CN" b="1" i="0" dirty="0">
              <a:solidFill>
                <a:srgbClr val="FFFF00"/>
              </a:solidFill>
              <a:effectLst/>
              <a:latin typeface="黑体" panose="02010609060101010101" pitchFamily="49" charset="-122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黑体" panose="02010609060101010101" pitchFamily="49" charset="-122"/>
              </a:rPr>
              <a:t>寓意灵感突破，象征学习中的思维火花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BD23E1-5FAA-4F04-9C93-A289973678C4}"/>
              </a:ext>
            </a:extLst>
          </p:cNvPr>
          <p:cNvSpPr txBox="1"/>
          <p:nvPr/>
        </p:nvSpPr>
        <p:spPr>
          <a:xfrm>
            <a:off x="9239361" y="5003481"/>
            <a:ext cx="2372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FF00"/>
                </a:solidFill>
                <a:effectLst/>
                <a:latin typeface="黑体" panose="02010609060101010101" pitchFamily="49" charset="-122"/>
              </a:rPr>
              <a:t>通往知识宇宙的入口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28" name="加号 27">
            <a:extLst>
              <a:ext uri="{FF2B5EF4-FFF2-40B4-BE49-F238E27FC236}">
                <a16:creationId xmlns:a16="http://schemas.microsoft.com/office/drawing/2014/main" id="{ADF4E06E-48D0-4A90-B0D1-C2AB5B67CE13}"/>
              </a:ext>
            </a:extLst>
          </p:cNvPr>
          <p:cNvSpPr/>
          <p:nvPr/>
        </p:nvSpPr>
        <p:spPr>
          <a:xfrm>
            <a:off x="10185104" y="3246181"/>
            <a:ext cx="328366" cy="325321"/>
          </a:xfrm>
          <a:prstGeom prst="mathPlus">
            <a:avLst>
              <a:gd name="adj1" fmla="val 18670"/>
            </a:avLst>
          </a:prstGeom>
          <a:gradFill>
            <a:gsLst>
              <a:gs pos="11000">
                <a:srgbClr val="0689F8"/>
              </a:gs>
              <a:gs pos="100000">
                <a:srgbClr val="12E5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544ECDF4-AA09-4F2B-AC79-3ED4C6AEF649}"/>
              </a:ext>
            </a:extLst>
          </p:cNvPr>
          <p:cNvSpPr/>
          <p:nvPr/>
        </p:nvSpPr>
        <p:spPr>
          <a:xfrm>
            <a:off x="10203308" y="4634538"/>
            <a:ext cx="257148" cy="309883"/>
          </a:xfrm>
          <a:prstGeom prst="downArrow">
            <a:avLst/>
          </a:prstGeom>
          <a:gradFill>
            <a:gsLst>
              <a:gs pos="8000">
                <a:schemeClr val="bg1"/>
              </a:gs>
              <a:gs pos="84000">
                <a:srgbClr val="0689F8"/>
              </a:gs>
              <a:gs pos="41000">
                <a:srgbClr val="12E5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9557E52-FEE6-4AAA-A065-B6F32EEB2072}"/>
              </a:ext>
            </a:extLst>
          </p:cNvPr>
          <p:cNvSpPr txBox="1"/>
          <p:nvPr/>
        </p:nvSpPr>
        <p:spPr>
          <a:xfrm>
            <a:off x="8948548" y="5657292"/>
            <a:ext cx="581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教师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A769C7-81B9-4EB7-80A7-8DE6EAA6417C}"/>
              </a:ext>
            </a:extLst>
          </p:cNvPr>
          <p:cNvSpPr txBox="1"/>
          <p:nvPr/>
        </p:nvSpPr>
        <p:spPr>
          <a:xfrm>
            <a:off x="10041069" y="5657293"/>
            <a:ext cx="581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学生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FC0759-9267-40D8-803E-2903B065B9A1}"/>
              </a:ext>
            </a:extLst>
          </p:cNvPr>
          <p:cNvSpPr txBox="1"/>
          <p:nvPr/>
        </p:nvSpPr>
        <p:spPr>
          <a:xfrm>
            <a:off x="11080292" y="5657293"/>
            <a:ext cx="581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课堂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DB3DF0-F12F-684C-C020-F38080C71068}"/>
              </a:ext>
            </a:extLst>
          </p:cNvPr>
          <p:cNvGrpSpPr/>
          <p:nvPr/>
        </p:nvGrpSpPr>
        <p:grpSpPr>
          <a:xfrm>
            <a:off x="8312497" y="2074748"/>
            <a:ext cx="3816245" cy="1263174"/>
            <a:chOff x="9041751" y="3993939"/>
            <a:chExt cx="5339433" cy="176734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D24F938-7CBC-47AC-9139-C969B907AD41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B813CCD-D5BE-6BCF-1E0C-90B80A4E5E18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DEA44F51-983C-90D4-5EA6-DC8AC5455A7E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0CD66D7-AFF4-8435-5DE2-7EFD62782834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2B2CB75-1F27-899E-C998-9FAC7DE38777}"/>
              </a:ext>
            </a:extLst>
          </p:cNvPr>
          <p:cNvGrpSpPr/>
          <p:nvPr/>
        </p:nvGrpSpPr>
        <p:grpSpPr>
          <a:xfrm>
            <a:off x="8312497" y="3452222"/>
            <a:ext cx="3816245" cy="1263174"/>
            <a:chOff x="9041751" y="3993939"/>
            <a:chExt cx="5339433" cy="176734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CFD0774-6B42-0234-6B3C-1AEF71E645E9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2CD58B1-9642-5F61-A6F1-CBEED786C247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ADE0D817-4EBB-161E-A896-3B39544A88B1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E6A5E02-D1D7-9FFF-140C-64A0E044BC52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3926C55-FC7E-5818-4C31-B0D89D4B1C22}"/>
              </a:ext>
            </a:extLst>
          </p:cNvPr>
          <p:cNvSpPr/>
          <p:nvPr/>
        </p:nvSpPr>
        <p:spPr>
          <a:xfrm>
            <a:off x="9027656" y="4954901"/>
            <a:ext cx="2608452" cy="466493"/>
          </a:xfrm>
          <a:prstGeom prst="roundRect">
            <a:avLst/>
          </a:prstGeom>
          <a:noFill/>
          <a:ln w="31750">
            <a:solidFill>
              <a:srgbClr val="206E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31EAD8D-3377-1954-62CC-F8248F05B7D7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48548" y="4906321"/>
            <a:ext cx="1017244" cy="1092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F5009CB-0F4E-13C1-7AD6-BE29AB14405D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76705" y="6318111"/>
            <a:ext cx="3079295" cy="221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0129-D785-6B74-437B-56AE1280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E2D5C3C-A4CA-3F0E-1D5A-0D13E1BCA8C5}"/>
              </a:ext>
            </a:extLst>
          </p:cNvPr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29C4B596-02D5-A10D-808D-929463BCA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FFDF7BBE-165A-D666-D4AF-149E5F2CB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CEE64916-170E-DAF1-DB1B-2332904F34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4E9BD52A-7B81-A751-383A-9ED8E3F509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398F8D78-5BA4-6645-49D7-C17F9E2E34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6309806B-99BF-D66E-2EB0-5B689EB468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076D9E47-7D7E-0872-F95F-7C892DE106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B463F180-A23B-A842-0477-00FAB70B2DD1}"/>
                </a:ext>
              </a:extLst>
            </p:cNvPr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7452B969-511E-DC9A-ED38-7599886165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7055578C-183B-EC41-5231-3F311DF46C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ECC1640-2A78-9386-AC00-492FC72679B9}"/>
              </a:ext>
            </a:extLst>
          </p:cNvPr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5762A188-745A-944C-4E2F-5302157A17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94919F99-4E7B-1986-9488-F4A13E2E58DD}"/>
                </a:ext>
              </a:extLst>
            </p:cNvPr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15B1172-3BF1-ED78-BF26-F09229B92CA5}"/>
                  </a:ext>
                </a:extLst>
              </p:cNvPr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效果展示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0E8ABA0-C199-3BD5-81A1-A8A3F52C37CF}"/>
                  </a:ext>
                </a:extLst>
              </p:cNvPr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Effect Demonstration</a:t>
                </a: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F7B02C2-CDF6-0DB5-E3D9-DF32A1A57636}"/>
              </a:ext>
            </a:extLst>
          </p:cNvPr>
          <p:cNvGrpSpPr/>
          <p:nvPr/>
        </p:nvGrpSpPr>
        <p:grpSpPr>
          <a:xfrm>
            <a:off x="115316" y="1264712"/>
            <a:ext cx="1762612" cy="466270"/>
            <a:chOff x="403517" y="1579624"/>
            <a:chExt cx="1891106" cy="5034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D61BE38-4A9F-E6A1-0E5B-AE730FEE2C5F}"/>
                </a:ext>
              </a:extLst>
            </p:cNvPr>
            <p:cNvSpPr/>
            <p:nvPr/>
          </p:nvSpPr>
          <p:spPr>
            <a:xfrm>
              <a:off x="403517" y="1579624"/>
              <a:ext cx="1891106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71000">
                  <a:srgbClr val="0059F5">
                    <a:alpha val="5200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DC4D271-1F48-925E-AB38-DD476E062DAF}"/>
                </a:ext>
              </a:extLst>
            </p:cNvPr>
            <p:cNvSpPr txBox="1"/>
            <p:nvPr/>
          </p:nvSpPr>
          <p:spPr>
            <a:xfrm>
              <a:off x="841525" y="1615341"/>
              <a:ext cx="1128388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noProof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教师端</a:t>
              </a:r>
              <a:endPara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7359851-9D03-F2F2-5F70-1EB1A00B78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10" y="1905521"/>
            <a:ext cx="1335384" cy="4880347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8D68063-B1CE-89DF-E96C-707059C993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367" y="2511465"/>
            <a:ext cx="3956010" cy="2837846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AFBCAE0-FDEA-B7F1-2662-D1346BD58F59}"/>
              </a:ext>
            </a:extLst>
          </p:cNvPr>
          <p:cNvPicPr/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246" y="2789751"/>
            <a:ext cx="1130248" cy="8126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5768F0D1-C824-2E87-EB65-822162CB1673}"/>
              </a:ext>
            </a:extLst>
          </p:cNvPr>
          <p:cNvPicPr/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246" y="3347732"/>
            <a:ext cx="1130248" cy="81268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F55F7DC-0FD0-9AFC-C2DB-C1B2EF229E29}"/>
              </a:ext>
            </a:extLst>
          </p:cNvPr>
          <p:cNvPicPr/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246" y="3865079"/>
            <a:ext cx="1130248" cy="81268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DC9EA64F-BAFE-4A59-E25F-3DEC43247468}"/>
              </a:ext>
            </a:extLst>
          </p:cNvPr>
          <p:cNvSpPr txBox="1"/>
          <p:nvPr/>
        </p:nvSpPr>
        <p:spPr>
          <a:xfrm>
            <a:off x="9508177" y="1911104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智能备课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EEB0299-76D2-3CF2-C1A2-858741EFDEF3}"/>
              </a:ext>
            </a:extLst>
          </p:cNvPr>
          <p:cNvGrpSpPr/>
          <p:nvPr/>
        </p:nvGrpSpPr>
        <p:grpSpPr>
          <a:xfrm>
            <a:off x="9339650" y="1825986"/>
            <a:ext cx="1416129" cy="468738"/>
            <a:chOff x="9041751" y="3993939"/>
            <a:chExt cx="5339433" cy="1767348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B9DE7D6-2328-5785-8400-5650CAA1904E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3FD62D92-E32E-7843-E1A4-97CC686E8C27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D217035A-263F-998F-18FE-6F37E19AE0C8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46E011AB-D64E-F8BE-8C9D-03E0482AC46E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600B1D1-6C85-5E18-D081-E5C3BED8DD19}"/>
              </a:ext>
            </a:extLst>
          </p:cNvPr>
          <p:cNvGrpSpPr/>
          <p:nvPr/>
        </p:nvGrpSpPr>
        <p:grpSpPr>
          <a:xfrm>
            <a:off x="5748684" y="1825986"/>
            <a:ext cx="1416129" cy="468738"/>
            <a:chOff x="9041751" y="3993939"/>
            <a:chExt cx="5339433" cy="176734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D51F2E5-1D10-60C2-3C6A-3F3714977DC2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EF6E14A-DE15-552B-B3C7-B2CB80D38FEE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31E9ACC2-2F76-D2E5-510B-B78B7167CAA4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A59E773A-3097-10A5-F16A-314D2A54D000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BFA2236-CED9-E3CA-9659-382E8353A0EC}"/>
              </a:ext>
            </a:extLst>
          </p:cNvPr>
          <p:cNvGrpSpPr/>
          <p:nvPr/>
        </p:nvGrpSpPr>
        <p:grpSpPr>
          <a:xfrm>
            <a:off x="2487707" y="1828537"/>
            <a:ext cx="1416129" cy="468738"/>
            <a:chOff x="9041751" y="3993939"/>
            <a:chExt cx="5339433" cy="1767348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34A393ED-AFC1-E3BA-01C5-31C865AAE4C7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A8221844-D3B2-4EC5-4DB6-94BC7851CEC4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id="{D1458AF9-6DCD-6EF2-862B-C55FDFFFE6A3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2D10A4E2-B2CC-D8C7-5526-7BDB0741D1F2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pic>
        <p:nvPicPr>
          <p:cNvPr id="68" name="图片 67">
            <a:extLst>
              <a:ext uri="{FF2B5EF4-FFF2-40B4-BE49-F238E27FC236}">
                <a16:creationId xmlns:a16="http://schemas.microsoft.com/office/drawing/2014/main" id="{A35BDCBE-4A29-739F-2F0E-ABACD1877D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775" y="2531249"/>
            <a:ext cx="3006781" cy="2818062"/>
          </a:xfrm>
          <a:prstGeom prst="rect">
            <a:avLst/>
          </a:prstGeom>
          <a:ln>
            <a:solidFill>
              <a:srgbClr val="206EC6"/>
            </a:solidFill>
          </a:ln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0E95B3D4-2A81-D342-4A6D-E5EDE861A9C6}"/>
              </a:ext>
            </a:extLst>
          </p:cNvPr>
          <p:cNvSpPr txBox="1"/>
          <p:nvPr/>
        </p:nvSpPr>
        <p:spPr>
          <a:xfrm>
            <a:off x="5941693" y="1911104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练习生成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A70D99C-FAFB-48E1-59CE-34DC1D3AD400}"/>
              </a:ext>
            </a:extLst>
          </p:cNvPr>
          <p:cNvSpPr txBox="1"/>
          <p:nvPr/>
        </p:nvSpPr>
        <p:spPr>
          <a:xfrm>
            <a:off x="2680716" y="1913655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资料管理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D3FF93C-7B88-40BC-BDA4-8325B22A87A4}"/>
              </a:ext>
            </a:extLst>
          </p:cNvPr>
          <p:cNvGrpSpPr/>
          <p:nvPr/>
        </p:nvGrpSpPr>
        <p:grpSpPr>
          <a:xfrm>
            <a:off x="1582330" y="5471392"/>
            <a:ext cx="3257547" cy="1449380"/>
            <a:chOff x="8949939" y="3960233"/>
            <a:chExt cx="5362591" cy="23697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39C88A6-5435-C66E-88F2-DC98F7B53560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096AEC1-D8A8-5ACE-DBD2-B8659B664F8A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EE9BEADF-88A4-70CF-8A94-D5242017255A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419CFA1-3896-C363-7838-E58B6B4A03D7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F3973D9-D51F-C478-E360-EDD4AD12A955}"/>
              </a:ext>
            </a:extLst>
          </p:cNvPr>
          <p:cNvSpPr txBox="1"/>
          <p:nvPr/>
        </p:nvSpPr>
        <p:spPr>
          <a:xfrm>
            <a:off x="8612110" y="5688721"/>
            <a:ext cx="2673352" cy="101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备课提速，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排版减负</a:t>
            </a:r>
            <a:endParaRPr lang="en-US" altLang="zh-CN" sz="1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灵活修编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，高效备教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省时高效，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耗时可控</a:t>
            </a:r>
            <a:endParaRPr lang="en-US" altLang="zh-CN" sz="1400" b="0" i="0" dirty="0">
              <a:solidFill>
                <a:srgbClr val="FFFF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4B32726-7B74-A289-F553-5F0CA103D0D8}"/>
              </a:ext>
            </a:extLst>
          </p:cNvPr>
          <p:cNvSpPr txBox="1"/>
          <p:nvPr/>
        </p:nvSpPr>
        <p:spPr>
          <a:xfrm>
            <a:off x="5036254" y="5688721"/>
            <a:ext cx="3055373" cy="101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多样化练习，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教学重点突显</a:t>
            </a:r>
            <a:endParaRPr lang="en-US" altLang="zh-CN" sz="1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灵活适配，场景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覆盖广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精准洞察，实时反馈</a:t>
            </a:r>
            <a:endParaRPr lang="en-US" altLang="zh-CN" sz="1400" b="0" i="0" dirty="0">
              <a:solidFill>
                <a:srgbClr val="FFFF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245E96-1676-8EE3-1F28-E9829D1003DF}"/>
              </a:ext>
            </a:extLst>
          </p:cNvPr>
          <p:cNvSpPr txBox="1"/>
          <p:nvPr/>
        </p:nvSpPr>
        <p:spPr>
          <a:xfrm>
            <a:off x="1655702" y="5688721"/>
            <a:ext cx="3217417" cy="101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批量传档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，分类高效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公私分存，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隐私保护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激活便捷，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备课提速</a:t>
            </a:r>
            <a:endParaRPr lang="en-US" altLang="zh-CN" sz="1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7A46261-B167-30D7-8B54-7013A1762438}"/>
              </a:ext>
            </a:extLst>
          </p:cNvPr>
          <p:cNvGrpSpPr/>
          <p:nvPr/>
        </p:nvGrpSpPr>
        <p:grpSpPr>
          <a:xfrm>
            <a:off x="4948289" y="5471392"/>
            <a:ext cx="3055373" cy="1449380"/>
            <a:chOff x="8949939" y="3960233"/>
            <a:chExt cx="5362591" cy="236974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C382027-D8CF-2333-F8E3-8CD21AD5688B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95510FA-1297-C607-B6FC-A6493DC0AB92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772C03EB-A623-6D8F-3FF9-A18244A8A063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E135AE2-258A-8500-B48C-F27D818D3595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E49A38DC-DD38-C945-F57C-7E634EC5926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25" r="1766"/>
          <a:stretch>
            <a:fillRect/>
          </a:stretch>
        </p:blipFill>
        <p:spPr>
          <a:xfrm>
            <a:off x="1533630" y="2535137"/>
            <a:ext cx="3310193" cy="28141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23E7E4E7-FCA0-0F87-5CCB-FE74B2CBCB3F}"/>
              </a:ext>
            </a:extLst>
          </p:cNvPr>
          <p:cNvGrpSpPr/>
          <p:nvPr/>
        </p:nvGrpSpPr>
        <p:grpSpPr>
          <a:xfrm>
            <a:off x="8509553" y="5471392"/>
            <a:ext cx="3055373" cy="1449380"/>
            <a:chOff x="8949939" y="3960233"/>
            <a:chExt cx="5362591" cy="236974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14C1514-EFFF-42F8-8DE7-7A5665BA5AA6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D9DAFE7-B7E3-BCA6-09C4-6CFDD900FCF2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735DD8A4-BF40-F47E-DF11-712E3808753D}"/>
                  </a:ext>
                </a:extLst>
              </p:cNvPr>
              <p:cNvPicPr/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8C9D3901-6ED2-AE06-FBE8-CCD34466EC4F}"/>
                </a:ext>
              </a:extLst>
            </p:cNvPr>
            <p:cNvPicPr/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99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B7AF-7088-8DF0-23D9-D7647D30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FC3B561-E644-5972-428B-FCCA329D93BC}"/>
              </a:ext>
            </a:extLst>
          </p:cNvPr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8BA69571-9F87-A8B0-EDD6-30C275019A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EBD7491A-6006-47DC-EC39-84FFD8DA1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7F943F70-85AE-5B7C-2266-1D58A078A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16FAE823-D947-8F3E-16E5-AF68A68CA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23680D9F-3B43-23E7-B2F2-0F70113D82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DC0DC129-7C87-1998-0F69-98715BD4F2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C0D3518A-0516-2B8C-8598-37FDAF70C0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5333F55C-7336-F62E-0DDD-AFD8EA9DABBC}"/>
                </a:ext>
              </a:extLst>
            </p:cNvPr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A796EC23-9ADF-18CD-C3D1-6AAC3BDB2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1BFB8AEA-ACC3-B8CB-07F9-3DE20FCA2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B2D24AB-B2E1-7D4D-B09F-F3E2326072F6}"/>
              </a:ext>
            </a:extLst>
          </p:cNvPr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FE2CF694-744A-A140-3897-A7FA89831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8392DC69-CCDD-27FE-7CF1-9240A6B6AEC2}"/>
                </a:ext>
              </a:extLst>
            </p:cNvPr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92B949-8754-C7CB-EFAE-39998146662F}"/>
                  </a:ext>
                </a:extLst>
              </p:cNvPr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效果展示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88D4FEE-DA29-50F5-B6EE-43069218DA91}"/>
                  </a:ext>
                </a:extLst>
              </p:cNvPr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Effect Demonstration</a:t>
                </a: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B838B6D-1740-3B58-DC4A-02BFF58042B3}"/>
              </a:ext>
            </a:extLst>
          </p:cNvPr>
          <p:cNvGrpSpPr/>
          <p:nvPr/>
        </p:nvGrpSpPr>
        <p:grpSpPr>
          <a:xfrm>
            <a:off x="99811" y="1275576"/>
            <a:ext cx="1762612" cy="466270"/>
            <a:chOff x="403517" y="1579624"/>
            <a:chExt cx="1891106" cy="5034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AC91EB0-1401-6FF8-A3F6-B04DC33DE6F9}"/>
                </a:ext>
              </a:extLst>
            </p:cNvPr>
            <p:cNvSpPr/>
            <p:nvPr/>
          </p:nvSpPr>
          <p:spPr>
            <a:xfrm>
              <a:off x="403517" y="1579624"/>
              <a:ext cx="1891106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71000">
                  <a:srgbClr val="0059F5">
                    <a:alpha val="5200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0336638-A118-2841-CA9F-93EAF52936C6}"/>
                </a:ext>
              </a:extLst>
            </p:cNvPr>
            <p:cNvSpPr txBox="1"/>
            <p:nvPr/>
          </p:nvSpPr>
          <p:spPr>
            <a:xfrm>
              <a:off x="841525" y="1615341"/>
              <a:ext cx="1179829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noProof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学生端</a:t>
              </a:r>
              <a:endPara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2E5C68D2-C5E4-F7D3-7B45-6494B7A0D9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9" y="1893648"/>
            <a:ext cx="1373676" cy="4880347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ADC5A0B-18AD-D107-2CA9-7E44BAB6A70B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61" y="2766784"/>
            <a:ext cx="1130248" cy="812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C37F48-9BFD-698C-A7B8-51ADD791E3C6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61" y="3276482"/>
            <a:ext cx="1130248" cy="812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48C1405-3F21-18C1-E2D7-750ABC0235C7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61" y="3581125"/>
            <a:ext cx="1130248" cy="8126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8D7CB5D-432D-5B23-135C-96C11A75776A}"/>
              </a:ext>
            </a:extLst>
          </p:cNvPr>
          <p:cNvSpPr txBox="1"/>
          <p:nvPr/>
        </p:nvSpPr>
        <p:spPr>
          <a:xfrm>
            <a:off x="2861137" y="1994925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我的作业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E7867A3-422F-0BBA-76DF-1820B8F54963}"/>
              </a:ext>
            </a:extLst>
          </p:cNvPr>
          <p:cNvGrpSpPr/>
          <p:nvPr/>
        </p:nvGrpSpPr>
        <p:grpSpPr>
          <a:xfrm>
            <a:off x="2692610" y="1909807"/>
            <a:ext cx="1416129" cy="468738"/>
            <a:chOff x="9041751" y="3993939"/>
            <a:chExt cx="5339433" cy="1767348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8A005E5-BEC7-BC4C-EF50-D068A2AD5097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8AB11C5-CA2C-86E5-D588-A267AD7CB327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31654306-0A0A-97F5-5A79-7DE531454B53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F42164C8-57B8-5497-C1B3-0DC4BBDFA290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A07108E2-269C-18DC-A090-23FCF8CEA092}"/>
              </a:ext>
            </a:extLst>
          </p:cNvPr>
          <p:cNvSpPr txBox="1"/>
          <p:nvPr/>
        </p:nvSpPr>
        <p:spPr>
          <a:xfrm>
            <a:off x="6286017" y="1994925"/>
            <a:ext cx="976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AI</a:t>
            </a:r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教师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17B4301-C19B-9C76-9798-4F7B77165B64}"/>
              </a:ext>
            </a:extLst>
          </p:cNvPr>
          <p:cNvGrpSpPr/>
          <p:nvPr/>
        </p:nvGrpSpPr>
        <p:grpSpPr>
          <a:xfrm>
            <a:off x="6007310" y="1909807"/>
            <a:ext cx="1416129" cy="468738"/>
            <a:chOff x="9041751" y="3993939"/>
            <a:chExt cx="5339433" cy="1767348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80779F8-12A8-86C6-8CBB-55F663F57E2E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F97415F-5BCE-4A02-0BBE-78A235C46762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46F2216E-41BE-25CD-CD95-C71624B63FD4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97484DE8-4470-2DF9-5F05-550570079677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48B3AB2F-2D33-D7E4-A49F-B8A772040FC1}"/>
              </a:ext>
            </a:extLst>
          </p:cNvPr>
          <p:cNvSpPr txBox="1"/>
          <p:nvPr/>
        </p:nvSpPr>
        <p:spPr>
          <a:xfrm>
            <a:off x="9554160" y="1994925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评测助手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1081AB8-68D6-F37F-563F-ED391BEEE50B}"/>
              </a:ext>
            </a:extLst>
          </p:cNvPr>
          <p:cNvGrpSpPr/>
          <p:nvPr/>
        </p:nvGrpSpPr>
        <p:grpSpPr>
          <a:xfrm>
            <a:off x="9385633" y="1909807"/>
            <a:ext cx="1416129" cy="468738"/>
            <a:chOff x="9041751" y="3993939"/>
            <a:chExt cx="5339433" cy="1767348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89EB87EC-75AF-36E0-6E7E-C45CD75F6249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CEA2B197-33A2-A8E9-03EE-A1DA56D87A1A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4C3FB0D1-5AED-8774-AB84-BF78B77A3739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89E6B195-331B-7D59-9FFA-B006370A0926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C9BB2268-8B4E-7A03-CAE3-E3912C416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751" y="2598335"/>
            <a:ext cx="3381313" cy="2569618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6AEEB02-AD9B-1BFD-1805-8BA7B0B9B2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817" y="2607095"/>
            <a:ext cx="3338020" cy="2564268"/>
          </a:xfrm>
          <a:prstGeom prst="rect">
            <a:avLst/>
          </a:prstGeom>
          <a:ln>
            <a:solidFill>
              <a:srgbClr val="206EC6"/>
            </a:solidFill>
          </a:ln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DC1D869E-82A5-46AF-ABC6-C22A1DDDFB08}"/>
              </a:ext>
            </a:extLst>
          </p:cNvPr>
          <p:cNvSpPr txBox="1"/>
          <p:nvPr/>
        </p:nvSpPr>
        <p:spPr>
          <a:xfrm>
            <a:off x="1521435" y="4217964"/>
            <a:ext cx="3236784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清晰显示作业完成情况和批改结果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每道题都有详细解析，方便查缺补漏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错题入库，便于定位薄弱点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D6269A9-918D-D8A0-56D6-9540864F43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870" y="2598335"/>
            <a:ext cx="3246128" cy="2569618"/>
          </a:xfrm>
          <a:prstGeom prst="rect">
            <a:avLst/>
          </a:prstGeom>
          <a:ln>
            <a:solidFill>
              <a:srgbClr val="206EC6"/>
            </a:solidFill>
          </a:ln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11067D21-3EBD-30D3-D253-3D2AD67BBCFC}"/>
              </a:ext>
            </a:extLst>
          </p:cNvPr>
          <p:cNvSpPr txBox="1"/>
          <p:nvPr/>
        </p:nvSpPr>
        <p:spPr>
          <a:xfrm>
            <a:off x="5155033" y="5655623"/>
            <a:ext cx="1980029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随时答疑，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靶向讲解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引向深学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，响应及时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讲解精准，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促发追问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755AB3F-51D3-F61F-36AE-D2E8118BCD21}"/>
              </a:ext>
            </a:extLst>
          </p:cNvPr>
          <p:cNvSpPr txBox="1"/>
          <p:nvPr/>
        </p:nvSpPr>
        <p:spPr>
          <a:xfrm>
            <a:off x="8688789" y="5665670"/>
            <a:ext cx="1980029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掌握可视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，效果量化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薄弱专攻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，重点突破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靶向练习，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成绩提优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F9BFFB-5ABC-E738-3A2D-ED9B0E627B72}"/>
              </a:ext>
            </a:extLst>
          </p:cNvPr>
          <p:cNvGrpSpPr/>
          <p:nvPr/>
        </p:nvGrpSpPr>
        <p:grpSpPr>
          <a:xfrm>
            <a:off x="1628319" y="5432809"/>
            <a:ext cx="3257547" cy="1449380"/>
            <a:chOff x="8949939" y="3960233"/>
            <a:chExt cx="5362591" cy="236974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113AA75-110B-DE91-7D0F-4348D5E13C00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8FA81C7-4492-ED87-444B-D412D82BCCED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F3802C54-5EBD-7BF7-F0FE-9B8B5BAD2578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8AFEAFA-A491-BB47-EBB0-822AD5A5E227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C62754C-537A-E1A5-F7AF-E5363ED8B627}"/>
              </a:ext>
            </a:extLst>
          </p:cNvPr>
          <p:cNvGrpSpPr/>
          <p:nvPr/>
        </p:nvGrpSpPr>
        <p:grpSpPr>
          <a:xfrm>
            <a:off x="5088722" y="5432809"/>
            <a:ext cx="3257547" cy="1449380"/>
            <a:chOff x="8949939" y="3960233"/>
            <a:chExt cx="5362591" cy="2369742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3D47D0F-69C2-4EF4-C0DF-A53308DA7992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40B3CB73-755D-B6B0-6CC9-EBD0DB41A1EC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02F7CEA7-4F58-BFC5-0DC9-D18C7899C41F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BFB7C124-96D2-2178-6C59-680F841C7572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4F1B6C5-7333-F6AD-D2D8-88A83630F93A}"/>
              </a:ext>
            </a:extLst>
          </p:cNvPr>
          <p:cNvGrpSpPr/>
          <p:nvPr/>
        </p:nvGrpSpPr>
        <p:grpSpPr>
          <a:xfrm>
            <a:off x="8520900" y="5432809"/>
            <a:ext cx="3257547" cy="1449380"/>
            <a:chOff x="8949939" y="3960233"/>
            <a:chExt cx="5362591" cy="2369742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5AF3500A-041B-B6B2-9A6A-9ACDFA177A5F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D69EAD14-C772-2996-8AC8-7BCD47EE183C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565DB024-0B2F-6BDC-4C02-5FBF8D1CD0C9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4821292C-82D0-9A3E-F872-9EBC18DBF170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2E148B21-83DC-48AD-8E78-65C2301B19A1}"/>
              </a:ext>
            </a:extLst>
          </p:cNvPr>
          <p:cNvSpPr txBox="1"/>
          <p:nvPr/>
        </p:nvSpPr>
        <p:spPr>
          <a:xfrm>
            <a:off x="1755318" y="5665671"/>
            <a:ext cx="1980029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结果透明，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解析详尽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错题归集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，学情可视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复习高效，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精准改进</a:t>
            </a:r>
          </a:p>
        </p:txBody>
      </p:sp>
    </p:spTree>
    <p:extLst>
      <p:ext uri="{BB962C8B-B14F-4D97-AF65-F5344CB8AC3E}">
        <p14:creationId xmlns:p14="http://schemas.microsoft.com/office/powerpoint/2010/main" val="83445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69A3E-85B8-5CE2-AFDC-B0377A81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1816644-D2C8-6A7D-EA8C-817915D22D20}"/>
              </a:ext>
            </a:extLst>
          </p:cNvPr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230EC5DA-B729-292E-0AB9-181B0E15F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C96594DA-A051-B99F-0327-228249D1C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27AD9518-7512-A51A-038A-4B9C78E089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E1688971-9B19-BCBF-F087-A61E56DC58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CF6364CF-3675-1815-2410-D26A91A88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A06FC056-B9EE-AE2E-5A00-DB9FA766D1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CE0DB229-5968-5F4B-E666-265B0A17F8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9A5542A8-0F02-8E29-1477-D557C2CFEE89}"/>
                </a:ext>
              </a:extLst>
            </p:cNvPr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D3841888-76B7-A6F8-A889-A2D0CCB45D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D2DFD411-FB4A-6475-C025-9C6A8A8BF1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1A40F1F-C98D-3B81-2A1E-5AB7238A0D46}"/>
              </a:ext>
            </a:extLst>
          </p:cNvPr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E9A98D1A-75FC-55C9-22E0-A169A2BDD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17E3E587-9F35-1FD1-3E21-E24203011623}"/>
                </a:ext>
              </a:extLst>
            </p:cNvPr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AB5EF64-080B-ED6F-05EF-148E534D1F90}"/>
                  </a:ext>
                </a:extLst>
              </p:cNvPr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效果展示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80C043E-6B1A-B837-E024-04372656A4A6}"/>
                  </a:ext>
                </a:extLst>
              </p:cNvPr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Effect Demonstration</a:t>
                </a: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32B4A7F-708F-79C0-D7D9-A0001FD19B59}"/>
              </a:ext>
            </a:extLst>
          </p:cNvPr>
          <p:cNvGrpSpPr/>
          <p:nvPr/>
        </p:nvGrpSpPr>
        <p:grpSpPr>
          <a:xfrm>
            <a:off x="185076" y="1258905"/>
            <a:ext cx="1762612" cy="466270"/>
            <a:chOff x="403517" y="1579624"/>
            <a:chExt cx="1891106" cy="5034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8D4462F-28F5-DA44-6365-2C20E09D271C}"/>
                </a:ext>
              </a:extLst>
            </p:cNvPr>
            <p:cNvSpPr/>
            <p:nvPr/>
          </p:nvSpPr>
          <p:spPr>
            <a:xfrm>
              <a:off x="403517" y="1579624"/>
              <a:ext cx="1891106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71000">
                  <a:srgbClr val="0059F5">
                    <a:alpha val="5200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9A5E146-1122-2F16-ED1E-B15851A508E5}"/>
                </a:ext>
              </a:extLst>
            </p:cNvPr>
            <p:cNvSpPr txBox="1"/>
            <p:nvPr/>
          </p:nvSpPr>
          <p:spPr>
            <a:xfrm>
              <a:off x="841525" y="1615341"/>
              <a:ext cx="1164300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noProof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管理端</a:t>
              </a:r>
              <a:endParaRPr lang="zh-CN" sz="20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65708F93-E2CE-B9B7-FCDB-20DBF49185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35" y="1821594"/>
            <a:ext cx="1340717" cy="4880348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903E1E-E6B4-8B10-41E9-26B4F5D9076C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7074" y="2709634"/>
            <a:ext cx="1130248" cy="812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FB7E9A3-22A1-86AB-5DFE-F1CA91BD2E98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7074" y="3209500"/>
            <a:ext cx="1130248" cy="812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5689DAA-7229-56EA-530D-6EDD4F5CBB86}"/>
              </a:ext>
            </a:extLst>
          </p:cNvPr>
          <p:cNvPicPr/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7074" y="3513415"/>
            <a:ext cx="1130248" cy="8126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F9AB653-8A82-CECF-3F2F-646C46C4CCA6}"/>
              </a:ext>
            </a:extLst>
          </p:cNvPr>
          <p:cNvSpPr txBox="1"/>
          <p:nvPr/>
        </p:nvSpPr>
        <p:spPr>
          <a:xfrm>
            <a:off x="2651587" y="1937775"/>
            <a:ext cx="1058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用户管理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B9B8D1C-CF41-FD2D-D38A-E5567F734B0C}"/>
              </a:ext>
            </a:extLst>
          </p:cNvPr>
          <p:cNvGrpSpPr/>
          <p:nvPr/>
        </p:nvGrpSpPr>
        <p:grpSpPr>
          <a:xfrm>
            <a:off x="2483060" y="1852657"/>
            <a:ext cx="1416129" cy="468738"/>
            <a:chOff x="9041751" y="3993939"/>
            <a:chExt cx="5339433" cy="1767348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A1EFAB8-268A-5FFF-4BBB-B7E66758097E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EAD68B4-6F5C-C8A9-D525-5DB28DB820CE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479F22B2-3C1A-C2AA-594A-82ADA4BE9B22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C5522222-BC8A-A3B4-8AAE-EFD09A86DEBB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152AE7AA-5C4C-75D4-BD1B-5F12F57AF135}"/>
              </a:ext>
            </a:extLst>
          </p:cNvPr>
          <p:cNvSpPr txBox="1"/>
          <p:nvPr/>
        </p:nvSpPr>
        <p:spPr>
          <a:xfrm>
            <a:off x="5944629" y="1937775"/>
            <a:ext cx="1282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公共资料库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7C486B7-60B6-FF90-5FEB-103F5C1054C5}"/>
              </a:ext>
            </a:extLst>
          </p:cNvPr>
          <p:cNvGrpSpPr/>
          <p:nvPr/>
        </p:nvGrpSpPr>
        <p:grpSpPr>
          <a:xfrm>
            <a:off x="5816810" y="1852657"/>
            <a:ext cx="1416129" cy="468738"/>
            <a:chOff x="9041751" y="3993939"/>
            <a:chExt cx="5339433" cy="1767348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21CB2B90-1C0C-8E56-7068-0A094FE22E79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07DD9CF8-CA29-767B-A603-BFB883224A69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067B3A2F-4912-54B3-306F-4221F926D3EE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AE4BD48D-F7BF-A1CE-2052-057694831978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92B14720-CD2F-F3A7-86FC-EE382A042B2A}"/>
              </a:ext>
            </a:extLst>
          </p:cNvPr>
          <p:cNvSpPr txBox="1"/>
          <p:nvPr/>
        </p:nvSpPr>
        <p:spPr>
          <a:xfrm>
            <a:off x="9726204" y="1937775"/>
            <a:ext cx="10581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noProof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数据分析</a:t>
            </a:r>
            <a:endParaRPr lang="en-US" altLang="zh-CN" sz="1600" b="1" noProof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7EB6B6A-BA1A-A995-4C34-8E8E557955FE}"/>
              </a:ext>
            </a:extLst>
          </p:cNvPr>
          <p:cNvGrpSpPr/>
          <p:nvPr/>
        </p:nvGrpSpPr>
        <p:grpSpPr>
          <a:xfrm>
            <a:off x="9557677" y="1852657"/>
            <a:ext cx="1416129" cy="468738"/>
            <a:chOff x="9041751" y="3993939"/>
            <a:chExt cx="5339433" cy="1767348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A85E5EF-022A-FD93-828C-ECA4827D5A59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BB18036-1A0A-FC5A-9AD5-412FD415BF16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D5AB57AC-6359-D8CA-F4D5-21D560C54476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ABD33058-D483-187C-95DA-5C6495F11C53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BFE5C0F-CB64-0CC5-98B5-71CFB0C53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0198" y="2499689"/>
            <a:ext cx="3118880" cy="2483791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26AC679-5B71-FA53-7F32-99D138172D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168" y="2499690"/>
            <a:ext cx="3471628" cy="2483790"/>
          </a:xfrm>
          <a:prstGeom prst="rect">
            <a:avLst/>
          </a:prstGeom>
          <a:ln>
            <a:solidFill>
              <a:srgbClr val="206EC6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E5B197-7E66-1C97-8AD1-4B3C539140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4741" y="2506650"/>
            <a:ext cx="3581046" cy="2476830"/>
          </a:xfrm>
          <a:prstGeom prst="rect">
            <a:avLst/>
          </a:prstGeom>
          <a:ln>
            <a:solidFill>
              <a:srgbClr val="206EC6"/>
            </a:solidFill>
          </a:ln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428C7146-8691-84C9-A49E-E3D7A8FC3DAB}"/>
              </a:ext>
            </a:extLst>
          </p:cNvPr>
          <p:cNvSpPr txBox="1"/>
          <p:nvPr/>
        </p:nvSpPr>
        <p:spPr>
          <a:xfrm>
            <a:off x="1777384" y="5599095"/>
            <a:ext cx="1980029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账号统管，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权限明分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批量提效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，秩序管控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安全可控，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管理减负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7A96A8-B3C3-F1F4-B5C6-A3826880DC3C}"/>
              </a:ext>
            </a:extLst>
          </p:cNvPr>
          <p:cNvSpPr txBox="1"/>
          <p:nvPr/>
        </p:nvSpPr>
        <p:spPr>
          <a:xfrm>
            <a:off x="5322217" y="5599094"/>
            <a:ext cx="1980029" cy="1011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资源共享，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存储去重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统一运维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，权威时效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sz="1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利用提效，</a:t>
            </a:r>
            <a:r>
              <a:rPr lang="zh-CN" altLang="en-US" sz="1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信息增值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876B2C-B561-0B80-191A-36C0690EB4EC}"/>
              </a:ext>
            </a:extLst>
          </p:cNvPr>
          <p:cNvSpPr txBox="1"/>
          <p:nvPr/>
        </p:nvSpPr>
        <p:spPr>
          <a:xfrm>
            <a:off x="8843585" y="5589476"/>
            <a:ext cx="1904689" cy="1020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·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运行可视，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趋势洞察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·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问题定位，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资源优配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·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动态全掌，</a:t>
            </a:r>
            <a:r>
              <a:rPr lang="zh-CN" altLang="en-US" sz="14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运营提效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D4D31FC-5052-E1B3-E834-17121F93A03E}"/>
              </a:ext>
            </a:extLst>
          </p:cNvPr>
          <p:cNvGrpSpPr/>
          <p:nvPr/>
        </p:nvGrpSpPr>
        <p:grpSpPr>
          <a:xfrm>
            <a:off x="1700367" y="5384824"/>
            <a:ext cx="3193801" cy="1449380"/>
            <a:chOff x="8949939" y="3960233"/>
            <a:chExt cx="5362591" cy="236974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1D65FD2-B859-B9DE-D63B-9A14F4847958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E8BF61F-39E0-F1A7-63DC-0642ABBBCD0C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6E3BB021-5A8F-2D68-E422-CEB26CFB7287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4F85F5F-43B9-AB00-0A53-C74162366C21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A34A224-35A5-3E5F-C4A9-C3C82AEA1774}"/>
              </a:ext>
            </a:extLst>
          </p:cNvPr>
          <p:cNvGrpSpPr/>
          <p:nvPr/>
        </p:nvGrpSpPr>
        <p:grpSpPr>
          <a:xfrm>
            <a:off x="5149609" y="5384824"/>
            <a:ext cx="3193801" cy="1449380"/>
            <a:chOff x="8949939" y="3960233"/>
            <a:chExt cx="5362591" cy="2369742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26301F9-F50F-3FDC-A312-D60D51EEA25A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401E45F7-2C03-1316-421E-98B93FA53ED5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86ABFF56-468A-B085-57CE-CDE776C408F1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CDD03F65-3FE5-9D3E-D501-70571B4A2B72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323DD0-B366-6B48-92E3-D39187A502D1}"/>
              </a:ext>
            </a:extLst>
          </p:cNvPr>
          <p:cNvGrpSpPr/>
          <p:nvPr/>
        </p:nvGrpSpPr>
        <p:grpSpPr>
          <a:xfrm>
            <a:off x="8658366" y="5384824"/>
            <a:ext cx="3193801" cy="1449380"/>
            <a:chOff x="8949939" y="3960233"/>
            <a:chExt cx="5362591" cy="2369742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553D74B-9545-35A1-9EB6-ABE2E6A9368B}"/>
                </a:ext>
              </a:extLst>
            </p:cNvPr>
            <p:cNvGrpSpPr/>
            <p:nvPr/>
          </p:nvGrpSpPr>
          <p:grpSpPr>
            <a:xfrm>
              <a:off x="8949939" y="3960233"/>
              <a:ext cx="5271075" cy="2149168"/>
              <a:chOff x="8949939" y="3960233"/>
              <a:chExt cx="5271075" cy="2149168"/>
            </a:xfrm>
          </p:grpSpPr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1210CE14-4533-1A23-E9F7-84FFCDDC790E}"/>
                  </a:ext>
                </a:extLst>
              </p:cNvPr>
              <p:cNvSpPr/>
              <p:nvPr/>
            </p:nvSpPr>
            <p:spPr>
              <a:xfrm>
                <a:off x="9046318" y="4193259"/>
                <a:ext cx="5174696" cy="1916142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id="{305B2B7A-8BA0-989F-8144-2110AE4D22F7}"/>
                  </a:ext>
                </a:extLst>
              </p:cNvPr>
              <p:cNvPicPr/>
              <p:nvPr/>
            </p:nvPicPr>
            <p:blipFill>
              <a:blip r:embed="rId5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01739" y="4708433"/>
                <a:ext cx="1676400" cy="179999"/>
              </a:xfrm>
              <a:prstGeom prst="rect">
                <a:avLst/>
              </a:prstGeom>
            </p:spPr>
          </p:pic>
        </p:grp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729C3097-C703-E2C1-2CCC-E0AF707F9093}"/>
                </a:ext>
              </a:extLst>
            </p:cNvPr>
            <p:cNvPicPr/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24489" y="5541934"/>
              <a:ext cx="1423261" cy="152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930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F5B29-C968-3535-8892-B5A3F8A5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21718C4-4DD1-3840-AE42-C76FEB0890E0}"/>
              </a:ext>
            </a:extLst>
          </p:cNvPr>
          <p:cNvSpPr/>
          <p:nvPr/>
        </p:nvSpPr>
        <p:spPr>
          <a:xfrm>
            <a:off x="115316" y="2135818"/>
            <a:ext cx="3123044" cy="3647762"/>
          </a:xfrm>
          <a:prstGeom prst="roundRect">
            <a:avLst/>
          </a:prstGeom>
          <a:noFill/>
          <a:ln w="38100">
            <a:solidFill>
              <a:srgbClr val="206EC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C086DA00-34E2-0018-F90E-D7D521575CD0}"/>
              </a:ext>
            </a:extLst>
          </p:cNvPr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24749C6B-474B-37FB-3BFD-5FDD929BE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03E56DD3-2331-9B20-5CF2-0360686AF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A59348C1-BE25-59AA-4A55-BD4BF8F870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FA948916-74BF-2C4F-3B5C-F99AC3B80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8CA6B774-A028-A8DF-895A-DADA85018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BF955C2F-8A1C-3907-2743-8680A73DAB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86E3020D-E50D-F9A7-31C9-D0C243176E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90F618B9-0419-A79C-622C-FEECF09D1C37}"/>
                </a:ext>
              </a:extLst>
            </p:cNvPr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962E4A9A-6A0F-A7D0-9A9A-A52E7C2EF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2FF502DB-CAD3-64A3-5FC1-46B3122AEA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64AAB54-FC5A-8DAC-C9ED-2638E2029C77}"/>
              </a:ext>
            </a:extLst>
          </p:cNvPr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5E96946C-2A50-E28D-CA73-80B9275136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FE8DB88-2AB6-DEFA-FE71-6C3768551161}"/>
                </a:ext>
              </a:extLst>
            </p:cNvPr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1AFCE797-CD18-88AF-52BD-7B9C3EC5721F}"/>
                  </a:ext>
                </a:extLst>
              </p:cNvPr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效果展示</a:t>
                </a: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77D71FB-078D-9A55-401B-98A4A2E11C58}"/>
                  </a:ext>
                </a:extLst>
              </p:cNvPr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Effect Demonstration</a:t>
                </a: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D352AA0-05F7-8B56-BE72-B55C232E72AC}"/>
              </a:ext>
            </a:extLst>
          </p:cNvPr>
          <p:cNvGrpSpPr/>
          <p:nvPr/>
        </p:nvGrpSpPr>
        <p:grpSpPr>
          <a:xfrm>
            <a:off x="447188" y="1275976"/>
            <a:ext cx="1762612" cy="466270"/>
            <a:chOff x="403517" y="1579624"/>
            <a:chExt cx="1891106" cy="50343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08989BE-121D-6A68-467A-9C25F5E82E56}"/>
                </a:ext>
              </a:extLst>
            </p:cNvPr>
            <p:cNvSpPr/>
            <p:nvPr/>
          </p:nvSpPr>
          <p:spPr>
            <a:xfrm>
              <a:off x="403517" y="1579624"/>
              <a:ext cx="1891106" cy="503433"/>
            </a:xfrm>
            <a:prstGeom prst="roundRect">
              <a:avLst>
                <a:gd name="adj" fmla="val 50000"/>
              </a:avLst>
            </a:prstGeom>
            <a:gradFill>
              <a:gsLst>
                <a:gs pos="71000">
                  <a:srgbClr val="0059F5">
                    <a:alpha val="52000"/>
                  </a:srgbClr>
                </a:gs>
                <a:gs pos="100000">
                  <a:srgbClr val="15FFFF">
                    <a:alpha val="46000"/>
                  </a:srgbClr>
                </a:gs>
              </a:gsLst>
              <a:lin ang="5400000" scaled="0"/>
            </a:gradFill>
            <a:ln w="12700">
              <a:solidFill>
                <a:srgbClr val="15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7EED040-D9D5-88D9-D334-58EB786E9306}"/>
                </a:ext>
              </a:extLst>
            </p:cNvPr>
            <p:cNvSpPr txBox="1"/>
            <p:nvPr/>
          </p:nvSpPr>
          <p:spPr>
            <a:xfrm>
              <a:off x="670211" y="1615341"/>
              <a:ext cx="1357717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noProof="1">
                  <a:solidFill>
                    <a:srgbClr val="FFFF00"/>
                  </a:solidFill>
                </a:rPr>
                <a:t>目标实现</a:t>
              </a:r>
              <a:endParaRPr lang="zh-CN" sz="2000" b="1" noProof="1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E8DAFCB-2106-DC53-A8E3-A866558E32C8}"/>
              </a:ext>
            </a:extLst>
          </p:cNvPr>
          <p:cNvGrpSpPr/>
          <p:nvPr/>
        </p:nvGrpSpPr>
        <p:grpSpPr>
          <a:xfrm>
            <a:off x="953152" y="3171363"/>
            <a:ext cx="1356890" cy="1356888"/>
            <a:chOff x="882649" y="2219325"/>
            <a:chExt cx="2070101" cy="207010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68FCBE6-FD2F-4049-EA54-9D7B3103A118}"/>
                </a:ext>
              </a:extLst>
            </p:cNvPr>
            <p:cNvSpPr/>
            <p:nvPr/>
          </p:nvSpPr>
          <p:spPr>
            <a:xfrm>
              <a:off x="1019174" y="2355850"/>
              <a:ext cx="1797050" cy="179705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noProof="1">
                  <a:solidFill>
                    <a:schemeClr val="bg1"/>
                  </a:solidFill>
                  <a:effectLst>
                    <a:glow rad="1016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Aa楷体" panose="02000500000000000000" pitchFamily="2" charset="-122"/>
                  <a:sym typeface="+mn-lt"/>
                </a:rPr>
                <a:t>导学</a:t>
              </a:r>
              <a:endParaRPr lang="zh-CN" sz="2000" noProof="1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  <p:sp>
          <p:nvSpPr>
            <p:cNvPr id="8" name="空心弧 7">
              <a:extLst>
                <a:ext uri="{FF2B5EF4-FFF2-40B4-BE49-F238E27FC236}">
                  <a16:creationId xmlns:a16="http://schemas.microsoft.com/office/drawing/2014/main" id="{A3A1032C-B933-A139-7C0F-4F23CD08B05F}"/>
                </a:ext>
              </a:extLst>
            </p:cNvPr>
            <p:cNvSpPr/>
            <p:nvPr/>
          </p:nvSpPr>
          <p:spPr>
            <a:xfrm rot="7613872">
              <a:off x="882649" y="2219325"/>
              <a:ext cx="2070101" cy="2070101"/>
            </a:xfrm>
            <a:prstGeom prst="blockArc">
              <a:avLst>
                <a:gd name="adj1" fmla="val 10800000"/>
                <a:gd name="adj2" fmla="val 3959450"/>
                <a:gd name="adj3" fmla="val 6684"/>
              </a:avLst>
            </a:prstGeom>
            <a:gradFill>
              <a:gsLst>
                <a:gs pos="0">
                  <a:srgbClr val="15FFFF"/>
                </a:gs>
                <a:gs pos="100000">
                  <a:srgbClr val="0059F5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2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F5DB7F2-7383-6023-1025-1DB8CB7A9665}"/>
              </a:ext>
            </a:extLst>
          </p:cNvPr>
          <p:cNvGrpSpPr/>
          <p:nvPr/>
        </p:nvGrpSpPr>
        <p:grpSpPr>
          <a:xfrm>
            <a:off x="4225004" y="3131698"/>
            <a:ext cx="1386373" cy="1386370"/>
            <a:chOff x="4597399" y="2219326"/>
            <a:chExt cx="2070101" cy="2070101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4D54DA3-C8F6-5CE3-D7F9-F44B91DAD697}"/>
                </a:ext>
              </a:extLst>
            </p:cNvPr>
            <p:cNvSpPr/>
            <p:nvPr/>
          </p:nvSpPr>
          <p:spPr>
            <a:xfrm>
              <a:off x="4733924" y="2355851"/>
              <a:ext cx="1797050" cy="179705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noProof="1">
                  <a:solidFill>
                    <a:schemeClr val="bg1"/>
                  </a:solidFill>
                  <a:effectLst>
                    <a:glow rad="1016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Aa楷体" panose="02000500000000000000" pitchFamily="2" charset="-122"/>
                  <a:sym typeface="+mn-lt"/>
                </a:rPr>
                <a:t>练学</a:t>
              </a:r>
              <a:endParaRPr lang="zh-CN" noProof="1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  <p:sp>
          <p:nvSpPr>
            <p:cNvPr id="11" name="空心弧 10">
              <a:extLst>
                <a:ext uri="{FF2B5EF4-FFF2-40B4-BE49-F238E27FC236}">
                  <a16:creationId xmlns:a16="http://schemas.microsoft.com/office/drawing/2014/main" id="{7C3407CA-38E3-3CAD-7DC0-B4A6CF9CC7C1}"/>
                </a:ext>
              </a:extLst>
            </p:cNvPr>
            <p:cNvSpPr/>
            <p:nvPr/>
          </p:nvSpPr>
          <p:spPr>
            <a:xfrm rot="10403810">
              <a:off x="4597399" y="2219326"/>
              <a:ext cx="2070101" cy="2070101"/>
            </a:xfrm>
            <a:prstGeom prst="blockArc">
              <a:avLst>
                <a:gd name="adj1" fmla="val 10800000"/>
                <a:gd name="adj2" fmla="val 16037164"/>
                <a:gd name="adj3" fmla="val 6368"/>
              </a:avLst>
            </a:prstGeom>
            <a:gradFill>
              <a:gsLst>
                <a:gs pos="0">
                  <a:srgbClr val="15FFFF"/>
                </a:gs>
                <a:gs pos="100000">
                  <a:srgbClr val="0059F5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2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946992-4466-1118-E3AA-DD63EE82E92E}"/>
              </a:ext>
            </a:extLst>
          </p:cNvPr>
          <p:cNvGrpSpPr/>
          <p:nvPr/>
        </p:nvGrpSpPr>
        <p:grpSpPr>
          <a:xfrm>
            <a:off x="9551594" y="3075652"/>
            <a:ext cx="1356890" cy="1356888"/>
            <a:chOff x="8337549" y="2219325"/>
            <a:chExt cx="2070101" cy="2070101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5905E0D-1DA9-53D2-90B1-AFC3C6CFB681}"/>
                </a:ext>
              </a:extLst>
            </p:cNvPr>
            <p:cNvSpPr/>
            <p:nvPr/>
          </p:nvSpPr>
          <p:spPr>
            <a:xfrm>
              <a:off x="8474074" y="2355850"/>
              <a:ext cx="1797050" cy="179705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noProof="1">
                  <a:solidFill>
                    <a:schemeClr val="bg1"/>
                  </a:solidFill>
                  <a:effectLst>
                    <a:glow rad="1016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Aa楷体" panose="02000500000000000000" pitchFamily="2" charset="-122"/>
                  <a:sym typeface="+mn-lt"/>
                </a:rPr>
                <a:t>促学</a:t>
              </a:r>
              <a:endParaRPr lang="zh-CN" sz="1600" noProof="1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84E0DBD-AB7D-8C6A-BB32-6DB4CABD55A0}"/>
                </a:ext>
              </a:extLst>
            </p:cNvPr>
            <p:cNvSpPr/>
            <p:nvPr/>
          </p:nvSpPr>
          <p:spPr>
            <a:xfrm rot="7613872">
              <a:off x="8337549" y="2219325"/>
              <a:ext cx="2070101" cy="2070101"/>
            </a:xfrm>
            <a:prstGeom prst="blockArc">
              <a:avLst>
                <a:gd name="adj1" fmla="val 10800000"/>
                <a:gd name="adj2" fmla="val 5582165"/>
                <a:gd name="adj3" fmla="val 6634"/>
              </a:avLst>
            </a:prstGeom>
            <a:gradFill>
              <a:gsLst>
                <a:gs pos="0">
                  <a:srgbClr val="15FFFF"/>
                </a:gs>
                <a:gs pos="100000">
                  <a:srgbClr val="0059F5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2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FB637A9-9D84-C030-B225-8AE6D037712E}"/>
              </a:ext>
            </a:extLst>
          </p:cNvPr>
          <p:cNvSpPr/>
          <p:nvPr/>
        </p:nvSpPr>
        <p:spPr>
          <a:xfrm>
            <a:off x="4053840" y="2135819"/>
            <a:ext cx="3920448" cy="3647762"/>
          </a:xfrm>
          <a:prstGeom prst="roundRect">
            <a:avLst/>
          </a:prstGeom>
          <a:noFill/>
          <a:ln w="38100">
            <a:solidFill>
              <a:srgbClr val="206EC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2A3553E-7959-414D-AC3B-F6F063F1DF39}"/>
              </a:ext>
            </a:extLst>
          </p:cNvPr>
          <p:cNvGrpSpPr/>
          <p:nvPr/>
        </p:nvGrpSpPr>
        <p:grpSpPr>
          <a:xfrm>
            <a:off x="6240626" y="3146440"/>
            <a:ext cx="1356890" cy="1356888"/>
            <a:chOff x="4597399" y="2219326"/>
            <a:chExt cx="2070101" cy="2070101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74B1701-4B86-C25F-B490-19C652FB23DF}"/>
                </a:ext>
              </a:extLst>
            </p:cNvPr>
            <p:cNvSpPr/>
            <p:nvPr/>
          </p:nvSpPr>
          <p:spPr>
            <a:xfrm>
              <a:off x="4733924" y="2355851"/>
              <a:ext cx="1797050" cy="179705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noProof="1">
                  <a:solidFill>
                    <a:schemeClr val="bg1"/>
                  </a:solidFill>
                  <a:effectLst>
                    <a:glow rad="1016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Aa楷体" panose="02000500000000000000" pitchFamily="2" charset="-122"/>
                  <a:sym typeface="+mn-lt"/>
                </a:rPr>
                <a:t>研学</a:t>
              </a:r>
              <a:endParaRPr lang="zh-CN" noProof="1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  <p:sp>
          <p:nvSpPr>
            <p:cNvPr id="49" name="空心弧 48">
              <a:extLst>
                <a:ext uri="{FF2B5EF4-FFF2-40B4-BE49-F238E27FC236}">
                  <a16:creationId xmlns:a16="http://schemas.microsoft.com/office/drawing/2014/main" id="{65051544-9EF3-1A5B-7267-8CEA4BD5F390}"/>
                </a:ext>
              </a:extLst>
            </p:cNvPr>
            <p:cNvSpPr/>
            <p:nvPr/>
          </p:nvSpPr>
          <p:spPr>
            <a:xfrm rot="10403810">
              <a:off x="4597399" y="2219326"/>
              <a:ext cx="2070101" cy="2070101"/>
            </a:xfrm>
            <a:prstGeom prst="blockArc">
              <a:avLst>
                <a:gd name="adj1" fmla="val 10800000"/>
                <a:gd name="adj2" fmla="val 16037164"/>
                <a:gd name="adj3" fmla="val 6368"/>
              </a:avLst>
            </a:prstGeom>
            <a:gradFill>
              <a:gsLst>
                <a:gs pos="0">
                  <a:srgbClr val="15FFFF"/>
                </a:gs>
                <a:gs pos="100000">
                  <a:srgbClr val="0059F5"/>
                </a:gs>
              </a:gsLst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sz="1200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a楷体" panose="02000500000000000000" pitchFamily="2" charset="-122"/>
                <a:sym typeface="+mn-lt"/>
              </a:endParaRP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DDD6920-A1EF-9297-BE7B-433B14BE10B4}"/>
              </a:ext>
            </a:extLst>
          </p:cNvPr>
          <p:cNvSpPr/>
          <p:nvPr/>
        </p:nvSpPr>
        <p:spPr>
          <a:xfrm>
            <a:off x="8723056" y="2135819"/>
            <a:ext cx="3123044" cy="3647762"/>
          </a:xfrm>
          <a:prstGeom prst="roundRect">
            <a:avLst/>
          </a:prstGeom>
          <a:noFill/>
          <a:ln w="38100">
            <a:solidFill>
              <a:srgbClr val="206EC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684CDF2-A6C5-EE8E-3AF1-AA5CA15BF862}"/>
              </a:ext>
            </a:extLst>
          </p:cNvPr>
          <p:cNvSpPr txBox="1"/>
          <p:nvPr/>
        </p:nvSpPr>
        <p:spPr>
          <a:xfrm>
            <a:off x="1239750" y="2442792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课前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1560D32-767D-F384-0388-99B4AD693950}"/>
              </a:ext>
            </a:extLst>
          </p:cNvPr>
          <p:cNvSpPr txBox="1"/>
          <p:nvPr/>
        </p:nvSpPr>
        <p:spPr>
          <a:xfrm>
            <a:off x="5580598" y="2424943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课中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CD82144-4384-9015-3BA2-D2563236A0ED}"/>
              </a:ext>
            </a:extLst>
          </p:cNvPr>
          <p:cNvSpPr txBox="1"/>
          <p:nvPr/>
        </p:nvSpPr>
        <p:spPr>
          <a:xfrm>
            <a:off x="9829930" y="2423840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课后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FE300A0-F525-D08F-FB4D-AF36E10114C1}"/>
              </a:ext>
            </a:extLst>
          </p:cNvPr>
          <p:cNvGrpSpPr/>
          <p:nvPr/>
        </p:nvGrpSpPr>
        <p:grpSpPr>
          <a:xfrm>
            <a:off x="393049" y="4617013"/>
            <a:ext cx="2567577" cy="1086065"/>
            <a:chOff x="9041751" y="3993939"/>
            <a:chExt cx="5339433" cy="176734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67EEAC8D-BAE7-19D2-439B-E009312EB674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720BBA87-23ED-450E-D294-5D4B4DA0975A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68" name="图片 67">
                <a:extLst>
                  <a:ext uri="{FF2B5EF4-FFF2-40B4-BE49-F238E27FC236}">
                    <a16:creationId xmlns:a16="http://schemas.microsoft.com/office/drawing/2014/main" id="{ACB43ED5-6C82-7379-B159-F33DA402905A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476F803A-528F-39AE-DF4A-BE253EC4FB27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0D9617E-2E76-35C3-43CB-5C3C3288FE02}"/>
              </a:ext>
            </a:extLst>
          </p:cNvPr>
          <p:cNvGrpSpPr/>
          <p:nvPr/>
        </p:nvGrpSpPr>
        <p:grpSpPr>
          <a:xfrm>
            <a:off x="4534101" y="4619849"/>
            <a:ext cx="2942153" cy="1086065"/>
            <a:chOff x="9041751" y="3993939"/>
            <a:chExt cx="5339433" cy="1767348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DF65F78B-0C47-2E3D-1988-F30CD909BAFA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6B98F34-6F7C-25A6-536E-26F6573F5E6D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E9E03B51-6F02-35DB-5C0C-84BF3A2915DC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B3774220-9FA1-69F8-3416-A46A5829C031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846EAD4-35DD-93B4-CE6B-C87D6690214E}"/>
              </a:ext>
            </a:extLst>
          </p:cNvPr>
          <p:cNvGrpSpPr/>
          <p:nvPr/>
        </p:nvGrpSpPr>
        <p:grpSpPr>
          <a:xfrm>
            <a:off x="9000789" y="4617013"/>
            <a:ext cx="2567577" cy="1086065"/>
            <a:chOff x="9041751" y="3993939"/>
            <a:chExt cx="5339433" cy="1767348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01E56D9C-58B8-2FB6-996B-0D1BABBEAB0C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E031443-24C6-CCBB-4A88-98181B8A2420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78" name="图片 77">
                <a:extLst>
                  <a:ext uri="{FF2B5EF4-FFF2-40B4-BE49-F238E27FC236}">
                    <a16:creationId xmlns:a16="http://schemas.microsoft.com/office/drawing/2014/main" id="{F02B39EF-E5FB-5B2A-D487-4C2177EF0061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7435C95-B8C9-8B35-F6E3-EB7A583CB971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1701BA0A-FB20-B18D-7233-FA820D7EF829}"/>
              </a:ext>
            </a:extLst>
          </p:cNvPr>
          <p:cNvSpPr txBox="1"/>
          <p:nvPr/>
        </p:nvSpPr>
        <p:spPr>
          <a:xfrm>
            <a:off x="432622" y="4738596"/>
            <a:ext cx="2100450" cy="784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智能生成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效率提升</a:t>
            </a:r>
          </a:p>
        </p:txBody>
      </p:sp>
      <p:sp>
        <p:nvSpPr>
          <p:cNvPr id="82" name="箭头: V 形 81">
            <a:extLst>
              <a:ext uri="{FF2B5EF4-FFF2-40B4-BE49-F238E27FC236}">
                <a16:creationId xmlns:a16="http://schemas.microsoft.com/office/drawing/2014/main" id="{81B0B199-D3CA-1A36-6CA8-E85D3194A10C}"/>
              </a:ext>
            </a:extLst>
          </p:cNvPr>
          <p:cNvSpPr/>
          <p:nvPr/>
        </p:nvSpPr>
        <p:spPr>
          <a:xfrm>
            <a:off x="3495302" y="3432076"/>
            <a:ext cx="341033" cy="835459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3" name="箭头: V 形 82">
            <a:extLst>
              <a:ext uri="{FF2B5EF4-FFF2-40B4-BE49-F238E27FC236}">
                <a16:creationId xmlns:a16="http://schemas.microsoft.com/office/drawing/2014/main" id="{4D440CB6-6DF6-AF79-5673-031E3C2E5F33}"/>
              </a:ext>
            </a:extLst>
          </p:cNvPr>
          <p:cNvSpPr/>
          <p:nvPr/>
        </p:nvSpPr>
        <p:spPr>
          <a:xfrm>
            <a:off x="8201557" y="3429000"/>
            <a:ext cx="341033" cy="835459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4" name="箭头: V 形 83">
            <a:extLst>
              <a:ext uri="{FF2B5EF4-FFF2-40B4-BE49-F238E27FC236}">
                <a16:creationId xmlns:a16="http://schemas.microsoft.com/office/drawing/2014/main" id="{D4EDB21E-647E-4823-B202-E2AF846FC88E}"/>
              </a:ext>
            </a:extLst>
          </p:cNvPr>
          <p:cNvSpPr/>
          <p:nvPr/>
        </p:nvSpPr>
        <p:spPr>
          <a:xfrm>
            <a:off x="5750243" y="3426299"/>
            <a:ext cx="341033" cy="835459"/>
          </a:xfrm>
          <a:prstGeom prst="chevr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2E3ED7-B176-4551-D9E5-3CA78CE888C1}"/>
              </a:ext>
            </a:extLst>
          </p:cNvPr>
          <p:cNvGrpSpPr/>
          <p:nvPr/>
        </p:nvGrpSpPr>
        <p:grpSpPr>
          <a:xfrm>
            <a:off x="1115589" y="2387641"/>
            <a:ext cx="949154" cy="468738"/>
            <a:chOff x="9041751" y="3993939"/>
            <a:chExt cx="5339433" cy="1767348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1935682-EF9F-8BB8-95A5-0ED5288E0CF0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5DFC8B6-7F22-E117-03A0-4B1319C7B140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2C770925-5687-C01F-4404-19EADDF0BC7D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4D020F4-474F-1A29-6F9C-AA12ED5D0495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B37EA79-0643-54E8-A5DB-FA47855A9DC4}"/>
              </a:ext>
            </a:extLst>
          </p:cNvPr>
          <p:cNvGrpSpPr/>
          <p:nvPr/>
        </p:nvGrpSpPr>
        <p:grpSpPr>
          <a:xfrm>
            <a:off x="5446182" y="2387641"/>
            <a:ext cx="949154" cy="468738"/>
            <a:chOff x="9041751" y="3993939"/>
            <a:chExt cx="5339433" cy="176734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824DD89-03F5-BFF9-1D04-16496CECE9F8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443117E0-352C-6302-9FE5-E6607BB8B8F8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64BC7D54-4C9D-6690-AF89-FAC34F4F9A33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0DB8EA0-D80A-8AFC-C98E-70F9186306CD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284D11A-6C59-EEFE-25A6-3A6151EE0680}"/>
              </a:ext>
            </a:extLst>
          </p:cNvPr>
          <p:cNvGrpSpPr/>
          <p:nvPr/>
        </p:nvGrpSpPr>
        <p:grpSpPr>
          <a:xfrm>
            <a:off x="9705769" y="2387641"/>
            <a:ext cx="949154" cy="468738"/>
            <a:chOff x="9041751" y="3993939"/>
            <a:chExt cx="5339433" cy="1767348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8E9CF22-954F-9C96-0924-BE8E8CB61928}"/>
                </a:ext>
              </a:extLst>
            </p:cNvPr>
            <p:cNvGrpSpPr/>
            <p:nvPr/>
          </p:nvGrpSpPr>
          <p:grpSpPr>
            <a:xfrm>
              <a:off x="9041751" y="3993939"/>
              <a:ext cx="5265063" cy="1676400"/>
              <a:chOff x="9041751" y="3993939"/>
              <a:chExt cx="5265063" cy="1676400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1974CAC-9BF2-246E-2114-989A1F7691C4}"/>
                  </a:ext>
                </a:extLst>
              </p:cNvPr>
              <p:cNvSpPr/>
              <p:nvPr/>
            </p:nvSpPr>
            <p:spPr>
              <a:xfrm>
                <a:off x="9132117" y="4193261"/>
                <a:ext cx="5174697" cy="1377936"/>
              </a:xfrm>
              <a:prstGeom prst="rect">
                <a:avLst/>
              </a:prstGeom>
              <a:noFill/>
              <a:ln w="31750">
                <a:solidFill>
                  <a:srgbClr val="206EC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sz="1600" noProof="1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B2D28AC6-F8CB-F99E-1B45-C45DD5D0599D}"/>
                  </a:ext>
                </a:extLst>
              </p:cNvPr>
              <p:cNvPicPr/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8293551" y="4742139"/>
                <a:ext cx="1676400" cy="180000"/>
              </a:xfrm>
              <a:prstGeom prst="rect">
                <a:avLst/>
              </a:prstGeom>
            </p:spPr>
          </p:pic>
        </p:grp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DE4A3A9C-87DC-F324-B43D-8174521782F7}"/>
                </a:ext>
              </a:extLst>
            </p:cNvPr>
            <p:cNvPicPr/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13593144" y="4973247"/>
              <a:ext cx="1423260" cy="152820"/>
            </a:xfrm>
            <a:prstGeom prst="rect">
              <a:avLst/>
            </a:prstGeom>
          </p:spPr>
        </p:pic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8B3B422-4E45-D069-1F4C-DC2155C3910E}"/>
              </a:ext>
            </a:extLst>
          </p:cNvPr>
          <p:cNvSpPr txBox="1"/>
          <p:nvPr/>
        </p:nvSpPr>
        <p:spPr>
          <a:xfrm>
            <a:off x="1621275" y="4746123"/>
            <a:ext cx="2100450" cy="784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教学设计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资源创建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1E21DEB-6C2B-19F4-3429-80CB5B5AC226}"/>
              </a:ext>
            </a:extLst>
          </p:cNvPr>
          <p:cNvSpPr txBox="1"/>
          <p:nvPr/>
        </p:nvSpPr>
        <p:spPr>
          <a:xfrm>
            <a:off x="4568387" y="4744798"/>
            <a:ext cx="1548733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自适应练习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实时指导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5F8FD61-D2F5-58D6-D558-B778079F9CAF}"/>
              </a:ext>
            </a:extLst>
          </p:cNvPr>
          <p:cNvSpPr txBox="1"/>
          <p:nvPr/>
        </p:nvSpPr>
        <p:spPr>
          <a:xfrm>
            <a:off x="5958956" y="4737593"/>
            <a:ext cx="1568528" cy="82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个性化支持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交互研学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4D88D8B-4320-1D5C-8CF6-19924384B4A6}"/>
              </a:ext>
            </a:extLst>
          </p:cNvPr>
          <p:cNvSpPr txBox="1"/>
          <p:nvPr/>
        </p:nvSpPr>
        <p:spPr>
          <a:xfrm>
            <a:off x="9047382" y="4769516"/>
            <a:ext cx="1363241" cy="773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Char char="•"/>
              <a:defRPr b="1" i="0">
                <a:solidFill>
                  <a:srgbClr val="404040"/>
                </a:solidFill>
                <a:effectLst/>
                <a:latin typeface="quote-cjk-patch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智能评测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效果评估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511C8E3-BD16-9F2B-DC88-23D64157F384}"/>
              </a:ext>
            </a:extLst>
          </p:cNvPr>
          <p:cNvSpPr txBox="1"/>
          <p:nvPr/>
        </p:nvSpPr>
        <p:spPr>
          <a:xfrm>
            <a:off x="10282595" y="4751605"/>
            <a:ext cx="1363241" cy="773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Char char="•"/>
              <a:defRPr b="1" i="0">
                <a:solidFill>
                  <a:srgbClr val="404040"/>
                </a:solidFill>
                <a:effectLst/>
                <a:latin typeface="quote-cjk-patch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巩固强化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数据反馈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E637271-ABBF-8E4F-E5F0-D5F0263C061D}"/>
              </a:ext>
            </a:extLst>
          </p:cNvPr>
          <p:cNvSpPr txBox="1"/>
          <p:nvPr/>
        </p:nvSpPr>
        <p:spPr>
          <a:xfrm>
            <a:off x="96469" y="6040978"/>
            <a:ext cx="324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高效赋能备课，筑牢教学基础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C3D48BD-0045-3F53-97B5-3887E7938990}"/>
              </a:ext>
            </a:extLst>
          </p:cNvPr>
          <p:cNvSpPr txBox="1"/>
          <p:nvPr/>
        </p:nvSpPr>
        <p:spPr>
          <a:xfrm>
            <a:off x="4278663" y="6040897"/>
            <a:ext cx="351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实时联动教与学，提升课堂实效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5E76C69-2313-9FB9-061E-3FBE64F822A0}"/>
              </a:ext>
            </a:extLst>
          </p:cNvPr>
          <p:cNvSpPr txBox="1"/>
          <p:nvPr/>
        </p:nvSpPr>
        <p:spPr>
          <a:xfrm>
            <a:off x="8672256" y="6033502"/>
            <a:ext cx="3265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精准闭环提优，巩固学习成果</a:t>
            </a:r>
            <a:endParaRPr lang="zh-CN" altLang="en-US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456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/>
          <p:cNvGrpSpPr/>
          <p:nvPr/>
        </p:nvGrpSpPr>
        <p:grpSpPr>
          <a:xfrm>
            <a:off x="-552934" y="-209107"/>
            <a:ext cx="1281598" cy="1230792"/>
            <a:chOff x="3613150" y="1047750"/>
            <a:chExt cx="4965700" cy="4768850"/>
          </a:xfrm>
          <a:solidFill>
            <a:srgbClr val="FFFFFF">
              <a:alpha val="15000"/>
            </a:srgbClr>
          </a:solidFill>
        </p:grpSpPr>
        <p:sp>
          <p:nvSpPr>
            <p:cNvPr id="103" name="任意多边形: 形状 102"/>
            <p:cNvSpPr>
              <a:spLocks noEditPoints="1"/>
            </p:cNvSpPr>
            <p:nvPr/>
          </p:nvSpPr>
          <p:spPr bwMode="auto">
            <a:xfrm>
              <a:off x="3613150" y="1250950"/>
              <a:ext cx="4965700" cy="4367213"/>
            </a:xfrm>
            <a:custGeom>
              <a:avLst/>
              <a:gdLst>
                <a:gd name="T0" fmla="*/ 660 w 1321"/>
                <a:gd name="T1" fmla="*/ 1147 h 1162"/>
                <a:gd name="T2" fmla="*/ 441 w 1321"/>
                <a:gd name="T3" fmla="*/ 1103 h 1162"/>
                <a:gd name="T4" fmla="*/ 138 w 1321"/>
                <a:gd name="T5" fmla="*/ 361 h 1162"/>
                <a:gd name="T6" fmla="*/ 661 w 1321"/>
                <a:gd name="T7" fmla="*/ 14 h 1162"/>
                <a:gd name="T8" fmla="*/ 880 w 1321"/>
                <a:gd name="T9" fmla="*/ 58 h 1162"/>
                <a:gd name="T10" fmla="*/ 1183 w 1321"/>
                <a:gd name="T11" fmla="*/ 800 h 1162"/>
                <a:gd name="T12" fmla="*/ 660 w 1321"/>
                <a:gd name="T13" fmla="*/ 1147 h 1162"/>
                <a:gd name="T14" fmla="*/ 661 w 1321"/>
                <a:gd name="T15" fmla="*/ 0 h 1162"/>
                <a:gd name="T16" fmla="*/ 124 w 1321"/>
                <a:gd name="T17" fmla="*/ 356 h 1162"/>
                <a:gd name="T18" fmla="*/ 435 w 1321"/>
                <a:gd name="T19" fmla="*/ 1116 h 1162"/>
                <a:gd name="T20" fmla="*/ 660 w 1321"/>
                <a:gd name="T21" fmla="*/ 1162 h 1162"/>
                <a:gd name="T22" fmla="*/ 1196 w 1321"/>
                <a:gd name="T23" fmla="*/ 806 h 1162"/>
                <a:gd name="T24" fmla="*/ 886 w 1321"/>
                <a:gd name="T25" fmla="*/ 45 h 1162"/>
                <a:gd name="T26" fmla="*/ 661 w 1321"/>
                <a:gd name="T27" fmla="*/ 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21" h="1162">
                  <a:moveTo>
                    <a:pt x="660" y="1147"/>
                  </a:moveTo>
                  <a:cubicBezTo>
                    <a:pt x="587" y="1147"/>
                    <a:pt x="513" y="1133"/>
                    <a:pt x="441" y="1103"/>
                  </a:cubicBezTo>
                  <a:cubicBezTo>
                    <a:pt x="153" y="982"/>
                    <a:pt x="17" y="649"/>
                    <a:pt x="138" y="361"/>
                  </a:cubicBezTo>
                  <a:cubicBezTo>
                    <a:pt x="229" y="145"/>
                    <a:pt x="440" y="14"/>
                    <a:pt x="661" y="14"/>
                  </a:cubicBezTo>
                  <a:cubicBezTo>
                    <a:pt x="734" y="14"/>
                    <a:pt x="809" y="28"/>
                    <a:pt x="880" y="58"/>
                  </a:cubicBezTo>
                  <a:cubicBezTo>
                    <a:pt x="1169" y="179"/>
                    <a:pt x="1304" y="512"/>
                    <a:pt x="1183" y="800"/>
                  </a:cubicBezTo>
                  <a:cubicBezTo>
                    <a:pt x="1092" y="1017"/>
                    <a:pt x="881" y="1147"/>
                    <a:pt x="660" y="1147"/>
                  </a:cubicBezTo>
                  <a:moveTo>
                    <a:pt x="661" y="0"/>
                  </a:moveTo>
                  <a:cubicBezTo>
                    <a:pt x="434" y="0"/>
                    <a:pt x="218" y="134"/>
                    <a:pt x="124" y="356"/>
                  </a:cubicBezTo>
                  <a:cubicBezTo>
                    <a:pt x="0" y="651"/>
                    <a:pt x="140" y="992"/>
                    <a:pt x="435" y="1116"/>
                  </a:cubicBezTo>
                  <a:cubicBezTo>
                    <a:pt x="509" y="1147"/>
                    <a:pt x="585" y="1162"/>
                    <a:pt x="660" y="1162"/>
                  </a:cubicBezTo>
                  <a:cubicBezTo>
                    <a:pt x="887" y="1162"/>
                    <a:pt x="1103" y="1028"/>
                    <a:pt x="1196" y="806"/>
                  </a:cubicBezTo>
                  <a:cubicBezTo>
                    <a:pt x="1321" y="511"/>
                    <a:pt x="1181" y="169"/>
                    <a:pt x="886" y="45"/>
                  </a:cubicBezTo>
                  <a:cubicBezTo>
                    <a:pt x="812" y="14"/>
                    <a:pt x="736" y="0"/>
                    <a:pt x="66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4" name="任意多边形: 形状 103"/>
            <p:cNvSpPr>
              <a:spLocks noEditPoints="1"/>
            </p:cNvSpPr>
            <p:nvPr/>
          </p:nvSpPr>
          <p:spPr bwMode="auto">
            <a:xfrm>
              <a:off x="4302125" y="1855788"/>
              <a:ext cx="3587750" cy="3157538"/>
            </a:xfrm>
            <a:custGeom>
              <a:avLst/>
              <a:gdLst>
                <a:gd name="T0" fmla="*/ 477 w 955"/>
                <a:gd name="T1" fmla="*/ 822 h 840"/>
                <a:gd name="T2" fmla="*/ 322 w 955"/>
                <a:gd name="T3" fmla="*/ 790 h 840"/>
                <a:gd name="T4" fmla="*/ 107 w 955"/>
                <a:gd name="T5" fmla="*/ 264 h 840"/>
                <a:gd name="T6" fmla="*/ 478 w 955"/>
                <a:gd name="T7" fmla="*/ 18 h 840"/>
                <a:gd name="T8" fmla="*/ 633 w 955"/>
                <a:gd name="T9" fmla="*/ 49 h 840"/>
                <a:gd name="T10" fmla="*/ 848 w 955"/>
                <a:gd name="T11" fmla="*/ 575 h 840"/>
                <a:gd name="T12" fmla="*/ 477 w 955"/>
                <a:gd name="T13" fmla="*/ 822 h 840"/>
                <a:gd name="T14" fmla="*/ 478 w 955"/>
                <a:gd name="T15" fmla="*/ 0 h 840"/>
                <a:gd name="T16" fmla="*/ 90 w 955"/>
                <a:gd name="T17" fmla="*/ 257 h 840"/>
                <a:gd name="T18" fmla="*/ 315 w 955"/>
                <a:gd name="T19" fmla="*/ 807 h 840"/>
                <a:gd name="T20" fmla="*/ 477 w 955"/>
                <a:gd name="T21" fmla="*/ 840 h 840"/>
                <a:gd name="T22" fmla="*/ 865 w 955"/>
                <a:gd name="T23" fmla="*/ 583 h 840"/>
                <a:gd name="T24" fmla="*/ 640 w 955"/>
                <a:gd name="T25" fmla="*/ 32 h 840"/>
                <a:gd name="T26" fmla="*/ 478 w 955"/>
                <a:gd name="T27" fmla="*/ 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840">
                  <a:moveTo>
                    <a:pt x="477" y="822"/>
                  </a:moveTo>
                  <a:cubicBezTo>
                    <a:pt x="425" y="822"/>
                    <a:pt x="372" y="812"/>
                    <a:pt x="322" y="790"/>
                  </a:cubicBezTo>
                  <a:cubicBezTo>
                    <a:pt x="117" y="705"/>
                    <a:pt x="21" y="469"/>
                    <a:pt x="107" y="264"/>
                  </a:cubicBezTo>
                  <a:cubicBezTo>
                    <a:pt x="171" y="110"/>
                    <a:pt x="321" y="18"/>
                    <a:pt x="478" y="18"/>
                  </a:cubicBezTo>
                  <a:cubicBezTo>
                    <a:pt x="530" y="18"/>
                    <a:pt x="583" y="28"/>
                    <a:pt x="633" y="49"/>
                  </a:cubicBezTo>
                  <a:cubicBezTo>
                    <a:pt x="838" y="135"/>
                    <a:pt x="934" y="371"/>
                    <a:pt x="848" y="575"/>
                  </a:cubicBezTo>
                  <a:cubicBezTo>
                    <a:pt x="784" y="729"/>
                    <a:pt x="634" y="822"/>
                    <a:pt x="477" y="822"/>
                  </a:cubicBezTo>
                  <a:moveTo>
                    <a:pt x="478" y="0"/>
                  </a:moveTo>
                  <a:cubicBezTo>
                    <a:pt x="314" y="0"/>
                    <a:pt x="157" y="96"/>
                    <a:pt x="90" y="257"/>
                  </a:cubicBezTo>
                  <a:cubicBezTo>
                    <a:pt x="0" y="471"/>
                    <a:pt x="101" y="718"/>
                    <a:pt x="315" y="807"/>
                  </a:cubicBezTo>
                  <a:cubicBezTo>
                    <a:pt x="368" y="830"/>
                    <a:pt x="423" y="840"/>
                    <a:pt x="477" y="840"/>
                  </a:cubicBezTo>
                  <a:cubicBezTo>
                    <a:pt x="641" y="840"/>
                    <a:pt x="798" y="743"/>
                    <a:pt x="865" y="583"/>
                  </a:cubicBezTo>
                  <a:cubicBezTo>
                    <a:pt x="955" y="369"/>
                    <a:pt x="854" y="122"/>
                    <a:pt x="640" y="32"/>
                  </a:cubicBezTo>
                  <a:cubicBezTo>
                    <a:pt x="587" y="10"/>
                    <a:pt x="532" y="0"/>
                    <a:pt x="4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5" name="任意多边形: 形状 104"/>
            <p:cNvSpPr>
              <a:spLocks noEditPoints="1"/>
            </p:cNvSpPr>
            <p:nvPr/>
          </p:nvSpPr>
          <p:spPr bwMode="auto">
            <a:xfrm>
              <a:off x="5091113" y="2430463"/>
              <a:ext cx="2009775" cy="2008188"/>
            </a:xfrm>
            <a:custGeom>
              <a:avLst/>
              <a:gdLst>
                <a:gd name="T0" fmla="*/ 272 w 535"/>
                <a:gd name="T1" fmla="*/ 534 h 534"/>
                <a:gd name="T2" fmla="*/ 255 w 535"/>
                <a:gd name="T3" fmla="*/ 529 h 534"/>
                <a:gd name="T4" fmla="*/ 308 w 535"/>
                <a:gd name="T5" fmla="*/ 531 h 534"/>
                <a:gd name="T6" fmla="*/ 237 w 535"/>
                <a:gd name="T7" fmla="*/ 532 h 534"/>
                <a:gd name="T8" fmla="*/ 324 w 535"/>
                <a:gd name="T9" fmla="*/ 524 h 534"/>
                <a:gd name="T10" fmla="*/ 186 w 535"/>
                <a:gd name="T11" fmla="*/ 517 h 534"/>
                <a:gd name="T12" fmla="*/ 186 w 535"/>
                <a:gd name="T13" fmla="*/ 517 h 534"/>
                <a:gd name="T14" fmla="*/ 376 w 535"/>
                <a:gd name="T15" fmla="*/ 511 h 534"/>
                <a:gd name="T16" fmla="*/ 168 w 535"/>
                <a:gd name="T17" fmla="*/ 515 h 534"/>
                <a:gd name="T18" fmla="*/ 390 w 535"/>
                <a:gd name="T19" fmla="*/ 499 h 534"/>
                <a:gd name="T20" fmla="*/ 123 w 535"/>
                <a:gd name="T21" fmla="*/ 486 h 534"/>
                <a:gd name="T22" fmla="*/ 123 w 535"/>
                <a:gd name="T23" fmla="*/ 486 h 534"/>
                <a:gd name="T24" fmla="*/ 437 w 535"/>
                <a:gd name="T25" fmla="*/ 474 h 534"/>
                <a:gd name="T26" fmla="*/ 105 w 535"/>
                <a:gd name="T27" fmla="*/ 479 h 534"/>
                <a:gd name="T28" fmla="*/ 447 w 535"/>
                <a:gd name="T29" fmla="*/ 459 h 534"/>
                <a:gd name="T30" fmla="*/ 70 w 535"/>
                <a:gd name="T31" fmla="*/ 440 h 534"/>
                <a:gd name="T32" fmla="*/ 70 w 535"/>
                <a:gd name="T33" fmla="*/ 440 h 534"/>
                <a:gd name="T34" fmla="*/ 486 w 535"/>
                <a:gd name="T35" fmla="*/ 422 h 534"/>
                <a:gd name="T36" fmla="*/ 55 w 535"/>
                <a:gd name="T37" fmla="*/ 429 h 534"/>
                <a:gd name="T38" fmla="*/ 492 w 535"/>
                <a:gd name="T39" fmla="*/ 404 h 534"/>
                <a:gd name="T40" fmla="*/ 31 w 535"/>
                <a:gd name="T41" fmla="*/ 382 h 534"/>
                <a:gd name="T42" fmla="*/ 31 w 535"/>
                <a:gd name="T43" fmla="*/ 382 h 534"/>
                <a:gd name="T44" fmla="*/ 519 w 535"/>
                <a:gd name="T45" fmla="*/ 359 h 534"/>
                <a:gd name="T46" fmla="*/ 20 w 535"/>
                <a:gd name="T47" fmla="*/ 368 h 534"/>
                <a:gd name="T48" fmla="*/ 520 w 535"/>
                <a:gd name="T49" fmla="*/ 340 h 534"/>
                <a:gd name="T50" fmla="*/ 9 w 535"/>
                <a:gd name="T51" fmla="*/ 315 h 534"/>
                <a:gd name="T52" fmla="*/ 9 w 535"/>
                <a:gd name="T53" fmla="*/ 315 h 534"/>
                <a:gd name="T54" fmla="*/ 532 w 535"/>
                <a:gd name="T55" fmla="*/ 307 h 534"/>
                <a:gd name="T56" fmla="*/ 5 w 535"/>
                <a:gd name="T57" fmla="*/ 280 h 534"/>
                <a:gd name="T58" fmla="*/ 5 w 535"/>
                <a:gd name="T59" fmla="*/ 280 h 534"/>
                <a:gd name="T60" fmla="*/ 531 w 535"/>
                <a:gd name="T61" fmla="*/ 270 h 534"/>
                <a:gd name="T62" fmla="*/ 1 w 535"/>
                <a:gd name="T63" fmla="*/ 245 h 534"/>
                <a:gd name="T64" fmla="*/ 1 w 535"/>
                <a:gd name="T65" fmla="*/ 245 h 534"/>
                <a:gd name="T66" fmla="*/ 533 w 535"/>
                <a:gd name="T67" fmla="*/ 235 h 534"/>
                <a:gd name="T68" fmla="*/ 7 w 535"/>
                <a:gd name="T69" fmla="*/ 228 h 534"/>
                <a:gd name="T70" fmla="*/ 517 w 535"/>
                <a:gd name="T71" fmla="*/ 184 h 534"/>
                <a:gd name="T72" fmla="*/ 16 w 535"/>
                <a:gd name="T73" fmla="*/ 175 h 534"/>
                <a:gd name="T74" fmla="*/ 16 w 535"/>
                <a:gd name="T75" fmla="*/ 175 h 534"/>
                <a:gd name="T76" fmla="*/ 515 w 535"/>
                <a:gd name="T77" fmla="*/ 166 h 534"/>
                <a:gd name="T78" fmla="*/ 27 w 535"/>
                <a:gd name="T79" fmla="*/ 161 h 534"/>
                <a:gd name="T80" fmla="*/ 486 w 535"/>
                <a:gd name="T81" fmla="*/ 121 h 534"/>
                <a:gd name="T82" fmla="*/ 49 w 535"/>
                <a:gd name="T83" fmla="*/ 112 h 534"/>
                <a:gd name="T84" fmla="*/ 49 w 535"/>
                <a:gd name="T85" fmla="*/ 112 h 534"/>
                <a:gd name="T86" fmla="*/ 480 w 535"/>
                <a:gd name="T87" fmla="*/ 104 h 534"/>
                <a:gd name="T88" fmla="*/ 63 w 535"/>
                <a:gd name="T89" fmla="*/ 101 h 534"/>
                <a:gd name="T90" fmla="*/ 440 w 535"/>
                <a:gd name="T91" fmla="*/ 68 h 534"/>
                <a:gd name="T92" fmla="*/ 98 w 535"/>
                <a:gd name="T93" fmla="*/ 60 h 534"/>
                <a:gd name="T94" fmla="*/ 98 w 535"/>
                <a:gd name="T95" fmla="*/ 60 h 534"/>
                <a:gd name="T96" fmla="*/ 429 w 535"/>
                <a:gd name="T97" fmla="*/ 54 h 534"/>
                <a:gd name="T98" fmla="*/ 115 w 535"/>
                <a:gd name="T99" fmla="*/ 53 h 534"/>
                <a:gd name="T100" fmla="*/ 382 w 535"/>
                <a:gd name="T101" fmla="*/ 30 h 534"/>
                <a:gd name="T102" fmla="*/ 158 w 535"/>
                <a:gd name="T103" fmla="*/ 23 h 534"/>
                <a:gd name="T104" fmla="*/ 158 w 535"/>
                <a:gd name="T105" fmla="*/ 23 h 534"/>
                <a:gd name="T106" fmla="*/ 367 w 535"/>
                <a:gd name="T107" fmla="*/ 19 h 534"/>
                <a:gd name="T108" fmla="*/ 176 w 535"/>
                <a:gd name="T109" fmla="*/ 20 h 534"/>
                <a:gd name="T110" fmla="*/ 315 w 535"/>
                <a:gd name="T111" fmla="*/ 8 h 534"/>
                <a:gd name="T112" fmla="*/ 227 w 535"/>
                <a:gd name="T113" fmla="*/ 3 h 534"/>
                <a:gd name="T114" fmla="*/ 227 w 535"/>
                <a:gd name="T115" fmla="*/ 3 h 534"/>
                <a:gd name="T116" fmla="*/ 262 w 535"/>
                <a:gd name="T117" fmla="*/ 4 h 534"/>
                <a:gd name="T118" fmla="*/ 289 w 535"/>
                <a:gd name="T119" fmla="*/ 5 h 534"/>
                <a:gd name="T120" fmla="*/ 280 w 535"/>
                <a:gd name="T121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5" h="534">
                  <a:moveTo>
                    <a:pt x="255" y="529"/>
                  </a:moveTo>
                  <a:cubicBezTo>
                    <a:pt x="254" y="534"/>
                    <a:pt x="254" y="534"/>
                    <a:pt x="254" y="534"/>
                  </a:cubicBezTo>
                  <a:cubicBezTo>
                    <a:pt x="259" y="534"/>
                    <a:pt x="264" y="534"/>
                    <a:pt x="268" y="534"/>
                  </a:cubicBezTo>
                  <a:cubicBezTo>
                    <a:pt x="270" y="534"/>
                    <a:pt x="271" y="534"/>
                    <a:pt x="272" y="534"/>
                  </a:cubicBezTo>
                  <a:cubicBezTo>
                    <a:pt x="272" y="530"/>
                    <a:pt x="272" y="530"/>
                    <a:pt x="272" y="530"/>
                  </a:cubicBezTo>
                  <a:cubicBezTo>
                    <a:pt x="271" y="530"/>
                    <a:pt x="270" y="530"/>
                    <a:pt x="268" y="530"/>
                  </a:cubicBezTo>
                  <a:cubicBezTo>
                    <a:pt x="268" y="530"/>
                    <a:pt x="268" y="530"/>
                    <a:pt x="268" y="530"/>
                  </a:cubicBezTo>
                  <a:cubicBezTo>
                    <a:pt x="264" y="530"/>
                    <a:pt x="259" y="530"/>
                    <a:pt x="255" y="529"/>
                  </a:cubicBezTo>
                  <a:moveTo>
                    <a:pt x="307" y="527"/>
                  </a:moveTo>
                  <a:cubicBezTo>
                    <a:pt x="301" y="528"/>
                    <a:pt x="295" y="528"/>
                    <a:pt x="290" y="529"/>
                  </a:cubicBezTo>
                  <a:cubicBezTo>
                    <a:pt x="290" y="533"/>
                    <a:pt x="290" y="533"/>
                    <a:pt x="290" y="533"/>
                  </a:cubicBezTo>
                  <a:cubicBezTo>
                    <a:pt x="296" y="533"/>
                    <a:pt x="302" y="532"/>
                    <a:pt x="308" y="531"/>
                  </a:cubicBezTo>
                  <a:cubicBezTo>
                    <a:pt x="307" y="527"/>
                    <a:pt x="307" y="527"/>
                    <a:pt x="307" y="527"/>
                  </a:cubicBezTo>
                  <a:moveTo>
                    <a:pt x="220" y="525"/>
                  </a:moveTo>
                  <a:cubicBezTo>
                    <a:pt x="219" y="530"/>
                    <a:pt x="219" y="530"/>
                    <a:pt x="219" y="530"/>
                  </a:cubicBezTo>
                  <a:cubicBezTo>
                    <a:pt x="225" y="531"/>
                    <a:pt x="231" y="532"/>
                    <a:pt x="237" y="532"/>
                  </a:cubicBezTo>
                  <a:cubicBezTo>
                    <a:pt x="237" y="528"/>
                    <a:pt x="237" y="528"/>
                    <a:pt x="237" y="528"/>
                  </a:cubicBezTo>
                  <a:cubicBezTo>
                    <a:pt x="232" y="527"/>
                    <a:pt x="226" y="527"/>
                    <a:pt x="220" y="525"/>
                  </a:cubicBezTo>
                  <a:moveTo>
                    <a:pt x="342" y="519"/>
                  </a:moveTo>
                  <a:cubicBezTo>
                    <a:pt x="336" y="521"/>
                    <a:pt x="330" y="522"/>
                    <a:pt x="324" y="524"/>
                  </a:cubicBezTo>
                  <a:cubicBezTo>
                    <a:pt x="325" y="528"/>
                    <a:pt x="325" y="528"/>
                    <a:pt x="325" y="528"/>
                  </a:cubicBezTo>
                  <a:cubicBezTo>
                    <a:pt x="331" y="527"/>
                    <a:pt x="337" y="525"/>
                    <a:pt x="343" y="523"/>
                  </a:cubicBezTo>
                  <a:cubicBezTo>
                    <a:pt x="342" y="519"/>
                    <a:pt x="342" y="519"/>
                    <a:pt x="342" y="519"/>
                  </a:cubicBezTo>
                  <a:moveTo>
                    <a:pt x="186" y="517"/>
                  </a:moveTo>
                  <a:cubicBezTo>
                    <a:pt x="184" y="521"/>
                    <a:pt x="184" y="521"/>
                    <a:pt x="184" y="521"/>
                  </a:cubicBezTo>
                  <a:cubicBezTo>
                    <a:pt x="190" y="523"/>
                    <a:pt x="196" y="524"/>
                    <a:pt x="202" y="526"/>
                  </a:cubicBezTo>
                  <a:cubicBezTo>
                    <a:pt x="203" y="522"/>
                    <a:pt x="203" y="522"/>
                    <a:pt x="203" y="522"/>
                  </a:cubicBezTo>
                  <a:cubicBezTo>
                    <a:pt x="197" y="520"/>
                    <a:pt x="192" y="518"/>
                    <a:pt x="186" y="517"/>
                  </a:cubicBezTo>
                  <a:moveTo>
                    <a:pt x="375" y="507"/>
                  </a:moveTo>
                  <a:cubicBezTo>
                    <a:pt x="369" y="509"/>
                    <a:pt x="364" y="512"/>
                    <a:pt x="358" y="514"/>
                  </a:cubicBezTo>
                  <a:cubicBezTo>
                    <a:pt x="360" y="518"/>
                    <a:pt x="360" y="518"/>
                    <a:pt x="360" y="518"/>
                  </a:cubicBezTo>
                  <a:cubicBezTo>
                    <a:pt x="365" y="516"/>
                    <a:pt x="371" y="514"/>
                    <a:pt x="376" y="511"/>
                  </a:cubicBezTo>
                  <a:cubicBezTo>
                    <a:pt x="375" y="507"/>
                    <a:pt x="375" y="507"/>
                    <a:pt x="375" y="507"/>
                  </a:cubicBezTo>
                  <a:moveTo>
                    <a:pt x="153" y="504"/>
                  </a:moveTo>
                  <a:cubicBezTo>
                    <a:pt x="151" y="508"/>
                    <a:pt x="151" y="508"/>
                    <a:pt x="151" y="508"/>
                  </a:cubicBezTo>
                  <a:cubicBezTo>
                    <a:pt x="157" y="510"/>
                    <a:pt x="162" y="513"/>
                    <a:pt x="168" y="515"/>
                  </a:cubicBezTo>
                  <a:cubicBezTo>
                    <a:pt x="169" y="511"/>
                    <a:pt x="169" y="511"/>
                    <a:pt x="169" y="511"/>
                  </a:cubicBezTo>
                  <a:cubicBezTo>
                    <a:pt x="164" y="509"/>
                    <a:pt x="158" y="506"/>
                    <a:pt x="153" y="504"/>
                  </a:cubicBezTo>
                  <a:moveTo>
                    <a:pt x="406" y="491"/>
                  </a:moveTo>
                  <a:cubicBezTo>
                    <a:pt x="401" y="494"/>
                    <a:pt x="396" y="497"/>
                    <a:pt x="390" y="499"/>
                  </a:cubicBezTo>
                  <a:cubicBezTo>
                    <a:pt x="392" y="503"/>
                    <a:pt x="392" y="503"/>
                    <a:pt x="392" y="503"/>
                  </a:cubicBezTo>
                  <a:cubicBezTo>
                    <a:pt x="398" y="501"/>
                    <a:pt x="403" y="498"/>
                    <a:pt x="408" y="494"/>
                  </a:cubicBezTo>
                  <a:cubicBezTo>
                    <a:pt x="406" y="491"/>
                    <a:pt x="406" y="491"/>
                    <a:pt x="406" y="491"/>
                  </a:cubicBezTo>
                  <a:moveTo>
                    <a:pt x="123" y="486"/>
                  </a:moveTo>
                  <a:cubicBezTo>
                    <a:pt x="120" y="490"/>
                    <a:pt x="120" y="490"/>
                    <a:pt x="120" y="490"/>
                  </a:cubicBezTo>
                  <a:cubicBezTo>
                    <a:pt x="125" y="493"/>
                    <a:pt x="130" y="496"/>
                    <a:pt x="135" y="499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3" y="493"/>
                    <a:pt x="127" y="490"/>
                    <a:pt x="123" y="486"/>
                  </a:cubicBezTo>
                  <a:moveTo>
                    <a:pt x="434" y="470"/>
                  </a:moveTo>
                  <a:cubicBezTo>
                    <a:pt x="430" y="474"/>
                    <a:pt x="425" y="478"/>
                    <a:pt x="420" y="481"/>
                  </a:cubicBezTo>
                  <a:cubicBezTo>
                    <a:pt x="423" y="485"/>
                    <a:pt x="423" y="485"/>
                    <a:pt x="423" y="485"/>
                  </a:cubicBezTo>
                  <a:cubicBezTo>
                    <a:pt x="428" y="481"/>
                    <a:pt x="432" y="478"/>
                    <a:pt x="437" y="474"/>
                  </a:cubicBezTo>
                  <a:cubicBezTo>
                    <a:pt x="434" y="470"/>
                    <a:pt x="434" y="470"/>
                    <a:pt x="434" y="470"/>
                  </a:cubicBezTo>
                  <a:moveTo>
                    <a:pt x="95" y="465"/>
                  </a:moveTo>
                  <a:cubicBezTo>
                    <a:pt x="92" y="468"/>
                    <a:pt x="92" y="468"/>
                    <a:pt x="92" y="468"/>
                  </a:cubicBezTo>
                  <a:cubicBezTo>
                    <a:pt x="96" y="472"/>
                    <a:pt x="101" y="476"/>
                    <a:pt x="105" y="479"/>
                  </a:cubicBezTo>
                  <a:cubicBezTo>
                    <a:pt x="108" y="476"/>
                    <a:pt x="108" y="476"/>
                    <a:pt x="108" y="476"/>
                  </a:cubicBezTo>
                  <a:cubicBezTo>
                    <a:pt x="104" y="473"/>
                    <a:pt x="99" y="469"/>
                    <a:pt x="95" y="465"/>
                  </a:cubicBezTo>
                  <a:moveTo>
                    <a:pt x="460" y="446"/>
                  </a:moveTo>
                  <a:cubicBezTo>
                    <a:pt x="456" y="451"/>
                    <a:pt x="452" y="455"/>
                    <a:pt x="447" y="459"/>
                  </a:cubicBezTo>
                  <a:cubicBezTo>
                    <a:pt x="450" y="462"/>
                    <a:pt x="450" y="462"/>
                    <a:pt x="450" y="462"/>
                  </a:cubicBezTo>
                  <a:cubicBezTo>
                    <a:pt x="455" y="458"/>
                    <a:pt x="459" y="454"/>
                    <a:pt x="463" y="449"/>
                  </a:cubicBezTo>
                  <a:cubicBezTo>
                    <a:pt x="460" y="446"/>
                    <a:pt x="460" y="446"/>
                    <a:pt x="460" y="446"/>
                  </a:cubicBezTo>
                  <a:moveTo>
                    <a:pt x="70" y="440"/>
                  </a:moveTo>
                  <a:cubicBezTo>
                    <a:pt x="66" y="443"/>
                    <a:pt x="66" y="443"/>
                    <a:pt x="66" y="443"/>
                  </a:cubicBezTo>
                  <a:cubicBezTo>
                    <a:pt x="70" y="447"/>
                    <a:pt x="74" y="452"/>
                    <a:pt x="79" y="456"/>
                  </a:cubicBezTo>
                  <a:cubicBezTo>
                    <a:pt x="82" y="453"/>
                    <a:pt x="82" y="453"/>
                    <a:pt x="82" y="453"/>
                  </a:cubicBezTo>
                  <a:cubicBezTo>
                    <a:pt x="78" y="449"/>
                    <a:pt x="74" y="444"/>
                    <a:pt x="70" y="440"/>
                  </a:cubicBezTo>
                  <a:moveTo>
                    <a:pt x="482" y="419"/>
                  </a:moveTo>
                  <a:cubicBezTo>
                    <a:pt x="479" y="424"/>
                    <a:pt x="475" y="428"/>
                    <a:pt x="471" y="433"/>
                  </a:cubicBezTo>
                  <a:cubicBezTo>
                    <a:pt x="475" y="436"/>
                    <a:pt x="475" y="436"/>
                    <a:pt x="475" y="436"/>
                  </a:cubicBezTo>
                  <a:cubicBezTo>
                    <a:pt x="479" y="431"/>
                    <a:pt x="482" y="426"/>
                    <a:pt x="486" y="422"/>
                  </a:cubicBezTo>
                  <a:cubicBezTo>
                    <a:pt x="482" y="419"/>
                    <a:pt x="482" y="419"/>
                    <a:pt x="482" y="419"/>
                  </a:cubicBezTo>
                  <a:moveTo>
                    <a:pt x="48" y="412"/>
                  </a:moveTo>
                  <a:cubicBezTo>
                    <a:pt x="45" y="415"/>
                    <a:pt x="45" y="415"/>
                    <a:pt x="45" y="415"/>
                  </a:cubicBezTo>
                  <a:cubicBezTo>
                    <a:pt x="48" y="419"/>
                    <a:pt x="52" y="425"/>
                    <a:pt x="55" y="429"/>
                  </a:cubicBezTo>
                  <a:cubicBezTo>
                    <a:pt x="59" y="427"/>
                    <a:pt x="59" y="427"/>
                    <a:pt x="59" y="427"/>
                  </a:cubicBezTo>
                  <a:cubicBezTo>
                    <a:pt x="55" y="422"/>
                    <a:pt x="52" y="417"/>
                    <a:pt x="48" y="412"/>
                  </a:cubicBezTo>
                  <a:moveTo>
                    <a:pt x="500" y="389"/>
                  </a:moveTo>
                  <a:cubicBezTo>
                    <a:pt x="498" y="394"/>
                    <a:pt x="495" y="399"/>
                    <a:pt x="492" y="404"/>
                  </a:cubicBezTo>
                  <a:cubicBezTo>
                    <a:pt x="496" y="407"/>
                    <a:pt x="496" y="407"/>
                    <a:pt x="496" y="407"/>
                  </a:cubicBezTo>
                  <a:cubicBezTo>
                    <a:pt x="499" y="402"/>
                    <a:pt x="502" y="396"/>
                    <a:pt x="504" y="391"/>
                  </a:cubicBezTo>
                  <a:cubicBezTo>
                    <a:pt x="500" y="389"/>
                    <a:pt x="500" y="389"/>
                    <a:pt x="500" y="389"/>
                  </a:cubicBezTo>
                  <a:moveTo>
                    <a:pt x="31" y="382"/>
                  </a:moveTo>
                  <a:cubicBezTo>
                    <a:pt x="27" y="384"/>
                    <a:pt x="27" y="384"/>
                    <a:pt x="27" y="384"/>
                  </a:cubicBezTo>
                  <a:cubicBezTo>
                    <a:pt x="30" y="389"/>
                    <a:pt x="32" y="395"/>
                    <a:pt x="35" y="399"/>
                  </a:cubicBezTo>
                  <a:cubicBezTo>
                    <a:pt x="39" y="398"/>
                    <a:pt x="39" y="398"/>
                    <a:pt x="39" y="398"/>
                  </a:cubicBezTo>
                  <a:cubicBezTo>
                    <a:pt x="36" y="392"/>
                    <a:pt x="33" y="387"/>
                    <a:pt x="31" y="382"/>
                  </a:cubicBezTo>
                  <a:moveTo>
                    <a:pt x="515" y="357"/>
                  </a:moveTo>
                  <a:cubicBezTo>
                    <a:pt x="513" y="363"/>
                    <a:pt x="511" y="368"/>
                    <a:pt x="508" y="373"/>
                  </a:cubicBezTo>
                  <a:cubicBezTo>
                    <a:pt x="512" y="375"/>
                    <a:pt x="512" y="375"/>
                    <a:pt x="512" y="375"/>
                  </a:cubicBezTo>
                  <a:cubicBezTo>
                    <a:pt x="515" y="370"/>
                    <a:pt x="517" y="364"/>
                    <a:pt x="519" y="359"/>
                  </a:cubicBezTo>
                  <a:cubicBezTo>
                    <a:pt x="515" y="357"/>
                    <a:pt x="515" y="357"/>
                    <a:pt x="515" y="357"/>
                  </a:cubicBezTo>
                  <a:moveTo>
                    <a:pt x="18" y="349"/>
                  </a:moveTo>
                  <a:cubicBezTo>
                    <a:pt x="14" y="351"/>
                    <a:pt x="14" y="351"/>
                    <a:pt x="14" y="351"/>
                  </a:cubicBezTo>
                  <a:cubicBezTo>
                    <a:pt x="15" y="356"/>
                    <a:pt x="17" y="362"/>
                    <a:pt x="20" y="368"/>
                  </a:cubicBezTo>
                  <a:cubicBezTo>
                    <a:pt x="24" y="366"/>
                    <a:pt x="24" y="366"/>
                    <a:pt x="24" y="366"/>
                  </a:cubicBezTo>
                  <a:cubicBezTo>
                    <a:pt x="21" y="360"/>
                    <a:pt x="19" y="355"/>
                    <a:pt x="18" y="349"/>
                  </a:cubicBezTo>
                  <a:moveTo>
                    <a:pt x="525" y="323"/>
                  </a:moveTo>
                  <a:cubicBezTo>
                    <a:pt x="523" y="329"/>
                    <a:pt x="522" y="335"/>
                    <a:pt x="520" y="340"/>
                  </a:cubicBezTo>
                  <a:cubicBezTo>
                    <a:pt x="525" y="342"/>
                    <a:pt x="525" y="342"/>
                    <a:pt x="525" y="342"/>
                  </a:cubicBezTo>
                  <a:cubicBezTo>
                    <a:pt x="526" y="336"/>
                    <a:pt x="528" y="330"/>
                    <a:pt x="529" y="324"/>
                  </a:cubicBezTo>
                  <a:cubicBezTo>
                    <a:pt x="525" y="323"/>
                    <a:pt x="525" y="323"/>
                    <a:pt x="525" y="323"/>
                  </a:cubicBezTo>
                  <a:moveTo>
                    <a:pt x="9" y="315"/>
                  </a:moveTo>
                  <a:cubicBezTo>
                    <a:pt x="5" y="316"/>
                    <a:pt x="5" y="316"/>
                    <a:pt x="5" y="316"/>
                  </a:cubicBezTo>
                  <a:cubicBezTo>
                    <a:pt x="6" y="322"/>
                    <a:pt x="7" y="328"/>
                    <a:pt x="9" y="334"/>
                  </a:cubicBezTo>
                  <a:cubicBezTo>
                    <a:pt x="13" y="332"/>
                    <a:pt x="13" y="332"/>
                    <a:pt x="13" y="332"/>
                  </a:cubicBezTo>
                  <a:cubicBezTo>
                    <a:pt x="11" y="327"/>
                    <a:pt x="10" y="321"/>
                    <a:pt x="9" y="315"/>
                  </a:cubicBezTo>
                  <a:moveTo>
                    <a:pt x="530" y="288"/>
                  </a:moveTo>
                  <a:cubicBezTo>
                    <a:pt x="530" y="289"/>
                    <a:pt x="530" y="289"/>
                    <a:pt x="530" y="289"/>
                  </a:cubicBezTo>
                  <a:cubicBezTo>
                    <a:pt x="529" y="295"/>
                    <a:pt x="529" y="301"/>
                    <a:pt x="528" y="306"/>
                  </a:cubicBezTo>
                  <a:cubicBezTo>
                    <a:pt x="532" y="307"/>
                    <a:pt x="532" y="307"/>
                    <a:pt x="532" y="307"/>
                  </a:cubicBezTo>
                  <a:cubicBezTo>
                    <a:pt x="533" y="301"/>
                    <a:pt x="534" y="295"/>
                    <a:pt x="534" y="289"/>
                  </a:cubicBezTo>
                  <a:cubicBezTo>
                    <a:pt x="534" y="288"/>
                    <a:pt x="534" y="288"/>
                    <a:pt x="534" y="288"/>
                  </a:cubicBezTo>
                  <a:cubicBezTo>
                    <a:pt x="530" y="288"/>
                    <a:pt x="530" y="288"/>
                    <a:pt x="530" y="288"/>
                  </a:cubicBezTo>
                  <a:moveTo>
                    <a:pt x="5" y="280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1" y="287"/>
                    <a:pt x="1" y="293"/>
                    <a:pt x="2" y="299"/>
                  </a:cubicBezTo>
                  <a:cubicBezTo>
                    <a:pt x="6" y="298"/>
                    <a:pt x="6" y="298"/>
                    <a:pt x="6" y="298"/>
                  </a:cubicBezTo>
                  <a:cubicBezTo>
                    <a:pt x="6" y="292"/>
                    <a:pt x="5" y="286"/>
                    <a:pt x="5" y="280"/>
                  </a:cubicBezTo>
                  <a:moveTo>
                    <a:pt x="535" y="252"/>
                  </a:moveTo>
                  <a:cubicBezTo>
                    <a:pt x="530" y="252"/>
                    <a:pt x="530" y="252"/>
                    <a:pt x="530" y="252"/>
                  </a:cubicBezTo>
                  <a:cubicBezTo>
                    <a:pt x="530" y="257"/>
                    <a:pt x="531" y="262"/>
                    <a:pt x="531" y="267"/>
                  </a:cubicBezTo>
                  <a:cubicBezTo>
                    <a:pt x="531" y="268"/>
                    <a:pt x="531" y="269"/>
                    <a:pt x="531" y="270"/>
                  </a:cubicBezTo>
                  <a:cubicBezTo>
                    <a:pt x="535" y="270"/>
                    <a:pt x="535" y="270"/>
                    <a:pt x="535" y="270"/>
                  </a:cubicBezTo>
                  <a:cubicBezTo>
                    <a:pt x="535" y="269"/>
                    <a:pt x="535" y="268"/>
                    <a:pt x="535" y="267"/>
                  </a:cubicBezTo>
                  <a:cubicBezTo>
                    <a:pt x="535" y="262"/>
                    <a:pt x="535" y="257"/>
                    <a:pt x="535" y="252"/>
                  </a:cubicBezTo>
                  <a:moveTo>
                    <a:pt x="1" y="245"/>
                  </a:moveTo>
                  <a:cubicBezTo>
                    <a:pt x="0" y="251"/>
                    <a:pt x="0" y="257"/>
                    <a:pt x="0" y="263"/>
                  </a:cubicBezTo>
                  <a:cubicBezTo>
                    <a:pt x="4" y="263"/>
                    <a:pt x="4" y="263"/>
                    <a:pt x="4" y="263"/>
                  </a:cubicBezTo>
                  <a:cubicBezTo>
                    <a:pt x="5" y="257"/>
                    <a:pt x="5" y="251"/>
                    <a:pt x="5" y="246"/>
                  </a:cubicBezTo>
                  <a:cubicBezTo>
                    <a:pt x="1" y="245"/>
                    <a:pt x="1" y="245"/>
                    <a:pt x="1" y="245"/>
                  </a:cubicBezTo>
                  <a:moveTo>
                    <a:pt x="530" y="217"/>
                  </a:moveTo>
                  <a:cubicBezTo>
                    <a:pt x="526" y="218"/>
                    <a:pt x="526" y="218"/>
                    <a:pt x="526" y="218"/>
                  </a:cubicBezTo>
                  <a:cubicBezTo>
                    <a:pt x="527" y="224"/>
                    <a:pt x="528" y="229"/>
                    <a:pt x="529" y="235"/>
                  </a:cubicBezTo>
                  <a:cubicBezTo>
                    <a:pt x="533" y="235"/>
                    <a:pt x="533" y="235"/>
                    <a:pt x="533" y="235"/>
                  </a:cubicBezTo>
                  <a:cubicBezTo>
                    <a:pt x="532" y="229"/>
                    <a:pt x="532" y="223"/>
                    <a:pt x="530" y="217"/>
                  </a:cubicBezTo>
                  <a:moveTo>
                    <a:pt x="6" y="210"/>
                  </a:moveTo>
                  <a:cubicBezTo>
                    <a:pt x="5" y="216"/>
                    <a:pt x="4" y="221"/>
                    <a:pt x="3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8" y="222"/>
                    <a:pt x="9" y="216"/>
                    <a:pt x="10" y="211"/>
                  </a:cubicBezTo>
                  <a:cubicBezTo>
                    <a:pt x="6" y="210"/>
                    <a:pt x="6" y="210"/>
                    <a:pt x="6" y="210"/>
                  </a:cubicBezTo>
                  <a:moveTo>
                    <a:pt x="521" y="183"/>
                  </a:moveTo>
                  <a:cubicBezTo>
                    <a:pt x="517" y="184"/>
                    <a:pt x="517" y="184"/>
                    <a:pt x="517" y="184"/>
                  </a:cubicBezTo>
                  <a:cubicBezTo>
                    <a:pt x="519" y="189"/>
                    <a:pt x="521" y="195"/>
                    <a:pt x="522" y="20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5" y="194"/>
                    <a:pt x="523" y="188"/>
                    <a:pt x="521" y="183"/>
                  </a:cubicBezTo>
                  <a:moveTo>
                    <a:pt x="16" y="175"/>
                  </a:moveTo>
                  <a:cubicBezTo>
                    <a:pt x="14" y="181"/>
                    <a:pt x="12" y="187"/>
                    <a:pt x="11" y="193"/>
                  </a:cubicBezTo>
                  <a:cubicBezTo>
                    <a:pt x="15" y="194"/>
                    <a:pt x="15" y="194"/>
                    <a:pt x="15" y="194"/>
                  </a:cubicBezTo>
                  <a:cubicBezTo>
                    <a:pt x="17" y="188"/>
                    <a:pt x="18" y="183"/>
                    <a:pt x="20" y="177"/>
                  </a:cubicBezTo>
                  <a:cubicBezTo>
                    <a:pt x="16" y="175"/>
                    <a:pt x="16" y="175"/>
                    <a:pt x="16" y="175"/>
                  </a:cubicBezTo>
                  <a:moveTo>
                    <a:pt x="508" y="150"/>
                  </a:moveTo>
                  <a:cubicBezTo>
                    <a:pt x="504" y="151"/>
                    <a:pt x="504" y="151"/>
                    <a:pt x="504" y="151"/>
                  </a:cubicBezTo>
                  <a:cubicBezTo>
                    <a:pt x="507" y="157"/>
                    <a:pt x="509" y="162"/>
                    <a:pt x="511" y="167"/>
                  </a:cubicBezTo>
                  <a:cubicBezTo>
                    <a:pt x="515" y="166"/>
                    <a:pt x="515" y="166"/>
                    <a:pt x="515" y="166"/>
                  </a:cubicBezTo>
                  <a:cubicBezTo>
                    <a:pt x="513" y="160"/>
                    <a:pt x="511" y="155"/>
                    <a:pt x="508" y="150"/>
                  </a:cubicBezTo>
                  <a:moveTo>
                    <a:pt x="31" y="143"/>
                  </a:moveTo>
                  <a:cubicBezTo>
                    <a:pt x="28" y="148"/>
                    <a:pt x="25" y="154"/>
                    <a:pt x="23" y="159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9" y="155"/>
                    <a:pt x="32" y="150"/>
                    <a:pt x="34" y="145"/>
                  </a:cubicBezTo>
                  <a:cubicBezTo>
                    <a:pt x="31" y="143"/>
                    <a:pt x="31" y="143"/>
                    <a:pt x="31" y="143"/>
                  </a:cubicBezTo>
                  <a:moveTo>
                    <a:pt x="490" y="119"/>
                  </a:moveTo>
                  <a:cubicBezTo>
                    <a:pt x="486" y="121"/>
                    <a:pt x="486" y="121"/>
                    <a:pt x="486" y="121"/>
                  </a:cubicBezTo>
                  <a:cubicBezTo>
                    <a:pt x="490" y="126"/>
                    <a:pt x="493" y="131"/>
                    <a:pt x="496" y="136"/>
                  </a:cubicBezTo>
                  <a:cubicBezTo>
                    <a:pt x="500" y="134"/>
                    <a:pt x="500" y="134"/>
                    <a:pt x="500" y="134"/>
                  </a:cubicBezTo>
                  <a:cubicBezTo>
                    <a:pt x="497" y="129"/>
                    <a:pt x="493" y="123"/>
                    <a:pt x="490" y="119"/>
                  </a:cubicBezTo>
                  <a:moveTo>
                    <a:pt x="49" y="112"/>
                  </a:moveTo>
                  <a:cubicBezTo>
                    <a:pt x="46" y="118"/>
                    <a:pt x="42" y="122"/>
                    <a:pt x="39" y="127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6" y="125"/>
                    <a:pt x="49" y="120"/>
                    <a:pt x="53" y="115"/>
                  </a:cubicBezTo>
                  <a:cubicBezTo>
                    <a:pt x="49" y="112"/>
                    <a:pt x="49" y="112"/>
                    <a:pt x="49" y="112"/>
                  </a:cubicBezTo>
                  <a:moveTo>
                    <a:pt x="468" y="90"/>
                  </a:moveTo>
                  <a:cubicBezTo>
                    <a:pt x="465" y="93"/>
                    <a:pt x="465" y="93"/>
                    <a:pt x="465" y="93"/>
                  </a:cubicBezTo>
                  <a:cubicBezTo>
                    <a:pt x="469" y="97"/>
                    <a:pt x="473" y="102"/>
                    <a:pt x="476" y="107"/>
                  </a:cubicBezTo>
                  <a:cubicBezTo>
                    <a:pt x="480" y="104"/>
                    <a:pt x="480" y="104"/>
                    <a:pt x="480" y="104"/>
                  </a:cubicBezTo>
                  <a:cubicBezTo>
                    <a:pt x="476" y="99"/>
                    <a:pt x="472" y="94"/>
                    <a:pt x="468" y="90"/>
                  </a:cubicBezTo>
                  <a:moveTo>
                    <a:pt x="72" y="85"/>
                  </a:moveTo>
                  <a:cubicBezTo>
                    <a:pt x="68" y="89"/>
                    <a:pt x="64" y="94"/>
                    <a:pt x="60" y="98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7" y="96"/>
                    <a:pt x="71" y="92"/>
                    <a:pt x="75" y="88"/>
                  </a:cubicBezTo>
                  <a:cubicBezTo>
                    <a:pt x="72" y="85"/>
                    <a:pt x="72" y="85"/>
                    <a:pt x="72" y="85"/>
                  </a:cubicBezTo>
                  <a:moveTo>
                    <a:pt x="443" y="65"/>
                  </a:moveTo>
                  <a:cubicBezTo>
                    <a:pt x="440" y="68"/>
                    <a:pt x="440" y="68"/>
                    <a:pt x="440" y="68"/>
                  </a:cubicBezTo>
                  <a:cubicBezTo>
                    <a:pt x="444" y="72"/>
                    <a:pt x="449" y="76"/>
                    <a:pt x="453" y="80"/>
                  </a:cubicBezTo>
                  <a:cubicBezTo>
                    <a:pt x="456" y="77"/>
                    <a:pt x="456" y="77"/>
                    <a:pt x="456" y="77"/>
                  </a:cubicBezTo>
                  <a:cubicBezTo>
                    <a:pt x="452" y="73"/>
                    <a:pt x="447" y="69"/>
                    <a:pt x="443" y="65"/>
                  </a:cubicBezTo>
                  <a:moveTo>
                    <a:pt x="98" y="60"/>
                  </a:moveTo>
                  <a:cubicBezTo>
                    <a:pt x="93" y="64"/>
                    <a:pt x="89" y="68"/>
                    <a:pt x="84" y="72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2" y="71"/>
                    <a:pt x="96" y="67"/>
                    <a:pt x="101" y="64"/>
                  </a:cubicBezTo>
                  <a:cubicBezTo>
                    <a:pt x="98" y="60"/>
                    <a:pt x="98" y="60"/>
                    <a:pt x="98" y="60"/>
                  </a:cubicBezTo>
                  <a:moveTo>
                    <a:pt x="414" y="43"/>
                  </a:moveTo>
                  <a:cubicBezTo>
                    <a:pt x="412" y="47"/>
                    <a:pt x="412" y="47"/>
                    <a:pt x="412" y="47"/>
                  </a:cubicBezTo>
                  <a:cubicBezTo>
                    <a:pt x="417" y="50"/>
                    <a:pt x="422" y="54"/>
                    <a:pt x="426" y="57"/>
                  </a:cubicBezTo>
                  <a:cubicBezTo>
                    <a:pt x="429" y="54"/>
                    <a:pt x="429" y="54"/>
                    <a:pt x="429" y="54"/>
                  </a:cubicBezTo>
                  <a:cubicBezTo>
                    <a:pt x="424" y="50"/>
                    <a:pt x="419" y="47"/>
                    <a:pt x="414" y="43"/>
                  </a:cubicBezTo>
                  <a:moveTo>
                    <a:pt x="127" y="39"/>
                  </a:moveTo>
                  <a:cubicBezTo>
                    <a:pt x="122" y="43"/>
                    <a:pt x="117" y="46"/>
                    <a:pt x="112" y="49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119" y="49"/>
                    <a:pt x="124" y="46"/>
                    <a:pt x="129" y="43"/>
                  </a:cubicBezTo>
                  <a:cubicBezTo>
                    <a:pt x="127" y="39"/>
                    <a:pt x="127" y="39"/>
                    <a:pt x="127" y="39"/>
                  </a:cubicBezTo>
                  <a:moveTo>
                    <a:pt x="383" y="26"/>
                  </a:moveTo>
                  <a:cubicBezTo>
                    <a:pt x="382" y="30"/>
                    <a:pt x="382" y="30"/>
                    <a:pt x="382" y="30"/>
                  </a:cubicBezTo>
                  <a:cubicBezTo>
                    <a:pt x="387" y="32"/>
                    <a:pt x="392" y="35"/>
                    <a:pt x="397" y="38"/>
                  </a:cubicBezTo>
                  <a:cubicBezTo>
                    <a:pt x="399" y="34"/>
                    <a:pt x="399" y="34"/>
                    <a:pt x="399" y="34"/>
                  </a:cubicBezTo>
                  <a:cubicBezTo>
                    <a:pt x="394" y="31"/>
                    <a:pt x="389" y="28"/>
                    <a:pt x="383" y="26"/>
                  </a:cubicBezTo>
                  <a:moveTo>
                    <a:pt x="158" y="23"/>
                  </a:moveTo>
                  <a:cubicBezTo>
                    <a:pt x="153" y="25"/>
                    <a:pt x="148" y="28"/>
                    <a:pt x="142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50" y="32"/>
                    <a:pt x="155" y="29"/>
                    <a:pt x="160" y="27"/>
                  </a:cubicBezTo>
                  <a:cubicBezTo>
                    <a:pt x="158" y="23"/>
                    <a:pt x="158" y="23"/>
                    <a:pt x="158" y="23"/>
                  </a:cubicBezTo>
                  <a:moveTo>
                    <a:pt x="350" y="13"/>
                  </a:moveTo>
                  <a:cubicBezTo>
                    <a:pt x="349" y="17"/>
                    <a:pt x="349" y="17"/>
                    <a:pt x="349" y="17"/>
                  </a:cubicBezTo>
                  <a:cubicBezTo>
                    <a:pt x="355" y="19"/>
                    <a:pt x="360" y="20"/>
                    <a:pt x="365" y="23"/>
                  </a:cubicBezTo>
                  <a:cubicBezTo>
                    <a:pt x="367" y="19"/>
                    <a:pt x="367" y="19"/>
                    <a:pt x="367" y="19"/>
                  </a:cubicBezTo>
                  <a:cubicBezTo>
                    <a:pt x="362" y="16"/>
                    <a:pt x="356" y="15"/>
                    <a:pt x="350" y="13"/>
                  </a:cubicBezTo>
                  <a:moveTo>
                    <a:pt x="192" y="10"/>
                  </a:moveTo>
                  <a:cubicBezTo>
                    <a:pt x="186" y="12"/>
                    <a:pt x="180" y="14"/>
                    <a:pt x="175" y="16"/>
                  </a:cubicBezTo>
                  <a:cubicBezTo>
                    <a:pt x="176" y="20"/>
                    <a:pt x="176" y="20"/>
                    <a:pt x="176" y="20"/>
                  </a:cubicBezTo>
                  <a:cubicBezTo>
                    <a:pt x="182" y="18"/>
                    <a:pt x="187" y="16"/>
                    <a:pt x="193" y="15"/>
                  </a:cubicBezTo>
                  <a:cubicBezTo>
                    <a:pt x="192" y="10"/>
                    <a:pt x="192" y="10"/>
                    <a:pt x="192" y="10"/>
                  </a:cubicBezTo>
                  <a:moveTo>
                    <a:pt x="316" y="4"/>
                  </a:moveTo>
                  <a:cubicBezTo>
                    <a:pt x="315" y="8"/>
                    <a:pt x="315" y="8"/>
                    <a:pt x="315" y="8"/>
                  </a:cubicBezTo>
                  <a:cubicBezTo>
                    <a:pt x="321" y="9"/>
                    <a:pt x="326" y="10"/>
                    <a:pt x="332" y="12"/>
                  </a:cubicBezTo>
                  <a:cubicBezTo>
                    <a:pt x="333" y="8"/>
                    <a:pt x="333" y="8"/>
                    <a:pt x="333" y="8"/>
                  </a:cubicBezTo>
                  <a:cubicBezTo>
                    <a:pt x="327" y="6"/>
                    <a:pt x="321" y="5"/>
                    <a:pt x="316" y="4"/>
                  </a:cubicBezTo>
                  <a:moveTo>
                    <a:pt x="227" y="3"/>
                  </a:moveTo>
                  <a:cubicBezTo>
                    <a:pt x="221" y="3"/>
                    <a:pt x="215" y="4"/>
                    <a:pt x="209" y="6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6" y="9"/>
                    <a:pt x="222" y="8"/>
                    <a:pt x="227" y="7"/>
                  </a:cubicBezTo>
                  <a:cubicBezTo>
                    <a:pt x="227" y="3"/>
                    <a:pt x="227" y="3"/>
                    <a:pt x="227" y="3"/>
                  </a:cubicBezTo>
                  <a:moveTo>
                    <a:pt x="262" y="0"/>
                  </a:moveTo>
                  <a:cubicBezTo>
                    <a:pt x="256" y="0"/>
                    <a:pt x="250" y="0"/>
                    <a:pt x="245" y="1"/>
                  </a:cubicBezTo>
                  <a:cubicBezTo>
                    <a:pt x="245" y="5"/>
                    <a:pt x="245" y="5"/>
                    <a:pt x="245" y="5"/>
                  </a:cubicBezTo>
                  <a:cubicBezTo>
                    <a:pt x="251" y="4"/>
                    <a:pt x="256" y="4"/>
                    <a:pt x="262" y="4"/>
                  </a:cubicBezTo>
                  <a:cubicBezTo>
                    <a:pt x="262" y="0"/>
                    <a:pt x="262" y="0"/>
                    <a:pt x="262" y="0"/>
                  </a:cubicBezTo>
                  <a:moveTo>
                    <a:pt x="280" y="0"/>
                  </a:moveTo>
                  <a:cubicBezTo>
                    <a:pt x="280" y="4"/>
                    <a:pt x="280" y="4"/>
                    <a:pt x="280" y="4"/>
                  </a:cubicBezTo>
                  <a:cubicBezTo>
                    <a:pt x="283" y="4"/>
                    <a:pt x="286" y="4"/>
                    <a:pt x="289" y="5"/>
                  </a:cubicBezTo>
                  <a:cubicBezTo>
                    <a:pt x="292" y="5"/>
                    <a:pt x="295" y="5"/>
                    <a:pt x="297" y="6"/>
                  </a:cubicBezTo>
                  <a:cubicBezTo>
                    <a:pt x="298" y="1"/>
                    <a:pt x="298" y="1"/>
                    <a:pt x="298" y="1"/>
                  </a:cubicBezTo>
                  <a:cubicBezTo>
                    <a:pt x="295" y="1"/>
                    <a:pt x="292" y="1"/>
                    <a:pt x="290" y="1"/>
                  </a:cubicBezTo>
                  <a:cubicBezTo>
                    <a:pt x="287" y="0"/>
                    <a:pt x="283" y="0"/>
                    <a:pt x="28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6" name="任意多边形: 形状 105"/>
            <p:cNvSpPr>
              <a:spLocks noEditPoints="1"/>
            </p:cNvSpPr>
            <p:nvPr/>
          </p:nvSpPr>
          <p:spPr bwMode="auto">
            <a:xfrm>
              <a:off x="4387850" y="1724025"/>
              <a:ext cx="3416300" cy="3416300"/>
            </a:xfrm>
            <a:custGeom>
              <a:avLst/>
              <a:gdLst>
                <a:gd name="T0" fmla="*/ 448 w 909"/>
                <a:gd name="T1" fmla="*/ 896 h 909"/>
                <a:gd name="T2" fmla="*/ 479 w 909"/>
                <a:gd name="T3" fmla="*/ 909 h 909"/>
                <a:gd name="T4" fmla="*/ 356 w 909"/>
                <a:gd name="T5" fmla="*/ 898 h 909"/>
                <a:gd name="T6" fmla="*/ 568 w 909"/>
                <a:gd name="T7" fmla="*/ 882 h 909"/>
                <a:gd name="T8" fmla="*/ 568 w 909"/>
                <a:gd name="T9" fmla="*/ 882 h 909"/>
                <a:gd name="T10" fmla="*/ 330 w 909"/>
                <a:gd name="T11" fmla="*/ 878 h 909"/>
                <a:gd name="T12" fmla="*/ 601 w 909"/>
                <a:gd name="T13" fmla="*/ 885 h 909"/>
                <a:gd name="T14" fmla="*/ 240 w 909"/>
                <a:gd name="T15" fmla="*/ 856 h 909"/>
                <a:gd name="T16" fmla="*/ 679 w 909"/>
                <a:gd name="T17" fmla="*/ 835 h 909"/>
                <a:gd name="T18" fmla="*/ 679 w 909"/>
                <a:gd name="T19" fmla="*/ 835 h 909"/>
                <a:gd name="T20" fmla="*/ 220 w 909"/>
                <a:gd name="T21" fmla="*/ 829 h 909"/>
                <a:gd name="T22" fmla="*/ 711 w 909"/>
                <a:gd name="T23" fmla="*/ 830 h 909"/>
                <a:gd name="T24" fmla="*/ 140 w 909"/>
                <a:gd name="T25" fmla="*/ 783 h 909"/>
                <a:gd name="T26" fmla="*/ 773 w 909"/>
                <a:gd name="T27" fmla="*/ 761 h 909"/>
                <a:gd name="T28" fmla="*/ 773 w 909"/>
                <a:gd name="T29" fmla="*/ 761 h 909"/>
                <a:gd name="T30" fmla="*/ 128 w 909"/>
                <a:gd name="T31" fmla="*/ 752 h 909"/>
                <a:gd name="T32" fmla="*/ 803 w 909"/>
                <a:gd name="T33" fmla="*/ 747 h 909"/>
                <a:gd name="T34" fmla="*/ 63 w 909"/>
                <a:gd name="T35" fmla="*/ 686 h 909"/>
                <a:gd name="T36" fmla="*/ 844 w 909"/>
                <a:gd name="T37" fmla="*/ 664 h 909"/>
                <a:gd name="T38" fmla="*/ 844 w 909"/>
                <a:gd name="T39" fmla="*/ 664 h 909"/>
                <a:gd name="T40" fmla="*/ 60 w 909"/>
                <a:gd name="T41" fmla="*/ 652 h 909"/>
                <a:gd name="T42" fmla="*/ 869 w 909"/>
                <a:gd name="T43" fmla="*/ 642 h 909"/>
                <a:gd name="T44" fmla="*/ 15 w 909"/>
                <a:gd name="T45" fmla="*/ 572 h 909"/>
                <a:gd name="T46" fmla="*/ 886 w 909"/>
                <a:gd name="T47" fmla="*/ 551 h 909"/>
                <a:gd name="T48" fmla="*/ 886 w 909"/>
                <a:gd name="T49" fmla="*/ 551 h 909"/>
                <a:gd name="T50" fmla="*/ 21 w 909"/>
                <a:gd name="T51" fmla="*/ 539 h 909"/>
                <a:gd name="T52" fmla="*/ 891 w 909"/>
                <a:gd name="T53" fmla="*/ 522 h 909"/>
                <a:gd name="T54" fmla="*/ 895 w 909"/>
                <a:gd name="T55" fmla="*/ 490 h 909"/>
                <a:gd name="T56" fmla="*/ 14 w 909"/>
                <a:gd name="T57" fmla="*/ 479 h 909"/>
                <a:gd name="T58" fmla="*/ 908 w 909"/>
                <a:gd name="T59" fmla="*/ 429 h 909"/>
                <a:gd name="T60" fmla="*/ 909 w 909"/>
                <a:gd name="T61" fmla="*/ 460 h 909"/>
                <a:gd name="T62" fmla="*/ 1 w 909"/>
                <a:gd name="T63" fmla="*/ 417 h 909"/>
                <a:gd name="T64" fmla="*/ 5 w 909"/>
                <a:gd name="T65" fmla="*/ 387 h 909"/>
                <a:gd name="T66" fmla="*/ 906 w 909"/>
                <a:gd name="T67" fmla="*/ 398 h 909"/>
                <a:gd name="T68" fmla="*/ 23 w 909"/>
                <a:gd name="T69" fmla="*/ 359 h 909"/>
                <a:gd name="T70" fmla="*/ 872 w 909"/>
                <a:gd name="T71" fmla="*/ 312 h 909"/>
                <a:gd name="T72" fmla="*/ 40 w 909"/>
                <a:gd name="T73" fmla="*/ 268 h 909"/>
                <a:gd name="T74" fmla="*/ 40 w 909"/>
                <a:gd name="T75" fmla="*/ 268 h 909"/>
                <a:gd name="T76" fmla="*/ 874 w 909"/>
                <a:gd name="T77" fmla="*/ 279 h 909"/>
                <a:gd name="T78" fmla="*/ 65 w 909"/>
                <a:gd name="T79" fmla="*/ 247 h 909"/>
                <a:gd name="T80" fmla="*/ 818 w 909"/>
                <a:gd name="T81" fmla="*/ 205 h 909"/>
                <a:gd name="T82" fmla="*/ 105 w 909"/>
                <a:gd name="T83" fmla="*/ 163 h 909"/>
                <a:gd name="T84" fmla="*/ 105 w 909"/>
                <a:gd name="T85" fmla="*/ 163 h 909"/>
                <a:gd name="T86" fmla="*/ 811 w 909"/>
                <a:gd name="T87" fmla="*/ 172 h 909"/>
                <a:gd name="T88" fmla="*/ 136 w 909"/>
                <a:gd name="T89" fmla="*/ 150 h 909"/>
                <a:gd name="T90" fmla="*/ 737 w 909"/>
                <a:gd name="T91" fmla="*/ 116 h 909"/>
                <a:gd name="T92" fmla="*/ 197 w 909"/>
                <a:gd name="T93" fmla="*/ 80 h 909"/>
                <a:gd name="T94" fmla="*/ 197 w 909"/>
                <a:gd name="T95" fmla="*/ 80 h 909"/>
                <a:gd name="T96" fmla="*/ 721 w 909"/>
                <a:gd name="T97" fmla="*/ 87 h 909"/>
                <a:gd name="T98" fmla="*/ 230 w 909"/>
                <a:gd name="T99" fmla="*/ 75 h 909"/>
                <a:gd name="T100" fmla="*/ 635 w 909"/>
                <a:gd name="T101" fmla="*/ 52 h 909"/>
                <a:gd name="T102" fmla="*/ 308 w 909"/>
                <a:gd name="T103" fmla="*/ 25 h 909"/>
                <a:gd name="T104" fmla="*/ 308 w 909"/>
                <a:gd name="T105" fmla="*/ 25 h 909"/>
                <a:gd name="T106" fmla="*/ 612 w 909"/>
                <a:gd name="T107" fmla="*/ 28 h 909"/>
                <a:gd name="T108" fmla="*/ 341 w 909"/>
                <a:gd name="T109" fmla="*/ 28 h 909"/>
                <a:gd name="T110" fmla="*/ 520 w 909"/>
                <a:gd name="T111" fmla="*/ 18 h 909"/>
                <a:gd name="T112" fmla="*/ 429 w 909"/>
                <a:gd name="T113" fmla="*/ 1 h 909"/>
                <a:gd name="T114" fmla="*/ 429 w 909"/>
                <a:gd name="T115" fmla="*/ 1 h 909"/>
                <a:gd name="T116" fmla="*/ 491 w 909"/>
                <a:gd name="T117" fmla="*/ 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9" h="909">
                  <a:moveTo>
                    <a:pt x="418" y="895"/>
                  </a:moveTo>
                  <a:cubicBezTo>
                    <a:pt x="417" y="908"/>
                    <a:pt x="417" y="908"/>
                    <a:pt x="417" y="908"/>
                  </a:cubicBezTo>
                  <a:cubicBezTo>
                    <a:pt x="428" y="909"/>
                    <a:pt x="438" y="909"/>
                    <a:pt x="448" y="909"/>
                  </a:cubicBezTo>
                  <a:cubicBezTo>
                    <a:pt x="448" y="896"/>
                    <a:pt x="448" y="896"/>
                    <a:pt x="448" y="896"/>
                  </a:cubicBezTo>
                  <a:cubicBezTo>
                    <a:pt x="438" y="896"/>
                    <a:pt x="428" y="895"/>
                    <a:pt x="418" y="895"/>
                  </a:cubicBezTo>
                  <a:moveTo>
                    <a:pt x="509" y="893"/>
                  </a:moveTo>
                  <a:cubicBezTo>
                    <a:pt x="498" y="894"/>
                    <a:pt x="489" y="895"/>
                    <a:pt x="479" y="895"/>
                  </a:cubicBezTo>
                  <a:cubicBezTo>
                    <a:pt x="479" y="909"/>
                    <a:pt x="479" y="909"/>
                    <a:pt x="479" y="909"/>
                  </a:cubicBezTo>
                  <a:cubicBezTo>
                    <a:pt x="490" y="908"/>
                    <a:pt x="500" y="907"/>
                    <a:pt x="510" y="906"/>
                  </a:cubicBezTo>
                  <a:cubicBezTo>
                    <a:pt x="509" y="893"/>
                    <a:pt x="509" y="893"/>
                    <a:pt x="509" y="893"/>
                  </a:cubicBezTo>
                  <a:moveTo>
                    <a:pt x="359" y="886"/>
                  </a:moveTo>
                  <a:cubicBezTo>
                    <a:pt x="356" y="898"/>
                    <a:pt x="356" y="898"/>
                    <a:pt x="356" y="898"/>
                  </a:cubicBezTo>
                  <a:cubicBezTo>
                    <a:pt x="366" y="901"/>
                    <a:pt x="376" y="903"/>
                    <a:pt x="386" y="904"/>
                  </a:cubicBezTo>
                  <a:cubicBezTo>
                    <a:pt x="388" y="891"/>
                    <a:pt x="388" y="891"/>
                    <a:pt x="388" y="891"/>
                  </a:cubicBezTo>
                  <a:cubicBezTo>
                    <a:pt x="378" y="890"/>
                    <a:pt x="368" y="888"/>
                    <a:pt x="359" y="886"/>
                  </a:cubicBezTo>
                  <a:moveTo>
                    <a:pt x="568" y="882"/>
                  </a:moveTo>
                  <a:cubicBezTo>
                    <a:pt x="558" y="884"/>
                    <a:pt x="548" y="886"/>
                    <a:pt x="538" y="888"/>
                  </a:cubicBezTo>
                  <a:cubicBezTo>
                    <a:pt x="541" y="901"/>
                    <a:pt x="541" y="901"/>
                    <a:pt x="541" y="901"/>
                  </a:cubicBezTo>
                  <a:cubicBezTo>
                    <a:pt x="551" y="899"/>
                    <a:pt x="561" y="897"/>
                    <a:pt x="571" y="894"/>
                  </a:cubicBezTo>
                  <a:cubicBezTo>
                    <a:pt x="568" y="882"/>
                    <a:pt x="568" y="882"/>
                    <a:pt x="568" y="882"/>
                  </a:cubicBezTo>
                  <a:moveTo>
                    <a:pt x="301" y="869"/>
                  </a:moveTo>
                  <a:cubicBezTo>
                    <a:pt x="296" y="881"/>
                    <a:pt x="296" y="881"/>
                    <a:pt x="296" y="881"/>
                  </a:cubicBezTo>
                  <a:cubicBezTo>
                    <a:pt x="306" y="885"/>
                    <a:pt x="316" y="888"/>
                    <a:pt x="326" y="891"/>
                  </a:cubicBezTo>
                  <a:cubicBezTo>
                    <a:pt x="330" y="878"/>
                    <a:pt x="330" y="878"/>
                    <a:pt x="330" y="878"/>
                  </a:cubicBezTo>
                  <a:cubicBezTo>
                    <a:pt x="320" y="875"/>
                    <a:pt x="310" y="872"/>
                    <a:pt x="301" y="869"/>
                  </a:cubicBezTo>
                  <a:moveTo>
                    <a:pt x="625" y="862"/>
                  </a:moveTo>
                  <a:cubicBezTo>
                    <a:pt x="615" y="866"/>
                    <a:pt x="606" y="870"/>
                    <a:pt x="596" y="873"/>
                  </a:cubicBezTo>
                  <a:cubicBezTo>
                    <a:pt x="601" y="885"/>
                    <a:pt x="601" y="885"/>
                    <a:pt x="601" y="885"/>
                  </a:cubicBezTo>
                  <a:cubicBezTo>
                    <a:pt x="611" y="882"/>
                    <a:pt x="620" y="878"/>
                    <a:pt x="630" y="874"/>
                  </a:cubicBezTo>
                  <a:cubicBezTo>
                    <a:pt x="625" y="862"/>
                    <a:pt x="625" y="862"/>
                    <a:pt x="625" y="862"/>
                  </a:cubicBezTo>
                  <a:moveTo>
                    <a:pt x="246" y="844"/>
                  </a:moveTo>
                  <a:cubicBezTo>
                    <a:pt x="240" y="856"/>
                    <a:pt x="240" y="856"/>
                    <a:pt x="240" y="856"/>
                  </a:cubicBezTo>
                  <a:cubicBezTo>
                    <a:pt x="249" y="860"/>
                    <a:pt x="258" y="865"/>
                    <a:pt x="268" y="869"/>
                  </a:cubicBezTo>
                  <a:cubicBezTo>
                    <a:pt x="273" y="857"/>
                    <a:pt x="273" y="857"/>
                    <a:pt x="273" y="857"/>
                  </a:cubicBezTo>
                  <a:cubicBezTo>
                    <a:pt x="264" y="853"/>
                    <a:pt x="255" y="849"/>
                    <a:pt x="246" y="844"/>
                  </a:cubicBezTo>
                  <a:moveTo>
                    <a:pt x="679" y="835"/>
                  </a:moveTo>
                  <a:cubicBezTo>
                    <a:pt x="670" y="840"/>
                    <a:pt x="661" y="845"/>
                    <a:pt x="652" y="850"/>
                  </a:cubicBezTo>
                  <a:cubicBezTo>
                    <a:pt x="658" y="861"/>
                    <a:pt x="658" y="861"/>
                    <a:pt x="658" y="861"/>
                  </a:cubicBezTo>
                  <a:cubicBezTo>
                    <a:pt x="667" y="857"/>
                    <a:pt x="676" y="852"/>
                    <a:pt x="685" y="847"/>
                  </a:cubicBezTo>
                  <a:cubicBezTo>
                    <a:pt x="679" y="835"/>
                    <a:pt x="679" y="835"/>
                    <a:pt x="679" y="835"/>
                  </a:cubicBezTo>
                  <a:moveTo>
                    <a:pt x="195" y="812"/>
                  </a:moveTo>
                  <a:cubicBezTo>
                    <a:pt x="187" y="823"/>
                    <a:pt x="187" y="823"/>
                    <a:pt x="187" y="823"/>
                  </a:cubicBezTo>
                  <a:cubicBezTo>
                    <a:pt x="196" y="829"/>
                    <a:pt x="204" y="834"/>
                    <a:pt x="213" y="840"/>
                  </a:cubicBezTo>
                  <a:cubicBezTo>
                    <a:pt x="220" y="829"/>
                    <a:pt x="220" y="829"/>
                    <a:pt x="220" y="829"/>
                  </a:cubicBezTo>
                  <a:cubicBezTo>
                    <a:pt x="211" y="823"/>
                    <a:pt x="203" y="818"/>
                    <a:pt x="195" y="812"/>
                  </a:cubicBezTo>
                  <a:moveTo>
                    <a:pt x="728" y="801"/>
                  </a:moveTo>
                  <a:cubicBezTo>
                    <a:pt x="720" y="807"/>
                    <a:pt x="712" y="814"/>
                    <a:pt x="704" y="819"/>
                  </a:cubicBezTo>
                  <a:cubicBezTo>
                    <a:pt x="711" y="830"/>
                    <a:pt x="711" y="830"/>
                    <a:pt x="711" y="830"/>
                  </a:cubicBezTo>
                  <a:cubicBezTo>
                    <a:pt x="720" y="824"/>
                    <a:pt x="728" y="818"/>
                    <a:pt x="736" y="811"/>
                  </a:cubicBezTo>
                  <a:cubicBezTo>
                    <a:pt x="728" y="801"/>
                    <a:pt x="728" y="801"/>
                    <a:pt x="728" y="801"/>
                  </a:cubicBezTo>
                  <a:moveTo>
                    <a:pt x="149" y="773"/>
                  </a:moveTo>
                  <a:cubicBezTo>
                    <a:pt x="140" y="783"/>
                    <a:pt x="140" y="783"/>
                    <a:pt x="140" y="783"/>
                  </a:cubicBezTo>
                  <a:cubicBezTo>
                    <a:pt x="147" y="790"/>
                    <a:pt x="155" y="797"/>
                    <a:pt x="163" y="803"/>
                  </a:cubicBezTo>
                  <a:cubicBezTo>
                    <a:pt x="171" y="793"/>
                    <a:pt x="171" y="793"/>
                    <a:pt x="171" y="793"/>
                  </a:cubicBezTo>
                  <a:cubicBezTo>
                    <a:pt x="163" y="787"/>
                    <a:pt x="156" y="780"/>
                    <a:pt x="149" y="773"/>
                  </a:cubicBezTo>
                  <a:moveTo>
                    <a:pt x="773" y="761"/>
                  </a:moveTo>
                  <a:cubicBezTo>
                    <a:pt x="766" y="768"/>
                    <a:pt x="759" y="775"/>
                    <a:pt x="751" y="782"/>
                  </a:cubicBezTo>
                  <a:cubicBezTo>
                    <a:pt x="760" y="792"/>
                    <a:pt x="760" y="792"/>
                    <a:pt x="760" y="792"/>
                  </a:cubicBezTo>
                  <a:cubicBezTo>
                    <a:pt x="768" y="785"/>
                    <a:pt x="775" y="777"/>
                    <a:pt x="782" y="770"/>
                  </a:cubicBezTo>
                  <a:cubicBezTo>
                    <a:pt x="773" y="761"/>
                    <a:pt x="773" y="761"/>
                    <a:pt x="773" y="761"/>
                  </a:cubicBezTo>
                  <a:moveTo>
                    <a:pt x="108" y="729"/>
                  </a:moveTo>
                  <a:cubicBezTo>
                    <a:pt x="98" y="737"/>
                    <a:pt x="98" y="737"/>
                    <a:pt x="98" y="737"/>
                  </a:cubicBezTo>
                  <a:cubicBezTo>
                    <a:pt x="104" y="745"/>
                    <a:pt x="111" y="753"/>
                    <a:pt x="118" y="761"/>
                  </a:cubicBezTo>
                  <a:cubicBezTo>
                    <a:pt x="128" y="752"/>
                    <a:pt x="128" y="752"/>
                    <a:pt x="128" y="752"/>
                  </a:cubicBezTo>
                  <a:cubicBezTo>
                    <a:pt x="121" y="744"/>
                    <a:pt x="115" y="736"/>
                    <a:pt x="108" y="729"/>
                  </a:cubicBezTo>
                  <a:moveTo>
                    <a:pt x="812" y="715"/>
                  </a:moveTo>
                  <a:cubicBezTo>
                    <a:pt x="806" y="723"/>
                    <a:pt x="800" y="731"/>
                    <a:pt x="793" y="739"/>
                  </a:cubicBezTo>
                  <a:cubicBezTo>
                    <a:pt x="803" y="747"/>
                    <a:pt x="803" y="747"/>
                    <a:pt x="803" y="747"/>
                  </a:cubicBezTo>
                  <a:cubicBezTo>
                    <a:pt x="810" y="739"/>
                    <a:pt x="816" y="731"/>
                    <a:pt x="822" y="723"/>
                  </a:cubicBezTo>
                  <a:cubicBezTo>
                    <a:pt x="812" y="715"/>
                    <a:pt x="812" y="715"/>
                    <a:pt x="812" y="715"/>
                  </a:cubicBezTo>
                  <a:moveTo>
                    <a:pt x="74" y="679"/>
                  </a:moveTo>
                  <a:cubicBezTo>
                    <a:pt x="63" y="686"/>
                    <a:pt x="63" y="686"/>
                    <a:pt x="63" y="686"/>
                  </a:cubicBezTo>
                  <a:cubicBezTo>
                    <a:pt x="68" y="694"/>
                    <a:pt x="74" y="703"/>
                    <a:pt x="80" y="712"/>
                  </a:cubicBezTo>
                  <a:cubicBezTo>
                    <a:pt x="90" y="705"/>
                    <a:pt x="90" y="705"/>
                    <a:pt x="90" y="705"/>
                  </a:cubicBezTo>
                  <a:cubicBezTo>
                    <a:pt x="85" y="696"/>
                    <a:pt x="79" y="688"/>
                    <a:pt x="74" y="679"/>
                  </a:cubicBezTo>
                  <a:moveTo>
                    <a:pt x="844" y="664"/>
                  </a:moveTo>
                  <a:cubicBezTo>
                    <a:pt x="839" y="673"/>
                    <a:pt x="834" y="681"/>
                    <a:pt x="829" y="690"/>
                  </a:cubicBezTo>
                  <a:cubicBezTo>
                    <a:pt x="840" y="697"/>
                    <a:pt x="840" y="697"/>
                    <a:pt x="840" y="697"/>
                  </a:cubicBezTo>
                  <a:cubicBezTo>
                    <a:pt x="845" y="688"/>
                    <a:pt x="850" y="679"/>
                    <a:pt x="855" y="670"/>
                  </a:cubicBezTo>
                  <a:cubicBezTo>
                    <a:pt x="844" y="664"/>
                    <a:pt x="844" y="664"/>
                    <a:pt x="844" y="664"/>
                  </a:cubicBezTo>
                  <a:moveTo>
                    <a:pt x="47" y="625"/>
                  </a:moveTo>
                  <a:cubicBezTo>
                    <a:pt x="35" y="630"/>
                    <a:pt x="35" y="630"/>
                    <a:pt x="35" y="630"/>
                  </a:cubicBezTo>
                  <a:cubicBezTo>
                    <a:pt x="39" y="640"/>
                    <a:pt x="43" y="649"/>
                    <a:pt x="48" y="658"/>
                  </a:cubicBezTo>
                  <a:cubicBezTo>
                    <a:pt x="60" y="652"/>
                    <a:pt x="60" y="652"/>
                    <a:pt x="60" y="652"/>
                  </a:cubicBezTo>
                  <a:cubicBezTo>
                    <a:pt x="55" y="644"/>
                    <a:pt x="51" y="635"/>
                    <a:pt x="47" y="625"/>
                  </a:cubicBezTo>
                  <a:moveTo>
                    <a:pt x="868" y="609"/>
                  </a:moveTo>
                  <a:cubicBezTo>
                    <a:pt x="865" y="618"/>
                    <a:pt x="861" y="628"/>
                    <a:pt x="857" y="636"/>
                  </a:cubicBezTo>
                  <a:cubicBezTo>
                    <a:pt x="869" y="642"/>
                    <a:pt x="869" y="642"/>
                    <a:pt x="869" y="642"/>
                  </a:cubicBezTo>
                  <a:cubicBezTo>
                    <a:pt x="873" y="633"/>
                    <a:pt x="877" y="623"/>
                    <a:pt x="881" y="613"/>
                  </a:cubicBezTo>
                  <a:cubicBezTo>
                    <a:pt x="868" y="609"/>
                    <a:pt x="868" y="609"/>
                    <a:pt x="868" y="609"/>
                  </a:cubicBezTo>
                  <a:moveTo>
                    <a:pt x="28" y="568"/>
                  </a:moveTo>
                  <a:cubicBezTo>
                    <a:pt x="15" y="572"/>
                    <a:pt x="15" y="572"/>
                    <a:pt x="15" y="572"/>
                  </a:cubicBezTo>
                  <a:cubicBezTo>
                    <a:pt x="18" y="582"/>
                    <a:pt x="21" y="592"/>
                    <a:pt x="24" y="601"/>
                  </a:cubicBezTo>
                  <a:cubicBezTo>
                    <a:pt x="36" y="597"/>
                    <a:pt x="36" y="597"/>
                    <a:pt x="36" y="597"/>
                  </a:cubicBezTo>
                  <a:cubicBezTo>
                    <a:pt x="33" y="588"/>
                    <a:pt x="30" y="578"/>
                    <a:pt x="28" y="568"/>
                  </a:cubicBezTo>
                  <a:moveTo>
                    <a:pt x="886" y="551"/>
                  </a:moveTo>
                  <a:cubicBezTo>
                    <a:pt x="883" y="561"/>
                    <a:pt x="881" y="571"/>
                    <a:pt x="878" y="580"/>
                  </a:cubicBezTo>
                  <a:cubicBezTo>
                    <a:pt x="891" y="584"/>
                    <a:pt x="891" y="584"/>
                    <a:pt x="891" y="584"/>
                  </a:cubicBezTo>
                  <a:cubicBezTo>
                    <a:pt x="893" y="574"/>
                    <a:pt x="896" y="564"/>
                    <a:pt x="898" y="554"/>
                  </a:cubicBezTo>
                  <a:cubicBezTo>
                    <a:pt x="886" y="551"/>
                    <a:pt x="886" y="551"/>
                    <a:pt x="886" y="551"/>
                  </a:cubicBezTo>
                  <a:moveTo>
                    <a:pt x="16" y="509"/>
                  </a:moveTo>
                  <a:cubicBezTo>
                    <a:pt x="3" y="511"/>
                    <a:pt x="3" y="511"/>
                    <a:pt x="3" y="511"/>
                  </a:cubicBezTo>
                  <a:cubicBezTo>
                    <a:pt x="5" y="521"/>
                    <a:pt x="6" y="531"/>
                    <a:pt x="8" y="541"/>
                  </a:cubicBezTo>
                  <a:cubicBezTo>
                    <a:pt x="21" y="539"/>
                    <a:pt x="21" y="539"/>
                    <a:pt x="21" y="539"/>
                  </a:cubicBezTo>
                  <a:cubicBezTo>
                    <a:pt x="19" y="529"/>
                    <a:pt x="18" y="519"/>
                    <a:pt x="16" y="509"/>
                  </a:cubicBezTo>
                  <a:moveTo>
                    <a:pt x="895" y="490"/>
                  </a:moveTo>
                  <a:cubicBezTo>
                    <a:pt x="894" y="492"/>
                    <a:pt x="894" y="492"/>
                    <a:pt x="894" y="492"/>
                  </a:cubicBezTo>
                  <a:cubicBezTo>
                    <a:pt x="894" y="502"/>
                    <a:pt x="892" y="512"/>
                    <a:pt x="891" y="522"/>
                  </a:cubicBezTo>
                  <a:cubicBezTo>
                    <a:pt x="904" y="523"/>
                    <a:pt x="904" y="523"/>
                    <a:pt x="904" y="523"/>
                  </a:cubicBezTo>
                  <a:cubicBezTo>
                    <a:pt x="906" y="513"/>
                    <a:pt x="907" y="503"/>
                    <a:pt x="908" y="493"/>
                  </a:cubicBezTo>
                  <a:cubicBezTo>
                    <a:pt x="908" y="491"/>
                    <a:pt x="908" y="491"/>
                    <a:pt x="908" y="491"/>
                  </a:cubicBezTo>
                  <a:cubicBezTo>
                    <a:pt x="895" y="490"/>
                    <a:pt x="895" y="490"/>
                    <a:pt x="895" y="490"/>
                  </a:cubicBezTo>
                  <a:moveTo>
                    <a:pt x="0" y="449"/>
                  </a:moveTo>
                  <a:cubicBezTo>
                    <a:pt x="0" y="455"/>
                    <a:pt x="0" y="455"/>
                    <a:pt x="0" y="455"/>
                  </a:cubicBezTo>
                  <a:cubicBezTo>
                    <a:pt x="0" y="464"/>
                    <a:pt x="0" y="472"/>
                    <a:pt x="0" y="480"/>
                  </a:cubicBezTo>
                  <a:cubicBezTo>
                    <a:pt x="14" y="479"/>
                    <a:pt x="14" y="479"/>
                    <a:pt x="14" y="479"/>
                  </a:cubicBezTo>
                  <a:cubicBezTo>
                    <a:pt x="13" y="471"/>
                    <a:pt x="13" y="463"/>
                    <a:pt x="13" y="455"/>
                  </a:cubicBezTo>
                  <a:cubicBezTo>
                    <a:pt x="13" y="449"/>
                    <a:pt x="13" y="449"/>
                    <a:pt x="13" y="449"/>
                  </a:cubicBezTo>
                  <a:cubicBezTo>
                    <a:pt x="0" y="449"/>
                    <a:pt x="0" y="449"/>
                    <a:pt x="0" y="449"/>
                  </a:cubicBezTo>
                  <a:moveTo>
                    <a:pt x="908" y="429"/>
                  </a:moveTo>
                  <a:cubicBezTo>
                    <a:pt x="895" y="430"/>
                    <a:pt x="895" y="430"/>
                    <a:pt x="895" y="430"/>
                  </a:cubicBezTo>
                  <a:cubicBezTo>
                    <a:pt x="896" y="438"/>
                    <a:pt x="896" y="446"/>
                    <a:pt x="896" y="454"/>
                  </a:cubicBezTo>
                  <a:cubicBezTo>
                    <a:pt x="896" y="460"/>
                    <a:pt x="896" y="460"/>
                    <a:pt x="896" y="460"/>
                  </a:cubicBezTo>
                  <a:cubicBezTo>
                    <a:pt x="909" y="460"/>
                    <a:pt x="909" y="460"/>
                    <a:pt x="909" y="460"/>
                  </a:cubicBezTo>
                  <a:cubicBezTo>
                    <a:pt x="909" y="454"/>
                    <a:pt x="909" y="454"/>
                    <a:pt x="909" y="454"/>
                  </a:cubicBezTo>
                  <a:cubicBezTo>
                    <a:pt x="909" y="446"/>
                    <a:pt x="909" y="437"/>
                    <a:pt x="908" y="429"/>
                  </a:cubicBezTo>
                  <a:moveTo>
                    <a:pt x="5" y="387"/>
                  </a:moveTo>
                  <a:cubicBezTo>
                    <a:pt x="3" y="397"/>
                    <a:pt x="2" y="407"/>
                    <a:pt x="1" y="417"/>
                  </a:cubicBezTo>
                  <a:cubicBezTo>
                    <a:pt x="8" y="419"/>
                    <a:pt x="8" y="419"/>
                    <a:pt x="8" y="419"/>
                  </a:cubicBezTo>
                  <a:cubicBezTo>
                    <a:pt x="15" y="418"/>
                    <a:pt x="15" y="418"/>
                    <a:pt x="15" y="418"/>
                  </a:cubicBezTo>
                  <a:cubicBezTo>
                    <a:pt x="15" y="408"/>
                    <a:pt x="16" y="399"/>
                    <a:pt x="18" y="389"/>
                  </a:cubicBezTo>
                  <a:cubicBezTo>
                    <a:pt x="5" y="387"/>
                    <a:pt x="5" y="387"/>
                    <a:pt x="5" y="387"/>
                  </a:cubicBezTo>
                  <a:moveTo>
                    <a:pt x="901" y="367"/>
                  </a:moveTo>
                  <a:cubicBezTo>
                    <a:pt x="888" y="370"/>
                    <a:pt x="888" y="370"/>
                    <a:pt x="888" y="370"/>
                  </a:cubicBezTo>
                  <a:cubicBezTo>
                    <a:pt x="890" y="380"/>
                    <a:pt x="892" y="389"/>
                    <a:pt x="893" y="400"/>
                  </a:cubicBezTo>
                  <a:cubicBezTo>
                    <a:pt x="906" y="398"/>
                    <a:pt x="906" y="398"/>
                    <a:pt x="906" y="398"/>
                  </a:cubicBezTo>
                  <a:cubicBezTo>
                    <a:pt x="905" y="387"/>
                    <a:pt x="903" y="377"/>
                    <a:pt x="901" y="367"/>
                  </a:cubicBezTo>
                  <a:moveTo>
                    <a:pt x="18" y="327"/>
                  </a:moveTo>
                  <a:cubicBezTo>
                    <a:pt x="15" y="337"/>
                    <a:pt x="13" y="347"/>
                    <a:pt x="10" y="357"/>
                  </a:cubicBezTo>
                  <a:cubicBezTo>
                    <a:pt x="23" y="359"/>
                    <a:pt x="23" y="359"/>
                    <a:pt x="23" y="359"/>
                  </a:cubicBezTo>
                  <a:cubicBezTo>
                    <a:pt x="25" y="350"/>
                    <a:pt x="28" y="340"/>
                    <a:pt x="31" y="330"/>
                  </a:cubicBezTo>
                  <a:cubicBezTo>
                    <a:pt x="18" y="327"/>
                    <a:pt x="18" y="327"/>
                    <a:pt x="18" y="327"/>
                  </a:cubicBezTo>
                  <a:moveTo>
                    <a:pt x="885" y="307"/>
                  </a:moveTo>
                  <a:cubicBezTo>
                    <a:pt x="872" y="312"/>
                    <a:pt x="872" y="312"/>
                    <a:pt x="872" y="312"/>
                  </a:cubicBezTo>
                  <a:cubicBezTo>
                    <a:pt x="876" y="321"/>
                    <a:pt x="878" y="331"/>
                    <a:pt x="881" y="340"/>
                  </a:cubicBezTo>
                  <a:cubicBezTo>
                    <a:pt x="894" y="337"/>
                    <a:pt x="894" y="337"/>
                    <a:pt x="894" y="337"/>
                  </a:cubicBezTo>
                  <a:cubicBezTo>
                    <a:pt x="891" y="327"/>
                    <a:pt x="888" y="317"/>
                    <a:pt x="885" y="307"/>
                  </a:cubicBezTo>
                  <a:moveTo>
                    <a:pt x="40" y="268"/>
                  </a:moveTo>
                  <a:cubicBezTo>
                    <a:pt x="35" y="278"/>
                    <a:pt x="31" y="287"/>
                    <a:pt x="28" y="297"/>
                  </a:cubicBezTo>
                  <a:cubicBezTo>
                    <a:pt x="40" y="302"/>
                    <a:pt x="40" y="302"/>
                    <a:pt x="40" y="302"/>
                  </a:cubicBezTo>
                  <a:cubicBezTo>
                    <a:pt x="44" y="292"/>
                    <a:pt x="47" y="283"/>
                    <a:pt x="52" y="274"/>
                  </a:cubicBezTo>
                  <a:cubicBezTo>
                    <a:pt x="40" y="268"/>
                    <a:pt x="40" y="268"/>
                    <a:pt x="40" y="268"/>
                  </a:cubicBezTo>
                  <a:moveTo>
                    <a:pt x="861" y="250"/>
                  </a:moveTo>
                  <a:cubicBezTo>
                    <a:pt x="849" y="256"/>
                    <a:pt x="849" y="256"/>
                    <a:pt x="849" y="256"/>
                  </a:cubicBezTo>
                  <a:cubicBezTo>
                    <a:pt x="854" y="265"/>
                    <a:pt x="858" y="274"/>
                    <a:pt x="862" y="283"/>
                  </a:cubicBezTo>
                  <a:cubicBezTo>
                    <a:pt x="874" y="279"/>
                    <a:pt x="874" y="279"/>
                    <a:pt x="874" y="279"/>
                  </a:cubicBezTo>
                  <a:cubicBezTo>
                    <a:pt x="870" y="269"/>
                    <a:pt x="866" y="260"/>
                    <a:pt x="861" y="250"/>
                  </a:cubicBezTo>
                  <a:moveTo>
                    <a:pt x="69" y="214"/>
                  </a:moveTo>
                  <a:cubicBezTo>
                    <a:pt x="63" y="222"/>
                    <a:pt x="58" y="231"/>
                    <a:pt x="53" y="241"/>
                  </a:cubicBezTo>
                  <a:cubicBezTo>
                    <a:pt x="65" y="247"/>
                    <a:pt x="65" y="247"/>
                    <a:pt x="65" y="247"/>
                  </a:cubicBezTo>
                  <a:cubicBezTo>
                    <a:pt x="70" y="238"/>
                    <a:pt x="75" y="229"/>
                    <a:pt x="80" y="221"/>
                  </a:cubicBezTo>
                  <a:cubicBezTo>
                    <a:pt x="69" y="214"/>
                    <a:pt x="69" y="214"/>
                    <a:pt x="69" y="214"/>
                  </a:cubicBezTo>
                  <a:moveTo>
                    <a:pt x="829" y="197"/>
                  </a:moveTo>
                  <a:cubicBezTo>
                    <a:pt x="818" y="205"/>
                    <a:pt x="818" y="205"/>
                    <a:pt x="818" y="205"/>
                  </a:cubicBezTo>
                  <a:cubicBezTo>
                    <a:pt x="824" y="213"/>
                    <a:pt x="829" y="221"/>
                    <a:pt x="834" y="230"/>
                  </a:cubicBezTo>
                  <a:cubicBezTo>
                    <a:pt x="846" y="223"/>
                    <a:pt x="846" y="223"/>
                    <a:pt x="846" y="223"/>
                  </a:cubicBezTo>
                  <a:cubicBezTo>
                    <a:pt x="841" y="214"/>
                    <a:pt x="835" y="206"/>
                    <a:pt x="829" y="197"/>
                  </a:cubicBezTo>
                  <a:moveTo>
                    <a:pt x="105" y="163"/>
                  </a:moveTo>
                  <a:cubicBezTo>
                    <a:pt x="99" y="172"/>
                    <a:pt x="92" y="180"/>
                    <a:pt x="86" y="188"/>
                  </a:cubicBezTo>
                  <a:cubicBezTo>
                    <a:pt x="97" y="196"/>
                    <a:pt x="97" y="196"/>
                    <a:pt x="97" y="196"/>
                  </a:cubicBezTo>
                  <a:cubicBezTo>
                    <a:pt x="103" y="188"/>
                    <a:pt x="109" y="180"/>
                    <a:pt x="115" y="172"/>
                  </a:cubicBezTo>
                  <a:cubicBezTo>
                    <a:pt x="105" y="163"/>
                    <a:pt x="105" y="163"/>
                    <a:pt x="105" y="163"/>
                  </a:cubicBezTo>
                  <a:moveTo>
                    <a:pt x="791" y="148"/>
                  </a:moveTo>
                  <a:cubicBezTo>
                    <a:pt x="781" y="158"/>
                    <a:pt x="781" y="158"/>
                    <a:pt x="781" y="158"/>
                  </a:cubicBezTo>
                  <a:cubicBezTo>
                    <a:pt x="788" y="165"/>
                    <a:pt x="794" y="172"/>
                    <a:pt x="800" y="180"/>
                  </a:cubicBezTo>
                  <a:cubicBezTo>
                    <a:pt x="811" y="172"/>
                    <a:pt x="811" y="172"/>
                    <a:pt x="811" y="172"/>
                  </a:cubicBezTo>
                  <a:cubicBezTo>
                    <a:pt x="804" y="164"/>
                    <a:pt x="798" y="156"/>
                    <a:pt x="791" y="148"/>
                  </a:cubicBezTo>
                  <a:moveTo>
                    <a:pt x="148" y="119"/>
                  </a:moveTo>
                  <a:cubicBezTo>
                    <a:pt x="141" y="126"/>
                    <a:pt x="133" y="133"/>
                    <a:pt x="126" y="140"/>
                  </a:cubicBezTo>
                  <a:cubicBezTo>
                    <a:pt x="136" y="150"/>
                    <a:pt x="136" y="150"/>
                    <a:pt x="136" y="150"/>
                  </a:cubicBezTo>
                  <a:cubicBezTo>
                    <a:pt x="143" y="142"/>
                    <a:pt x="150" y="135"/>
                    <a:pt x="157" y="129"/>
                  </a:cubicBezTo>
                  <a:cubicBezTo>
                    <a:pt x="148" y="119"/>
                    <a:pt x="148" y="119"/>
                    <a:pt x="148" y="119"/>
                  </a:cubicBezTo>
                  <a:moveTo>
                    <a:pt x="746" y="106"/>
                  </a:moveTo>
                  <a:cubicBezTo>
                    <a:pt x="737" y="116"/>
                    <a:pt x="737" y="116"/>
                    <a:pt x="737" y="116"/>
                  </a:cubicBezTo>
                  <a:cubicBezTo>
                    <a:pt x="745" y="122"/>
                    <a:pt x="752" y="129"/>
                    <a:pt x="760" y="136"/>
                  </a:cubicBezTo>
                  <a:cubicBezTo>
                    <a:pt x="769" y="126"/>
                    <a:pt x="769" y="126"/>
                    <a:pt x="769" y="126"/>
                  </a:cubicBezTo>
                  <a:cubicBezTo>
                    <a:pt x="761" y="119"/>
                    <a:pt x="754" y="112"/>
                    <a:pt x="746" y="106"/>
                  </a:cubicBezTo>
                  <a:moveTo>
                    <a:pt x="197" y="80"/>
                  </a:moveTo>
                  <a:cubicBezTo>
                    <a:pt x="188" y="86"/>
                    <a:pt x="180" y="92"/>
                    <a:pt x="172" y="9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8" y="103"/>
                    <a:pt x="196" y="97"/>
                    <a:pt x="204" y="91"/>
                  </a:cubicBezTo>
                  <a:cubicBezTo>
                    <a:pt x="197" y="80"/>
                    <a:pt x="197" y="80"/>
                    <a:pt x="197" y="80"/>
                  </a:cubicBezTo>
                  <a:moveTo>
                    <a:pt x="695" y="69"/>
                  </a:moveTo>
                  <a:cubicBezTo>
                    <a:pt x="688" y="81"/>
                    <a:pt x="688" y="81"/>
                    <a:pt x="688" y="81"/>
                  </a:cubicBezTo>
                  <a:cubicBezTo>
                    <a:pt x="697" y="86"/>
                    <a:pt x="705" y="91"/>
                    <a:pt x="714" y="97"/>
                  </a:cubicBezTo>
                  <a:cubicBezTo>
                    <a:pt x="721" y="87"/>
                    <a:pt x="721" y="87"/>
                    <a:pt x="721" y="87"/>
                  </a:cubicBezTo>
                  <a:cubicBezTo>
                    <a:pt x="713" y="81"/>
                    <a:pt x="704" y="75"/>
                    <a:pt x="695" y="69"/>
                  </a:cubicBezTo>
                  <a:moveTo>
                    <a:pt x="250" y="49"/>
                  </a:moveTo>
                  <a:cubicBezTo>
                    <a:pt x="241" y="53"/>
                    <a:pt x="232" y="58"/>
                    <a:pt x="223" y="64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9" y="70"/>
                    <a:pt x="247" y="65"/>
                    <a:pt x="256" y="60"/>
                  </a:cubicBezTo>
                  <a:cubicBezTo>
                    <a:pt x="250" y="49"/>
                    <a:pt x="250" y="49"/>
                    <a:pt x="250" y="49"/>
                  </a:cubicBezTo>
                  <a:moveTo>
                    <a:pt x="641" y="40"/>
                  </a:moveTo>
                  <a:cubicBezTo>
                    <a:pt x="635" y="52"/>
                    <a:pt x="635" y="52"/>
                    <a:pt x="635" y="52"/>
                  </a:cubicBezTo>
                  <a:cubicBezTo>
                    <a:pt x="644" y="56"/>
                    <a:pt x="653" y="61"/>
                    <a:pt x="662" y="66"/>
                  </a:cubicBezTo>
                  <a:cubicBezTo>
                    <a:pt x="669" y="54"/>
                    <a:pt x="669" y="54"/>
                    <a:pt x="669" y="54"/>
                  </a:cubicBezTo>
                  <a:cubicBezTo>
                    <a:pt x="659" y="49"/>
                    <a:pt x="650" y="44"/>
                    <a:pt x="641" y="40"/>
                  </a:cubicBezTo>
                  <a:moveTo>
                    <a:pt x="308" y="25"/>
                  </a:moveTo>
                  <a:cubicBezTo>
                    <a:pt x="298" y="28"/>
                    <a:pt x="288" y="32"/>
                    <a:pt x="279" y="36"/>
                  </a:cubicBezTo>
                  <a:cubicBezTo>
                    <a:pt x="284" y="48"/>
                    <a:pt x="284" y="48"/>
                    <a:pt x="284" y="48"/>
                  </a:cubicBezTo>
                  <a:cubicBezTo>
                    <a:pt x="293" y="44"/>
                    <a:pt x="302" y="40"/>
                    <a:pt x="312" y="37"/>
                  </a:cubicBezTo>
                  <a:cubicBezTo>
                    <a:pt x="308" y="25"/>
                    <a:pt x="308" y="25"/>
                    <a:pt x="308" y="25"/>
                  </a:cubicBezTo>
                  <a:moveTo>
                    <a:pt x="582" y="19"/>
                  </a:moveTo>
                  <a:cubicBezTo>
                    <a:pt x="579" y="31"/>
                    <a:pt x="579" y="31"/>
                    <a:pt x="579" y="31"/>
                  </a:cubicBezTo>
                  <a:cubicBezTo>
                    <a:pt x="588" y="34"/>
                    <a:pt x="598" y="37"/>
                    <a:pt x="607" y="41"/>
                  </a:cubicBezTo>
                  <a:cubicBezTo>
                    <a:pt x="612" y="28"/>
                    <a:pt x="612" y="28"/>
                    <a:pt x="612" y="28"/>
                  </a:cubicBezTo>
                  <a:cubicBezTo>
                    <a:pt x="602" y="25"/>
                    <a:pt x="592" y="22"/>
                    <a:pt x="582" y="19"/>
                  </a:cubicBezTo>
                  <a:moveTo>
                    <a:pt x="368" y="9"/>
                  </a:moveTo>
                  <a:cubicBezTo>
                    <a:pt x="357" y="10"/>
                    <a:pt x="347" y="13"/>
                    <a:pt x="337" y="16"/>
                  </a:cubicBezTo>
                  <a:cubicBezTo>
                    <a:pt x="341" y="28"/>
                    <a:pt x="341" y="28"/>
                    <a:pt x="341" y="28"/>
                  </a:cubicBezTo>
                  <a:cubicBezTo>
                    <a:pt x="350" y="26"/>
                    <a:pt x="360" y="24"/>
                    <a:pt x="370" y="22"/>
                  </a:cubicBezTo>
                  <a:cubicBezTo>
                    <a:pt x="368" y="9"/>
                    <a:pt x="368" y="9"/>
                    <a:pt x="368" y="9"/>
                  </a:cubicBezTo>
                  <a:moveTo>
                    <a:pt x="522" y="6"/>
                  </a:moveTo>
                  <a:cubicBezTo>
                    <a:pt x="520" y="18"/>
                    <a:pt x="520" y="18"/>
                    <a:pt x="520" y="18"/>
                  </a:cubicBezTo>
                  <a:cubicBezTo>
                    <a:pt x="530" y="20"/>
                    <a:pt x="540" y="22"/>
                    <a:pt x="550" y="24"/>
                  </a:cubicBezTo>
                  <a:cubicBezTo>
                    <a:pt x="552" y="11"/>
                    <a:pt x="552" y="11"/>
                    <a:pt x="552" y="11"/>
                  </a:cubicBezTo>
                  <a:cubicBezTo>
                    <a:pt x="542" y="9"/>
                    <a:pt x="532" y="7"/>
                    <a:pt x="522" y="6"/>
                  </a:cubicBezTo>
                  <a:moveTo>
                    <a:pt x="429" y="1"/>
                  </a:moveTo>
                  <a:cubicBezTo>
                    <a:pt x="419" y="2"/>
                    <a:pt x="408" y="3"/>
                    <a:pt x="398" y="4"/>
                  </a:cubicBezTo>
                  <a:cubicBezTo>
                    <a:pt x="400" y="17"/>
                    <a:pt x="400" y="17"/>
                    <a:pt x="400" y="17"/>
                  </a:cubicBezTo>
                  <a:cubicBezTo>
                    <a:pt x="410" y="16"/>
                    <a:pt x="420" y="15"/>
                    <a:pt x="430" y="14"/>
                  </a:cubicBezTo>
                  <a:cubicBezTo>
                    <a:pt x="429" y="1"/>
                    <a:pt x="429" y="1"/>
                    <a:pt x="429" y="1"/>
                  </a:cubicBezTo>
                  <a:moveTo>
                    <a:pt x="460" y="0"/>
                  </a:moveTo>
                  <a:cubicBezTo>
                    <a:pt x="460" y="14"/>
                    <a:pt x="460" y="14"/>
                    <a:pt x="460" y="14"/>
                  </a:cubicBezTo>
                  <a:cubicBezTo>
                    <a:pt x="470" y="14"/>
                    <a:pt x="480" y="14"/>
                    <a:pt x="490" y="15"/>
                  </a:cubicBezTo>
                  <a:cubicBezTo>
                    <a:pt x="491" y="2"/>
                    <a:pt x="491" y="2"/>
                    <a:pt x="491" y="2"/>
                  </a:cubicBezTo>
                  <a:cubicBezTo>
                    <a:pt x="480" y="1"/>
                    <a:pt x="470" y="0"/>
                    <a:pt x="4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7" name="任意多边形: 形状 106"/>
            <p:cNvSpPr>
              <a:spLocks noEditPoints="1"/>
            </p:cNvSpPr>
            <p:nvPr/>
          </p:nvSpPr>
          <p:spPr bwMode="auto">
            <a:xfrm>
              <a:off x="5218113" y="2555875"/>
              <a:ext cx="1755775" cy="1754188"/>
            </a:xfrm>
            <a:custGeom>
              <a:avLst/>
              <a:gdLst>
                <a:gd name="T0" fmla="*/ 259 w 467"/>
                <a:gd name="T1" fmla="*/ 466 h 467"/>
                <a:gd name="T2" fmla="*/ 214 w 467"/>
                <a:gd name="T3" fmla="*/ 467 h 467"/>
                <a:gd name="T4" fmla="*/ 206 w 467"/>
                <a:gd name="T5" fmla="*/ 461 h 467"/>
                <a:gd name="T6" fmla="*/ 294 w 467"/>
                <a:gd name="T7" fmla="*/ 460 h 467"/>
                <a:gd name="T8" fmla="*/ 188 w 467"/>
                <a:gd name="T9" fmla="*/ 463 h 467"/>
                <a:gd name="T10" fmla="*/ 310 w 467"/>
                <a:gd name="T11" fmla="*/ 450 h 467"/>
                <a:gd name="T12" fmla="*/ 139 w 467"/>
                <a:gd name="T13" fmla="*/ 442 h 467"/>
                <a:gd name="T14" fmla="*/ 139 w 467"/>
                <a:gd name="T15" fmla="*/ 442 h 467"/>
                <a:gd name="T16" fmla="*/ 359 w 467"/>
                <a:gd name="T17" fmla="*/ 431 h 467"/>
                <a:gd name="T18" fmla="*/ 121 w 467"/>
                <a:gd name="T19" fmla="*/ 438 h 467"/>
                <a:gd name="T20" fmla="*/ 371 w 467"/>
                <a:gd name="T21" fmla="*/ 417 h 467"/>
                <a:gd name="T22" fmla="*/ 80 w 467"/>
                <a:gd name="T23" fmla="*/ 404 h 467"/>
                <a:gd name="T24" fmla="*/ 80 w 467"/>
                <a:gd name="T25" fmla="*/ 404 h 467"/>
                <a:gd name="T26" fmla="*/ 413 w 467"/>
                <a:gd name="T27" fmla="*/ 384 h 467"/>
                <a:gd name="T28" fmla="*/ 64 w 467"/>
                <a:gd name="T29" fmla="*/ 395 h 467"/>
                <a:gd name="T30" fmla="*/ 420 w 467"/>
                <a:gd name="T31" fmla="*/ 367 h 467"/>
                <a:gd name="T32" fmla="*/ 36 w 467"/>
                <a:gd name="T33" fmla="*/ 350 h 467"/>
                <a:gd name="T34" fmla="*/ 36 w 467"/>
                <a:gd name="T35" fmla="*/ 350 h 467"/>
                <a:gd name="T36" fmla="*/ 450 w 467"/>
                <a:gd name="T37" fmla="*/ 323 h 467"/>
                <a:gd name="T38" fmla="*/ 24 w 467"/>
                <a:gd name="T39" fmla="*/ 336 h 467"/>
                <a:gd name="T40" fmla="*/ 452 w 467"/>
                <a:gd name="T41" fmla="*/ 305 h 467"/>
                <a:gd name="T42" fmla="*/ 10 w 467"/>
                <a:gd name="T43" fmla="*/ 285 h 467"/>
                <a:gd name="T44" fmla="*/ 10 w 467"/>
                <a:gd name="T45" fmla="*/ 285 h 467"/>
                <a:gd name="T46" fmla="*/ 464 w 467"/>
                <a:gd name="T47" fmla="*/ 271 h 467"/>
                <a:gd name="T48" fmla="*/ 5 w 467"/>
                <a:gd name="T49" fmla="*/ 250 h 467"/>
                <a:gd name="T50" fmla="*/ 5 w 467"/>
                <a:gd name="T51" fmla="*/ 250 h 467"/>
                <a:gd name="T52" fmla="*/ 463 w 467"/>
                <a:gd name="T53" fmla="*/ 234 h 467"/>
                <a:gd name="T54" fmla="*/ 1 w 467"/>
                <a:gd name="T55" fmla="*/ 215 h 467"/>
                <a:gd name="T56" fmla="*/ 1 w 467"/>
                <a:gd name="T57" fmla="*/ 215 h 467"/>
                <a:gd name="T58" fmla="*/ 465 w 467"/>
                <a:gd name="T59" fmla="*/ 199 h 467"/>
                <a:gd name="T60" fmla="*/ 7 w 467"/>
                <a:gd name="T61" fmla="*/ 198 h 467"/>
                <a:gd name="T62" fmla="*/ 447 w 467"/>
                <a:gd name="T63" fmla="*/ 149 h 467"/>
                <a:gd name="T64" fmla="*/ 17 w 467"/>
                <a:gd name="T65" fmla="*/ 146 h 467"/>
                <a:gd name="T66" fmla="*/ 17 w 467"/>
                <a:gd name="T67" fmla="*/ 146 h 467"/>
                <a:gd name="T68" fmla="*/ 443 w 467"/>
                <a:gd name="T69" fmla="*/ 131 h 467"/>
                <a:gd name="T70" fmla="*/ 28 w 467"/>
                <a:gd name="T71" fmla="*/ 131 h 467"/>
                <a:gd name="T72" fmla="*/ 411 w 467"/>
                <a:gd name="T73" fmla="*/ 89 h 467"/>
                <a:gd name="T74" fmla="*/ 54 w 467"/>
                <a:gd name="T75" fmla="*/ 85 h 467"/>
                <a:gd name="T76" fmla="*/ 54 w 467"/>
                <a:gd name="T77" fmla="*/ 85 h 467"/>
                <a:gd name="T78" fmla="*/ 402 w 467"/>
                <a:gd name="T79" fmla="*/ 73 h 467"/>
                <a:gd name="T80" fmla="*/ 69 w 467"/>
                <a:gd name="T81" fmla="*/ 74 h 467"/>
                <a:gd name="T82" fmla="*/ 359 w 467"/>
                <a:gd name="T83" fmla="*/ 42 h 467"/>
                <a:gd name="T84" fmla="*/ 107 w 467"/>
                <a:gd name="T85" fmla="*/ 37 h 467"/>
                <a:gd name="T86" fmla="*/ 107 w 467"/>
                <a:gd name="T87" fmla="*/ 37 h 467"/>
                <a:gd name="T88" fmla="*/ 346 w 467"/>
                <a:gd name="T89" fmla="*/ 29 h 467"/>
                <a:gd name="T90" fmla="*/ 125 w 467"/>
                <a:gd name="T91" fmla="*/ 32 h 467"/>
                <a:gd name="T92" fmla="*/ 295 w 467"/>
                <a:gd name="T93" fmla="*/ 13 h 467"/>
                <a:gd name="T94" fmla="*/ 173 w 467"/>
                <a:gd name="T95" fmla="*/ 8 h 467"/>
                <a:gd name="T96" fmla="*/ 173 w 467"/>
                <a:gd name="T97" fmla="*/ 8 h 467"/>
                <a:gd name="T98" fmla="*/ 279 w 467"/>
                <a:gd name="T99" fmla="*/ 5 h 467"/>
                <a:gd name="T100" fmla="*/ 191 w 467"/>
                <a:gd name="T101" fmla="*/ 9 h 467"/>
                <a:gd name="T102" fmla="*/ 226 w 467"/>
                <a:gd name="T103" fmla="*/ 0 h 467"/>
                <a:gd name="T104" fmla="*/ 234 w 467"/>
                <a:gd name="T105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67" h="467">
                  <a:moveTo>
                    <a:pt x="258" y="462"/>
                  </a:moveTo>
                  <a:cubicBezTo>
                    <a:pt x="253" y="462"/>
                    <a:pt x="247" y="463"/>
                    <a:pt x="241" y="463"/>
                  </a:cubicBezTo>
                  <a:cubicBezTo>
                    <a:pt x="241" y="467"/>
                    <a:pt x="241" y="467"/>
                    <a:pt x="241" y="467"/>
                  </a:cubicBezTo>
                  <a:cubicBezTo>
                    <a:pt x="247" y="467"/>
                    <a:pt x="253" y="467"/>
                    <a:pt x="259" y="466"/>
                  </a:cubicBezTo>
                  <a:cubicBezTo>
                    <a:pt x="258" y="462"/>
                    <a:pt x="258" y="462"/>
                    <a:pt x="258" y="462"/>
                  </a:cubicBezTo>
                  <a:moveTo>
                    <a:pt x="206" y="461"/>
                  </a:moveTo>
                  <a:cubicBezTo>
                    <a:pt x="206" y="466"/>
                    <a:pt x="206" y="466"/>
                    <a:pt x="206" y="466"/>
                  </a:cubicBezTo>
                  <a:cubicBezTo>
                    <a:pt x="208" y="466"/>
                    <a:pt x="211" y="466"/>
                    <a:pt x="214" y="467"/>
                  </a:cubicBezTo>
                  <a:cubicBezTo>
                    <a:pt x="217" y="467"/>
                    <a:pt x="220" y="467"/>
                    <a:pt x="223" y="467"/>
                  </a:cubicBezTo>
                  <a:cubicBezTo>
                    <a:pt x="223" y="463"/>
                    <a:pt x="223" y="463"/>
                    <a:pt x="223" y="463"/>
                  </a:cubicBezTo>
                  <a:cubicBezTo>
                    <a:pt x="220" y="462"/>
                    <a:pt x="217" y="462"/>
                    <a:pt x="215" y="462"/>
                  </a:cubicBezTo>
                  <a:cubicBezTo>
                    <a:pt x="212" y="462"/>
                    <a:pt x="209" y="462"/>
                    <a:pt x="206" y="461"/>
                  </a:cubicBezTo>
                  <a:moveTo>
                    <a:pt x="293" y="455"/>
                  </a:moveTo>
                  <a:cubicBezTo>
                    <a:pt x="287" y="457"/>
                    <a:pt x="281" y="458"/>
                    <a:pt x="276" y="459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82" y="462"/>
                    <a:pt x="288" y="461"/>
                    <a:pt x="294" y="460"/>
                  </a:cubicBezTo>
                  <a:cubicBezTo>
                    <a:pt x="293" y="455"/>
                    <a:pt x="293" y="455"/>
                    <a:pt x="293" y="455"/>
                  </a:cubicBezTo>
                  <a:moveTo>
                    <a:pt x="172" y="455"/>
                  </a:moveTo>
                  <a:cubicBezTo>
                    <a:pt x="170" y="459"/>
                    <a:pt x="170" y="459"/>
                    <a:pt x="170" y="459"/>
                  </a:cubicBezTo>
                  <a:cubicBezTo>
                    <a:pt x="176" y="460"/>
                    <a:pt x="182" y="462"/>
                    <a:pt x="188" y="463"/>
                  </a:cubicBezTo>
                  <a:cubicBezTo>
                    <a:pt x="189" y="459"/>
                    <a:pt x="189" y="459"/>
                    <a:pt x="189" y="459"/>
                  </a:cubicBezTo>
                  <a:cubicBezTo>
                    <a:pt x="183" y="457"/>
                    <a:pt x="177" y="456"/>
                    <a:pt x="172" y="455"/>
                  </a:cubicBezTo>
                  <a:moveTo>
                    <a:pt x="326" y="443"/>
                  </a:moveTo>
                  <a:cubicBezTo>
                    <a:pt x="321" y="446"/>
                    <a:pt x="315" y="448"/>
                    <a:pt x="310" y="450"/>
                  </a:cubicBezTo>
                  <a:cubicBezTo>
                    <a:pt x="311" y="454"/>
                    <a:pt x="311" y="454"/>
                    <a:pt x="311" y="454"/>
                  </a:cubicBezTo>
                  <a:cubicBezTo>
                    <a:pt x="317" y="452"/>
                    <a:pt x="323" y="450"/>
                    <a:pt x="328" y="447"/>
                  </a:cubicBezTo>
                  <a:cubicBezTo>
                    <a:pt x="326" y="443"/>
                    <a:pt x="326" y="443"/>
                    <a:pt x="326" y="443"/>
                  </a:cubicBezTo>
                  <a:moveTo>
                    <a:pt x="139" y="442"/>
                  </a:moveTo>
                  <a:cubicBezTo>
                    <a:pt x="137" y="446"/>
                    <a:pt x="137" y="446"/>
                    <a:pt x="137" y="446"/>
                  </a:cubicBezTo>
                  <a:cubicBezTo>
                    <a:pt x="142" y="449"/>
                    <a:pt x="148" y="451"/>
                    <a:pt x="153" y="453"/>
                  </a:cubicBezTo>
                  <a:cubicBezTo>
                    <a:pt x="155" y="449"/>
                    <a:pt x="155" y="449"/>
                    <a:pt x="155" y="449"/>
                  </a:cubicBezTo>
                  <a:cubicBezTo>
                    <a:pt x="149" y="447"/>
                    <a:pt x="144" y="445"/>
                    <a:pt x="139" y="442"/>
                  </a:cubicBezTo>
                  <a:moveTo>
                    <a:pt x="357" y="427"/>
                  </a:moveTo>
                  <a:cubicBezTo>
                    <a:pt x="352" y="430"/>
                    <a:pt x="347" y="433"/>
                    <a:pt x="342" y="436"/>
                  </a:cubicBezTo>
                  <a:cubicBezTo>
                    <a:pt x="344" y="440"/>
                    <a:pt x="344" y="440"/>
                    <a:pt x="344" y="440"/>
                  </a:cubicBezTo>
                  <a:cubicBezTo>
                    <a:pt x="349" y="437"/>
                    <a:pt x="354" y="434"/>
                    <a:pt x="359" y="431"/>
                  </a:cubicBezTo>
                  <a:cubicBezTo>
                    <a:pt x="357" y="427"/>
                    <a:pt x="357" y="427"/>
                    <a:pt x="357" y="427"/>
                  </a:cubicBezTo>
                  <a:moveTo>
                    <a:pt x="108" y="426"/>
                  </a:moveTo>
                  <a:cubicBezTo>
                    <a:pt x="105" y="429"/>
                    <a:pt x="105" y="429"/>
                    <a:pt x="105" y="429"/>
                  </a:cubicBezTo>
                  <a:cubicBezTo>
                    <a:pt x="110" y="433"/>
                    <a:pt x="116" y="436"/>
                    <a:pt x="121" y="438"/>
                  </a:cubicBezTo>
                  <a:cubicBezTo>
                    <a:pt x="123" y="435"/>
                    <a:pt x="123" y="435"/>
                    <a:pt x="123" y="435"/>
                  </a:cubicBezTo>
                  <a:cubicBezTo>
                    <a:pt x="118" y="432"/>
                    <a:pt x="113" y="429"/>
                    <a:pt x="108" y="426"/>
                  </a:cubicBezTo>
                  <a:moveTo>
                    <a:pt x="385" y="406"/>
                  </a:moveTo>
                  <a:cubicBezTo>
                    <a:pt x="381" y="410"/>
                    <a:pt x="376" y="413"/>
                    <a:pt x="371" y="417"/>
                  </a:cubicBezTo>
                  <a:cubicBezTo>
                    <a:pt x="374" y="420"/>
                    <a:pt x="374" y="420"/>
                    <a:pt x="374" y="420"/>
                  </a:cubicBezTo>
                  <a:cubicBezTo>
                    <a:pt x="379" y="417"/>
                    <a:pt x="384" y="413"/>
                    <a:pt x="388" y="409"/>
                  </a:cubicBezTo>
                  <a:cubicBezTo>
                    <a:pt x="385" y="406"/>
                    <a:pt x="385" y="406"/>
                    <a:pt x="385" y="406"/>
                  </a:cubicBezTo>
                  <a:moveTo>
                    <a:pt x="80" y="404"/>
                  </a:moveTo>
                  <a:cubicBezTo>
                    <a:pt x="77" y="407"/>
                    <a:pt x="77" y="407"/>
                    <a:pt x="77" y="407"/>
                  </a:cubicBezTo>
                  <a:cubicBezTo>
                    <a:pt x="82" y="411"/>
                    <a:pt x="86" y="415"/>
                    <a:pt x="91" y="419"/>
                  </a:cubicBezTo>
                  <a:cubicBezTo>
                    <a:pt x="93" y="415"/>
                    <a:pt x="93" y="415"/>
                    <a:pt x="93" y="415"/>
                  </a:cubicBezTo>
                  <a:cubicBezTo>
                    <a:pt x="89" y="412"/>
                    <a:pt x="84" y="408"/>
                    <a:pt x="80" y="404"/>
                  </a:cubicBezTo>
                  <a:moveTo>
                    <a:pt x="409" y="381"/>
                  </a:moveTo>
                  <a:cubicBezTo>
                    <a:pt x="406" y="385"/>
                    <a:pt x="402" y="389"/>
                    <a:pt x="398" y="394"/>
                  </a:cubicBezTo>
                  <a:cubicBezTo>
                    <a:pt x="401" y="397"/>
                    <a:pt x="401" y="397"/>
                    <a:pt x="401" y="397"/>
                  </a:cubicBezTo>
                  <a:cubicBezTo>
                    <a:pt x="405" y="392"/>
                    <a:pt x="409" y="388"/>
                    <a:pt x="413" y="384"/>
                  </a:cubicBezTo>
                  <a:cubicBezTo>
                    <a:pt x="409" y="381"/>
                    <a:pt x="409" y="381"/>
                    <a:pt x="409" y="381"/>
                  </a:cubicBezTo>
                  <a:moveTo>
                    <a:pt x="56" y="379"/>
                  </a:moveTo>
                  <a:cubicBezTo>
                    <a:pt x="52" y="381"/>
                    <a:pt x="52" y="381"/>
                    <a:pt x="52" y="381"/>
                  </a:cubicBezTo>
                  <a:cubicBezTo>
                    <a:pt x="56" y="386"/>
                    <a:pt x="60" y="391"/>
                    <a:pt x="64" y="395"/>
                  </a:cubicBezTo>
                  <a:cubicBezTo>
                    <a:pt x="67" y="392"/>
                    <a:pt x="67" y="392"/>
                    <a:pt x="67" y="392"/>
                  </a:cubicBezTo>
                  <a:cubicBezTo>
                    <a:pt x="63" y="388"/>
                    <a:pt x="59" y="383"/>
                    <a:pt x="56" y="379"/>
                  </a:cubicBezTo>
                  <a:moveTo>
                    <a:pt x="430" y="352"/>
                  </a:moveTo>
                  <a:cubicBezTo>
                    <a:pt x="427" y="357"/>
                    <a:pt x="424" y="362"/>
                    <a:pt x="420" y="367"/>
                  </a:cubicBezTo>
                  <a:cubicBezTo>
                    <a:pt x="424" y="369"/>
                    <a:pt x="424" y="369"/>
                    <a:pt x="424" y="369"/>
                  </a:cubicBezTo>
                  <a:cubicBezTo>
                    <a:pt x="427" y="365"/>
                    <a:pt x="431" y="360"/>
                    <a:pt x="434" y="354"/>
                  </a:cubicBezTo>
                  <a:cubicBezTo>
                    <a:pt x="430" y="352"/>
                    <a:pt x="430" y="352"/>
                    <a:pt x="430" y="352"/>
                  </a:cubicBezTo>
                  <a:moveTo>
                    <a:pt x="36" y="350"/>
                  </a:moveTo>
                  <a:cubicBezTo>
                    <a:pt x="32" y="352"/>
                    <a:pt x="32" y="352"/>
                    <a:pt x="32" y="352"/>
                  </a:cubicBezTo>
                  <a:cubicBezTo>
                    <a:pt x="35" y="357"/>
                    <a:pt x="38" y="362"/>
                    <a:pt x="42" y="367"/>
                  </a:cubicBezTo>
                  <a:cubicBezTo>
                    <a:pt x="45" y="365"/>
                    <a:pt x="45" y="365"/>
                    <a:pt x="45" y="365"/>
                  </a:cubicBezTo>
                  <a:cubicBezTo>
                    <a:pt x="42" y="360"/>
                    <a:pt x="39" y="355"/>
                    <a:pt x="36" y="350"/>
                  </a:cubicBezTo>
                  <a:moveTo>
                    <a:pt x="446" y="321"/>
                  </a:moveTo>
                  <a:cubicBezTo>
                    <a:pt x="443" y="326"/>
                    <a:pt x="441" y="332"/>
                    <a:pt x="438" y="337"/>
                  </a:cubicBezTo>
                  <a:cubicBezTo>
                    <a:pt x="442" y="339"/>
                    <a:pt x="442" y="339"/>
                    <a:pt x="442" y="339"/>
                  </a:cubicBezTo>
                  <a:cubicBezTo>
                    <a:pt x="445" y="333"/>
                    <a:pt x="448" y="328"/>
                    <a:pt x="450" y="323"/>
                  </a:cubicBezTo>
                  <a:cubicBezTo>
                    <a:pt x="446" y="321"/>
                    <a:pt x="446" y="321"/>
                    <a:pt x="446" y="321"/>
                  </a:cubicBezTo>
                  <a:moveTo>
                    <a:pt x="20" y="318"/>
                  </a:moveTo>
                  <a:cubicBezTo>
                    <a:pt x="16" y="320"/>
                    <a:pt x="16" y="320"/>
                    <a:pt x="16" y="320"/>
                  </a:cubicBezTo>
                  <a:cubicBezTo>
                    <a:pt x="18" y="325"/>
                    <a:pt x="21" y="331"/>
                    <a:pt x="24" y="336"/>
                  </a:cubicBezTo>
                  <a:cubicBezTo>
                    <a:pt x="28" y="335"/>
                    <a:pt x="28" y="335"/>
                    <a:pt x="28" y="335"/>
                  </a:cubicBezTo>
                  <a:cubicBezTo>
                    <a:pt x="25" y="329"/>
                    <a:pt x="23" y="324"/>
                    <a:pt x="20" y="318"/>
                  </a:cubicBezTo>
                  <a:moveTo>
                    <a:pt x="457" y="288"/>
                  </a:moveTo>
                  <a:cubicBezTo>
                    <a:pt x="455" y="293"/>
                    <a:pt x="454" y="299"/>
                    <a:pt x="452" y="305"/>
                  </a:cubicBezTo>
                  <a:cubicBezTo>
                    <a:pt x="456" y="306"/>
                    <a:pt x="456" y="306"/>
                    <a:pt x="456" y="306"/>
                  </a:cubicBezTo>
                  <a:cubicBezTo>
                    <a:pt x="458" y="300"/>
                    <a:pt x="459" y="294"/>
                    <a:pt x="461" y="289"/>
                  </a:cubicBezTo>
                  <a:cubicBezTo>
                    <a:pt x="457" y="288"/>
                    <a:pt x="457" y="288"/>
                    <a:pt x="457" y="288"/>
                  </a:cubicBezTo>
                  <a:moveTo>
                    <a:pt x="10" y="285"/>
                  </a:moveTo>
                  <a:cubicBezTo>
                    <a:pt x="6" y="286"/>
                    <a:pt x="6" y="286"/>
                    <a:pt x="6" y="286"/>
                  </a:cubicBezTo>
                  <a:cubicBezTo>
                    <a:pt x="7" y="292"/>
                    <a:pt x="9" y="298"/>
                    <a:pt x="10" y="303"/>
                  </a:cubicBezTo>
                  <a:cubicBezTo>
                    <a:pt x="15" y="302"/>
                    <a:pt x="15" y="302"/>
                    <a:pt x="15" y="302"/>
                  </a:cubicBezTo>
                  <a:cubicBezTo>
                    <a:pt x="13" y="296"/>
                    <a:pt x="11" y="291"/>
                    <a:pt x="10" y="285"/>
                  </a:cubicBezTo>
                  <a:moveTo>
                    <a:pt x="462" y="252"/>
                  </a:moveTo>
                  <a:cubicBezTo>
                    <a:pt x="462" y="253"/>
                    <a:pt x="462" y="253"/>
                    <a:pt x="462" y="253"/>
                  </a:cubicBezTo>
                  <a:cubicBezTo>
                    <a:pt x="462" y="259"/>
                    <a:pt x="461" y="264"/>
                    <a:pt x="460" y="270"/>
                  </a:cubicBezTo>
                  <a:cubicBezTo>
                    <a:pt x="464" y="271"/>
                    <a:pt x="464" y="271"/>
                    <a:pt x="464" y="271"/>
                  </a:cubicBezTo>
                  <a:cubicBezTo>
                    <a:pt x="465" y="265"/>
                    <a:pt x="466" y="259"/>
                    <a:pt x="466" y="253"/>
                  </a:cubicBezTo>
                  <a:cubicBezTo>
                    <a:pt x="467" y="252"/>
                    <a:pt x="467" y="252"/>
                    <a:pt x="467" y="252"/>
                  </a:cubicBezTo>
                  <a:cubicBezTo>
                    <a:pt x="462" y="252"/>
                    <a:pt x="462" y="252"/>
                    <a:pt x="462" y="252"/>
                  </a:cubicBezTo>
                  <a:moveTo>
                    <a:pt x="5" y="250"/>
                  </a:moveTo>
                  <a:cubicBezTo>
                    <a:pt x="0" y="251"/>
                    <a:pt x="0" y="251"/>
                    <a:pt x="0" y="251"/>
                  </a:cubicBezTo>
                  <a:cubicBezTo>
                    <a:pt x="1" y="257"/>
                    <a:pt x="2" y="262"/>
                    <a:pt x="2" y="268"/>
                  </a:cubicBezTo>
                  <a:cubicBezTo>
                    <a:pt x="7" y="268"/>
                    <a:pt x="7" y="268"/>
                    <a:pt x="7" y="268"/>
                  </a:cubicBezTo>
                  <a:cubicBezTo>
                    <a:pt x="6" y="262"/>
                    <a:pt x="5" y="256"/>
                    <a:pt x="5" y="250"/>
                  </a:cubicBezTo>
                  <a:moveTo>
                    <a:pt x="467" y="217"/>
                  </a:moveTo>
                  <a:cubicBezTo>
                    <a:pt x="462" y="217"/>
                    <a:pt x="462" y="217"/>
                    <a:pt x="462" y="217"/>
                  </a:cubicBezTo>
                  <a:cubicBezTo>
                    <a:pt x="463" y="223"/>
                    <a:pt x="463" y="228"/>
                    <a:pt x="463" y="234"/>
                  </a:cubicBezTo>
                  <a:cubicBezTo>
                    <a:pt x="463" y="234"/>
                    <a:pt x="463" y="234"/>
                    <a:pt x="463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34"/>
                    <a:pt x="467" y="234"/>
                    <a:pt x="467" y="234"/>
                  </a:cubicBezTo>
                  <a:cubicBezTo>
                    <a:pt x="467" y="228"/>
                    <a:pt x="467" y="222"/>
                    <a:pt x="467" y="217"/>
                  </a:cubicBezTo>
                  <a:moveTo>
                    <a:pt x="1" y="215"/>
                  </a:moveTo>
                  <a:cubicBezTo>
                    <a:pt x="0" y="221"/>
                    <a:pt x="0" y="227"/>
                    <a:pt x="0" y="233"/>
                  </a:cubicBezTo>
                  <a:cubicBezTo>
                    <a:pt x="4" y="233"/>
                    <a:pt x="4" y="233"/>
                    <a:pt x="4" y="233"/>
                  </a:cubicBezTo>
                  <a:cubicBezTo>
                    <a:pt x="4" y="227"/>
                    <a:pt x="5" y="221"/>
                    <a:pt x="5" y="215"/>
                  </a:cubicBezTo>
                  <a:cubicBezTo>
                    <a:pt x="1" y="215"/>
                    <a:pt x="1" y="215"/>
                    <a:pt x="1" y="215"/>
                  </a:cubicBezTo>
                  <a:moveTo>
                    <a:pt x="461" y="181"/>
                  </a:moveTo>
                  <a:cubicBezTo>
                    <a:pt x="457" y="182"/>
                    <a:pt x="457" y="182"/>
                    <a:pt x="457" y="182"/>
                  </a:cubicBezTo>
                  <a:cubicBezTo>
                    <a:pt x="458" y="188"/>
                    <a:pt x="460" y="194"/>
                    <a:pt x="460" y="199"/>
                  </a:cubicBezTo>
                  <a:cubicBezTo>
                    <a:pt x="465" y="199"/>
                    <a:pt x="465" y="199"/>
                    <a:pt x="465" y="199"/>
                  </a:cubicBezTo>
                  <a:cubicBezTo>
                    <a:pt x="464" y="193"/>
                    <a:pt x="463" y="187"/>
                    <a:pt x="461" y="181"/>
                  </a:cubicBezTo>
                  <a:moveTo>
                    <a:pt x="6" y="180"/>
                  </a:moveTo>
                  <a:cubicBezTo>
                    <a:pt x="5" y="185"/>
                    <a:pt x="4" y="191"/>
                    <a:pt x="3" y="197"/>
                  </a:cubicBezTo>
                  <a:cubicBezTo>
                    <a:pt x="7" y="198"/>
                    <a:pt x="7" y="198"/>
                    <a:pt x="7" y="198"/>
                  </a:cubicBezTo>
                  <a:cubicBezTo>
                    <a:pt x="8" y="192"/>
                    <a:pt x="9" y="186"/>
                    <a:pt x="10" y="181"/>
                  </a:cubicBezTo>
                  <a:cubicBezTo>
                    <a:pt x="6" y="180"/>
                    <a:pt x="6" y="180"/>
                    <a:pt x="6" y="180"/>
                  </a:cubicBezTo>
                  <a:moveTo>
                    <a:pt x="451" y="147"/>
                  </a:moveTo>
                  <a:cubicBezTo>
                    <a:pt x="447" y="149"/>
                    <a:pt x="447" y="149"/>
                    <a:pt x="447" y="149"/>
                  </a:cubicBezTo>
                  <a:cubicBezTo>
                    <a:pt x="449" y="154"/>
                    <a:pt x="451" y="160"/>
                    <a:pt x="453" y="165"/>
                  </a:cubicBezTo>
                  <a:cubicBezTo>
                    <a:pt x="457" y="164"/>
                    <a:pt x="457" y="164"/>
                    <a:pt x="457" y="164"/>
                  </a:cubicBezTo>
                  <a:cubicBezTo>
                    <a:pt x="455" y="158"/>
                    <a:pt x="453" y="152"/>
                    <a:pt x="451" y="147"/>
                  </a:cubicBezTo>
                  <a:moveTo>
                    <a:pt x="17" y="146"/>
                  </a:moveTo>
                  <a:cubicBezTo>
                    <a:pt x="15" y="151"/>
                    <a:pt x="13" y="157"/>
                    <a:pt x="11" y="162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7" y="158"/>
                    <a:pt x="19" y="152"/>
                    <a:pt x="21" y="147"/>
                  </a:cubicBezTo>
                  <a:cubicBezTo>
                    <a:pt x="17" y="146"/>
                    <a:pt x="17" y="146"/>
                    <a:pt x="17" y="146"/>
                  </a:cubicBezTo>
                  <a:moveTo>
                    <a:pt x="435" y="115"/>
                  </a:moveTo>
                  <a:cubicBezTo>
                    <a:pt x="431" y="118"/>
                    <a:pt x="431" y="118"/>
                    <a:pt x="431" y="118"/>
                  </a:cubicBezTo>
                  <a:cubicBezTo>
                    <a:pt x="434" y="122"/>
                    <a:pt x="437" y="127"/>
                    <a:pt x="439" y="133"/>
                  </a:cubicBezTo>
                  <a:cubicBezTo>
                    <a:pt x="443" y="131"/>
                    <a:pt x="443" y="131"/>
                    <a:pt x="443" y="131"/>
                  </a:cubicBezTo>
                  <a:cubicBezTo>
                    <a:pt x="441" y="125"/>
                    <a:pt x="438" y="120"/>
                    <a:pt x="435" y="115"/>
                  </a:cubicBezTo>
                  <a:moveTo>
                    <a:pt x="33" y="113"/>
                  </a:moveTo>
                  <a:cubicBezTo>
                    <a:pt x="30" y="119"/>
                    <a:pt x="27" y="124"/>
                    <a:pt x="25" y="129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1" y="126"/>
                    <a:pt x="34" y="121"/>
                    <a:pt x="37" y="116"/>
                  </a:cubicBezTo>
                  <a:cubicBezTo>
                    <a:pt x="33" y="113"/>
                    <a:pt x="33" y="113"/>
                    <a:pt x="33" y="113"/>
                  </a:cubicBezTo>
                  <a:moveTo>
                    <a:pt x="414" y="86"/>
                  </a:moveTo>
                  <a:cubicBezTo>
                    <a:pt x="411" y="89"/>
                    <a:pt x="411" y="89"/>
                    <a:pt x="411" y="89"/>
                  </a:cubicBezTo>
                  <a:cubicBezTo>
                    <a:pt x="415" y="93"/>
                    <a:pt x="418" y="98"/>
                    <a:pt x="422" y="103"/>
                  </a:cubicBezTo>
                  <a:cubicBezTo>
                    <a:pt x="425" y="100"/>
                    <a:pt x="425" y="100"/>
                    <a:pt x="425" y="100"/>
                  </a:cubicBezTo>
                  <a:cubicBezTo>
                    <a:pt x="422" y="95"/>
                    <a:pt x="418" y="90"/>
                    <a:pt x="414" y="86"/>
                  </a:cubicBezTo>
                  <a:moveTo>
                    <a:pt x="54" y="85"/>
                  </a:moveTo>
                  <a:cubicBezTo>
                    <a:pt x="50" y="89"/>
                    <a:pt x="46" y="94"/>
                    <a:pt x="43" y="99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50" y="96"/>
                    <a:pt x="53" y="92"/>
                    <a:pt x="57" y="87"/>
                  </a:cubicBezTo>
                  <a:cubicBezTo>
                    <a:pt x="54" y="85"/>
                    <a:pt x="54" y="85"/>
                    <a:pt x="54" y="85"/>
                  </a:cubicBezTo>
                  <a:moveTo>
                    <a:pt x="390" y="60"/>
                  </a:moveTo>
                  <a:cubicBezTo>
                    <a:pt x="387" y="63"/>
                    <a:pt x="387" y="63"/>
                    <a:pt x="387" y="63"/>
                  </a:cubicBezTo>
                  <a:cubicBezTo>
                    <a:pt x="391" y="67"/>
                    <a:pt x="395" y="71"/>
                    <a:pt x="399" y="75"/>
                  </a:cubicBezTo>
                  <a:cubicBezTo>
                    <a:pt x="402" y="73"/>
                    <a:pt x="402" y="73"/>
                    <a:pt x="402" y="73"/>
                  </a:cubicBezTo>
                  <a:cubicBezTo>
                    <a:pt x="398" y="68"/>
                    <a:pt x="394" y="64"/>
                    <a:pt x="390" y="60"/>
                  </a:cubicBezTo>
                  <a:moveTo>
                    <a:pt x="79" y="59"/>
                  </a:moveTo>
                  <a:cubicBezTo>
                    <a:pt x="74" y="63"/>
                    <a:pt x="70" y="67"/>
                    <a:pt x="66" y="71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3" y="70"/>
                    <a:pt x="77" y="66"/>
                    <a:pt x="82" y="62"/>
                  </a:cubicBezTo>
                  <a:cubicBezTo>
                    <a:pt x="79" y="59"/>
                    <a:pt x="79" y="59"/>
                    <a:pt x="79" y="59"/>
                  </a:cubicBezTo>
                  <a:moveTo>
                    <a:pt x="361" y="38"/>
                  </a:moveTo>
                  <a:cubicBezTo>
                    <a:pt x="359" y="42"/>
                    <a:pt x="359" y="42"/>
                    <a:pt x="359" y="42"/>
                  </a:cubicBezTo>
                  <a:cubicBezTo>
                    <a:pt x="364" y="45"/>
                    <a:pt x="369" y="48"/>
                    <a:pt x="373" y="52"/>
                  </a:cubicBezTo>
                  <a:cubicBezTo>
                    <a:pt x="376" y="48"/>
                    <a:pt x="376" y="48"/>
                    <a:pt x="376" y="48"/>
                  </a:cubicBezTo>
                  <a:cubicBezTo>
                    <a:pt x="371" y="45"/>
                    <a:pt x="366" y="41"/>
                    <a:pt x="361" y="38"/>
                  </a:cubicBezTo>
                  <a:moveTo>
                    <a:pt x="107" y="37"/>
                  </a:moveTo>
                  <a:cubicBezTo>
                    <a:pt x="102" y="41"/>
                    <a:pt x="97" y="44"/>
                    <a:pt x="93" y="47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0" y="47"/>
                    <a:pt x="105" y="44"/>
                    <a:pt x="110" y="41"/>
                  </a:cubicBezTo>
                  <a:cubicBezTo>
                    <a:pt x="107" y="37"/>
                    <a:pt x="107" y="37"/>
                    <a:pt x="107" y="37"/>
                  </a:cubicBezTo>
                  <a:moveTo>
                    <a:pt x="330" y="21"/>
                  </a:moveTo>
                  <a:cubicBezTo>
                    <a:pt x="328" y="25"/>
                    <a:pt x="328" y="25"/>
                    <a:pt x="328" y="25"/>
                  </a:cubicBezTo>
                  <a:cubicBezTo>
                    <a:pt x="333" y="27"/>
                    <a:pt x="339" y="30"/>
                    <a:pt x="344" y="33"/>
                  </a:cubicBezTo>
                  <a:cubicBezTo>
                    <a:pt x="346" y="29"/>
                    <a:pt x="346" y="29"/>
                    <a:pt x="346" y="29"/>
                  </a:cubicBezTo>
                  <a:cubicBezTo>
                    <a:pt x="341" y="26"/>
                    <a:pt x="335" y="23"/>
                    <a:pt x="330" y="21"/>
                  </a:cubicBezTo>
                  <a:moveTo>
                    <a:pt x="139" y="20"/>
                  </a:moveTo>
                  <a:cubicBezTo>
                    <a:pt x="133" y="23"/>
                    <a:pt x="128" y="25"/>
                    <a:pt x="123" y="28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30" y="29"/>
                    <a:pt x="135" y="27"/>
                    <a:pt x="141" y="24"/>
                  </a:cubicBezTo>
                  <a:cubicBezTo>
                    <a:pt x="139" y="20"/>
                    <a:pt x="139" y="20"/>
                    <a:pt x="139" y="20"/>
                  </a:cubicBezTo>
                  <a:moveTo>
                    <a:pt x="296" y="9"/>
                  </a:moveTo>
                  <a:cubicBezTo>
                    <a:pt x="295" y="13"/>
                    <a:pt x="295" y="13"/>
                    <a:pt x="295" y="13"/>
                  </a:cubicBezTo>
                  <a:cubicBezTo>
                    <a:pt x="301" y="14"/>
                    <a:pt x="306" y="16"/>
                    <a:pt x="312" y="18"/>
                  </a:cubicBezTo>
                  <a:cubicBezTo>
                    <a:pt x="313" y="14"/>
                    <a:pt x="313" y="14"/>
                    <a:pt x="313" y="14"/>
                  </a:cubicBezTo>
                  <a:cubicBezTo>
                    <a:pt x="308" y="12"/>
                    <a:pt x="302" y="10"/>
                    <a:pt x="296" y="9"/>
                  </a:cubicBezTo>
                  <a:moveTo>
                    <a:pt x="173" y="8"/>
                  </a:moveTo>
                  <a:cubicBezTo>
                    <a:pt x="167" y="10"/>
                    <a:pt x="161" y="12"/>
                    <a:pt x="155" y="14"/>
                  </a:cubicBezTo>
                  <a:cubicBezTo>
                    <a:pt x="157" y="18"/>
                    <a:pt x="157" y="18"/>
                    <a:pt x="157" y="18"/>
                  </a:cubicBezTo>
                  <a:cubicBezTo>
                    <a:pt x="163" y="16"/>
                    <a:pt x="168" y="14"/>
                    <a:pt x="174" y="13"/>
                  </a:cubicBezTo>
                  <a:cubicBezTo>
                    <a:pt x="173" y="8"/>
                    <a:pt x="173" y="8"/>
                    <a:pt x="173" y="8"/>
                  </a:cubicBezTo>
                  <a:moveTo>
                    <a:pt x="261" y="2"/>
                  </a:moveTo>
                  <a:cubicBezTo>
                    <a:pt x="261" y="6"/>
                    <a:pt x="261" y="6"/>
                    <a:pt x="261" y="6"/>
                  </a:cubicBezTo>
                  <a:cubicBezTo>
                    <a:pt x="266" y="7"/>
                    <a:pt x="272" y="8"/>
                    <a:pt x="278" y="9"/>
                  </a:cubicBezTo>
                  <a:cubicBezTo>
                    <a:pt x="279" y="5"/>
                    <a:pt x="279" y="5"/>
                    <a:pt x="279" y="5"/>
                  </a:cubicBezTo>
                  <a:cubicBezTo>
                    <a:pt x="273" y="4"/>
                    <a:pt x="267" y="2"/>
                    <a:pt x="261" y="2"/>
                  </a:cubicBezTo>
                  <a:moveTo>
                    <a:pt x="208" y="1"/>
                  </a:moveTo>
                  <a:cubicBezTo>
                    <a:pt x="202" y="2"/>
                    <a:pt x="196" y="3"/>
                    <a:pt x="190" y="4"/>
                  </a:cubicBezTo>
                  <a:cubicBezTo>
                    <a:pt x="191" y="9"/>
                    <a:pt x="191" y="9"/>
                    <a:pt x="191" y="9"/>
                  </a:cubicBezTo>
                  <a:cubicBezTo>
                    <a:pt x="197" y="8"/>
                    <a:pt x="202" y="7"/>
                    <a:pt x="208" y="6"/>
                  </a:cubicBezTo>
                  <a:cubicBezTo>
                    <a:pt x="208" y="1"/>
                    <a:pt x="208" y="1"/>
                    <a:pt x="208" y="1"/>
                  </a:cubicBezTo>
                  <a:moveTo>
                    <a:pt x="234" y="0"/>
                  </a:moveTo>
                  <a:cubicBezTo>
                    <a:pt x="231" y="0"/>
                    <a:pt x="228" y="0"/>
                    <a:pt x="226" y="0"/>
                  </a:cubicBezTo>
                  <a:cubicBezTo>
                    <a:pt x="226" y="5"/>
                    <a:pt x="226" y="5"/>
                    <a:pt x="226" y="5"/>
                  </a:cubicBezTo>
                  <a:cubicBezTo>
                    <a:pt x="231" y="5"/>
                    <a:pt x="237" y="5"/>
                    <a:pt x="243" y="5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0" y="0"/>
                    <a:pt x="237" y="0"/>
                    <a:pt x="2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8" name="任意多边形: 形状 107"/>
            <p:cNvSpPr>
              <a:spLocks noEditPoints="1"/>
            </p:cNvSpPr>
            <p:nvPr/>
          </p:nvSpPr>
          <p:spPr bwMode="auto">
            <a:xfrm>
              <a:off x="3711575" y="1047750"/>
              <a:ext cx="4772025" cy="4768850"/>
            </a:xfrm>
            <a:custGeom>
              <a:avLst/>
              <a:gdLst>
                <a:gd name="T0" fmla="*/ 662 w 1270"/>
                <a:gd name="T1" fmla="*/ 1269 h 1269"/>
                <a:gd name="T2" fmla="*/ 696 w 1270"/>
                <a:gd name="T3" fmla="*/ 1262 h 1269"/>
                <a:gd name="T4" fmla="*/ 539 w 1270"/>
                <a:gd name="T5" fmla="*/ 1258 h 1269"/>
                <a:gd name="T6" fmla="*/ 522 w 1270"/>
                <a:gd name="T7" fmla="*/ 1255 h 1269"/>
                <a:gd name="T8" fmla="*/ 487 w 1270"/>
                <a:gd name="T9" fmla="*/ 1252 h 1269"/>
                <a:gd name="T10" fmla="*/ 436 w 1270"/>
                <a:gd name="T11" fmla="*/ 1238 h 1269"/>
                <a:gd name="T12" fmla="*/ 404 w 1270"/>
                <a:gd name="T13" fmla="*/ 1222 h 1269"/>
                <a:gd name="T14" fmla="*/ 866 w 1270"/>
                <a:gd name="T15" fmla="*/ 1221 h 1269"/>
                <a:gd name="T16" fmla="*/ 900 w 1270"/>
                <a:gd name="T17" fmla="*/ 1211 h 1269"/>
                <a:gd name="T18" fmla="*/ 916 w 1270"/>
                <a:gd name="T19" fmla="*/ 1204 h 1269"/>
                <a:gd name="T20" fmla="*/ 945 w 1270"/>
                <a:gd name="T21" fmla="*/ 1183 h 1269"/>
                <a:gd name="T22" fmla="*/ 990 w 1270"/>
                <a:gd name="T23" fmla="*/ 1156 h 1269"/>
                <a:gd name="T24" fmla="*/ 252 w 1270"/>
                <a:gd name="T25" fmla="*/ 1135 h 1269"/>
                <a:gd name="T26" fmla="*/ 238 w 1270"/>
                <a:gd name="T27" fmla="*/ 1125 h 1269"/>
                <a:gd name="T28" fmla="*/ 208 w 1270"/>
                <a:gd name="T29" fmla="*/ 1105 h 1269"/>
                <a:gd name="T30" fmla="*/ 171 w 1270"/>
                <a:gd name="T31" fmla="*/ 1068 h 1269"/>
                <a:gd name="T32" fmla="*/ 151 w 1270"/>
                <a:gd name="T33" fmla="*/ 1039 h 1269"/>
                <a:gd name="T34" fmla="*/ 1119 w 1270"/>
                <a:gd name="T35" fmla="*/ 1039 h 1269"/>
                <a:gd name="T36" fmla="*/ 1144 w 1270"/>
                <a:gd name="T37" fmla="*/ 1014 h 1269"/>
                <a:gd name="T38" fmla="*/ 1154 w 1270"/>
                <a:gd name="T39" fmla="*/ 999 h 1269"/>
                <a:gd name="T40" fmla="*/ 1170 w 1270"/>
                <a:gd name="T41" fmla="*/ 968 h 1269"/>
                <a:gd name="T42" fmla="*/ 1196 w 1270"/>
                <a:gd name="T43" fmla="*/ 922 h 1269"/>
                <a:gd name="T44" fmla="*/ 58 w 1270"/>
                <a:gd name="T45" fmla="*/ 891 h 1269"/>
                <a:gd name="T46" fmla="*/ 51 w 1270"/>
                <a:gd name="T47" fmla="*/ 875 h 1269"/>
                <a:gd name="T48" fmla="*/ 35 w 1270"/>
                <a:gd name="T49" fmla="*/ 843 h 1269"/>
                <a:gd name="T50" fmla="*/ 19 w 1270"/>
                <a:gd name="T51" fmla="*/ 793 h 1269"/>
                <a:gd name="T52" fmla="*/ 16 w 1270"/>
                <a:gd name="T53" fmla="*/ 758 h 1269"/>
                <a:gd name="T54" fmla="*/ 1253 w 1270"/>
                <a:gd name="T55" fmla="*/ 756 h 1269"/>
                <a:gd name="T56" fmla="*/ 1263 w 1270"/>
                <a:gd name="T57" fmla="*/ 723 h 1269"/>
                <a:gd name="T58" fmla="*/ 1261 w 1270"/>
                <a:gd name="T59" fmla="*/ 705 h 1269"/>
                <a:gd name="T60" fmla="*/ 4 w 1270"/>
                <a:gd name="T61" fmla="*/ 654 h 1269"/>
                <a:gd name="T62" fmla="*/ 0 w 1270"/>
                <a:gd name="T63" fmla="*/ 636 h 1269"/>
                <a:gd name="T64" fmla="*/ 1 w 1270"/>
                <a:gd name="T65" fmla="*/ 601 h 1269"/>
                <a:gd name="T66" fmla="*/ 6 w 1270"/>
                <a:gd name="T67" fmla="*/ 548 h 1269"/>
                <a:gd name="T68" fmla="*/ 1263 w 1270"/>
                <a:gd name="T69" fmla="*/ 545 h 1269"/>
                <a:gd name="T70" fmla="*/ 1261 w 1270"/>
                <a:gd name="T71" fmla="*/ 527 h 1269"/>
                <a:gd name="T72" fmla="*/ 1249 w 1270"/>
                <a:gd name="T73" fmla="*/ 494 h 1269"/>
                <a:gd name="T74" fmla="*/ 1236 w 1270"/>
                <a:gd name="T75" fmla="*/ 443 h 1269"/>
                <a:gd name="T76" fmla="*/ 1228 w 1270"/>
                <a:gd name="T77" fmla="*/ 409 h 1269"/>
                <a:gd name="T78" fmla="*/ 53 w 1270"/>
                <a:gd name="T79" fmla="*/ 379 h 1269"/>
                <a:gd name="T80" fmla="*/ 72 w 1270"/>
                <a:gd name="T81" fmla="*/ 349 h 1269"/>
                <a:gd name="T82" fmla="*/ 81 w 1270"/>
                <a:gd name="T83" fmla="*/ 333 h 1269"/>
                <a:gd name="T84" fmla="*/ 94 w 1270"/>
                <a:gd name="T85" fmla="*/ 301 h 1269"/>
                <a:gd name="T86" fmla="*/ 124 w 1270"/>
                <a:gd name="T87" fmla="*/ 257 h 1269"/>
                <a:gd name="T88" fmla="*/ 1143 w 1270"/>
                <a:gd name="T89" fmla="*/ 255 h 1269"/>
                <a:gd name="T90" fmla="*/ 1132 w 1270"/>
                <a:gd name="T91" fmla="*/ 241 h 1269"/>
                <a:gd name="T92" fmla="*/ 1106 w 1270"/>
                <a:gd name="T93" fmla="*/ 217 h 1269"/>
                <a:gd name="T94" fmla="*/ 1070 w 1270"/>
                <a:gd name="T95" fmla="*/ 179 h 1269"/>
                <a:gd name="T96" fmla="*/ 1047 w 1270"/>
                <a:gd name="T97" fmla="*/ 152 h 1269"/>
                <a:gd name="T98" fmla="*/ 248 w 1270"/>
                <a:gd name="T99" fmla="*/ 132 h 1269"/>
                <a:gd name="T100" fmla="*/ 279 w 1270"/>
                <a:gd name="T101" fmla="*/ 115 h 1269"/>
                <a:gd name="T102" fmla="*/ 293 w 1270"/>
                <a:gd name="T103" fmla="*/ 105 h 1269"/>
                <a:gd name="T104" fmla="*/ 321 w 1270"/>
                <a:gd name="T105" fmla="*/ 83 h 1269"/>
                <a:gd name="T106" fmla="*/ 368 w 1270"/>
                <a:gd name="T107" fmla="*/ 59 h 1269"/>
                <a:gd name="T108" fmla="*/ 898 w 1270"/>
                <a:gd name="T109" fmla="*/ 57 h 1269"/>
                <a:gd name="T110" fmla="*/ 882 w 1270"/>
                <a:gd name="T111" fmla="*/ 50 h 1269"/>
                <a:gd name="T112" fmla="*/ 848 w 1270"/>
                <a:gd name="T113" fmla="*/ 42 h 1269"/>
                <a:gd name="T114" fmla="*/ 797 w 1270"/>
                <a:gd name="T115" fmla="*/ 26 h 1269"/>
                <a:gd name="T116" fmla="*/ 764 w 1270"/>
                <a:gd name="T117" fmla="*/ 14 h 1269"/>
                <a:gd name="T118" fmla="*/ 536 w 1270"/>
                <a:gd name="T119" fmla="*/ 8 h 1269"/>
                <a:gd name="T120" fmla="*/ 571 w 1270"/>
                <a:gd name="T121" fmla="*/ 8 h 1269"/>
                <a:gd name="T122" fmla="*/ 589 w 1270"/>
                <a:gd name="T123" fmla="*/ 6 h 1269"/>
                <a:gd name="T124" fmla="*/ 624 w 1270"/>
                <a:gd name="T125" fmla="*/ 0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>
                  </a:moveTo>
                  <a:cubicBezTo>
                    <a:pt x="609" y="1269"/>
                    <a:pt x="609" y="1269"/>
                    <a:pt x="609" y="1269"/>
                  </a:cubicBezTo>
                  <a:cubicBezTo>
                    <a:pt x="615" y="1269"/>
                    <a:pt x="620" y="1269"/>
                    <a:pt x="626" y="1269"/>
                  </a:cubicBezTo>
                  <a:cubicBezTo>
                    <a:pt x="626" y="1265"/>
                    <a:pt x="626" y="1265"/>
                    <a:pt x="626" y="1265"/>
                  </a:cubicBezTo>
                  <a:cubicBezTo>
                    <a:pt x="621" y="1265"/>
                    <a:pt x="615" y="1265"/>
                    <a:pt x="609" y="1264"/>
                  </a:cubicBezTo>
                  <a:moveTo>
                    <a:pt x="661" y="1264"/>
                  </a:moveTo>
                  <a:cubicBezTo>
                    <a:pt x="656" y="1265"/>
                    <a:pt x="650" y="1265"/>
                    <a:pt x="644" y="1265"/>
                  </a:cubicBezTo>
                  <a:cubicBezTo>
                    <a:pt x="644" y="1269"/>
                    <a:pt x="644" y="1269"/>
                    <a:pt x="644" y="1269"/>
                  </a:cubicBezTo>
                  <a:cubicBezTo>
                    <a:pt x="650" y="1269"/>
                    <a:pt x="656" y="1269"/>
                    <a:pt x="662" y="1269"/>
                  </a:cubicBezTo>
                  <a:cubicBezTo>
                    <a:pt x="661" y="1264"/>
                    <a:pt x="661" y="1264"/>
                    <a:pt x="661" y="1264"/>
                  </a:cubicBezTo>
                  <a:moveTo>
                    <a:pt x="574" y="1262"/>
                  </a:moveTo>
                  <a:cubicBezTo>
                    <a:pt x="574" y="1266"/>
                    <a:pt x="574" y="1266"/>
                    <a:pt x="574" y="1266"/>
                  </a:cubicBezTo>
                  <a:cubicBezTo>
                    <a:pt x="576" y="1267"/>
                    <a:pt x="579" y="1267"/>
                    <a:pt x="582" y="1267"/>
                  </a:cubicBezTo>
                  <a:cubicBezTo>
                    <a:pt x="585" y="1267"/>
                    <a:pt x="588" y="1268"/>
                    <a:pt x="591" y="1268"/>
                  </a:cubicBezTo>
                  <a:cubicBezTo>
                    <a:pt x="591" y="1264"/>
                    <a:pt x="591" y="1264"/>
                    <a:pt x="591" y="1264"/>
                  </a:cubicBezTo>
                  <a:cubicBezTo>
                    <a:pt x="588" y="1263"/>
                    <a:pt x="585" y="1263"/>
                    <a:pt x="582" y="1263"/>
                  </a:cubicBezTo>
                  <a:cubicBezTo>
                    <a:pt x="579" y="1263"/>
                    <a:pt x="577" y="1263"/>
                    <a:pt x="574" y="1262"/>
                  </a:cubicBezTo>
                  <a:moveTo>
                    <a:pt x="696" y="1262"/>
                  </a:moveTo>
                  <a:cubicBezTo>
                    <a:pt x="690" y="1263"/>
                    <a:pt x="685" y="1263"/>
                    <a:pt x="679" y="1264"/>
                  </a:cubicBezTo>
                  <a:cubicBezTo>
                    <a:pt x="679" y="1268"/>
                    <a:pt x="679" y="1268"/>
                    <a:pt x="679" y="1268"/>
                  </a:cubicBezTo>
                  <a:cubicBezTo>
                    <a:pt x="685" y="1268"/>
                    <a:pt x="691" y="1267"/>
                    <a:pt x="697" y="1266"/>
                  </a:cubicBezTo>
                  <a:cubicBezTo>
                    <a:pt x="696" y="1262"/>
                    <a:pt x="696" y="1262"/>
                    <a:pt x="696" y="1262"/>
                  </a:cubicBezTo>
                  <a:moveTo>
                    <a:pt x="539" y="1258"/>
                  </a:moveTo>
                  <a:cubicBezTo>
                    <a:pt x="538" y="1262"/>
                    <a:pt x="538" y="1262"/>
                    <a:pt x="538" y="1262"/>
                  </a:cubicBezTo>
                  <a:cubicBezTo>
                    <a:pt x="544" y="1263"/>
                    <a:pt x="550" y="1264"/>
                    <a:pt x="556" y="1264"/>
                  </a:cubicBezTo>
                  <a:cubicBezTo>
                    <a:pt x="557" y="1260"/>
                    <a:pt x="557" y="1260"/>
                    <a:pt x="557" y="1260"/>
                  </a:cubicBezTo>
                  <a:cubicBezTo>
                    <a:pt x="551" y="1260"/>
                    <a:pt x="545" y="1258"/>
                    <a:pt x="539" y="1258"/>
                  </a:cubicBezTo>
                  <a:moveTo>
                    <a:pt x="731" y="1257"/>
                  </a:moveTo>
                  <a:cubicBezTo>
                    <a:pt x="726" y="1258"/>
                    <a:pt x="720" y="1259"/>
                    <a:pt x="714" y="1260"/>
                  </a:cubicBezTo>
                  <a:cubicBezTo>
                    <a:pt x="714" y="1264"/>
                    <a:pt x="714" y="1264"/>
                    <a:pt x="714" y="1264"/>
                  </a:cubicBezTo>
                  <a:cubicBezTo>
                    <a:pt x="720" y="1264"/>
                    <a:pt x="726" y="1263"/>
                    <a:pt x="732" y="1262"/>
                  </a:cubicBezTo>
                  <a:cubicBezTo>
                    <a:pt x="731" y="1257"/>
                    <a:pt x="731" y="1257"/>
                    <a:pt x="731" y="1257"/>
                  </a:cubicBezTo>
                  <a:moveTo>
                    <a:pt x="505" y="1252"/>
                  </a:moveTo>
                  <a:cubicBezTo>
                    <a:pt x="504" y="1256"/>
                    <a:pt x="504" y="1256"/>
                    <a:pt x="504" y="1256"/>
                  </a:cubicBezTo>
                  <a:cubicBezTo>
                    <a:pt x="510" y="1257"/>
                    <a:pt x="515" y="1258"/>
                    <a:pt x="521" y="1259"/>
                  </a:cubicBezTo>
                  <a:cubicBezTo>
                    <a:pt x="522" y="1255"/>
                    <a:pt x="522" y="1255"/>
                    <a:pt x="522" y="1255"/>
                  </a:cubicBezTo>
                  <a:cubicBezTo>
                    <a:pt x="516" y="1254"/>
                    <a:pt x="510" y="1253"/>
                    <a:pt x="505" y="1252"/>
                  </a:cubicBezTo>
                  <a:moveTo>
                    <a:pt x="766" y="1252"/>
                  </a:moveTo>
                  <a:cubicBezTo>
                    <a:pt x="760" y="1253"/>
                    <a:pt x="754" y="1254"/>
                    <a:pt x="749" y="1255"/>
                  </a:cubicBezTo>
                  <a:cubicBezTo>
                    <a:pt x="749" y="1259"/>
                    <a:pt x="749" y="1259"/>
                    <a:pt x="749" y="1259"/>
                  </a:cubicBezTo>
                  <a:cubicBezTo>
                    <a:pt x="755" y="1258"/>
                    <a:pt x="761" y="1257"/>
                    <a:pt x="767" y="1256"/>
                  </a:cubicBezTo>
                  <a:cubicBezTo>
                    <a:pt x="766" y="1252"/>
                    <a:pt x="766" y="1252"/>
                    <a:pt x="766" y="1252"/>
                  </a:cubicBezTo>
                  <a:moveTo>
                    <a:pt x="471" y="1243"/>
                  </a:moveTo>
                  <a:cubicBezTo>
                    <a:pt x="470" y="1248"/>
                    <a:pt x="470" y="1248"/>
                    <a:pt x="470" y="1248"/>
                  </a:cubicBezTo>
                  <a:cubicBezTo>
                    <a:pt x="475" y="1249"/>
                    <a:pt x="481" y="1251"/>
                    <a:pt x="487" y="1252"/>
                  </a:cubicBezTo>
                  <a:cubicBezTo>
                    <a:pt x="488" y="1248"/>
                    <a:pt x="488" y="1248"/>
                    <a:pt x="488" y="1248"/>
                  </a:cubicBezTo>
                  <a:cubicBezTo>
                    <a:pt x="482" y="1246"/>
                    <a:pt x="476" y="1245"/>
                    <a:pt x="471" y="1243"/>
                  </a:cubicBezTo>
                  <a:moveTo>
                    <a:pt x="800" y="1243"/>
                  </a:moveTo>
                  <a:cubicBezTo>
                    <a:pt x="794" y="1245"/>
                    <a:pt x="788" y="1246"/>
                    <a:pt x="783" y="1248"/>
                  </a:cubicBezTo>
                  <a:cubicBezTo>
                    <a:pt x="784" y="1252"/>
                    <a:pt x="784" y="1252"/>
                    <a:pt x="784" y="1252"/>
                  </a:cubicBezTo>
                  <a:cubicBezTo>
                    <a:pt x="789" y="1250"/>
                    <a:pt x="795" y="1249"/>
                    <a:pt x="801" y="1248"/>
                  </a:cubicBezTo>
                  <a:cubicBezTo>
                    <a:pt x="800" y="1243"/>
                    <a:pt x="800" y="1243"/>
                    <a:pt x="800" y="1243"/>
                  </a:cubicBezTo>
                  <a:moveTo>
                    <a:pt x="437" y="1234"/>
                  </a:moveTo>
                  <a:cubicBezTo>
                    <a:pt x="436" y="1238"/>
                    <a:pt x="436" y="1238"/>
                    <a:pt x="436" y="1238"/>
                  </a:cubicBezTo>
                  <a:cubicBezTo>
                    <a:pt x="441" y="1239"/>
                    <a:pt x="447" y="1241"/>
                    <a:pt x="453" y="1243"/>
                  </a:cubicBezTo>
                  <a:cubicBezTo>
                    <a:pt x="454" y="1239"/>
                    <a:pt x="454" y="1239"/>
                    <a:pt x="454" y="1239"/>
                  </a:cubicBezTo>
                  <a:cubicBezTo>
                    <a:pt x="448" y="1237"/>
                    <a:pt x="443" y="1235"/>
                    <a:pt x="437" y="1234"/>
                  </a:cubicBezTo>
                  <a:moveTo>
                    <a:pt x="833" y="1233"/>
                  </a:moveTo>
                  <a:cubicBezTo>
                    <a:pt x="828" y="1235"/>
                    <a:pt x="822" y="1237"/>
                    <a:pt x="816" y="1238"/>
                  </a:cubicBezTo>
                  <a:cubicBezTo>
                    <a:pt x="818" y="1242"/>
                    <a:pt x="818" y="1242"/>
                    <a:pt x="818" y="1242"/>
                  </a:cubicBezTo>
                  <a:cubicBezTo>
                    <a:pt x="823" y="1241"/>
                    <a:pt x="829" y="1239"/>
                    <a:pt x="834" y="1237"/>
                  </a:cubicBezTo>
                  <a:cubicBezTo>
                    <a:pt x="833" y="1233"/>
                    <a:pt x="833" y="1233"/>
                    <a:pt x="833" y="1233"/>
                  </a:cubicBezTo>
                  <a:moveTo>
                    <a:pt x="404" y="1222"/>
                  </a:moveTo>
                  <a:cubicBezTo>
                    <a:pt x="403" y="1226"/>
                    <a:pt x="403" y="1226"/>
                    <a:pt x="403" y="1226"/>
                  </a:cubicBezTo>
                  <a:cubicBezTo>
                    <a:pt x="408" y="1228"/>
                    <a:pt x="413" y="1230"/>
                    <a:pt x="419" y="1232"/>
                  </a:cubicBezTo>
                  <a:cubicBezTo>
                    <a:pt x="421" y="1228"/>
                    <a:pt x="421" y="1228"/>
                    <a:pt x="421" y="1228"/>
                  </a:cubicBezTo>
                  <a:cubicBezTo>
                    <a:pt x="415" y="1226"/>
                    <a:pt x="410" y="1224"/>
                    <a:pt x="404" y="1222"/>
                  </a:cubicBezTo>
                  <a:moveTo>
                    <a:pt x="866" y="1221"/>
                  </a:moveTo>
                  <a:cubicBezTo>
                    <a:pt x="861" y="1223"/>
                    <a:pt x="855" y="1225"/>
                    <a:pt x="850" y="1227"/>
                  </a:cubicBezTo>
                  <a:cubicBezTo>
                    <a:pt x="851" y="1231"/>
                    <a:pt x="851" y="1231"/>
                    <a:pt x="851" y="1231"/>
                  </a:cubicBezTo>
                  <a:cubicBezTo>
                    <a:pt x="857" y="1229"/>
                    <a:pt x="862" y="1227"/>
                    <a:pt x="868" y="1225"/>
                  </a:cubicBezTo>
                  <a:cubicBezTo>
                    <a:pt x="866" y="1221"/>
                    <a:pt x="866" y="1221"/>
                    <a:pt x="866" y="1221"/>
                  </a:cubicBezTo>
                  <a:moveTo>
                    <a:pt x="372" y="1208"/>
                  </a:moveTo>
                  <a:cubicBezTo>
                    <a:pt x="370" y="1212"/>
                    <a:pt x="370" y="1212"/>
                    <a:pt x="370" y="1212"/>
                  </a:cubicBezTo>
                  <a:cubicBezTo>
                    <a:pt x="375" y="1214"/>
                    <a:pt x="381" y="1217"/>
                    <a:pt x="386" y="1219"/>
                  </a:cubicBezTo>
                  <a:cubicBezTo>
                    <a:pt x="388" y="1215"/>
                    <a:pt x="388" y="1215"/>
                    <a:pt x="388" y="1215"/>
                  </a:cubicBezTo>
                  <a:cubicBezTo>
                    <a:pt x="382" y="1212"/>
                    <a:pt x="377" y="1210"/>
                    <a:pt x="372" y="1208"/>
                  </a:cubicBezTo>
                  <a:moveTo>
                    <a:pt x="898" y="1207"/>
                  </a:moveTo>
                  <a:cubicBezTo>
                    <a:pt x="893" y="1210"/>
                    <a:pt x="888" y="1212"/>
                    <a:pt x="882" y="1215"/>
                  </a:cubicBezTo>
                  <a:cubicBezTo>
                    <a:pt x="884" y="1219"/>
                    <a:pt x="884" y="1219"/>
                    <a:pt x="884" y="1219"/>
                  </a:cubicBezTo>
                  <a:cubicBezTo>
                    <a:pt x="889" y="1216"/>
                    <a:pt x="895" y="1214"/>
                    <a:pt x="900" y="1211"/>
                  </a:cubicBezTo>
                  <a:cubicBezTo>
                    <a:pt x="898" y="1207"/>
                    <a:pt x="898" y="1207"/>
                    <a:pt x="898" y="1207"/>
                  </a:cubicBezTo>
                  <a:moveTo>
                    <a:pt x="340" y="1192"/>
                  </a:moveTo>
                  <a:cubicBezTo>
                    <a:pt x="338" y="1196"/>
                    <a:pt x="338" y="1196"/>
                    <a:pt x="338" y="1196"/>
                  </a:cubicBezTo>
                  <a:cubicBezTo>
                    <a:pt x="343" y="1199"/>
                    <a:pt x="349" y="1201"/>
                    <a:pt x="354" y="1204"/>
                  </a:cubicBezTo>
                  <a:cubicBezTo>
                    <a:pt x="356" y="1200"/>
                    <a:pt x="356" y="1200"/>
                    <a:pt x="356" y="1200"/>
                  </a:cubicBezTo>
                  <a:cubicBezTo>
                    <a:pt x="351" y="1197"/>
                    <a:pt x="345" y="1195"/>
                    <a:pt x="340" y="1192"/>
                  </a:cubicBezTo>
                  <a:moveTo>
                    <a:pt x="930" y="1192"/>
                  </a:moveTo>
                  <a:cubicBezTo>
                    <a:pt x="924" y="1194"/>
                    <a:pt x="919" y="1197"/>
                    <a:pt x="914" y="1200"/>
                  </a:cubicBezTo>
                  <a:cubicBezTo>
                    <a:pt x="916" y="1204"/>
                    <a:pt x="916" y="1204"/>
                    <a:pt x="916" y="1204"/>
                  </a:cubicBezTo>
                  <a:cubicBezTo>
                    <a:pt x="921" y="1201"/>
                    <a:pt x="926" y="1199"/>
                    <a:pt x="932" y="1196"/>
                  </a:cubicBezTo>
                  <a:cubicBezTo>
                    <a:pt x="930" y="1192"/>
                    <a:pt x="930" y="1192"/>
                    <a:pt x="930" y="1192"/>
                  </a:cubicBezTo>
                  <a:moveTo>
                    <a:pt x="310" y="1175"/>
                  </a:moveTo>
                  <a:cubicBezTo>
                    <a:pt x="307" y="1179"/>
                    <a:pt x="307" y="1179"/>
                    <a:pt x="307" y="1179"/>
                  </a:cubicBezTo>
                  <a:cubicBezTo>
                    <a:pt x="312" y="1182"/>
                    <a:pt x="317" y="1185"/>
                    <a:pt x="323" y="1188"/>
                  </a:cubicBezTo>
                  <a:cubicBezTo>
                    <a:pt x="325" y="1184"/>
                    <a:pt x="325" y="1184"/>
                    <a:pt x="325" y="1184"/>
                  </a:cubicBezTo>
                  <a:cubicBezTo>
                    <a:pt x="320" y="1181"/>
                    <a:pt x="315" y="1178"/>
                    <a:pt x="310" y="1175"/>
                  </a:cubicBezTo>
                  <a:moveTo>
                    <a:pt x="960" y="1175"/>
                  </a:moveTo>
                  <a:cubicBezTo>
                    <a:pt x="955" y="1178"/>
                    <a:pt x="950" y="1181"/>
                    <a:pt x="945" y="1183"/>
                  </a:cubicBezTo>
                  <a:cubicBezTo>
                    <a:pt x="947" y="1187"/>
                    <a:pt x="947" y="1187"/>
                    <a:pt x="947" y="1187"/>
                  </a:cubicBezTo>
                  <a:cubicBezTo>
                    <a:pt x="952" y="1184"/>
                    <a:pt x="957" y="1181"/>
                    <a:pt x="962" y="1178"/>
                  </a:cubicBezTo>
                  <a:cubicBezTo>
                    <a:pt x="960" y="1175"/>
                    <a:pt x="960" y="1175"/>
                    <a:pt x="960" y="1175"/>
                  </a:cubicBezTo>
                  <a:moveTo>
                    <a:pt x="280" y="1156"/>
                  </a:moveTo>
                  <a:cubicBezTo>
                    <a:pt x="278" y="1160"/>
                    <a:pt x="278" y="1160"/>
                    <a:pt x="278" y="1160"/>
                  </a:cubicBezTo>
                  <a:cubicBezTo>
                    <a:pt x="282" y="1163"/>
                    <a:pt x="287" y="1166"/>
                    <a:pt x="292" y="1169"/>
                  </a:cubicBezTo>
                  <a:cubicBezTo>
                    <a:pt x="295" y="1166"/>
                    <a:pt x="295" y="1166"/>
                    <a:pt x="295" y="1166"/>
                  </a:cubicBezTo>
                  <a:cubicBezTo>
                    <a:pt x="290" y="1163"/>
                    <a:pt x="285" y="1159"/>
                    <a:pt x="280" y="1156"/>
                  </a:cubicBezTo>
                  <a:moveTo>
                    <a:pt x="990" y="1156"/>
                  </a:moveTo>
                  <a:cubicBezTo>
                    <a:pt x="985" y="1159"/>
                    <a:pt x="980" y="1162"/>
                    <a:pt x="975" y="1165"/>
                  </a:cubicBezTo>
                  <a:cubicBezTo>
                    <a:pt x="977" y="1169"/>
                    <a:pt x="977" y="1169"/>
                    <a:pt x="977" y="1169"/>
                  </a:cubicBezTo>
                  <a:cubicBezTo>
                    <a:pt x="982" y="1166"/>
                    <a:pt x="987" y="1163"/>
                    <a:pt x="992" y="1159"/>
                  </a:cubicBezTo>
                  <a:cubicBezTo>
                    <a:pt x="990" y="1156"/>
                    <a:pt x="990" y="1156"/>
                    <a:pt x="990" y="1156"/>
                  </a:cubicBezTo>
                  <a:moveTo>
                    <a:pt x="252" y="1135"/>
                  </a:moveTo>
                  <a:cubicBezTo>
                    <a:pt x="249" y="1139"/>
                    <a:pt x="249" y="1139"/>
                    <a:pt x="249" y="1139"/>
                  </a:cubicBezTo>
                  <a:cubicBezTo>
                    <a:pt x="254" y="1143"/>
                    <a:pt x="258" y="1146"/>
                    <a:pt x="263" y="1149"/>
                  </a:cubicBezTo>
                  <a:cubicBezTo>
                    <a:pt x="266" y="1146"/>
                    <a:pt x="266" y="1146"/>
                    <a:pt x="266" y="1146"/>
                  </a:cubicBezTo>
                  <a:cubicBezTo>
                    <a:pt x="261" y="1143"/>
                    <a:pt x="256" y="1139"/>
                    <a:pt x="252" y="1135"/>
                  </a:cubicBezTo>
                  <a:moveTo>
                    <a:pt x="1018" y="1135"/>
                  </a:moveTo>
                  <a:cubicBezTo>
                    <a:pt x="1013" y="1139"/>
                    <a:pt x="1009" y="1142"/>
                    <a:pt x="1004" y="1146"/>
                  </a:cubicBezTo>
                  <a:cubicBezTo>
                    <a:pt x="1006" y="1149"/>
                    <a:pt x="1006" y="1149"/>
                    <a:pt x="1006" y="1149"/>
                  </a:cubicBezTo>
                  <a:cubicBezTo>
                    <a:pt x="1011" y="1146"/>
                    <a:pt x="1016" y="1142"/>
                    <a:pt x="1021" y="1139"/>
                  </a:cubicBezTo>
                  <a:cubicBezTo>
                    <a:pt x="1018" y="1135"/>
                    <a:pt x="1018" y="1135"/>
                    <a:pt x="1018" y="1135"/>
                  </a:cubicBezTo>
                  <a:moveTo>
                    <a:pt x="224" y="1113"/>
                  </a:moveTo>
                  <a:cubicBezTo>
                    <a:pt x="221" y="1117"/>
                    <a:pt x="221" y="1117"/>
                    <a:pt x="221" y="1117"/>
                  </a:cubicBezTo>
                  <a:cubicBezTo>
                    <a:pt x="226" y="1121"/>
                    <a:pt x="231" y="1124"/>
                    <a:pt x="235" y="1128"/>
                  </a:cubicBezTo>
                  <a:cubicBezTo>
                    <a:pt x="238" y="1125"/>
                    <a:pt x="238" y="1125"/>
                    <a:pt x="238" y="1125"/>
                  </a:cubicBezTo>
                  <a:cubicBezTo>
                    <a:pt x="233" y="1121"/>
                    <a:pt x="229" y="1117"/>
                    <a:pt x="224" y="1113"/>
                  </a:cubicBezTo>
                  <a:moveTo>
                    <a:pt x="1045" y="1113"/>
                  </a:moveTo>
                  <a:cubicBezTo>
                    <a:pt x="1040" y="1117"/>
                    <a:pt x="1036" y="1121"/>
                    <a:pt x="1031" y="1124"/>
                  </a:cubicBezTo>
                  <a:cubicBezTo>
                    <a:pt x="1034" y="1128"/>
                    <a:pt x="1034" y="1128"/>
                    <a:pt x="1034" y="1128"/>
                  </a:cubicBezTo>
                  <a:cubicBezTo>
                    <a:pt x="1039" y="1124"/>
                    <a:pt x="1043" y="1120"/>
                    <a:pt x="1048" y="1117"/>
                  </a:cubicBezTo>
                  <a:cubicBezTo>
                    <a:pt x="1045" y="1113"/>
                    <a:pt x="1045" y="1113"/>
                    <a:pt x="1045" y="1113"/>
                  </a:cubicBezTo>
                  <a:moveTo>
                    <a:pt x="198" y="1090"/>
                  </a:moveTo>
                  <a:cubicBezTo>
                    <a:pt x="195" y="1093"/>
                    <a:pt x="195" y="1093"/>
                    <a:pt x="195" y="1093"/>
                  </a:cubicBezTo>
                  <a:cubicBezTo>
                    <a:pt x="200" y="1097"/>
                    <a:pt x="204" y="1101"/>
                    <a:pt x="208" y="1105"/>
                  </a:cubicBezTo>
                  <a:cubicBezTo>
                    <a:pt x="211" y="1102"/>
                    <a:pt x="211" y="1102"/>
                    <a:pt x="211" y="1102"/>
                  </a:cubicBezTo>
                  <a:cubicBezTo>
                    <a:pt x="207" y="1098"/>
                    <a:pt x="203" y="1094"/>
                    <a:pt x="198" y="1090"/>
                  </a:cubicBezTo>
                  <a:moveTo>
                    <a:pt x="1071" y="1089"/>
                  </a:moveTo>
                  <a:cubicBezTo>
                    <a:pt x="1067" y="1094"/>
                    <a:pt x="1062" y="1098"/>
                    <a:pt x="1058" y="1102"/>
                  </a:cubicBezTo>
                  <a:cubicBezTo>
                    <a:pt x="1061" y="1105"/>
                    <a:pt x="1061" y="1105"/>
                    <a:pt x="1061" y="1105"/>
                  </a:cubicBezTo>
                  <a:cubicBezTo>
                    <a:pt x="1065" y="1101"/>
                    <a:pt x="1070" y="1097"/>
                    <a:pt x="1074" y="1093"/>
                  </a:cubicBezTo>
                  <a:cubicBezTo>
                    <a:pt x="1071" y="1089"/>
                    <a:pt x="1071" y="1089"/>
                    <a:pt x="1071" y="1089"/>
                  </a:cubicBezTo>
                  <a:moveTo>
                    <a:pt x="174" y="1065"/>
                  </a:moveTo>
                  <a:cubicBezTo>
                    <a:pt x="171" y="1068"/>
                    <a:pt x="171" y="1068"/>
                    <a:pt x="171" y="1068"/>
                  </a:cubicBezTo>
                  <a:cubicBezTo>
                    <a:pt x="175" y="1072"/>
                    <a:pt x="179" y="1077"/>
                    <a:pt x="183" y="1081"/>
                  </a:cubicBezTo>
                  <a:cubicBezTo>
                    <a:pt x="186" y="1078"/>
                    <a:pt x="186" y="1078"/>
                    <a:pt x="186" y="1078"/>
                  </a:cubicBezTo>
                  <a:cubicBezTo>
                    <a:pt x="182" y="1074"/>
                    <a:pt x="178" y="1069"/>
                    <a:pt x="174" y="1065"/>
                  </a:cubicBezTo>
                  <a:moveTo>
                    <a:pt x="1096" y="1065"/>
                  </a:moveTo>
                  <a:cubicBezTo>
                    <a:pt x="1092" y="1069"/>
                    <a:pt x="1087" y="1073"/>
                    <a:pt x="1084" y="1077"/>
                  </a:cubicBezTo>
                  <a:cubicBezTo>
                    <a:pt x="1086" y="1081"/>
                    <a:pt x="1086" y="1081"/>
                    <a:pt x="1086" y="1081"/>
                  </a:cubicBezTo>
                  <a:cubicBezTo>
                    <a:pt x="1091" y="1076"/>
                    <a:pt x="1095" y="1072"/>
                    <a:pt x="1099" y="1068"/>
                  </a:cubicBezTo>
                  <a:cubicBezTo>
                    <a:pt x="1096" y="1065"/>
                    <a:pt x="1096" y="1065"/>
                    <a:pt x="1096" y="1065"/>
                  </a:cubicBezTo>
                  <a:moveTo>
                    <a:pt x="151" y="1039"/>
                  </a:moveTo>
                  <a:cubicBezTo>
                    <a:pt x="147" y="1042"/>
                    <a:pt x="147" y="1042"/>
                    <a:pt x="147" y="1042"/>
                  </a:cubicBezTo>
                  <a:cubicBezTo>
                    <a:pt x="151" y="1046"/>
                    <a:pt x="155" y="1051"/>
                    <a:pt x="159" y="1055"/>
                  </a:cubicBezTo>
                  <a:cubicBezTo>
                    <a:pt x="162" y="1052"/>
                    <a:pt x="162" y="1052"/>
                    <a:pt x="162" y="1052"/>
                  </a:cubicBezTo>
                  <a:cubicBezTo>
                    <a:pt x="158" y="1048"/>
                    <a:pt x="154" y="1043"/>
                    <a:pt x="151" y="1039"/>
                  </a:cubicBezTo>
                  <a:moveTo>
                    <a:pt x="1119" y="1039"/>
                  </a:moveTo>
                  <a:cubicBezTo>
                    <a:pt x="1115" y="1043"/>
                    <a:pt x="1111" y="1048"/>
                    <a:pt x="1107" y="1052"/>
                  </a:cubicBezTo>
                  <a:cubicBezTo>
                    <a:pt x="1111" y="1055"/>
                    <a:pt x="1111" y="1055"/>
                    <a:pt x="1111" y="1055"/>
                  </a:cubicBezTo>
                  <a:cubicBezTo>
                    <a:pt x="1115" y="1050"/>
                    <a:pt x="1118" y="1046"/>
                    <a:pt x="1122" y="1041"/>
                  </a:cubicBezTo>
                  <a:cubicBezTo>
                    <a:pt x="1119" y="1039"/>
                    <a:pt x="1119" y="1039"/>
                    <a:pt x="1119" y="1039"/>
                  </a:cubicBezTo>
                  <a:moveTo>
                    <a:pt x="129" y="1011"/>
                  </a:moveTo>
                  <a:cubicBezTo>
                    <a:pt x="125" y="1014"/>
                    <a:pt x="125" y="1014"/>
                    <a:pt x="125" y="1014"/>
                  </a:cubicBezTo>
                  <a:cubicBezTo>
                    <a:pt x="129" y="1018"/>
                    <a:pt x="132" y="1023"/>
                    <a:pt x="136" y="1028"/>
                  </a:cubicBezTo>
                  <a:cubicBezTo>
                    <a:pt x="140" y="1025"/>
                    <a:pt x="140" y="1025"/>
                    <a:pt x="140" y="1025"/>
                  </a:cubicBezTo>
                  <a:cubicBezTo>
                    <a:pt x="136" y="1021"/>
                    <a:pt x="132" y="1016"/>
                    <a:pt x="129" y="1011"/>
                  </a:cubicBezTo>
                  <a:moveTo>
                    <a:pt x="1141" y="1011"/>
                  </a:moveTo>
                  <a:cubicBezTo>
                    <a:pt x="1137" y="1015"/>
                    <a:pt x="1134" y="1020"/>
                    <a:pt x="1130" y="1025"/>
                  </a:cubicBezTo>
                  <a:cubicBezTo>
                    <a:pt x="1133" y="1028"/>
                    <a:pt x="1133" y="1028"/>
                    <a:pt x="1133" y="1028"/>
                  </a:cubicBezTo>
                  <a:cubicBezTo>
                    <a:pt x="1137" y="1023"/>
                    <a:pt x="1141" y="1018"/>
                    <a:pt x="1144" y="1014"/>
                  </a:cubicBezTo>
                  <a:cubicBezTo>
                    <a:pt x="1141" y="1011"/>
                    <a:pt x="1141" y="1011"/>
                    <a:pt x="1141" y="1011"/>
                  </a:cubicBezTo>
                  <a:moveTo>
                    <a:pt x="109" y="982"/>
                  </a:moveTo>
                  <a:cubicBezTo>
                    <a:pt x="105" y="985"/>
                    <a:pt x="105" y="985"/>
                    <a:pt x="105" y="985"/>
                  </a:cubicBezTo>
                  <a:cubicBezTo>
                    <a:pt x="108" y="990"/>
                    <a:pt x="112" y="995"/>
                    <a:pt x="115" y="999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5" y="992"/>
                    <a:pt x="112" y="988"/>
                    <a:pt x="109" y="982"/>
                  </a:cubicBezTo>
                  <a:moveTo>
                    <a:pt x="1161" y="982"/>
                  </a:moveTo>
                  <a:cubicBezTo>
                    <a:pt x="1158" y="987"/>
                    <a:pt x="1154" y="992"/>
                    <a:pt x="1151" y="997"/>
                  </a:cubicBezTo>
                  <a:cubicBezTo>
                    <a:pt x="1154" y="999"/>
                    <a:pt x="1154" y="999"/>
                    <a:pt x="1154" y="999"/>
                  </a:cubicBezTo>
                  <a:cubicBezTo>
                    <a:pt x="1158" y="995"/>
                    <a:pt x="1161" y="990"/>
                    <a:pt x="1164" y="985"/>
                  </a:cubicBezTo>
                  <a:cubicBezTo>
                    <a:pt x="1161" y="982"/>
                    <a:pt x="1161" y="982"/>
                    <a:pt x="1161" y="982"/>
                  </a:cubicBezTo>
                  <a:moveTo>
                    <a:pt x="90" y="953"/>
                  </a:moveTo>
                  <a:cubicBezTo>
                    <a:pt x="86" y="955"/>
                    <a:pt x="86" y="955"/>
                    <a:pt x="86" y="955"/>
                  </a:cubicBezTo>
                  <a:cubicBezTo>
                    <a:pt x="89" y="960"/>
                    <a:pt x="92" y="965"/>
                    <a:pt x="95" y="970"/>
                  </a:cubicBezTo>
                  <a:cubicBezTo>
                    <a:pt x="99" y="968"/>
                    <a:pt x="99" y="968"/>
                    <a:pt x="99" y="968"/>
                  </a:cubicBezTo>
                  <a:cubicBezTo>
                    <a:pt x="96" y="963"/>
                    <a:pt x="93" y="958"/>
                    <a:pt x="90" y="953"/>
                  </a:cubicBezTo>
                  <a:moveTo>
                    <a:pt x="1179" y="952"/>
                  </a:moveTo>
                  <a:cubicBezTo>
                    <a:pt x="1176" y="958"/>
                    <a:pt x="1173" y="963"/>
                    <a:pt x="1170" y="968"/>
                  </a:cubicBezTo>
                  <a:cubicBezTo>
                    <a:pt x="1174" y="970"/>
                    <a:pt x="1174" y="970"/>
                    <a:pt x="1174" y="970"/>
                  </a:cubicBezTo>
                  <a:cubicBezTo>
                    <a:pt x="1177" y="965"/>
                    <a:pt x="1180" y="960"/>
                    <a:pt x="1183" y="955"/>
                  </a:cubicBezTo>
                  <a:cubicBezTo>
                    <a:pt x="1179" y="952"/>
                    <a:pt x="1179" y="952"/>
                    <a:pt x="1179" y="952"/>
                  </a:cubicBezTo>
                  <a:moveTo>
                    <a:pt x="73" y="922"/>
                  </a:moveTo>
                  <a:cubicBezTo>
                    <a:pt x="69" y="924"/>
                    <a:pt x="69" y="924"/>
                    <a:pt x="69" y="924"/>
                  </a:cubicBezTo>
                  <a:cubicBezTo>
                    <a:pt x="72" y="930"/>
                    <a:pt x="75" y="935"/>
                    <a:pt x="78" y="940"/>
                  </a:cubicBezTo>
                  <a:cubicBezTo>
                    <a:pt x="82" y="938"/>
                    <a:pt x="82" y="938"/>
                    <a:pt x="82" y="938"/>
                  </a:cubicBezTo>
                  <a:cubicBezTo>
                    <a:pt x="79" y="933"/>
                    <a:pt x="76" y="927"/>
                    <a:pt x="73" y="922"/>
                  </a:cubicBezTo>
                  <a:moveTo>
                    <a:pt x="1196" y="922"/>
                  </a:moveTo>
                  <a:cubicBezTo>
                    <a:pt x="1193" y="927"/>
                    <a:pt x="1191" y="932"/>
                    <a:pt x="1188" y="937"/>
                  </a:cubicBezTo>
                  <a:cubicBezTo>
                    <a:pt x="1192" y="939"/>
                    <a:pt x="1192" y="939"/>
                    <a:pt x="1192" y="939"/>
                  </a:cubicBezTo>
                  <a:cubicBezTo>
                    <a:pt x="1195" y="934"/>
                    <a:pt x="1197" y="929"/>
                    <a:pt x="1200" y="924"/>
                  </a:cubicBezTo>
                  <a:cubicBezTo>
                    <a:pt x="1196" y="922"/>
                    <a:pt x="1196" y="922"/>
                    <a:pt x="1196" y="922"/>
                  </a:cubicBezTo>
                  <a:moveTo>
                    <a:pt x="58" y="891"/>
                  </a:moveTo>
                  <a:cubicBezTo>
                    <a:pt x="54" y="892"/>
                    <a:pt x="54" y="892"/>
                    <a:pt x="54" y="892"/>
                  </a:cubicBezTo>
                  <a:cubicBezTo>
                    <a:pt x="57" y="898"/>
                    <a:pt x="59" y="903"/>
                    <a:pt x="62" y="909"/>
                  </a:cubicBezTo>
                  <a:cubicBezTo>
                    <a:pt x="66" y="907"/>
                    <a:pt x="66" y="907"/>
                    <a:pt x="66" y="907"/>
                  </a:cubicBezTo>
                  <a:cubicBezTo>
                    <a:pt x="63" y="901"/>
                    <a:pt x="61" y="896"/>
                    <a:pt x="58" y="891"/>
                  </a:cubicBezTo>
                  <a:moveTo>
                    <a:pt x="1211" y="890"/>
                  </a:moveTo>
                  <a:cubicBezTo>
                    <a:pt x="1209" y="895"/>
                    <a:pt x="1206" y="901"/>
                    <a:pt x="1204" y="906"/>
                  </a:cubicBezTo>
                  <a:cubicBezTo>
                    <a:pt x="1208" y="908"/>
                    <a:pt x="1208" y="908"/>
                    <a:pt x="1208" y="908"/>
                  </a:cubicBezTo>
                  <a:cubicBezTo>
                    <a:pt x="1210" y="903"/>
                    <a:pt x="1213" y="897"/>
                    <a:pt x="1215" y="892"/>
                  </a:cubicBezTo>
                  <a:cubicBezTo>
                    <a:pt x="1211" y="890"/>
                    <a:pt x="1211" y="890"/>
                    <a:pt x="1211" y="890"/>
                  </a:cubicBezTo>
                  <a:moveTo>
                    <a:pt x="45" y="859"/>
                  </a:moveTo>
                  <a:cubicBezTo>
                    <a:pt x="41" y="860"/>
                    <a:pt x="41" y="860"/>
                    <a:pt x="41" y="860"/>
                  </a:cubicBezTo>
                  <a:cubicBezTo>
                    <a:pt x="43" y="866"/>
                    <a:pt x="45" y="871"/>
                    <a:pt x="47" y="876"/>
                  </a:cubicBezTo>
                  <a:cubicBezTo>
                    <a:pt x="51" y="875"/>
                    <a:pt x="51" y="875"/>
                    <a:pt x="51" y="875"/>
                  </a:cubicBezTo>
                  <a:cubicBezTo>
                    <a:pt x="49" y="869"/>
                    <a:pt x="47" y="864"/>
                    <a:pt x="45" y="859"/>
                  </a:cubicBezTo>
                  <a:moveTo>
                    <a:pt x="1225" y="858"/>
                  </a:moveTo>
                  <a:cubicBezTo>
                    <a:pt x="1223" y="863"/>
                    <a:pt x="1221" y="869"/>
                    <a:pt x="1218" y="874"/>
                  </a:cubicBezTo>
                  <a:cubicBezTo>
                    <a:pt x="1222" y="875"/>
                    <a:pt x="1222" y="875"/>
                    <a:pt x="1222" y="875"/>
                  </a:cubicBezTo>
                  <a:cubicBezTo>
                    <a:pt x="1225" y="870"/>
                    <a:pt x="1227" y="865"/>
                    <a:pt x="1229" y="859"/>
                  </a:cubicBezTo>
                  <a:cubicBezTo>
                    <a:pt x="1225" y="858"/>
                    <a:pt x="1225" y="858"/>
                    <a:pt x="1225" y="858"/>
                  </a:cubicBezTo>
                  <a:moveTo>
                    <a:pt x="33" y="825"/>
                  </a:moveTo>
                  <a:cubicBezTo>
                    <a:pt x="29" y="827"/>
                    <a:pt x="29" y="827"/>
                    <a:pt x="29" y="827"/>
                  </a:cubicBezTo>
                  <a:cubicBezTo>
                    <a:pt x="31" y="832"/>
                    <a:pt x="33" y="838"/>
                    <a:pt x="35" y="843"/>
                  </a:cubicBezTo>
                  <a:cubicBezTo>
                    <a:pt x="39" y="842"/>
                    <a:pt x="39" y="842"/>
                    <a:pt x="39" y="842"/>
                  </a:cubicBezTo>
                  <a:cubicBezTo>
                    <a:pt x="37" y="837"/>
                    <a:pt x="35" y="831"/>
                    <a:pt x="33" y="825"/>
                  </a:cubicBezTo>
                  <a:moveTo>
                    <a:pt x="1236" y="824"/>
                  </a:moveTo>
                  <a:cubicBezTo>
                    <a:pt x="1234" y="830"/>
                    <a:pt x="1233" y="836"/>
                    <a:pt x="1231" y="841"/>
                  </a:cubicBezTo>
                  <a:cubicBezTo>
                    <a:pt x="1235" y="843"/>
                    <a:pt x="1235" y="843"/>
                    <a:pt x="1235" y="843"/>
                  </a:cubicBezTo>
                  <a:cubicBezTo>
                    <a:pt x="1237" y="837"/>
                    <a:pt x="1239" y="831"/>
                    <a:pt x="1240" y="826"/>
                  </a:cubicBezTo>
                  <a:cubicBezTo>
                    <a:pt x="1236" y="824"/>
                    <a:pt x="1236" y="824"/>
                    <a:pt x="1236" y="824"/>
                  </a:cubicBezTo>
                  <a:moveTo>
                    <a:pt x="24" y="792"/>
                  </a:moveTo>
                  <a:cubicBezTo>
                    <a:pt x="19" y="793"/>
                    <a:pt x="19" y="793"/>
                    <a:pt x="19" y="793"/>
                  </a:cubicBezTo>
                  <a:cubicBezTo>
                    <a:pt x="21" y="799"/>
                    <a:pt x="22" y="804"/>
                    <a:pt x="24" y="810"/>
                  </a:cubicBezTo>
                  <a:cubicBezTo>
                    <a:pt x="28" y="809"/>
                    <a:pt x="28" y="809"/>
                    <a:pt x="28" y="809"/>
                  </a:cubicBezTo>
                  <a:cubicBezTo>
                    <a:pt x="27" y="803"/>
                    <a:pt x="25" y="798"/>
                    <a:pt x="24" y="792"/>
                  </a:cubicBezTo>
                  <a:moveTo>
                    <a:pt x="1246" y="791"/>
                  </a:moveTo>
                  <a:cubicBezTo>
                    <a:pt x="1244" y="796"/>
                    <a:pt x="1242" y="802"/>
                    <a:pt x="1241" y="808"/>
                  </a:cubicBezTo>
                  <a:cubicBezTo>
                    <a:pt x="1245" y="809"/>
                    <a:pt x="1245" y="809"/>
                    <a:pt x="1245" y="809"/>
                  </a:cubicBezTo>
                  <a:cubicBezTo>
                    <a:pt x="1247" y="803"/>
                    <a:pt x="1249" y="798"/>
                    <a:pt x="1250" y="792"/>
                  </a:cubicBezTo>
                  <a:cubicBezTo>
                    <a:pt x="1246" y="791"/>
                    <a:pt x="1246" y="791"/>
                    <a:pt x="1246" y="791"/>
                  </a:cubicBezTo>
                  <a:moveTo>
                    <a:pt x="16" y="758"/>
                  </a:moveTo>
                  <a:cubicBezTo>
                    <a:pt x="12" y="759"/>
                    <a:pt x="12" y="759"/>
                    <a:pt x="12" y="759"/>
                  </a:cubicBezTo>
                  <a:cubicBezTo>
                    <a:pt x="13" y="764"/>
                    <a:pt x="14" y="770"/>
                    <a:pt x="15" y="776"/>
                  </a:cubicBezTo>
                  <a:cubicBezTo>
                    <a:pt x="20" y="775"/>
                    <a:pt x="20" y="775"/>
                    <a:pt x="20" y="775"/>
                  </a:cubicBezTo>
                  <a:cubicBezTo>
                    <a:pt x="18" y="769"/>
                    <a:pt x="17" y="764"/>
                    <a:pt x="16" y="758"/>
                  </a:cubicBezTo>
                  <a:moveTo>
                    <a:pt x="1253" y="756"/>
                  </a:moveTo>
                  <a:cubicBezTo>
                    <a:pt x="1252" y="762"/>
                    <a:pt x="1251" y="768"/>
                    <a:pt x="1250" y="774"/>
                  </a:cubicBezTo>
                  <a:cubicBezTo>
                    <a:pt x="1254" y="775"/>
                    <a:pt x="1254" y="775"/>
                    <a:pt x="1254" y="775"/>
                  </a:cubicBezTo>
                  <a:cubicBezTo>
                    <a:pt x="1255" y="769"/>
                    <a:pt x="1257" y="763"/>
                    <a:pt x="1258" y="757"/>
                  </a:cubicBezTo>
                  <a:cubicBezTo>
                    <a:pt x="1253" y="756"/>
                    <a:pt x="1253" y="756"/>
                    <a:pt x="1253" y="756"/>
                  </a:cubicBezTo>
                  <a:moveTo>
                    <a:pt x="10" y="723"/>
                  </a:moveTo>
                  <a:cubicBezTo>
                    <a:pt x="6" y="724"/>
                    <a:pt x="6" y="724"/>
                    <a:pt x="6" y="724"/>
                  </a:cubicBezTo>
                  <a:cubicBezTo>
                    <a:pt x="7" y="730"/>
                    <a:pt x="8" y="736"/>
                    <a:pt x="8" y="741"/>
                  </a:cubicBezTo>
                  <a:cubicBezTo>
                    <a:pt x="13" y="741"/>
                    <a:pt x="13" y="741"/>
                    <a:pt x="13" y="741"/>
                  </a:cubicBezTo>
                  <a:cubicBezTo>
                    <a:pt x="12" y="735"/>
                    <a:pt x="11" y="729"/>
                    <a:pt x="10" y="723"/>
                  </a:cubicBezTo>
                  <a:moveTo>
                    <a:pt x="1259" y="722"/>
                  </a:moveTo>
                  <a:cubicBezTo>
                    <a:pt x="1258" y="728"/>
                    <a:pt x="1257" y="734"/>
                    <a:pt x="1256" y="739"/>
                  </a:cubicBezTo>
                  <a:cubicBezTo>
                    <a:pt x="1261" y="740"/>
                    <a:pt x="1261" y="740"/>
                    <a:pt x="1261" y="740"/>
                  </a:cubicBezTo>
                  <a:cubicBezTo>
                    <a:pt x="1262" y="734"/>
                    <a:pt x="1263" y="729"/>
                    <a:pt x="1263" y="723"/>
                  </a:cubicBezTo>
                  <a:cubicBezTo>
                    <a:pt x="1259" y="722"/>
                    <a:pt x="1259" y="722"/>
                    <a:pt x="1259" y="722"/>
                  </a:cubicBezTo>
                  <a:moveTo>
                    <a:pt x="6" y="689"/>
                  </a:moveTo>
                  <a:cubicBezTo>
                    <a:pt x="2" y="689"/>
                    <a:pt x="2" y="689"/>
                    <a:pt x="2" y="689"/>
                  </a:cubicBezTo>
                  <a:cubicBezTo>
                    <a:pt x="2" y="695"/>
                    <a:pt x="3" y="701"/>
                    <a:pt x="3" y="706"/>
                  </a:cubicBezTo>
                  <a:cubicBezTo>
                    <a:pt x="8" y="706"/>
                    <a:pt x="8" y="706"/>
                    <a:pt x="8" y="706"/>
                  </a:cubicBezTo>
                  <a:cubicBezTo>
                    <a:pt x="7" y="700"/>
                    <a:pt x="7" y="694"/>
                    <a:pt x="6" y="689"/>
                  </a:cubicBezTo>
                  <a:moveTo>
                    <a:pt x="1263" y="685"/>
                  </a:moveTo>
                  <a:cubicBezTo>
                    <a:pt x="1263" y="686"/>
                    <a:pt x="1263" y="686"/>
                    <a:pt x="1263" y="687"/>
                  </a:cubicBezTo>
                  <a:cubicBezTo>
                    <a:pt x="1263" y="693"/>
                    <a:pt x="1262" y="699"/>
                    <a:pt x="1261" y="705"/>
                  </a:cubicBezTo>
                  <a:cubicBezTo>
                    <a:pt x="1265" y="705"/>
                    <a:pt x="1265" y="705"/>
                    <a:pt x="1265" y="705"/>
                  </a:cubicBezTo>
                  <a:cubicBezTo>
                    <a:pt x="1266" y="699"/>
                    <a:pt x="1267" y="694"/>
                    <a:pt x="1267" y="688"/>
                  </a:cubicBezTo>
                  <a:cubicBezTo>
                    <a:pt x="1268" y="687"/>
                    <a:pt x="1268" y="686"/>
                    <a:pt x="1268" y="685"/>
                  </a:cubicBezTo>
                  <a:cubicBezTo>
                    <a:pt x="1263" y="685"/>
                    <a:pt x="1263" y="685"/>
                    <a:pt x="1263" y="685"/>
                  </a:cubicBezTo>
                  <a:moveTo>
                    <a:pt x="4" y="654"/>
                  </a:moveTo>
                  <a:cubicBezTo>
                    <a:pt x="0" y="654"/>
                    <a:pt x="0" y="654"/>
                    <a:pt x="0" y="654"/>
                  </a:cubicBezTo>
                  <a:cubicBezTo>
                    <a:pt x="0" y="660"/>
                    <a:pt x="0" y="665"/>
                    <a:pt x="1" y="671"/>
                  </a:cubicBezTo>
                  <a:cubicBezTo>
                    <a:pt x="5" y="671"/>
                    <a:pt x="5" y="671"/>
                    <a:pt x="5" y="671"/>
                  </a:cubicBezTo>
                  <a:cubicBezTo>
                    <a:pt x="5" y="665"/>
                    <a:pt x="4" y="659"/>
                    <a:pt x="4" y="654"/>
                  </a:cubicBezTo>
                  <a:moveTo>
                    <a:pt x="1269" y="650"/>
                  </a:moveTo>
                  <a:cubicBezTo>
                    <a:pt x="1265" y="650"/>
                    <a:pt x="1265" y="650"/>
                    <a:pt x="1265" y="650"/>
                  </a:cubicBezTo>
                  <a:cubicBezTo>
                    <a:pt x="1265" y="656"/>
                    <a:pt x="1265" y="662"/>
                    <a:pt x="1264" y="668"/>
                  </a:cubicBezTo>
                  <a:cubicBezTo>
                    <a:pt x="1269" y="668"/>
                    <a:pt x="1269" y="668"/>
                    <a:pt x="1269" y="668"/>
                  </a:cubicBezTo>
                  <a:cubicBezTo>
                    <a:pt x="1269" y="662"/>
                    <a:pt x="1269" y="656"/>
                    <a:pt x="1269" y="650"/>
                  </a:cubicBezTo>
                  <a:moveTo>
                    <a:pt x="4" y="618"/>
                  </a:moveTo>
                  <a:cubicBezTo>
                    <a:pt x="0" y="618"/>
                    <a:pt x="0" y="618"/>
                    <a:pt x="0" y="618"/>
                  </a:cubicBezTo>
                  <a:cubicBezTo>
                    <a:pt x="0" y="624"/>
                    <a:pt x="0" y="630"/>
                    <a:pt x="0" y="635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4" y="635"/>
                    <a:pt x="4" y="635"/>
                    <a:pt x="4" y="635"/>
                  </a:cubicBezTo>
                  <a:cubicBezTo>
                    <a:pt x="4" y="630"/>
                    <a:pt x="4" y="624"/>
                    <a:pt x="4" y="618"/>
                  </a:cubicBezTo>
                  <a:moveTo>
                    <a:pt x="1269" y="615"/>
                  </a:moveTo>
                  <a:cubicBezTo>
                    <a:pt x="1265" y="615"/>
                    <a:pt x="1265" y="615"/>
                    <a:pt x="1265" y="615"/>
                  </a:cubicBezTo>
                  <a:cubicBezTo>
                    <a:pt x="1265" y="621"/>
                    <a:pt x="1265" y="627"/>
                    <a:pt x="1265" y="633"/>
                  </a:cubicBezTo>
                  <a:cubicBezTo>
                    <a:pt x="1270" y="633"/>
                    <a:pt x="1270" y="633"/>
                    <a:pt x="1270" y="633"/>
                  </a:cubicBezTo>
                  <a:cubicBezTo>
                    <a:pt x="1270" y="627"/>
                    <a:pt x="1269" y="621"/>
                    <a:pt x="1269" y="615"/>
                  </a:cubicBezTo>
                  <a:moveTo>
                    <a:pt x="2" y="583"/>
                  </a:moveTo>
                  <a:cubicBezTo>
                    <a:pt x="1" y="589"/>
                    <a:pt x="1" y="595"/>
                    <a:pt x="1" y="601"/>
                  </a:cubicBezTo>
                  <a:cubicBezTo>
                    <a:pt x="5" y="601"/>
                    <a:pt x="5" y="601"/>
                    <a:pt x="5" y="601"/>
                  </a:cubicBezTo>
                  <a:cubicBezTo>
                    <a:pt x="5" y="595"/>
                    <a:pt x="6" y="589"/>
                    <a:pt x="6" y="583"/>
                  </a:cubicBezTo>
                  <a:cubicBezTo>
                    <a:pt x="2" y="583"/>
                    <a:pt x="2" y="583"/>
                    <a:pt x="2" y="583"/>
                  </a:cubicBezTo>
                  <a:moveTo>
                    <a:pt x="1267" y="580"/>
                  </a:moveTo>
                  <a:cubicBezTo>
                    <a:pt x="1263" y="580"/>
                    <a:pt x="1263" y="580"/>
                    <a:pt x="1263" y="580"/>
                  </a:cubicBezTo>
                  <a:cubicBezTo>
                    <a:pt x="1263" y="586"/>
                    <a:pt x="1264" y="592"/>
                    <a:pt x="1264" y="598"/>
                  </a:cubicBezTo>
                  <a:cubicBezTo>
                    <a:pt x="1269" y="597"/>
                    <a:pt x="1269" y="597"/>
                    <a:pt x="1269" y="597"/>
                  </a:cubicBezTo>
                  <a:cubicBezTo>
                    <a:pt x="1268" y="592"/>
                    <a:pt x="1268" y="585"/>
                    <a:pt x="1267" y="580"/>
                  </a:cubicBezTo>
                  <a:moveTo>
                    <a:pt x="6" y="548"/>
                  </a:moveTo>
                  <a:cubicBezTo>
                    <a:pt x="5" y="554"/>
                    <a:pt x="4" y="560"/>
                    <a:pt x="3" y="566"/>
                  </a:cubicBezTo>
                  <a:cubicBezTo>
                    <a:pt x="8" y="566"/>
                    <a:pt x="8" y="566"/>
                    <a:pt x="8" y="566"/>
                  </a:cubicBezTo>
                  <a:cubicBezTo>
                    <a:pt x="8" y="560"/>
                    <a:pt x="9" y="554"/>
                    <a:pt x="10" y="549"/>
                  </a:cubicBezTo>
                  <a:cubicBezTo>
                    <a:pt x="6" y="548"/>
                    <a:pt x="6" y="548"/>
                    <a:pt x="6" y="548"/>
                  </a:cubicBezTo>
                  <a:moveTo>
                    <a:pt x="1263" y="545"/>
                  </a:moveTo>
                  <a:cubicBezTo>
                    <a:pt x="1259" y="545"/>
                    <a:pt x="1259" y="545"/>
                    <a:pt x="1259" y="545"/>
                  </a:cubicBezTo>
                  <a:cubicBezTo>
                    <a:pt x="1260" y="551"/>
                    <a:pt x="1260" y="557"/>
                    <a:pt x="1261" y="563"/>
                  </a:cubicBezTo>
                  <a:cubicBezTo>
                    <a:pt x="1265" y="562"/>
                    <a:pt x="1265" y="562"/>
                    <a:pt x="1265" y="562"/>
                  </a:cubicBezTo>
                  <a:cubicBezTo>
                    <a:pt x="1265" y="556"/>
                    <a:pt x="1264" y="551"/>
                    <a:pt x="1263" y="545"/>
                  </a:cubicBezTo>
                  <a:moveTo>
                    <a:pt x="11" y="513"/>
                  </a:moveTo>
                  <a:cubicBezTo>
                    <a:pt x="10" y="519"/>
                    <a:pt x="9" y="525"/>
                    <a:pt x="8" y="531"/>
                  </a:cubicBezTo>
                  <a:cubicBezTo>
                    <a:pt x="12" y="531"/>
                    <a:pt x="12" y="531"/>
                    <a:pt x="12" y="531"/>
                  </a:cubicBezTo>
                  <a:cubicBezTo>
                    <a:pt x="14" y="525"/>
                    <a:pt x="14" y="520"/>
                    <a:pt x="16" y="514"/>
                  </a:cubicBezTo>
                  <a:cubicBezTo>
                    <a:pt x="11" y="513"/>
                    <a:pt x="11" y="513"/>
                    <a:pt x="11" y="513"/>
                  </a:cubicBezTo>
                  <a:moveTo>
                    <a:pt x="1257" y="510"/>
                  </a:moveTo>
                  <a:cubicBezTo>
                    <a:pt x="1253" y="511"/>
                    <a:pt x="1253" y="511"/>
                    <a:pt x="1253" y="511"/>
                  </a:cubicBezTo>
                  <a:cubicBezTo>
                    <a:pt x="1254" y="517"/>
                    <a:pt x="1255" y="522"/>
                    <a:pt x="1256" y="528"/>
                  </a:cubicBezTo>
                  <a:cubicBezTo>
                    <a:pt x="1261" y="527"/>
                    <a:pt x="1261" y="527"/>
                    <a:pt x="1261" y="527"/>
                  </a:cubicBezTo>
                  <a:cubicBezTo>
                    <a:pt x="1260" y="521"/>
                    <a:pt x="1259" y="516"/>
                    <a:pt x="1257" y="510"/>
                  </a:cubicBezTo>
                  <a:moveTo>
                    <a:pt x="19" y="479"/>
                  </a:moveTo>
                  <a:cubicBezTo>
                    <a:pt x="17" y="485"/>
                    <a:pt x="16" y="490"/>
                    <a:pt x="15" y="496"/>
                  </a:cubicBezTo>
                  <a:cubicBezTo>
                    <a:pt x="19" y="497"/>
                    <a:pt x="19" y="497"/>
                    <a:pt x="19" y="497"/>
                  </a:cubicBezTo>
                  <a:cubicBezTo>
                    <a:pt x="20" y="491"/>
                    <a:pt x="22" y="486"/>
                    <a:pt x="23" y="480"/>
                  </a:cubicBezTo>
                  <a:cubicBezTo>
                    <a:pt x="19" y="479"/>
                    <a:pt x="19" y="479"/>
                    <a:pt x="19" y="479"/>
                  </a:cubicBezTo>
                  <a:moveTo>
                    <a:pt x="1249" y="476"/>
                  </a:moveTo>
                  <a:cubicBezTo>
                    <a:pt x="1245" y="476"/>
                    <a:pt x="1245" y="476"/>
                    <a:pt x="1245" y="476"/>
                  </a:cubicBezTo>
                  <a:cubicBezTo>
                    <a:pt x="1247" y="482"/>
                    <a:pt x="1248" y="488"/>
                    <a:pt x="1249" y="494"/>
                  </a:cubicBezTo>
                  <a:cubicBezTo>
                    <a:pt x="1254" y="493"/>
                    <a:pt x="1254" y="493"/>
                    <a:pt x="1254" y="493"/>
                  </a:cubicBezTo>
                  <a:cubicBezTo>
                    <a:pt x="1252" y="487"/>
                    <a:pt x="1251" y="481"/>
                    <a:pt x="1249" y="476"/>
                  </a:cubicBezTo>
                  <a:moveTo>
                    <a:pt x="29" y="445"/>
                  </a:moveTo>
                  <a:cubicBezTo>
                    <a:pt x="27" y="451"/>
                    <a:pt x="25" y="456"/>
                    <a:pt x="24" y="462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9" y="457"/>
                    <a:pt x="31" y="452"/>
                    <a:pt x="33" y="446"/>
                  </a:cubicBezTo>
                  <a:cubicBezTo>
                    <a:pt x="29" y="445"/>
                    <a:pt x="29" y="445"/>
                    <a:pt x="29" y="445"/>
                  </a:cubicBezTo>
                  <a:moveTo>
                    <a:pt x="1240" y="442"/>
                  </a:moveTo>
                  <a:cubicBezTo>
                    <a:pt x="1236" y="443"/>
                    <a:pt x="1236" y="443"/>
                    <a:pt x="1236" y="443"/>
                  </a:cubicBezTo>
                  <a:cubicBezTo>
                    <a:pt x="1237" y="448"/>
                    <a:pt x="1239" y="454"/>
                    <a:pt x="1240" y="460"/>
                  </a:cubicBezTo>
                  <a:cubicBezTo>
                    <a:pt x="1245" y="459"/>
                    <a:pt x="1245" y="459"/>
                    <a:pt x="1245" y="459"/>
                  </a:cubicBezTo>
                  <a:cubicBezTo>
                    <a:pt x="1243" y="453"/>
                    <a:pt x="1241" y="447"/>
                    <a:pt x="1240" y="442"/>
                  </a:cubicBezTo>
                  <a:moveTo>
                    <a:pt x="40" y="412"/>
                  </a:moveTo>
                  <a:cubicBezTo>
                    <a:pt x="38" y="417"/>
                    <a:pt x="36" y="423"/>
                    <a:pt x="34" y="428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40" y="424"/>
                    <a:pt x="42" y="418"/>
                    <a:pt x="44" y="413"/>
                  </a:cubicBezTo>
                  <a:cubicBezTo>
                    <a:pt x="40" y="412"/>
                    <a:pt x="40" y="412"/>
                    <a:pt x="40" y="412"/>
                  </a:cubicBezTo>
                  <a:moveTo>
                    <a:pt x="1228" y="409"/>
                  </a:moveTo>
                  <a:cubicBezTo>
                    <a:pt x="1224" y="410"/>
                    <a:pt x="1224" y="410"/>
                    <a:pt x="1224" y="410"/>
                  </a:cubicBezTo>
                  <a:cubicBezTo>
                    <a:pt x="1226" y="415"/>
                    <a:pt x="1228" y="421"/>
                    <a:pt x="1230" y="427"/>
                  </a:cubicBezTo>
                  <a:cubicBezTo>
                    <a:pt x="1234" y="425"/>
                    <a:pt x="1234" y="425"/>
                    <a:pt x="1234" y="425"/>
                  </a:cubicBezTo>
                  <a:cubicBezTo>
                    <a:pt x="1232" y="419"/>
                    <a:pt x="1230" y="414"/>
                    <a:pt x="1228" y="409"/>
                  </a:cubicBezTo>
                  <a:moveTo>
                    <a:pt x="53" y="379"/>
                  </a:moveTo>
                  <a:cubicBezTo>
                    <a:pt x="51" y="384"/>
                    <a:pt x="49" y="390"/>
                    <a:pt x="46" y="395"/>
                  </a:cubicBezTo>
                  <a:cubicBezTo>
                    <a:pt x="50" y="397"/>
                    <a:pt x="50" y="397"/>
                    <a:pt x="50" y="397"/>
                  </a:cubicBezTo>
                  <a:cubicBezTo>
                    <a:pt x="53" y="391"/>
                    <a:pt x="55" y="386"/>
                    <a:pt x="57" y="381"/>
                  </a:cubicBezTo>
                  <a:cubicBezTo>
                    <a:pt x="53" y="379"/>
                    <a:pt x="53" y="379"/>
                    <a:pt x="53" y="379"/>
                  </a:cubicBezTo>
                  <a:moveTo>
                    <a:pt x="1214" y="376"/>
                  </a:moveTo>
                  <a:cubicBezTo>
                    <a:pt x="1210" y="378"/>
                    <a:pt x="1210" y="378"/>
                    <a:pt x="1210" y="378"/>
                  </a:cubicBezTo>
                  <a:cubicBezTo>
                    <a:pt x="1213" y="383"/>
                    <a:pt x="1215" y="388"/>
                    <a:pt x="1217" y="394"/>
                  </a:cubicBezTo>
                  <a:cubicBezTo>
                    <a:pt x="1222" y="392"/>
                    <a:pt x="1222" y="392"/>
                    <a:pt x="1222" y="392"/>
                  </a:cubicBezTo>
                  <a:cubicBezTo>
                    <a:pt x="1219" y="387"/>
                    <a:pt x="1217" y="381"/>
                    <a:pt x="1214" y="376"/>
                  </a:cubicBezTo>
                  <a:moveTo>
                    <a:pt x="68" y="347"/>
                  </a:moveTo>
                  <a:cubicBezTo>
                    <a:pt x="66" y="352"/>
                    <a:pt x="63" y="357"/>
                    <a:pt x="61" y="363"/>
                  </a:cubicBezTo>
                  <a:cubicBezTo>
                    <a:pt x="65" y="365"/>
                    <a:pt x="65" y="365"/>
                    <a:pt x="65" y="365"/>
                  </a:cubicBezTo>
                  <a:cubicBezTo>
                    <a:pt x="67" y="359"/>
                    <a:pt x="70" y="354"/>
                    <a:pt x="72" y="349"/>
                  </a:cubicBezTo>
                  <a:cubicBezTo>
                    <a:pt x="68" y="347"/>
                    <a:pt x="68" y="347"/>
                    <a:pt x="68" y="347"/>
                  </a:cubicBezTo>
                  <a:moveTo>
                    <a:pt x="1199" y="344"/>
                  </a:moveTo>
                  <a:cubicBezTo>
                    <a:pt x="1195" y="346"/>
                    <a:pt x="1195" y="346"/>
                    <a:pt x="1195" y="346"/>
                  </a:cubicBezTo>
                  <a:cubicBezTo>
                    <a:pt x="1198" y="352"/>
                    <a:pt x="1200" y="357"/>
                    <a:pt x="1203" y="362"/>
                  </a:cubicBezTo>
                  <a:cubicBezTo>
                    <a:pt x="1207" y="360"/>
                    <a:pt x="1207" y="360"/>
                    <a:pt x="1207" y="360"/>
                  </a:cubicBezTo>
                  <a:cubicBezTo>
                    <a:pt x="1204" y="355"/>
                    <a:pt x="1202" y="350"/>
                    <a:pt x="1199" y="344"/>
                  </a:cubicBezTo>
                  <a:moveTo>
                    <a:pt x="85" y="316"/>
                  </a:moveTo>
                  <a:cubicBezTo>
                    <a:pt x="82" y="321"/>
                    <a:pt x="80" y="326"/>
                    <a:pt x="77" y="331"/>
                  </a:cubicBezTo>
                  <a:cubicBezTo>
                    <a:pt x="81" y="333"/>
                    <a:pt x="81" y="333"/>
                    <a:pt x="81" y="333"/>
                  </a:cubicBezTo>
                  <a:cubicBezTo>
                    <a:pt x="83" y="328"/>
                    <a:pt x="86" y="323"/>
                    <a:pt x="89" y="318"/>
                  </a:cubicBezTo>
                  <a:cubicBezTo>
                    <a:pt x="85" y="316"/>
                    <a:pt x="85" y="316"/>
                    <a:pt x="85" y="316"/>
                  </a:cubicBezTo>
                  <a:moveTo>
                    <a:pt x="1182" y="314"/>
                  </a:moveTo>
                  <a:cubicBezTo>
                    <a:pt x="1179" y="316"/>
                    <a:pt x="1179" y="316"/>
                    <a:pt x="1179" y="316"/>
                  </a:cubicBezTo>
                  <a:cubicBezTo>
                    <a:pt x="1181" y="321"/>
                    <a:pt x="1184" y="326"/>
                    <a:pt x="1187" y="331"/>
                  </a:cubicBezTo>
                  <a:cubicBezTo>
                    <a:pt x="1191" y="329"/>
                    <a:pt x="1191" y="329"/>
                    <a:pt x="1191" y="329"/>
                  </a:cubicBezTo>
                  <a:cubicBezTo>
                    <a:pt x="1188" y="324"/>
                    <a:pt x="1185" y="318"/>
                    <a:pt x="1182" y="314"/>
                  </a:cubicBezTo>
                  <a:moveTo>
                    <a:pt x="104" y="286"/>
                  </a:moveTo>
                  <a:cubicBezTo>
                    <a:pt x="101" y="291"/>
                    <a:pt x="98" y="296"/>
                    <a:pt x="94" y="301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102" y="298"/>
                    <a:pt x="105" y="293"/>
                    <a:pt x="108" y="288"/>
                  </a:cubicBezTo>
                  <a:cubicBezTo>
                    <a:pt x="104" y="286"/>
                    <a:pt x="104" y="286"/>
                    <a:pt x="104" y="286"/>
                  </a:cubicBezTo>
                  <a:moveTo>
                    <a:pt x="1164" y="284"/>
                  </a:moveTo>
                  <a:cubicBezTo>
                    <a:pt x="1160" y="286"/>
                    <a:pt x="1160" y="286"/>
                    <a:pt x="1160" y="286"/>
                  </a:cubicBezTo>
                  <a:cubicBezTo>
                    <a:pt x="1163" y="291"/>
                    <a:pt x="1166" y="296"/>
                    <a:pt x="1169" y="301"/>
                  </a:cubicBezTo>
                  <a:cubicBezTo>
                    <a:pt x="1173" y="298"/>
                    <a:pt x="1173" y="298"/>
                    <a:pt x="1173" y="298"/>
                  </a:cubicBezTo>
                  <a:cubicBezTo>
                    <a:pt x="1170" y="294"/>
                    <a:pt x="1167" y="289"/>
                    <a:pt x="1164" y="284"/>
                  </a:cubicBezTo>
                  <a:moveTo>
                    <a:pt x="124" y="257"/>
                  </a:moveTo>
                  <a:cubicBezTo>
                    <a:pt x="121" y="262"/>
                    <a:pt x="117" y="266"/>
                    <a:pt x="114" y="271"/>
                  </a:cubicBezTo>
                  <a:cubicBezTo>
                    <a:pt x="118" y="274"/>
                    <a:pt x="118" y="274"/>
                    <a:pt x="118" y="274"/>
                  </a:cubicBezTo>
                  <a:cubicBezTo>
                    <a:pt x="121" y="269"/>
                    <a:pt x="124" y="264"/>
                    <a:pt x="128" y="259"/>
                  </a:cubicBezTo>
                  <a:cubicBezTo>
                    <a:pt x="124" y="257"/>
                    <a:pt x="124" y="257"/>
                    <a:pt x="124" y="257"/>
                  </a:cubicBezTo>
                  <a:moveTo>
                    <a:pt x="1143" y="255"/>
                  </a:moveTo>
                  <a:cubicBezTo>
                    <a:pt x="1140" y="257"/>
                    <a:pt x="1140" y="257"/>
                    <a:pt x="1140" y="257"/>
                  </a:cubicBezTo>
                  <a:cubicBezTo>
                    <a:pt x="1143" y="262"/>
                    <a:pt x="1146" y="267"/>
                    <a:pt x="1150" y="272"/>
                  </a:cubicBezTo>
                  <a:cubicBezTo>
                    <a:pt x="1153" y="269"/>
                    <a:pt x="1153" y="269"/>
                    <a:pt x="1153" y="269"/>
                  </a:cubicBezTo>
                  <a:cubicBezTo>
                    <a:pt x="1150" y="264"/>
                    <a:pt x="1147" y="259"/>
                    <a:pt x="1143" y="255"/>
                  </a:cubicBezTo>
                  <a:moveTo>
                    <a:pt x="146" y="229"/>
                  </a:moveTo>
                  <a:cubicBezTo>
                    <a:pt x="143" y="234"/>
                    <a:pt x="139" y="238"/>
                    <a:pt x="135" y="243"/>
                  </a:cubicBezTo>
                  <a:cubicBezTo>
                    <a:pt x="139" y="246"/>
                    <a:pt x="139" y="246"/>
                    <a:pt x="139" y="246"/>
                  </a:cubicBezTo>
                  <a:cubicBezTo>
                    <a:pt x="142" y="241"/>
                    <a:pt x="146" y="236"/>
                    <a:pt x="150" y="232"/>
                  </a:cubicBezTo>
                  <a:cubicBezTo>
                    <a:pt x="146" y="229"/>
                    <a:pt x="146" y="229"/>
                    <a:pt x="146" y="229"/>
                  </a:cubicBezTo>
                  <a:moveTo>
                    <a:pt x="1121" y="227"/>
                  </a:moveTo>
                  <a:cubicBezTo>
                    <a:pt x="1118" y="230"/>
                    <a:pt x="1118" y="230"/>
                    <a:pt x="1118" y="230"/>
                  </a:cubicBezTo>
                  <a:cubicBezTo>
                    <a:pt x="1122" y="234"/>
                    <a:pt x="1125" y="239"/>
                    <a:pt x="1129" y="244"/>
                  </a:cubicBezTo>
                  <a:cubicBezTo>
                    <a:pt x="1132" y="241"/>
                    <a:pt x="1132" y="241"/>
                    <a:pt x="1132" y="241"/>
                  </a:cubicBezTo>
                  <a:cubicBezTo>
                    <a:pt x="1129" y="236"/>
                    <a:pt x="1125" y="232"/>
                    <a:pt x="1121" y="227"/>
                  </a:cubicBezTo>
                  <a:moveTo>
                    <a:pt x="170" y="203"/>
                  </a:moveTo>
                  <a:cubicBezTo>
                    <a:pt x="166" y="207"/>
                    <a:pt x="162" y="211"/>
                    <a:pt x="158" y="216"/>
                  </a:cubicBezTo>
                  <a:cubicBezTo>
                    <a:pt x="161" y="219"/>
                    <a:pt x="161" y="219"/>
                    <a:pt x="161" y="219"/>
                  </a:cubicBezTo>
                  <a:cubicBezTo>
                    <a:pt x="165" y="214"/>
                    <a:pt x="169" y="210"/>
                    <a:pt x="173" y="206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098" y="201"/>
                  </a:moveTo>
                  <a:cubicBezTo>
                    <a:pt x="1094" y="204"/>
                    <a:pt x="1094" y="204"/>
                    <a:pt x="1094" y="204"/>
                  </a:cubicBezTo>
                  <a:cubicBezTo>
                    <a:pt x="1098" y="208"/>
                    <a:pt x="1102" y="212"/>
                    <a:pt x="1106" y="217"/>
                  </a:cubicBezTo>
                  <a:cubicBezTo>
                    <a:pt x="1109" y="214"/>
                    <a:pt x="1109" y="214"/>
                    <a:pt x="1109" y="214"/>
                  </a:cubicBezTo>
                  <a:cubicBezTo>
                    <a:pt x="1106" y="210"/>
                    <a:pt x="1102" y="205"/>
                    <a:pt x="1098" y="201"/>
                  </a:cubicBezTo>
                  <a:moveTo>
                    <a:pt x="194" y="178"/>
                  </a:moveTo>
                  <a:cubicBezTo>
                    <a:pt x="190" y="182"/>
                    <a:pt x="186" y="186"/>
                    <a:pt x="182" y="190"/>
                  </a:cubicBezTo>
                  <a:cubicBezTo>
                    <a:pt x="185" y="193"/>
                    <a:pt x="185" y="193"/>
                    <a:pt x="185" y="193"/>
                  </a:cubicBezTo>
                  <a:cubicBezTo>
                    <a:pt x="189" y="189"/>
                    <a:pt x="193" y="185"/>
                    <a:pt x="197" y="181"/>
                  </a:cubicBezTo>
                  <a:cubicBezTo>
                    <a:pt x="194" y="178"/>
                    <a:pt x="194" y="178"/>
                    <a:pt x="194" y="178"/>
                  </a:cubicBezTo>
                  <a:moveTo>
                    <a:pt x="1073" y="176"/>
                  </a:moveTo>
                  <a:cubicBezTo>
                    <a:pt x="1070" y="179"/>
                    <a:pt x="1070" y="179"/>
                    <a:pt x="1070" y="179"/>
                  </a:cubicBezTo>
                  <a:cubicBezTo>
                    <a:pt x="1074" y="183"/>
                    <a:pt x="1078" y="187"/>
                    <a:pt x="1082" y="191"/>
                  </a:cubicBezTo>
                  <a:cubicBezTo>
                    <a:pt x="1085" y="188"/>
                    <a:pt x="1085" y="188"/>
                    <a:pt x="1085" y="188"/>
                  </a:cubicBezTo>
                  <a:cubicBezTo>
                    <a:pt x="1082" y="184"/>
                    <a:pt x="1077" y="180"/>
                    <a:pt x="1073" y="176"/>
                  </a:cubicBezTo>
                  <a:moveTo>
                    <a:pt x="220" y="154"/>
                  </a:moveTo>
                  <a:cubicBezTo>
                    <a:pt x="216" y="158"/>
                    <a:pt x="211" y="161"/>
                    <a:pt x="207" y="166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5" y="165"/>
                    <a:pt x="219" y="161"/>
                    <a:pt x="223" y="157"/>
                  </a:cubicBezTo>
                  <a:cubicBezTo>
                    <a:pt x="220" y="154"/>
                    <a:pt x="220" y="154"/>
                    <a:pt x="220" y="154"/>
                  </a:cubicBezTo>
                  <a:moveTo>
                    <a:pt x="1047" y="152"/>
                  </a:moveTo>
                  <a:cubicBezTo>
                    <a:pt x="1044" y="156"/>
                    <a:pt x="1044" y="156"/>
                    <a:pt x="1044" y="156"/>
                  </a:cubicBezTo>
                  <a:cubicBezTo>
                    <a:pt x="1048" y="159"/>
                    <a:pt x="1053" y="163"/>
                    <a:pt x="1057" y="167"/>
                  </a:cubicBezTo>
                  <a:cubicBezTo>
                    <a:pt x="1060" y="164"/>
                    <a:pt x="1060" y="164"/>
                    <a:pt x="1060" y="164"/>
                  </a:cubicBezTo>
                  <a:cubicBezTo>
                    <a:pt x="1056" y="160"/>
                    <a:pt x="1051" y="156"/>
                    <a:pt x="1047" y="152"/>
                  </a:cubicBezTo>
                  <a:moveTo>
                    <a:pt x="248" y="132"/>
                  </a:moveTo>
                  <a:cubicBezTo>
                    <a:pt x="243" y="135"/>
                    <a:pt x="239" y="139"/>
                    <a:pt x="234" y="143"/>
                  </a:cubicBezTo>
                  <a:cubicBezTo>
                    <a:pt x="237" y="146"/>
                    <a:pt x="237" y="146"/>
                    <a:pt x="237" y="146"/>
                  </a:cubicBezTo>
                  <a:cubicBezTo>
                    <a:pt x="241" y="142"/>
                    <a:pt x="246" y="139"/>
                    <a:pt x="250" y="135"/>
                  </a:cubicBezTo>
                  <a:cubicBezTo>
                    <a:pt x="248" y="132"/>
                    <a:pt x="248" y="132"/>
                    <a:pt x="248" y="132"/>
                  </a:cubicBezTo>
                  <a:moveTo>
                    <a:pt x="1019" y="130"/>
                  </a:moveTo>
                  <a:cubicBezTo>
                    <a:pt x="1016" y="134"/>
                    <a:pt x="1016" y="134"/>
                    <a:pt x="1016" y="134"/>
                  </a:cubicBezTo>
                  <a:cubicBezTo>
                    <a:pt x="1021" y="137"/>
                    <a:pt x="1026" y="141"/>
                    <a:pt x="1030" y="144"/>
                  </a:cubicBezTo>
                  <a:cubicBezTo>
                    <a:pt x="1033" y="141"/>
                    <a:pt x="1033" y="141"/>
                    <a:pt x="1033" y="141"/>
                  </a:cubicBezTo>
                  <a:cubicBezTo>
                    <a:pt x="1028" y="137"/>
                    <a:pt x="1024" y="134"/>
                    <a:pt x="1019" y="130"/>
                  </a:cubicBezTo>
                  <a:moveTo>
                    <a:pt x="276" y="111"/>
                  </a:moveTo>
                  <a:cubicBezTo>
                    <a:pt x="272" y="114"/>
                    <a:pt x="267" y="118"/>
                    <a:pt x="262" y="121"/>
                  </a:cubicBezTo>
                  <a:cubicBezTo>
                    <a:pt x="265" y="125"/>
                    <a:pt x="265" y="125"/>
                    <a:pt x="265" y="125"/>
                  </a:cubicBezTo>
                  <a:cubicBezTo>
                    <a:pt x="269" y="121"/>
                    <a:pt x="274" y="118"/>
                    <a:pt x="279" y="115"/>
                  </a:cubicBezTo>
                  <a:cubicBezTo>
                    <a:pt x="276" y="111"/>
                    <a:pt x="276" y="111"/>
                    <a:pt x="276" y="111"/>
                  </a:cubicBezTo>
                  <a:moveTo>
                    <a:pt x="991" y="109"/>
                  </a:moveTo>
                  <a:cubicBezTo>
                    <a:pt x="988" y="113"/>
                    <a:pt x="988" y="113"/>
                    <a:pt x="988" y="113"/>
                  </a:cubicBezTo>
                  <a:cubicBezTo>
                    <a:pt x="993" y="116"/>
                    <a:pt x="998" y="119"/>
                    <a:pt x="1002" y="123"/>
                  </a:cubicBezTo>
                  <a:cubicBezTo>
                    <a:pt x="1005" y="119"/>
                    <a:pt x="1005" y="119"/>
                    <a:pt x="1005" y="119"/>
                  </a:cubicBezTo>
                  <a:cubicBezTo>
                    <a:pt x="1000" y="116"/>
                    <a:pt x="995" y="113"/>
                    <a:pt x="991" y="109"/>
                  </a:cubicBezTo>
                  <a:moveTo>
                    <a:pt x="306" y="92"/>
                  </a:moveTo>
                  <a:cubicBezTo>
                    <a:pt x="301" y="95"/>
                    <a:pt x="296" y="98"/>
                    <a:pt x="291" y="101"/>
                  </a:cubicBezTo>
                  <a:cubicBezTo>
                    <a:pt x="293" y="105"/>
                    <a:pt x="293" y="105"/>
                    <a:pt x="293" y="105"/>
                  </a:cubicBezTo>
                  <a:cubicBezTo>
                    <a:pt x="298" y="102"/>
                    <a:pt x="303" y="99"/>
                    <a:pt x="308" y="96"/>
                  </a:cubicBezTo>
                  <a:cubicBezTo>
                    <a:pt x="306" y="92"/>
                    <a:pt x="306" y="92"/>
                    <a:pt x="306" y="92"/>
                  </a:cubicBezTo>
                  <a:moveTo>
                    <a:pt x="961" y="90"/>
                  </a:moveTo>
                  <a:cubicBezTo>
                    <a:pt x="959" y="94"/>
                    <a:pt x="959" y="94"/>
                    <a:pt x="959" y="94"/>
                  </a:cubicBezTo>
                  <a:cubicBezTo>
                    <a:pt x="964" y="97"/>
                    <a:pt x="969" y="100"/>
                    <a:pt x="974" y="103"/>
                  </a:cubicBezTo>
                  <a:cubicBezTo>
                    <a:pt x="976" y="100"/>
                    <a:pt x="976" y="100"/>
                    <a:pt x="976" y="100"/>
                  </a:cubicBezTo>
                  <a:cubicBezTo>
                    <a:pt x="971" y="96"/>
                    <a:pt x="966" y="94"/>
                    <a:pt x="961" y="90"/>
                  </a:cubicBezTo>
                  <a:moveTo>
                    <a:pt x="337" y="75"/>
                  </a:moveTo>
                  <a:cubicBezTo>
                    <a:pt x="331" y="77"/>
                    <a:pt x="326" y="80"/>
                    <a:pt x="321" y="83"/>
                  </a:cubicBezTo>
                  <a:cubicBezTo>
                    <a:pt x="323" y="87"/>
                    <a:pt x="323" y="87"/>
                    <a:pt x="323" y="87"/>
                  </a:cubicBezTo>
                  <a:cubicBezTo>
                    <a:pt x="328" y="84"/>
                    <a:pt x="333" y="81"/>
                    <a:pt x="339" y="79"/>
                  </a:cubicBezTo>
                  <a:cubicBezTo>
                    <a:pt x="337" y="75"/>
                    <a:pt x="337" y="75"/>
                    <a:pt x="337" y="75"/>
                  </a:cubicBezTo>
                  <a:moveTo>
                    <a:pt x="930" y="73"/>
                  </a:moveTo>
                  <a:cubicBezTo>
                    <a:pt x="928" y="77"/>
                    <a:pt x="928" y="77"/>
                    <a:pt x="928" y="77"/>
                  </a:cubicBezTo>
                  <a:cubicBezTo>
                    <a:pt x="933" y="80"/>
                    <a:pt x="938" y="82"/>
                    <a:pt x="943" y="85"/>
                  </a:cubicBezTo>
                  <a:cubicBezTo>
                    <a:pt x="945" y="81"/>
                    <a:pt x="945" y="81"/>
                    <a:pt x="945" y="81"/>
                  </a:cubicBezTo>
                  <a:cubicBezTo>
                    <a:pt x="941" y="79"/>
                    <a:pt x="935" y="76"/>
                    <a:pt x="930" y="73"/>
                  </a:cubicBezTo>
                  <a:moveTo>
                    <a:pt x="368" y="59"/>
                  </a:moveTo>
                  <a:cubicBezTo>
                    <a:pt x="363" y="61"/>
                    <a:pt x="358" y="64"/>
                    <a:pt x="352" y="66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9" y="68"/>
                    <a:pt x="365" y="65"/>
                    <a:pt x="370" y="63"/>
                  </a:cubicBezTo>
                  <a:cubicBezTo>
                    <a:pt x="368" y="59"/>
                    <a:pt x="368" y="59"/>
                    <a:pt x="368" y="59"/>
                  </a:cubicBezTo>
                  <a:moveTo>
                    <a:pt x="898" y="57"/>
                  </a:moveTo>
                  <a:cubicBezTo>
                    <a:pt x="897" y="61"/>
                    <a:pt x="897" y="61"/>
                    <a:pt x="897" y="61"/>
                  </a:cubicBezTo>
                  <a:cubicBezTo>
                    <a:pt x="902" y="64"/>
                    <a:pt x="907" y="66"/>
                    <a:pt x="912" y="69"/>
                  </a:cubicBezTo>
                  <a:cubicBezTo>
                    <a:pt x="914" y="65"/>
                    <a:pt x="914" y="65"/>
                    <a:pt x="914" y="65"/>
                  </a:cubicBezTo>
                  <a:cubicBezTo>
                    <a:pt x="909" y="62"/>
                    <a:pt x="904" y="60"/>
                    <a:pt x="898" y="57"/>
                  </a:cubicBezTo>
                  <a:moveTo>
                    <a:pt x="400" y="45"/>
                  </a:moveTo>
                  <a:cubicBezTo>
                    <a:pt x="395" y="47"/>
                    <a:pt x="390" y="49"/>
                    <a:pt x="384" y="52"/>
                  </a:cubicBezTo>
                  <a:cubicBezTo>
                    <a:pt x="386" y="56"/>
                    <a:pt x="386" y="56"/>
                    <a:pt x="386" y="56"/>
                  </a:cubicBezTo>
                  <a:cubicBezTo>
                    <a:pt x="391" y="53"/>
                    <a:pt x="397" y="51"/>
                    <a:pt x="402" y="49"/>
                  </a:cubicBezTo>
                  <a:cubicBezTo>
                    <a:pt x="400" y="45"/>
                    <a:pt x="400" y="45"/>
                    <a:pt x="400" y="45"/>
                  </a:cubicBezTo>
                  <a:moveTo>
                    <a:pt x="866" y="44"/>
                  </a:moveTo>
                  <a:cubicBezTo>
                    <a:pt x="864" y="48"/>
                    <a:pt x="864" y="48"/>
                    <a:pt x="864" y="48"/>
                  </a:cubicBezTo>
                  <a:cubicBezTo>
                    <a:pt x="869" y="50"/>
                    <a:pt x="875" y="52"/>
                    <a:pt x="880" y="54"/>
                  </a:cubicBezTo>
                  <a:cubicBezTo>
                    <a:pt x="882" y="50"/>
                    <a:pt x="882" y="50"/>
                    <a:pt x="882" y="50"/>
                  </a:cubicBezTo>
                  <a:cubicBezTo>
                    <a:pt x="877" y="48"/>
                    <a:pt x="871" y="46"/>
                    <a:pt x="866" y="44"/>
                  </a:cubicBezTo>
                  <a:moveTo>
                    <a:pt x="434" y="33"/>
                  </a:moveTo>
                  <a:cubicBezTo>
                    <a:pt x="428" y="35"/>
                    <a:pt x="422" y="37"/>
                    <a:pt x="417" y="39"/>
                  </a:cubicBezTo>
                  <a:cubicBezTo>
                    <a:pt x="418" y="43"/>
                    <a:pt x="418" y="43"/>
                    <a:pt x="418" y="43"/>
                  </a:cubicBezTo>
                  <a:cubicBezTo>
                    <a:pt x="424" y="41"/>
                    <a:pt x="429" y="39"/>
                    <a:pt x="435" y="37"/>
                  </a:cubicBezTo>
                  <a:cubicBezTo>
                    <a:pt x="434" y="33"/>
                    <a:pt x="434" y="33"/>
                    <a:pt x="434" y="33"/>
                  </a:cubicBezTo>
                  <a:moveTo>
                    <a:pt x="832" y="32"/>
                  </a:moveTo>
                  <a:cubicBezTo>
                    <a:pt x="831" y="36"/>
                    <a:pt x="831" y="36"/>
                    <a:pt x="831" y="36"/>
                  </a:cubicBezTo>
                  <a:cubicBezTo>
                    <a:pt x="836" y="38"/>
                    <a:pt x="842" y="40"/>
                    <a:pt x="848" y="42"/>
                  </a:cubicBezTo>
                  <a:cubicBezTo>
                    <a:pt x="849" y="37"/>
                    <a:pt x="849" y="37"/>
                    <a:pt x="849" y="37"/>
                  </a:cubicBezTo>
                  <a:cubicBezTo>
                    <a:pt x="843" y="35"/>
                    <a:pt x="838" y="33"/>
                    <a:pt x="832" y="32"/>
                  </a:cubicBezTo>
                  <a:moveTo>
                    <a:pt x="467" y="23"/>
                  </a:moveTo>
                  <a:cubicBezTo>
                    <a:pt x="462" y="24"/>
                    <a:pt x="456" y="26"/>
                    <a:pt x="450" y="28"/>
                  </a:cubicBezTo>
                  <a:cubicBezTo>
                    <a:pt x="452" y="32"/>
                    <a:pt x="452" y="32"/>
                    <a:pt x="452" y="32"/>
                  </a:cubicBezTo>
                  <a:cubicBezTo>
                    <a:pt x="457" y="30"/>
                    <a:pt x="463" y="28"/>
                    <a:pt x="468" y="27"/>
                  </a:cubicBezTo>
                  <a:cubicBezTo>
                    <a:pt x="467" y="23"/>
                    <a:pt x="467" y="23"/>
                    <a:pt x="467" y="23"/>
                  </a:cubicBezTo>
                  <a:moveTo>
                    <a:pt x="798" y="22"/>
                  </a:moveTo>
                  <a:cubicBezTo>
                    <a:pt x="797" y="26"/>
                    <a:pt x="797" y="26"/>
                    <a:pt x="797" y="26"/>
                  </a:cubicBezTo>
                  <a:cubicBezTo>
                    <a:pt x="803" y="28"/>
                    <a:pt x="809" y="29"/>
                    <a:pt x="814" y="31"/>
                  </a:cubicBezTo>
                  <a:cubicBezTo>
                    <a:pt x="815" y="27"/>
                    <a:pt x="815" y="27"/>
                    <a:pt x="815" y="27"/>
                  </a:cubicBezTo>
                  <a:cubicBezTo>
                    <a:pt x="810" y="25"/>
                    <a:pt x="804" y="23"/>
                    <a:pt x="798" y="22"/>
                  </a:cubicBezTo>
                  <a:moveTo>
                    <a:pt x="501" y="14"/>
                  </a:moveTo>
                  <a:cubicBezTo>
                    <a:pt x="496" y="16"/>
                    <a:pt x="490" y="17"/>
                    <a:pt x="484" y="18"/>
                  </a:cubicBezTo>
                  <a:cubicBezTo>
                    <a:pt x="485" y="22"/>
                    <a:pt x="485" y="22"/>
                    <a:pt x="485" y="22"/>
                  </a:cubicBezTo>
                  <a:cubicBezTo>
                    <a:pt x="491" y="21"/>
                    <a:pt x="497" y="20"/>
                    <a:pt x="502" y="19"/>
                  </a:cubicBezTo>
                  <a:cubicBezTo>
                    <a:pt x="501" y="14"/>
                    <a:pt x="501" y="14"/>
                    <a:pt x="501" y="14"/>
                  </a:cubicBezTo>
                  <a:moveTo>
                    <a:pt x="764" y="14"/>
                  </a:moveTo>
                  <a:cubicBezTo>
                    <a:pt x="763" y="18"/>
                    <a:pt x="763" y="18"/>
                    <a:pt x="763" y="18"/>
                  </a:cubicBezTo>
                  <a:cubicBezTo>
                    <a:pt x="769" y="19"/>
                    <a:pt x="775" y="20"/>
                    <a:pt x="780" y="22"/>
                  </a:cubicBezTo>
                  <a:cubicBezTo>
                    <a:pt x="781" y="18"/>
                    <a:pt x="781" y="18"/>
                    <a:pt x="781" y="18"/>
                  </a:cubicBezTo>
                  <a:cubicBezTo>
                    <a:pt x="776" y="16"/>
                    <a:pt x="770" y="15"/>
                    <a:pt x="764" y="14"/>
                  </a:cubicBezTo>
                  <a:moveTo>
                    <a:pt x="536" y="8"/>
                  </a:moveTo>
                  <a:cubicBezTo>
                    <a:pt x="530" y="9"/>
                    <a:pt x="524" y="10"/>
                    <a:pt x="519" y="11"/>
                  </a:cubicBezTo>
                  <a:cubicBezTo>
                    <a:pt x="520" y="15"/>
                    <a:pt x="520" y="15"/>
                    <a:pt x="520" y="15"/>
                  </a:cubicBezTo>
                  <a:cubicBezTo>
                    <a:pt x="525" y="14"/>
                    <a:pt x="531" y="13"/>
                    <a:pt x="537" y="12"/>
                  </a:cubicBezTo>
                  <a:cubicBezTo>
                    <a:pt x="536" y="8"/>
                    <a:pt x="536" y="8"/>
                    <a:pt x="536" y="8"/>
                  </a:cubicBezTo>
                  <a:moveTo>
                    <a:pt x="730" y="8"/>
                  </a:moveTo>
                  <a:cubicBezTo>
                    <a:pt x="729" y="12"/>
                    <a:pt x="729" y="12"/>
                    <a:pt x="729" y="12"/>
                  </a:cubicBezTo>
                  <a:cubicBezTo>
                    <a:pt x="735" y="13"/>
                    <a:pt x="740" y="14"/>
                    <a:pt x="746" y="15"/>
                  </a:cubicBezTo>
                  <a:cubicBezTo>
                    <a:pt x="747" y="10"/>
                    <a:pt x="747" y="10"/>
                    <a:pt x="747" y="10"/>
                  </a:cubicBezTo>
                  <a:cubicBezTo>
                    <a:pt x="741" y="9"/>
                    <a:pt x="735" y="8"/>
                    <a:pt x="730" y="8"/>
                  </a:cubicBezTo>
                  <a:moveTo>
                    <a:pt x="571" y="3"/>
                  </a:moveTo>
                  <a:cubicBezTo>
                    <a:pt x="565" y="4"/>
                    <a:pt x="559" y="4"/>
                    <a:pt x="554" y="5"/>
                  </a:cubicBezTo>
                  <a:cubicBezTo>
                    <a:pt x="554" y="10"/>
                    <a:pt x="554" y="10"/>
                    <a:pt x="554" y="10"/>
                  </a:cubicBezTo>
                  <a:cubicBezTo>
                    <a:pt x="560" y="9"/>
                    <a:pt x="566" y="8"/>
                    <a:pt x="571" y="8"/>
                  </a:cubicBezTo>
                  <a:cubicBezTo>
                    <a:pt x="571" y="3"/>
                    <a:pt x="571" y="3"/>
                    <a:pt x="571" y="3"/>
                  </a:cubicBezTo>
                  <a:moveTo>
                    <a:pt x="694" y="3"/>
                  </a:moveTo>
                  <a:cubicBezTo>
                    <a:pt x="694" y="8"/>
                    <a:pt x="694" y="8"/>
                    <a:pt x="694" y="8"/>
                  </a:cubicBezTo>
                  <a:cubicBezTo>
                    <a:pt x="700" y="8"/>
                    <a:pt x="706" y="9"/>
                    <a:pt x="712" y="9"/>
                  </a:cubicBezTo>
                  <a:cubicBezTo>
                    <a:pt x="712" y="5"/>
                    <a:pt x="712" y="5"/>
                    <a:pt x="712" y="5"/>
                  </a:cubicBezTo>
                  <a:cubicBezTo>
                    <a:pt x="706" y="4"/>
                    <a:pt x="700" y="4"/>
                    <a:pt x="694" y="3"/>
                  </a:cubicBezTo>
                  <a:moveTo>
                    <a:pt x="606" y="1"/>
                  </a:moveTo>
                  <a:cubicBezTo>
                    <a:pt x="601" y="1"/>
                    <a:pt x="595" y="2"/>
                    <a:pt x="589" y="2"/>
                  </a:cubicBezTo>
                  <a:cubicBezTo>
                    <a:pt x="589" y="6"/>
                    <a:pt x="589" y="6"/>
                    <a:pt x="589" y="6"/>
                  </a:cubicBezTo>
                  <a:cubicBezTo>
                    <a:pt x="595" y="6"/>
                    <a:pt x="601" y="6"/>
                    <a:pt x="607" y="5"/>
                  </a:cubicBezTo>
                  <a:cubicBezTo>
                    <a:pt x="606" y="1"/>
                    <a:pt x="606" y="1"/>
                    <a:pt x="606" y="1"/>
                  </a:cubicBezTo>
                  <a:moveTo>
                    <a:pt x="659" y="1"/>
                  </a:moveTo>
                  <a:cubicBezTo>
                    <a:pt x="659" y="5"/>
                    <a:pt x="659" y="5"/>
                    <a:pt x="659" y="5"/>
                  </a:cubicBezTo>
                  <a:cubicBezTo>
                    <a:pt x="665" y="5"/>
                    <a:pt x="671" y="6"/>
                    <a:pt x="677" y="6"/>
                  </a:cubicBezTo>
                  <a:cubicBezTo>
                    <a:pt x="677" y="2"/>
                    <a:pt x="677" y="2"/>
                    <a:pt x="677" y="2"/>
                  </a:cubicBezTo>
                  <a:cubicBezTo>
                    <a:pt x="671" y="1"/>
                    <a:pt x="665" y="1"/>
                    <a:pt x="659" y="1"/>
                  </a:cubicBezTo>
                  <a:moveTo>
                    <a:pt x="642" y="0"/>
                  </a:moveTo>
                  <a:cubicBezTo>
                    <a:pt x="636" y="0"/>
                    <a:pt x="630" y="0"/>
                    <a:pt x="624" y="0"/>
                  </a:cubicBezTo>
                  <a:cubicBezTo>
                    <a:pt x="624" y="5"/>
                    <a:pt x="624" y="5"/>
                    <a:pt x="624" y="5"/>
                  </a:cubicBezTo>
                  <a:cubicBezTo>
                    <a:pt x="627" y="5"/>
                    <a:pt x="630" y="5"/>
                    <a:pt x="633" y="5"/>
                  </a:cubicBezTo>
                  <a:cubicBezTo>
                    <a:pt x="636" y="5"/>
                    <a:pt x="639" y="5"/>
                    <a:pt x="642" y="5"/>
                  </a:cubicBezTo>
                  <a:cubicBezTo>
                    <a:pt x="642" y="0"/>
                    <a:pt x="642" y="0"/>
                    <a:pt x="6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9" name="任意多边形: 形状 108"/>
            <p:cNvSpPr>
              <a:spLocks noEditPoints="1"/>
            </p:cNvSpPr>
            <p:nvPr/>
          </p:nvSpPr>
          <p:spPr bwMode="auto">
            <a:xfrm>
              <a:off x="4418013" y="1957388"/>
              <a:ext cx="3355975" cy="2954338"/>
            </a:xfrm>
            <a:custGeom>
              <a:avLst/>
              <a:gdLst>
                <a:gd name="T0" fmla="*/ 106 w 893"/>
                <a:gd name="T1" fmla="*/ 229 h 786"/>
                <a:gd name="T2" fmla="*/ 447 w 893"/>
                <a:gd name="T3" fmla="*/ 15 h 786"/>
                <a:gd name="T4" fmla="*/ 593 w 893"/>
                <a:gd name="T5" fmla="*/ 45 h 786"/>
                <a:gd name="T6" fmla="*/ 795 w 893"/>
                <a:gd name="T7" fmla="*/ 539 h 786"/>
                <a:gd name="T8" fmla="*/ 658 w 893"/>
                <a:gd name="T9" fmla="*/ 706 h 786"/>
                <a:gd name="T10" fmla="*/ 658 w 893"/>
                <a:gd name="T11" fmla="*/ 706 h 786"/>
                <a:gd name="T12" fmla="*/ 631 w 893"/>
                <a:gd name="T13" fmla="*/ 722 h 786"/>
                <a:gd name="T14" fmla="*/ 631 w 893"/>
                <a:gd name="T15" fmla="*/ 722 h 786"/>
                <a:gd name="T16" fmla="*/ 446 w 893"/>
                <a:gd name="T17" fmla="*/ 770 h 786"/>
                <a:gd name="T18" fmla="*/ 300 w 893"/>
                <a:gd name="T19" fmla="*/ 741 h 786"/>
                <a:gd name="T20" fmla="*/ 210 w 893"/>
                <a:gd name="T21" fmla="*/ 687 h 786"/>
                <a:gd name="T22" fmla="*/ 210 w 893"/>
                <a:gd name="T23" fmla="*/ 687 h 786"/>
                <a:gd name="T24" fmla="*/ 203 w 893"/>
                <a:gd name="T25" fmla="*/ 681 h 786"/>
                <a:gd name="T26" fmla="*/ 94 w 893"/>
                <a:gd name="T27" fmla="*/ 256 h 786"/>
                <a:gd name="T28" fmla="*/ 98 w 893"/>
                <a:gd name="T29" fmla="*/ 247 h 786"/>
                <a:gd name="T30" fmla="*/ 106 w 893"/>
                <a:gd name="T31" fmla="*/ 229 h 786"/>
                <a:gd name="T32" fmla="*/ 447 w 893"/>
                <a:gd name="T33" fmla="*/ 0 h 786"/>
                <a:gd name="T34" fmla="*/ 84 w 893"/>
                <a:gd name="T35" fmla="*/ 241 h 786"/>
                <a:gd name="T36" fmla="*/ 294 w 893"/>
                <a:gd name="T37" fmla="*/ 755 h 786"/>
                <a:gd name="T38" fmla="*/ 446 w 893"/>
                <a:gd name="T39" fmla="*/ 786 h 786"/>
                <a:gd name="T40" fmla="*/ 809 w 893"/>
                <a:gd name="T41" fmla="*/ 545 h 786"/>
                <a:gd name="T42" fmla="*/ 599 w 893"/>
                <a:gd name="T43" fmla="*/ 31 h 786"/>
                <a:gd name="T44" fmla="*/ 447 w 893"/>
                <a:gd name="T4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3" h="786">
                  <a:moveTo>
                    <a:pt x="106" y="229"/>
                  </a:moveTo>
                  <a:cubicBezTo>
                    <a:pt x="171" y="95"/>
                    <a:pt x="306" y="15"/>
                    <a:pt x="447" y="15"/>
                  </a:cubicBezTo>
                  <a:cubicBezTo>
                    <a:pt x="496" y="15"/>
                    <a:pt x="545" y="25"/>
                    <a:pt x="593" y="45"/>
                  </a:cubicBezTo>
                  <a:cubicBezTo>
                    <a:pt x="785" y="125"/>
                    <a:pt x="876" y="347"/>
                    <a:pt x="795" y="539"/>
                  </a:cubicBezTo>
                  <a:cubicBezTo>
                    <a:pt x="765" y="609"/>
                    <a:pt x="717" y="666"/>
                    <a:pt x="658" y="706"/>
                  </a:cubicBezTo>
                  <a:cubicBezTo>
                    <a:pt x="658" y="706"/>
                    <a:pt x="658" y="706"/>
                    <a:pt x="658" y="706"/>
                  </a:cubicBezTo>
                  <a:cubicBezTo>
                    <a:pt x="649" y="711"/>
                    <a:pt x="640" y="717"/>
                    <a:pt x="631" y="722"/>
                  </a:cubicBezTo>
                  <a:cubicBezTo>
                    <a:pt x="631" y="722"/>
                    <a:pt x="631" y="722"/>
                    <a:pt x="631" y="722"/>
                  </a:cubicBezTo>
                  <a:cubicBezTo>
                    <a:pt x="575" y="753"/>
                    <a:pt x="511" y="770"/>
                    <a:pt x="446" y="770"/>
                  </a:cubicBezTo>
                  <a:cubicBezTo>
                    <a:pt x="397" y="770"/>
                    <a:pt x="348" y="761"/>
                    <a:pt x="300" y="741"/>
                  </a:cubicBezTo>
                  <a:cubicBezTo>
                    <a:pt x="267" y="727"/>
                    <a:pt x="237" y="709"/>
                    <a:pt x="210" y="687"/>
                  </a:cubicBezTo>
                  <a:cubicBezTo>
                    <a:pt x="210" y="687"/>
                    <a:pt x="210" y="687"/>
                    <a:pt x="210" y="687"/>
                  </a:cubicBezTo>
                  <a:cubicBezTo>
                    <a:pt x="207" y="685"/>
                    <a:pt x="205" y="683"/>
                    <a:pt x="203" y="681"/>
                  </a:cubicBezTo>
                  <a:cubicBezTo>
                    <a:pt x="83" y="580"/>
                    <a:pt x="35" y="410"/>
                    <a:pt x="94" y="256"/>
                  </a:cubicBezTo>
                  <a:cubicBezTo>
                    <a:pt x="96" y="253"/>
                    <a:pt x="97" y="250"/>
                    <a:pt x="98" y="247"/>
                  </a:cubicBezTo>
                  <a:cubicBezTo>
                    <a:pt x="101" y="240"/>
                    <a:pt x="103" y="234"/>
                    <a:pt x="106" y="229"/>
                  </a:cubicBezTo>
                  <a:moveTo>
                    <a:pt x="447" y="0"/>
                  </a:moveTo>
                  <a:cubicBezTo>
                    <a:pt x="294" y="0"/>
                    <a:pt x="147" y="90"/>
                    <a:pt x="84" y="241"/>
                  </a:cubicBezTo>
                  <a:cubicBezTo>
                    <a:pt x="0" y="441"/>
                    <a:pt x="94" y="671"/>
                    <a:pt x="294" y="755"/>
                  </a:cubicBezTo>
                  <a:cubicBezTo>
                    <a:pt x="344" y="776"/>
                    <a:pt x="395" y="786"/>
                    <a:pt x="446" y="786"/>
                  </a:cubicBezTo>
                  <a:cubicBezTo>
                    <a:pt x="600" y="786"/>
                    <a:pt x="746" y="695"/>
                    <a:pt x="809" y="545"/>
                  </a:cubicBezTo>
                  <a:cubicBezTo>
                    <a:pt x="893" y="345"/>
                    <a:pt x="799" y="114"/>
                    <a:pt x="599" y="31"/>
                  </a:cubicBezTo>
                  <a:cubicBezTo>
                    <a:pt x="549" y="10"/>
                    <a:pt x="498" y="0"/>
                    <a:pt x="4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 bwMode="auto">
            <a:xfrm>
              <a:off x="6202363" y="1962150"/>
              <a:ext cx="23813" cy="0"/>
            </a:xfrm>
            <a:custGeom>
              <a:avLst/>
              <a:gdLst>
                <a:gd name="T0" fmla="*/ 6 w 6"/>
                <a:gd name="T1" fmla="*/ 4 w 6"/>
                <a:gd name="T2" fmla="*/ 0 w 6"/>
                <a:gd name="T3" fmla="*/ 6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6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1" name="任意多边形: 形状 110"/>
            <p:cNvSpPr>
              <a:spLocks noEditPoints="1"/>
            </p:cNvSpPr>
            <p:nvPr/>
          </p:nvSpPr>
          <p:spPr bwMode="auto">
            <a:xfrm>
              <a:off x="4770438" y="2014538"/>
              <a:ext cx="2717800" cy="2655888"/>
            </a:xfrm>
            <a:custGeom>
              <a:avLst/>
              <a:gdLst>
                <a:gd name="T0" fmla="*/ 353 w 723"/>
                <a:gd name="T1" fmla="*/ 691 h 707"/>
                <a:gd name="T2" fmla="*/ 327 w 723"/>
                <a:gd name="T3" fmla="*/ 690 h 707"/>
                <a:gd name="T4" fmla="*/ 40 w 723"/>
                <a:gd name="T5" fmla="*/ 352 h 707"/>
                <a:gd name="T6" fmla="*/ 352 w 723"/>
                <a:gd name="T7" fmla="*/ 65 h 707"/>
                <a:gd name="T8" fmla="*/ 378 w 723"/>
                <a:gd name="T9" fmla="*/ 66 h 707"/>
                <a:gd name="T10" fmla="*/ 665 w 723"/>
                <a:gd name="T11" fmla="*/ 404 h 707"/>
                <a:gd name="T12" fmla="*/ 353 w 723"/>
                <a:gd name="T13" fmla="*/ 691 h 707"/>
                <a:gd name="T14" fmla="*/ 368 w 723"/>
                <a:gd name="T15" fmla="*/ 0 h 707"/>
                <a:gd name="T16" fmla="*/ 364 w 723"/>
                <a:gd name="T17" fmla="*/ 52 h 707"/>
                <a:gd name="T18" fmla="*/ 364 w 723"/>
                <a:gd name="T19" fmla="*/ 52 h 707"/>
                <a:gd name="T20" fmla="*/ 352 w 723"/>
                <a:gd name="T21" fmla="*/ 52 h 707"/>
                <a:gd name="T22" fmla="*/ 61 w 723"/>
                <a:gd name="T23" fmla="*/ 233 h 707"/>
                <a:gd name="T24" fmla="*/ 13 w 723"/>
                <a:gd name="T25" fmla="*/ 213 h 707"/>
                <a:gd name="T26" fmla="*/ 12 w 723"/>
                <a:gd name="T27" fmla="*/ 214 h 707"/>
                <a:gd name="T28" fmla="*/ 4 w 723"/>
                <a:gd name="T29" fmla="*/ 232 h 707"/>
                <a:gd name="T30" fmla="*/ 0 w 723"/>
                <a:gd name="T31" fmla="*/ 241 h 707"/>
                <a:gd name="T32" fmla="*/ 0 w 723"/>
                <a:gd name="T33" fmla="*/ 242 h 707"/>
                <a:gd name="T34" fmla="*/ 48 w 723"/>
                <a:gd name="T35" fmla="*/ 262 h 707"/>
                <a:gd name="T36" fmla="*/ 28 w 723"/>
                <a:gd name="T37" fmla="*/ 351 h 707"/>
                <a:gd name="T38" fmla="*/ 126 w 723"/>
                <a:gd name="T39" fmla="*/ 612 h 707"/>
                <a:gd name="T40" fmla="*/ 92 w 723"/>
                <a:gd name="T41" fmla="*/ 651 h 707"/>
                <a:gd name="T42" fmla="*/ 109 w 723"/>
                <a:gd name="T43" fmla="*/ 666 h 707"/>
                <a:gd name="T44" fmla="*/ 116 w 723"/>
                <a:gd name="T45" fmla="*/ 672 h 707"/>
                <a:gd name="T46" fmla="*/ 150 w 723"/>
                <a:gd name="T47" fmla="*/ 633 h 707"/>
                <a:gd name="T48" fmla="*/ 325 w 723"/>
                <a:gd name="T49" fmla="*/ 702 h 707"/>
                <a:gd name="T50" fmla="*/ 352 w 723"/>
                <a:gd name="T51" fmla="*/ 703 h 707"/>
                <a:gd name="T52" fmla="*/ 510 w 723"/>
                <a:gd name="T53" fmla="*/ 663 h 707"/>
                <a:gd name="T54" fmla="*/ 537 w 723"/>
                <a:gd name="T55" fmla="*/ 707 h 707"/>
                <a:gd name="T56" fmla="*/ 564 w 723"/>
                <a:gd name="T57" fmla="*/ 691 h 707"/>
                <a:gd name="T58" fmla="*/ 537 w 723"/>
                <a:gd name="T59" fmla="*/ 646 h 707"/>
                <a:gd name="T60" fmla="*/ 677 w 723"/>
                <a:gd name="T61" fmla="*/ 405 h 707"/>
                <a:gd name="T62" fmla="*/ 672 w 723"/>
                <a:gd name="T63" fmla="*/ 314 h 707"/>
                <a:gd name="T64" fmla="*/ 723 w 723"/>
                <a:gd name="T65" fmla="*/ 302 h 707"/>
                <a:gd name="T66" fmla="*/ 715 w 723"/>
                <a:gd name="T67" fmla="*/ 272 h 707"/>
                <a:gd name="T68" fmla="*/ 664 w 723"/>
                <a:gd name="T69" fmla="*/ 283 h 707"/>
                <a:gd name="T70" fmla="*/ 395 w 723"/>
                <a:gd name="T71" fmla="*/ 55 h 707"/>
                <a:gd name="T72" fmla="*/ 395 w 723"/>
                <a:gd name="T73" fmla="*/ 55 h 707"/>
                <a:gd name="T74" fmla="*/ 400 w 723"/>
                <a:gd name="T75" fmla="*/ 3 h 707"/>
                <a:gd name="T76" fmla="*/ 368 w 723"/>
                <a:gd name="T77" fmla="*/ 0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23" h="707">
                  <a:moveTo>
                    <a:pt x="353" y="691"/>
                  </a:moveTo>
                  <a:cubicBezTo>
                    <a:pt x="344" y="691"/>
                    <a:pt x="335" y="690"/>
                    <a:pt x="327" y="690"/>
                  </a:cubicBezTo>
                  <a:cubicBezTo>
                    <a:pt x="154" y="676"/>
                    <a:pt x="26" y="524"/>
                    <a:pt x="40" y="352"/>
                  </a:cubicBezTo>
                  <a:cubicBezTo>
                    <a:pt x="54" y="189"/>
                    <a:pt x="191" y="65"/>
                    <a:pt x="352" y="65"/>
                  </a:cubicBezTo>
                  <a:cubicBezTo>
                    <a:pt x="361" y="65"/>
                    <a:pt x="370" y="65"/>
                    <a:pt x="378" y="66"/>
                  </a:cubicBezTo>
                  <a:cubicBezTo>
                    <a:pt x="551" y="80"/>
                    <a:pt x="679" y="232"/>
                    <a:pt x="665" y="404"/>
                  </a:cubicBezTo>
                  <a:cubicBezTo>
                    <a:pt x="651" y="567"/>
                    <a:pt x="514" y="691"/>
                    <a:pt x="353" y="691"/>
                  </a:cubicBezTo>
                  <a:moveTo>
                    <a:pt x="368" y="0"/>
                  </a:moveTo>
                  <a:cubicBezTo>
                    <a:pt x="364" y="52"/>
                    <a:pt x="364" y="52"/>
                    <a:pt x="364" y="52"/>
                  </a:cubicBezTo>
                  <a:cubicBezTo>
                    <a:pt x="364" y="52"/>
                    <a:pt x="364" y="52"/>
                    <a:pt x="364" y="52"/>
                  </a:cubicBezTo>
                  <a:cubicBezTo>
                    <a:pt x="360" y="52"/>
                    <a:pt x="356" y="52"/>
                    <a:pt x="352" y="52"/>
                  </a:cubicBezTo>
                  <a:cubicBezTo>
                    <a:pt x="226" y="52"/>
                    <a:pt x="115" y="125"/>
                    <a:pt x="61" y="233"/>
                  </a:cubicBezTo>
                  <a:cubicBezTo>
                    <a:pt x="13" y="213"/>
                    <a:pt x="13" y="213"/>
                    <a:pt x="13" y="213"/>
                  </a:cubicBezTo>
                  <a:cubicBezTo>
                    <a:pt x="13" y="213"/>
                    <a:pt x="13" y="213"/>
                    <a:pt x="12" y="214"/>
                  </a:cubicBezTo>
                  <a:cubicBezTo>
                    <a:pt x="10" y="220"/>
                    <a:pt x="7" y="226"/>
                    <a:pt x="4" y="232"/>
                  </a:cubicBezTo>
                  <a:cubicBezTo>
                    <a:pt x="3" y="235"/>
                    <a:pt x="2" y="238"/>
                    <a:pt x="0" y="24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48" y="262"/>
                    <a:pt x="48" y="262"/>
                    <a:pt x="48" y="262"/>
                  </a:cubicBezTo>
                  <a:cubicBezTo>
                    <a:pt x="38" y="290"/>
                    <a:pt x="30" y="320"/>
                    <a:pt x="28" y="351"/>
                  </a:cubicBezTo>
                  <a:cubicBezTo>
                    <a:pt x="19" y="452"/>
                    <a:pt x="58" y="546"/>
                    <a:pt x="126" y="612"/>
                  </a:cubicBezTo>
                  <a:cubicBezTo>
                    <a:pt x="92" y="651"/>
                    <a:pt x="92" y="651"/>
                    <a:pt x="92" y="651"/>
                  </a:cubicBezTo>
                  <a:cubicBezTo>
                    <a:pt x="98" y="656"/>
                    <a:pt x="103" y="661"/>
                    <a:pt x="109" y="666"/>
                  </a:cubicBezTo>
                  <a:cubicBezTo>
                    <a:pt x="111" y="668"/>
                    <a:pt x="113" y="670"/>
                    <a:pt x="116" y="672"/>
                  </a:cubicBezTo>
                  <a:cubicBezTo>
                    <a:pt x="150" y="633"/>
                    <a:pt x="150" y="633"/>
                    <a:pt x="150" y="633"/>
                  </a:cubicBezTo>
                  <a:cubicBezTo>
                    <a:pt x="199" y="672"/>
                    <a:pt x="259" y="697"/>
                    <a:pt x="325" y="702"/>
                  </a:cubicBezTo>
                  <a:cubicBezTo>
                    <a:pt x="334" y="703"/>
                    <a:pt x="343" y="703"/>
                    <a:pt x="352" y="703"/>
                  </a:cubicBezTo>
                  <a:cubicBezTo>
                    <a:pt x="409" y="703"/>
                    <a:pt x="463" y="689"/>
                    <a:pt x="510" y="663"/>
                  </a:cubicBezTo>
                  <a:cubicBezTo>
                    <a:pt x="537" y="707"/>
                    <a:pt x="537" y="707"/>
                    <a:pt x="537" y="707"/>
                  </a:cubicBezTo>
                  <a:cubicBezTo>
                    <a:pt x="546" y="702"/>
                    <a:pt x="555" y="696"/>
                    <a:pt x="564" y="691"/>
                  </a:cubicBezTo>
                  <a:cubicBezTo>
                    <a:pt x="537" y="646"/>
                    <a:pt x="537" y="646"/>
                    <a:pt x="537" y="646"/>
                  </a:cubicBezTo>
                  <a:cubicBezTo>
                    <a:pt x="615" y="593"/>
                    <a:pt x="669" y="506"/>
                    <a:pt x="677" y="405"/>
                  </a:cubicBezTo>
                  <a:cubicBezTo>
                    <a:pt x="680" y="374"/>
                    <a:pt x="678" y="344"/>
                    <a:pt x="672" y="314"/>
                  </a:cubicBezTo>
                  <a:cubicBezTo>
                    <a:pt x="723" y="302"/>
                    <a:pt x="723" y="302"/>
                    <a:pt x="723" y="302"/>
                  </a:cubicBezTo>
                  <a:cubicBezTo>
                    <a:pt x="720" y="292"/>
                    <a:pt x="718" y="282"/>
                    <a:pt x="715" y="272"/>
                  </a:cubicBezTo>
                  <a:cubicBezTo>
                    <a:pt x="664" y="283"/>
                    <a:pt x="664" y="283"/>
                    <a:pt x="664" y="283"/>
                  </a:cubicBezTo>
                  <a:cubicBezTo>
                    <a:pt x="628" y="164"/>
                    <a:pt x="525" y="72"/>
                    <a:pt x="395" y="55"/>
                  </a:cubicBezTo>
                  <a:cubicBezTo>
                    <a:pt x="395" y="55"/>
                    <a:pt x="395" y="55"/>
                    <a:pt x="395" y="55"/>
                  </a:cubicBezTo>
                  <a:cubicBezTo>
                    <a:pt x="400" y="3"/>
                    <a:pt x="400" y="3"/>
                    <a:pt x="400" y="3"/>
                  </a:cubicBezTo>
                  <a:cubicBezTo>
                    <a:pt x="389" y="2"/>
                    <a:pt x="379" y="1"/>
                    <a:pt x="36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2" name="任意多边形: 形状 111"/>
            <p:cNvSpPr>
              <a:spLocks noEditPoints="1"/>
            </p:cNvSpPr>
            <p:nvPr/>
          </p:nvSpPr>
          <p:spPr bwMode="auto">
            <a:xfrm>
              <a:off x="4770438" y="2817813"/>
              <a:ext cx="2120900" cy="1852613"/>
            </a:xfrm>
            <a:custGeom>
              <a:avLst/>
              <a:gdLst>
                <a:gd name="T0" fmla="*/ 564 w 564"/>
                <a:gd name="T1" fmla="*/ 477 h 493"/>
                <a:gd name="T2" fmla="*/ 537 w 564"/>
                <a:gd name="T3" fmla="*/ 493 h 493"/>
                <a:gd name="T4" fmla="*/ 537 w 564"/>
                <a:gd name="T5" fmla="*/ 493 h 493"/>
                <a:gd name="T6" fmla="*/ 564 w 564"/>
                <a:gd name="T7" fmla="*/ 477 h 493"/>
                <a:gd name="T8" fmla="*/ 564 w 564"/>
                <a:gd name="T9" fmla="*/ 477 h 493"/>
                <a:gd name="T10" fmla="*/ 109 w 564"/>
                <a:gd name="T11" fmla="*/ 452 h 493"/>
                <a:gd name="T12" fmla="*/ 116 w 564"/>
                <a:gd name="T13" fmla="*/ 458 h 493"/>
                <a:gd name="T14" fmla="*/ 116 w 564"/>
                <a:gd name="T15" fmla="*/ 458 h 493"/>
                <a:gd name="T16" fmla="*/ 109 w 564"/>
                <a:gd name="T17" fmla="*/ 452 h 493"/>
                <a:gd name="T18" fmla="*/ 12 w 564"/>
                <a:gd name="T19" fmla="*/ 0 h 493"/>
                <a:gd name="T20" fmla="*/ 4 w 564"/>
                <a:gd name="T21" fmla="*/ 18 h 493"/>
                <a:gd name="T22" fmla="*/ 0 w 564"/>
                <a:gd name="T23" fmla="*/ 27 h 493"/>
                <a:gd name="T24" fmla="*/ 4 w 564"/>
                <a:gd name="T25" fmla="*/ 18 h 493"/>
                <a:gd name="T26" fmla="*/ 12 w 564"/>
                <a:gd name="T2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4" h="493">
                  <a:moveTo>
                    <a:pt x="564" y="477"/>
                  </a:moveTo>
                  <a:cubicBezTo>
                    <a:pt x="555" y="482"/>
                    <a:pt x="546" y="488"/>
                    <a:pt x="537" y="493"/>
                  </a:cubicBezTo>
                  <a:cubicBezTo>
                    <a:pt x="537" y="493"/>
                    <a:pt x="537" y="493"/>
                    <a:pt x="537" y="493"/>
                  </a:cubicBezTo>
                  <a:cubicBezTo>
                    <a:pt x="546" y="488"/>
                    <a:pt x="555" y="482"/>
                    <a:pt x="564" y="477"/>
                  </a:cubicBezTo>
                  <a:cubicBezTo>
                    <a:pt x="564" y="477"/>
                    <a:pt x="564" y="477"/>
                    <a:pt x="564" y="477"/>
                  </a:cubicBezTo>
                  <a:moveTo>
                    <a:pt x="109" y="452"/>
                  </a:moveTo>
                  <a:cubicBezTo>
                    <a:pt x="111" y="454"/>
                    <a:pt x="113" y="456"/>
                    <a:pt x="116" y="458"/>
                  </a:cubicBezTo>
                  <a:cubicBezTo>
                    <a:pt x="116" y="458"/>
                    <a:pt x="116" y="458"/>
                    <a:pt x="116" y="458"/>
                  </a:cubicBezTo>
                  <a:cubicBezTo>
                    <a:pt x="113" y="456"/>
                    <a:pt x="111" y="454"/>
                    <a:pt x="109" y="452"/>
                  </a:cubicBezTo>
                  <a:moveTo>
                    <a:pt x="12" y="0"/>
                  </a:moveTo>
                  <a:cubicBezTo>
                    <a:pt x="9" y="5"/>
                    <a:pt x="7" y="11"/>
                    <a:pt x="4" y="18"/>
                  </a:cubicBezTo>
                  <a:cubicBezTo>
                    <a:pt x="3" y="21"/>
                    <a:pt x="2" y="24"/>
                    <a:pt x="0" y="27"/>
                  </a:cubicBezTo>
                  <a:cubicBezTo>
                    <a:pt x="2" y="24"/>
                    <a:pt x="3" y="21"/>
                    <a:pt x="4" y="18"/>
                  </a:cubicBezTo>
                  <a:cubicBezTo>
                    <a:pt x="7" y="12"/>
                    <a:pt x="10" y="6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noProof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57056" y="173970"/>
            <a:ext cx="3809557" cy="1016498"/>
            <a:chOff x="357056" y="173970"/>
            <a:chExt cx="3809557" cy="1016498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7056" y="173970"/>
              <a:ext cx="580856" cy="1016498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1030508" y="410088"/>
              <a:ext cx="3136105" cy="771636"/>
              <a:chOff x="7457871" y="1669479"/>
              <a:chExt cx="3136105" cy="771636"/>
            </a:xfrm>
          </p:grpSpPr>
          <p:sp>
            <p:nvSpPr>
              <p:cNvPr id="64" name="文本框 63"/>
              <p:cNvSpPr txBox="1"/>
              <p:nvPr/>
            </p:nvSpPr>
            <p:spPr>
              <a:xfrm flipH="1">
                <a:off x="7457871" y="1669479"/>
                <a:ext cx="2655917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zh-CN" altLang="en-US" sz="2800" b="1" noProof="1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团队分工</a:t>
                </a:r>
                <a:endParaRPr lang="zh-CN" sz="2800" b="1" noProof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 flipH="1">
                <a:off x="7481211" y="2133338"/>
                <a:ext cx="3112765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en-US" altLang="zh-CN" sz="1400" noProof="1">
                    <a:gradFill>
                      <a:gsLst>
                        <a:gs pos="100000">
                          <a:prstClr val="white">
                            <a:lumMod val="95000"/>
                          </a:prstClr>
                        </a:gs>
                        <a:gs pos="26000">
                          <a:prstClr val="white">
                            <a:lumMod val="95000"/>
                          </a:prstClr>
                        </a:gs>
                      </a:gsLst>
                      <a:path path="circle">
                        <a:fillToRect l="100000" t="100000"/>
                      </a:path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Team Division of Labor</a:t>
                </a:r>
                <a:endParaRPr lang="zh-CN" sz="1400" noProof="1">
                  <a:gradFill>
                    <a:gsLst>
                      <a:gs pos="100000">
                        <a:prstClr val="white">
                          <a:lumMod val="95000"/>
                        </a:prstClr>
                      </a:gs>
                      <a:gs pos="26000">
                        <a:prstClr val="white">
                          <a:lumMod val="95000"/>
                        </a:prstClr>
                      </a:gs>
                    </a:gsLst>
                    <a:path path="circle">
                      <a:fillToRect l="100000" t="100000"/>
                    </a:path>
                  </a:gra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1D18C16C-E787-C38A-AB96-54F0DA3C1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5"/>
          <a:stretch>
            <a:fillRect/>
          </a:stretch>
        </p:blipFill>
        <p:spPr>
          <a:xfrm>
            <a:off x="2142313" y="1348924"/>
            <a:ext cx="7553961" cy="5443648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BCA99AED-2315-E027-A568-234B21905116}"/>
              </a:ext>
            </a:extLst>
          </p:cNvPr>
          <p:cNvSpPr/>
          <p:nvPr/>
        </p:nvSpPr>
        <p:spPr>
          <a:xfrm>
            <a:off x="5471682" y="1348924"/>
            <a:ext cx="609804" cy="577344"/>
          </a:xfrm>
          <a:prstGeom prst="ellipse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3E374EF-0ADD-56BB-252F-6DF29637CA98}"/>
              </a:ext>
            </a:extLst>
          </p:cNvPr>
          <p:cNvSpPr/>
          <p:nvPr/>
        </p:nvSpPr>
        <p:spPr>
          <a:xfrm>
            <a:off x="3084082" y="4259039"/>
            <a:ext cx="609804" cy="577344"/>
          </a:xfrm>
          <a:prstGeom prst="ellipse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CB67C6B-CF65-3517-4D8A-FB1B197DFB68}"/>
              </a:ext>
            </a:extLst>
          </p:cNvPr>
          <p:cNvSpPr/>
          <p:nvPr/>
        </p:nvSpPr>
        <p:spPr>
          <a:xfrm>
            <a:off x="7881257" y="4583997"/>
            <a:ext cx="609804" cy="577344"/>
          </a:xfrm>
          <a:prstGeom prst="ellipse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84ED9D9-E212-BC68-9EEB-E0019F5D764D}"/>
              </a:ext>
            </a:extLst>
          </p:cNvPr>
          <p:cNvSpPr/>
          <p:nvPr/>
        </p:nvSpPr>
        <p:spPr>
          <a:xfrm>
            <a:off x="8897257" y="2676145"/>
            <a:ext cx="696685" cy="643495"/>
          </a:xfrm>
          <a:prstGeom prst="ellipse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5" name="对话气泡: 椭圆形 24">
            <a:extLst>
              <a:ext uri="{FF2B5EF4-FFF2-40B4-BE49-F238E27FC236}">
                <a16:creationId xmlns:a16="http://schemas.microsoft.com/office/drawing/2014/main" id="{CE89E3FD-07E7-A8AE-F0ED-8248650A879E}"/>
              </a:ext>
            </a:extLst>
          </p:cNvPr>
          <p:cNvSpPr/>
          <p:nvPr/>
        </p:nvSpPr>
        <p:spPr>
          <a:xfrm>
            <a:off x="3388984" y="3722551"/>
            <a:ext cx="1362525" cy="646331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A2DD0D1-5309-875C-F9DF-545D92484BD7}"/>
              </a:ext>
            </a:extLst>
          </p:cNvPr>
          <p:cNvSpPr txBox="1"/>
          <p:nvPr/>
        </p:nvSpPr>
        <p:spPr>
          <a:xfrm>
            <a:off x="3544643" y="3751579"/>
            <a:ext cx="1233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noProof="1">
                <a:latin typeface="黑体" panose="02010609060101010101" pitchFamily="49" charset="-122"/>
                <a:ea typeface="黑体" panose="02010609060101010101" pitchFamily="49" charset="-122"/>
              </a:rPr>
              <a:t>王子霖：</a:t>
            </a:r>
            <a:endParaRPr lang="en-US" altLang="zh-CN" sz="1600" b="1" noProof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zh-CN" sz="1600" b="1" noProof="1">
                <a:latin typeface="黑体" panose="02010609060101010101" pitchFamily="49" charset="-122"/>
                <a:ea typeface="黑体" panose="02010609060101010101" pitchFamily="49" charset="-122"/>
              </a:rPr>
              <a:t>前端开发</a:t>
            </a:r>
          </a:p>
        </p:txBody>
      </p:sp>
      <p:sp>
        <p:nvSpPr>
          <p:cNvPr id="27" name="对话气泡: 椭圆形 26">
            <a:extLst>
              <a:ext uri="{FF2B5EF4-FFF2-40B4-BE49-F238E27FC236}">
                <a16:creationId xmlns:a16="http://schemas.microsoft.com/office/drawing/2014/main" id="{E197136B-FB71-0038-38BB-3408F9682BAC}"/>
              </a:ext>
            </a:extLst>
          </p:cNvPr>
          <p:cNvSpPr/>
          <p:nvPr/>
        </p:nvSpPr>
        <p:spPr>
          <a:xfrm>
            <a:off x="5582106" y="632863"/>
            <a:ext cx="2206171" cy="730575"/>
          </a:xfrm>
          <a:prstGeom prst="wedgeEllipseCallout">
            <a:avLst>
              <a:gd name="adj1" fmla="val -26213"/>
              <a:gd name="adj2" fmla="val 764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03F3BB-C099-7E45-6911-A49F4555869C}"/>
              </a:ext>
            </a:extLst>
          </p:cNvPr>
          <p:cNvSpPr txBox="1"/>
          <p:nvPr/>
        </p:nvSpPr>
        <p:spPr>
          <a:xfrm>
            <a:off x="5740328" y="728573"/>
            <a:ext cx="2206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600" b="1" noProof="1">
                <a:ea typeface="黑体" panose="02010609060101010101" pitchFamily="49" charset="-122"/>
              </a:rPr>
              <a:t>金毅阳：</a:t>
            </a:r>
            <a:endParaRPr lang="en-US" altLang="zh-CN" sz="1600" b="1" noProof="1">
              <a:ea typeface="黑体" panose="02010609060101010101" pitchFamily="49" charset="-122"/>
            </a:endParaRPr>
          </a:p>
          <a:p>
            <a:r>
              <a:rPr lang="zh-CN" sz="1600" b="1" noProof="1">
                <a:ea typeface="黑体" panose="02010609060101010101" pitchFamily="49" charset="-122"/>
              </a:rPr>
              <a:t>后端开发+算法设计</a:t>
            </a:r>
          </a:p>
        </p:txBody>
      </p:sp>
      <p:sp>
        <p:nvSpPr>
          <p:cNvPr id="30" name="对话气泡: 椭圆形 29">
            <a:extLst>
              <a:ext uri="{FF2B5EF4-FFF2-40B4-BE49-F238E27FC236}">
                <a16:creationId xmlns:a16="http://schemas.microsoft.com/office/drawing/2014/main" id="{9841609E-F172-DD73-D392-C7D9AA5B94E1}"/>
              </a:ext>
            </a:extLst>
          </p:cNvPr>
          <p:cNvSpPr/>
          <p:nvPr/>
        </p:nvSpPr>
        <p:spPr>
          <a:xfrm flipH="1">
            <a:off x="6255655" y="3796784"/>
            <a:ext cx="2206170" cy="730575"/>
          </a:xfrm>
          <a:prstGeom prst="wedgeEllipseCallout">
            <a:avLst>
              <a:gd name="adj1" fmla="val -23975"/>
              <a:gd name="adj2" fmla="val 697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45113" y="3890366"/>
            <a:ext cx="2220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600" b="1" noProof="1">
                <a:ea typeface="黑体" panose="02010609060101010101" pitchFamily="49" charset="-122"/>
              </a:rPr>
              <a:t>程弋嘉：</a:t>
            </a:r>
            <a:endParaRPr lang="en-US" altLang="zh-CN" sz="1600" b="1" noProof="1">
              <a:ea typeface="黑体" panose="02010609060101010101" pitchFamily="49" charset="-122"/>
            </a:endParaRPr>
          </a:p>
          <a:p>
            <a:r>
              <a:rPr lang="zh-CN" sz="1600" b="1" noProof="1">
                <a:ea typeface="黑体" panose="02010609060101010101" pitchFamily="49" charset="-122"/>
              </a:rPr>
              <a:t>漏洞修复+文档撰写</a:t>
            </a:r>
          </a:p>
        </p:txBody>
      </p:sp>
      <p:sp>
        <p:nvSpPr>
          <p:cNvPr id="32" name="对话气泡: 椭圆形 31">
            <a:extLst>
              <a:ext uri="{FF2B5EF4-FFF2-40B4-BE49-F238E27FC236}">
                <a16:creationId xmlns:a16="http://schemas.microsoft.com/office/drawing/2014/main" id="{D1E3E781-33B3-62CB-950D-FF7B380A6321}"/>
              </a:ext>
            </a:extLst>
          </p:cNvPr>
          <p:cNvSpPr/>
          <p:nvPr/>
        </p:nvSpPr>
        <p:spPr>
          <a:xfrm>
            <a:off x="9216571" y="1969810"/>
            <a:ext cx="2075340" cy="822177"/>
          </a:xfrm>
          <a:prstGeom prst="wedgeEllipseCallout">
            <a:avLst>
              <a:gd name="adj1" fmla="val -30512"/>
              <a:gd name="adj2" fmla="val 669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7AA6882-A440-3327-83AA-112382C0DCE0}"/>
              </a:ext>
            </a:extLst>
          </p:cNvPr>
          <p:cNvSpPr txBox="1"/>
          <p:nvPr/>
        </p:nvSpPr>
        <p:spPr>
          <a:xfrm>
            <a:off x="9303655" y="2111615"/>
            <a:ext cx="2206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noProof="1">
                <a:ea typeface="黑体" panose="02010609060101010101" pitchFamily="49" charset="-122"/>
              </a:rPr>
              <a:t>朱坤</a:t>
            </a:r>
            <a:r>
              <a:rPr lang="zh-CN" sz="1600" b="1" noProof="1">
                <a:ea typeface="黑体" panose="02010609060101010101" pitchFamily="49" charset="-122"/>
              </a:rPr>
              <a:t>：</a:t>
            </a:r>
            <a:endParaRPr lang="en-US" altLang="zh-CN" sz="1600" b="1" noProof="1">
              <a:ea typeface="黑体" panose="02010609060101010101" pitchFamily="49" charset="-122"/>
            </a:endParaRPr>
          </a:p>
          <a:p>
            <a:r>
              <a:rPr lang="zh-CN" altLang="en-US" sz="1600" b="1" noProof="1">
                <a:ea typeface="黑体" panose="02010609060101010101" pitchFamily="49" charset="-122"/>
              </a:rPr>
              <a:t>总体规划</a:t>
            </a:r>
            <a:r>
              <a:rPr lang="zh-CN" sz="1600" b="1" noProof="1">
                <a:ea typeface="黑体" panose="02010609060101010101" pitchFamily="49" charset="-122"/>
              </a:rPr>
              <a:t>+</a:t>
            </a:r>
            <a:r>
              <a:rPr lang="zh-CN" altLang="en-US" sz="1600" b="1" noProof="1">
                <a:ea typeface="黑体" panose="02010609060101010101" pitchFamily="49" charset="-122"/>
              </a:rPr>
              <a:t>资源协调</a:t>
            </a:r>
            <a:endParaRPr lang="zh-CN" sz="1600" b="1" noProof="1"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/>
        </p:nvSpPr>
        <p:spPr>
          <a:xfrm flipH="1">
            <a:off x="3591828" y="2362713"/>
            <a:ext cx="3712943" cy="15696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sz="96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 谢！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0562" y="5728148"/>
            <a:ext cx="3995737" cy="1095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团队成员：金毅阳，程弋嘉，王子霖</a:t>
            </a:r>
          </a:p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指导老师：朱坤</a:t>
            </a:r>
          </a:p>
          <a:p>
            <a:pPr>
              <a:lnSpc>
                <a:spcPct val="125000"/>
              </a:lnSpc>
            </a:pP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zh-CN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lang="zh-CN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728" y="140100"/>
            <a:ext cx="1351803" cy="135180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744" y="-342435"/>
            <a:ext cx="2410585" cy="240617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526" y="170036"/>
            <a:ext cx="1277123" cy="1267545"/>
          </a:xfrm>
          <a:prstGeom prst="roundRect">
            <a:avLst>
              <a:gd name="adj" fmla="val 22209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8F96D4C-6593-E9A8-8DC7-7C70BB1372D6}"/>
              </a:ext>
            </a:extLst>
          </p:cNvPr>
          <p:cNvSpPr txBox="1"/>
          <p:nvPr/>
        </p:nvSpPr>
        <p:spPr>
          <a:xfrm>
            <a:off x="8062901" y="5358816"/>
            <a:ext cx="2184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00" b="1" noProof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Torchwood</a:t>
            </a:r>
            <a:r>
              <a:rPr lang="zh-CN" altLang="zh-CN" sz="1800" b="1" noProof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团队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0700787401574,&quot;left&quot;:27.185354330708662,&quot;top&quot;:103.34850393700788,&quot;width&quot;:932.814645669291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输入文本内容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输入文本内容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阿里巴巴普惠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3350</Words>
  <Application>Microsoft Office PowerPoint</Application>
  <PresentationFormat>宽屏</PresentationFormat>
  <Paragraphs>337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HarmonyOS Sans SC Medium</vt:lpstr>
      <vt:lpstr>黑体</vt:lpstr>
      <vt:lpstr>Arial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2023-02-24T07:36:00Z</dcterms:created>
  <dcterms:modified xsi:type="dcterms:W3CDTF">2025-08-26T12:59:29Z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B45AF46DC6D6433BB101BE8FD2D79D45_12</vt:lpwstr>
  </property>
  <property fmtid="{D5CDD505-2E9C-101B-9397-08002B2CF9AE}" pid="3" name="KSOProductBuildVer">
    <vt:lpwstr>2052-12.1.0.22529</vt:lpwstr>
  </property>
</Properties>
</file>